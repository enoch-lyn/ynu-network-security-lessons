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6.xml" ContentType="application/vnd.openxmlformats-officedocument.presentationml.notesSlide+xml"/>
  <Override PartName="/ppt/ink/ink6.xml" ContentType="application/inkml+xml"/>
  <Override PartName="/ppt/ink/ink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914" r:id="rId2"/>
    <p:sldMasterId id="2147483931" r:id="rId3"/>
    <p:sldMasterId id="2147483949" r:id="rId4"/>
  </p:sldMasterIdLst>
  <p:notesMasterIdLst>
    <p:notesMasterId r:id="rId53"/>
  </p:notesMasterIdLst>
  <p:handoutMasterIdLst>
    <p:handoutMasterId r:id="rId54"/>
  </p:handoutMasterIdLst>
  <p:sldIdLst>
    <p:sldId id="368" r:id="rId5"/>
    <p:sldId id="261" r:id="rId6"/>
    <p:sldId id="442" r:id="rId7"/>
    <p:sldId id="394" r:id="rId8"/>
    <p:sldId id="265" r:id="rId9"/>
    <p:sldId id="444" r:id="rId10"/>
    <p:sldId id="445" r:id="rId11"/>
    <p:sldId id="443" r:id="rId12"/>
    <p:sldId id="447" r:id="rId13"/>
    <p:sldId id="446" r:id="rId14"/>
    <p:sldId id="1473" r:id="rId15"/>
    <p:sldId id="449" r:id="rId16"/>
    <p:sldId id="1474" r:id="rId17"/>
    <p:sldId id="1476" r:id="rId18"/>
    <p:sldId id="450" r:id="rId19"/>
    <p:sldId id="452" r:id="rId20"/>
    <p:sldId id="453" r:id="rId21"/>
    <p:sldId id="454" r:id="rId22"/>
    <p:sldId id="457" r:id="rId23"/>
    <p:sldId id="458" r:id="rId24"/>
    <p:sldId id="459" r:id="rId25"/>
    <p:sldId id="461" r:id="rId26"/>
    <p:sldId id="460" r:id="rId27"/>
    <p:sldId id="462" r:id="rId28"/>
    <p:sldId id="463" r:id="rId29"/>
    <p:sldId id="464" r:id="rId30"/>
    <p:sldId id="468" r:id="rId31"/>
    <p:sldId id="465" r:id="rId32"/>
    <p:sldId id="467" r:id="rId33"/>
    <p:sldId id="435" r:id="rId34"/>
    <p:sldId id="441" r:id="rId35"/>
    <p:sldId id="1464" r:id="rId36"/>
    <p:sldId id="1471" r:id="rId37"/>
    <p:sldId id="1465" r:id="rId38"/>
    <p:sldId id="1472" r:id="rId39"/>
    <p:sldId id="470" r:id="rId40"/>
    <p:sldId id="469" r:id="rId41"/>
    <p:sldId id="471" r:id="rId42"/>
    <p:sldId id="472" r:id="rId43"/>
    <p:sldId id="473" r:id="rId44"/>
    <p:sldId id="474" r:id="rId45"/>
    <p:sldId id="475" r:id="rId46"/>
    <p:sldId id="476" r:id="rId47"/>
    <p:sldId id="484" r:id="rId48"/>
    <p:sldId id="477" r:id="rId49"/>
    <p:sldId id="483" r:id="rId50"/>
    <p:sldId id="482" r:id="rId51"/>
    <p:sldId id="481" r:id="rId52"/>
  </p:sldIdLst>
  <p:sldSz cx="9144000" cy="6858000" type="screen4x3"/>
  <p:notesSz cx="7099300" cy="10234613"/>
  <p:custDataLst>
    <p:tags r:id="rId55"/>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11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ittlere Formatvorlage 4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03447BB-5D67-496B-8E87-E561075AD55C}" styleName="Dunkle Formatvorlage 1 - Akz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unkle Formatvorlage 1 - Akz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AF606853-7671-496A-8E4F-DF71F8EC918B}" styleName="Dunkle Formatvorlage 1 - Akz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Keine Formatvorlage, Tabellengitternetz">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996" autoAdjust="0"/>
    <p:restoredTop sz="96405" autoAdjust="0"/>
  </p:normalViewPr>
  <p:slideViewPr>
    <p:cSldViewPr>
      <p:cViewPr varScale="1">
        <p:scale>
          <a:sx n="163" d="100"/>
          <a:sy n="163" d="100"/>
        </p:scale>
        <p:origin x="464" y="184"/>
      </p:cViewPr>
      <p:guideLst>
        <p:guide orient="horz" pos="411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804"/>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gs" Target="tags/tag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AC67F21-A4C3-D3D3-24F8-39BF40F35991}"/>
              </a:ext>
            </a:extLst>
          </p:cNvPr>
          <p:cNvSpPr>
            <a:spLocks noGrp="1" noChangeArrowheads="1"/>
          </p:cNvSpPr>
          <p:nvPr>
            <p:ph type="hdr" sz="quarter"/>
          </p:nvPr>
        </p:nvSpPr>
        <p:spPr bwMode="auto">
          <a:xfrm>
            <a:off x="0" y="0"/>
            <a:ext cx="3111500" cy="552450"/>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defTabSz="949325">
              <a:defRPr sz="1300">
                <a:latin typeface="Times New Roman" pitchFamily="18" charset="0"/>
              </a:defRPr>
            </a:lvl1pPr>
          </a:lstStyle>
          <a:p>
            <a:pPr>
              <a:defRPr/>
            </a:pPr>
            <a:endParaRPr lang="de-DE"/>
          </a:p>
        </p:txBody>
      </p:sp>
      <p:sp>
        <p:nvSpPr>
          <p:cNvPr id="32771" name="Rectangle 3">
            <a:extLst>
              <a:ext uri="{FF2B5EF4-FFF2-40B4-BE49-F238E27FC236}">
                <a16:creationId xmlns:a16="http://schemas.microsoft.com/office/drawing/2014/main" id="{BA4CE484-7E30-DF43-0331-8E765A60332D}"/>
              </a:ext>
            </a:extLst>
          </p:cNvPr>
          <p:cNvSpPr>
            <a:spLocks noGrp="1" noChangeArrowheads="1"/>
          </p:cNvSpPr>
          <p:nvPr>
            <p:ph type="dt" sz="quarter" idx="1"/>
          </p:nvPr>
        </p:nvSpPr>
        <p:spPr bwMode="auto">
          <a:xfrm>
            <a:off x="3987800" y="0"/>
            <a:ext cx="3111500" cy="552450"/>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algn="r" defTabSz="949325">
              <a:defRPr sz="1300">
                <a:latin typeface="Times New Roman" pitchFamily="18" charset="0"/>
              </a:defRPr>
            </a:lvl1pPr>
          </a:lstStyle>
          <a:p>
            <a:pPr>
              <a:defRPr/>
            </a:pPr>
            <a:endParaRPr lang="de-DE"/>
          </a:p>
        </p:txBody>
      </p:sp>
      <p:sp>
        <p:nvSpPr>
          <p:cNvPr id="32772" name="Rectangle 4">
            <a:extLst>
              <a:ext uri="{FF2B5EF4-FFF2-40B4-BE49-F238E27FC236}">
                <a16:creationId xmlns:a16="http://schemas.microsoft.com/office/drawing/2014/main" id="{AF88F486-F829-0B28-657F-4879C4AA18D8}"/>
              </a:ext>
            </a:extLst>
          </p:cNvPr>
          <p:cNvSpPr>
            <a:spLocks noGrp="1" noChangeArrowheads="1"/>
          </p:cNvSpPr>
          <p:nvPr>
            <p:ph type="ftr" sz="quarter" idx="2"/>
          </p:nvPr>
        </p:nvSpPr>
        <p:spPr bwMode="auto">
          <a:xfrm>
            <a:off x="0" y="9756775"/>
            <a:ext cx="3111500" cy="471488"/>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defTabSz="949325">
              <a:defRPr sz="1300">
                <a:latin typeface="Times New Roman" pitchFamily="18" charset="0"/>
              </a:defRPr>
            </a:lvl1pPr>
          </a:lstStyle>
          <a:p>
            <a:pPr>
              <a:defRPr/>
            </a:pPr>
            <a:endParaRPr lang="de-DE"/>
          </a:p>
        </p:txBody>
      </p:sp>
      <p:sp>
        <p:nvSpPr>
          <p:cNvPr id="32773" name="Rectangle 5">
            <a:extLst>
              <a:ext uri="{FF2B5EF4-FFF2-40B4-BE49-F238E27FC236}">
                <a16:creationId xmlns:a16="http://schemas.microsoft.com/office/drawing/2014/main" id="{E467E74A-8A6A-627E-8435-B421253B9B5C}"/>
              </a:ext>
            </a:extLst>
          </p:cNvPr>
          <p:cNvSpPr>
            <a:spLocks noGrp="1" noChangeArrowheads="1"/>
          </p:cNvSpPr>
          <p:nvPr>
            <p:ph type="sldNum" sz="quarter" idx="3"/>
          </p:nvPr>
        </p:nvSpPr>
        <p:spPr bwMode="auto">
          <a:xfrm>
            <a:off x="3987800" y="9756775"/>
            <a:ext cx="3111500" cy="471488"/>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algn="r" defTabSz="949325">
              <a:defRPr sz="1300">
                <a:latin typeface="Times New Roman" panose="02020603050405020304" pitchFamily="18" charset="0"/>
              </a:defRPr>
            </a:lvl1pPr>
          </a:lstStyle>
          <a:p>
            <a:fld id="{1DDD78F8-3FCC-8342-9D00-2B460978C73C}" type="slidenum">
              <a:rPr lang="de-DE" altLang="zh-CN"/>
              <a:pPr/>
              <a:t>‹#›</a:t>
            </a:fld>
            <a:endParaRPr lang="de-DE"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01:01.561"/>
    </inkml:context>
    <inkml:brush xml:id="br0">
      <inkml:brushProperty name="width" value="0.09071" units="cm"/>
      <inkml:brushProperty name="height" value="0.09071" units="cm"/>
      <inkml:brushProperty name="color" value="#FF0000"/>
    </inkml:brush>
  </inkml:definitions>
  <inkml:trace contextRef="#ctx0" brushRef="#br0">2112 7281 13084,'5'1'2230,"0"0"402,-5-1-2272,1-15 76,-1 10-301,2-10-135,-2 14-90,1 1 1,10 10 234,8 14-134,15 17 23,-2-1-90,0-3 56,-7-17-45,20-4-89,14-9 100,-18-11 1,0-3 33,27-4-34,-9-11-89,-25 15-12,-4 3 135,-1 17 0,-1 7 79,-1 15-46,12 17-33,10-16 34,7-3-390,12-36 288,-35-8 1,1-7 17,23-17 0,2-6 22,-2 1 0,1 1-100,-17 13 1,1 1 0,-2 2 48,1-1 1,-5 8 78,5 20 23,-22 12 55,-2 12-44,1 5 44,2 1-67,2-2 401,19-2-344,18-15-68,5-14-216,-26-8 0,-1-3-8,24-19 162,-17 12 0,1 2-134,-1 5 0,2 4 95,7 9 1,-2 6-25,-12 1 1,-4 4 124,-4 6 0,-3 3 22,9 7-11,-2-6 34,-3-8 56,0-6 355,0-6-322,19-15-111,-12-4 22,13-11-45,-19 3-45,-4 5 45,-5 8 102,9 4-80,7 22 34,12 2-34,-7 8 34,0-11 23,-7-9-79,7-5 67,9-7-67,-9-3 0,4-3-6,6 2 1,2-1 20,-9 3 0,2 0 0,-2 2-325,11 0 0,-3 4 310,-4 5 0,-5 2 11,14 7-5,-26-1 0,-1 1-18,19 7 24,-3-1 111,-26-9 393,-15-6-236,-8-3 406,-1 0-988,-6 0-3026,-1 0 3328,-9-2 0,9 1 0,-1 0 0</inkml:trace>
  <inkml:trace contextRef="#ctx0" brushRef="#br0" timeOffset="3279">13009 6150 16927,'4'-28'515,"-1"6"-425,-2 22 112,-1 0-158,0 11-44,0 6 12,0 16 21,-5 4 1,-4 5 22,-1 12 1,-3 4-822,0-4 0,0 4 0,0-2 765,1-8 0,0-1 0,1 0 0,-4 24 0,2-5-17,5-23 0,2-3 17,1 3 0,1-3 34,0 13 11,1-11-45,3-28 0,0-13 2081,0-1-4120,0-5-1703,0-9 3742,1-9 0,-1 6 0,1 1 0</inkml:trace>
  <inkml:trace contextRef="#ctx0" brushRef="#br0" timeOffset="3746">12927 6345 13432,'0'-10'190,"0"2"-190,0 8 134,0 0-55,46-42-23,-5 30-40,-7-10 1,2 1 84,13 20-45,-14 0-34,0 1 1,-2 0-1,8 13 34,-6 10 23,-2 21-46,-16-1 46,-11 5-35,-14-7-5,-6-9 1,-5 2 16,-10 7 0,-4 3-41,4-6 0,-2 2 0,0-2-374,-9 10 0,1-2 364,1-2 1,4-3 6,-3 5-80,7-6-2038,16-17 2106,12-16 0,3-7 0,7-10 0</inkml:trace>
  <inkml:trace contextRef="#ctx0" brushRef="#br0" timeOffset="4065">13510 6399 13207,'5'-8'168,"-2"2"-11,61-17-78,-14 15-79,-5-4 0,1 0 67,11 11-45,-16 2-22,-1 3 0,-2 3-370,4 5-1669,-10 0 616,-7-2-403,-14-2-57,-11-5 1883,-9 0 0,6-2 0,-7 0 0</inkml:trace>
  <inkml:trace contextRef="#ctx0" brushRef="#br0" timeOffset="4346">13713 6429 14652,'-11'64'-239,"0"0"0,2-10 1,-2-4 75,0-5 1,-1-3-1313,-10 19 870,2-6-224,1-10-685,0-3 1514,7-21 0,2-3 0,6-16 0</inkml:trace>
  <inkml:trace contextRef="#ctx0" brushRef="#br0" timeOffset="4567">13626 6667 14215,'0'-3'1715,"0"0"-1514,0 3-178,55-10-23,-18 6-488,11-2 1,4 0-3065,7 5 3552,-5 2 0,-27 0 0,-20 0 0</inkml:trace>
  <inkml:trace contextRef="#ctx0" brushRef="#br0" timeOffset="4797">13416 6970 14395,'42'-3'41,"-1"0"0,0-1 0,-1 0-814,25-6-1211,-21 4 1,-1 1 1983,15 0 0,-3 0 0,-39 4 0</inkml:trace>
  <inkml:trace contextRef="#ctx0" brushRef="#br0" timeOffset="5363">14543 6559 15616,'1'-48'381,"-4"6"-381,-2 39 0,-5-2 34,-12 4-23,-17 2-11,-2 5 0,-11 5-23,17 4 12,-3 11-90,15 8-67,6 19 68,26-8-136,14 4 124,13-16-6,-4-8 1,2 1 151,20 13-18,-17-13 1,0 0-6,-2-1 1,-2-1-12,22 19-11,-7-4 11,-25-10 201,-21-14 426,-32 7-111,-35 0-466,10-12 1,-4-2-336,6-1 0,2-1 285,0-4 0,5-3-561,2-10-2060,21-11 2621,26-19 0,0 16 0,9-2 0</inkml:trace>
  <inkml:trace contextRef="#ctx0" brushRef="#br0" timeOffset="6629">15766 6760 17487,'-7'-23'359,"10"4"-270,26 10-78,9-1 13,29-2-13,-22 6 0,4 2-27,-3 1 1,4 1 0,-1 0-558,17 0 0,0 1 569,-17 1 1,0 0-1,-2 0-86,7 0 1,-2 0-6,0 0 0,0 0-62,-5 0 0,1 0-286,8 0 0,-1 0-184,-16 0 0,-2 0-2611,29 0 2050,-42 2-2275,-33 0 3463,-9 1 0,3-2 0,0-1 0</inkml:trace>
  <inkml:trace contextRef="#ctx0" brushRef="#br0" timeOffset="7046">16965 6571 17543,'0'-32'258,"9"6"-359,43 26-123,3 2-157,4 3-67,-1 3 100,-23 0 1,-1 0-325,15 9 527,-10 5 234,-26-4 68,-25-2-34,-7-2 68,-27 9-68,-14 8-123,18-9 0,-1 2 0,7-5 0,2 0-45,1 1 0,3-2-313,-2 1-662,14-4-202,9-5-2867,8 1 4089,18-6 0,-10 0 0,9-5 0</inkml:trace>
  <inkml:trace contextRef="#ctx0" brushRef="#br0" timeOffset="7950">18439 5817 16243,'33'-18'140,"2"10"1,7 4-104,3 3 1,6 3-1,-1 0-1046,19-1 1,0 1 946,1-1 1,-5 0-40,-21-1 0,-3 0 389,26 0-669,-17 0-220,-21 0-1651,-34 0 2252,-43 0 0,17 0 0,-17 0 0</inkml:trace>
  <inkml:trace contextRef="#ctx0" brushRef="#br0" timeOffset="8265">18690 5946 15975,'-42'9'11,"19"18"0,5 9-6,9 10 1,3 5-1075,-4 17 1,1 1 1068,1-12 0,-1 3-41,-1-2 0,-1 5 0,-1 0-386,0-4 0,-1-1 0,0 1 173,-2 3 0,0 0 0,0-4-358,-2 4 0,1-11-1741,-2-5 2353,12-35 0,4-12 0,2 0 0</inkml:trace>
  <inkml:trace contextRef="#ctx0" brushRef="#br0" timeOffset="8532">18524 6485 16187,'56'-8'33,"0"1"1,0-1 0,-5 1 0,-1 0-1,-6 2-425,25 1-2398,0 1-986,-27 2 3776,-5 5 0,-29-3 0,-5 4 0</inkml:trace>
  <inkml:trace contextRef="#ctx0" brushRef="#br0" timeOffset="9246">19071 6649 9677,'-9'0'1446,"2"0"-68,7 0 157,0 0-1120,3-1-303,5 1-12,7 1-77,8 3 89,18 7-79,9 0-21,14-1-12,-15-4 11,-10-5 0,-19-4 68,-4-14 123,-8-8 358,-3-16-426,-12 3-89,2 10-11,-5 7-1,5 13-33,-2 2 0,0 3-67,-8 3 33,1 5 34,-4 5 45,1 6-45,-8 14 0,-6 15-6,11-10 1,0 3 16,1 7 0,2 2 0,5-6 1,3-2-18,0 0 1,5-2 5,11 6-79,24-5 46,24-18-713,-13-16 1,2-5-174,-7-5 1,0-5-886,1-4 0,-4-4 1804,11-20 0,-21 17 0,-7 1 0</inkml:trace>
  <inkml:trace contextRef="#ctx0" brushRef="#br0" timeOffset="10314">19733 6371 8534,'2'-8'3620,"0"2"-2679,-2 6-414,0 0-135,0-7 527,0 6-527,0-5-90,0 6 135,0 0-1860,2-1-1445,0 1 2868,1-1 0,-2 1 0,-1 0 0</inkml:trace>
  <inkml:trace contextRef="#ctx0" brushRef="#br0" timeOffset="11346">19697 6667 9812,'6'-6'1714,"0"0"-515,-6 6-145,0 0-438,0-6 336,0 5-537,0-6-314,0 7 67,0 0-157,0 16 67,-8 27-56,1-10 1,-1 3-34,-8 32 0,-2-4-34,9-28-202,2-2-234,2-13-114,1-6-681,4-12-3162,0-6 4438,2-9 0,-1 6 0,2-5 0</inkml:trace>
  <inkml:trace contextRef="#ctx0" brushRef="#br0" timeOffset="11914">20164 6844 13499,'1'-12'593,"0"2"315,5-43-583,-4 33-67,4-41-79,-6 49-101,0 1-78,-9 6 0,-13 4-11,-3 11 11,-9 5 0,9 6-90,0 10-44,10 3 112,3 7-23,17-8-45,3-5 12,8-7 44,2-2-22,1-1-190,10 8 111,-2-6 67,-3 1-21,-9-10 89,-12-7 213,-2-1 45,-6 1-124,-8 2-33,-12 2 34,-28 5-46,-8-2-78,24-6 1,1-1-12,-16 0-112,16-4-584,24-10-1477,14-22-1149,15 3 0,6-2 3322,-2-1 0,0 1 0,24-19 0,-21 27 0</inkml:trace>
  <inkml:trace contextRef="#ctx0" brushRef="#br0" timeOffset="12464">20266 6621 15829,'50'-5'74,"-1"-1"1,-3 0 0,-2 3-98,-8 6 1,-1 2-1345,26 4-2733,-3 6 771,-29-7 3329,-20-4 0,-9-4 0,0 0 0</inkml:trace>
  <inkml:trace contextRef="#ctx0" brushRef="#br0" timeOffset="12664">20569 6543 12210,'0'-8'1938,"0"2"-1479,0 6-223,0 0 123,-19 26-314,9 3-45,-13 27-269,15-1-964,5-15 0,2 2-2156,-1-3 0,2 0 3389,1-1 0,0-3 0,0 8 0,2-30 0</inkml:trace>
  <inkml:trace contextRef="#ctx0" brushRef="#br0" timeOffset="13131">20788 6888 14103,'0'-4'1401,"0"0"-1423,0 4 78,27 11-56,-3 1-213,27 10-179,-10-4 234,21-6 158,-7-12 494,-6-21-136,-22-3-100,-25-16 33,-12 9 12,-14-12-135,-7 9-168,-4 4-22,9 16-12,6 15-11,4 12-33,-3 8 21,-2 12-55,-4 22 68,8 9-12,8-25 0,4 0 44,12 18-167,12-15 123,18-26-431,0-11 0,4-6-371,7-9 1,2-6-628,11-6 0,-2-4-90,-11-2 0,-5-2 1575,-7-3 0,-7 2 0,-10 6 0,-8 4 0</inkml:trace>
  <inkml:trace contextRef="#ctx0" brushRef="#br0" timeOffset="13481">21648 6070 15493,'14'-25'123,"-2"18"146,-14 37-146,-6 19-11,-3-1 0,-3 7-75,3-11 1,-1 2-1,-1 3-751,-2 14 0,-2 4 0,2-3 714,3-10 0,0-2 0,1-1-56,-3 20 0,4-7 212,2 5-1490,9-13-3260,19-25 4594,0-9 0,2-19 0,-8-3 0</inkml:trace>
  <inkml:trace contextRef="#ctx0" brushRef="#br0" timeOffset="14030">22572 6116 14708,'-21'48'201,"-1"1"1,1-1 0,-1 5 0,2 2 0,3-1-202,5-4 0,4-1 0,0 0-491,0-1 0,1 0 0,0-4 491,1 0 0,1-3-133,2 1 0,0-2-2075,-3 11-241,4-11-1125,0-32 3574,2-24 0,0 8 0,0-7 0</inkml:trace>
  <inkml:trace contextRef="#ctx0" brushRef="#br0" timeOffset="14446">22512 6120 15291,'25'-10'-89,"1"16"89,-2 36 0,-1 17 50,-9-6 1,-2 4-40,-3-13 0,1 4-39,0 4 0,2 9 0,-1-1 0,-1-10 39,-3-11 0,0-2 521,9 42 0,0-28-420,-10-69-10,2-21 211,2-21-218,-5 24 1,0-3-579,1-3 0,1-1 494,-2-2 1,1 0-12,1 0 0,0-1 11,2-14 0,1-1-34,0 12 1,1 1-269,1 0 0,1 4-628,7 1-471,-3 30-291,-2 16 1681,5 23 0,-9-16 0,0 15 0</inkml:trace>
  <inkml:trace contextRef="#ctx0" brushRef="#br0" timeOffset="15165">22919 6856 12266,'-6'0'986,"0"0"-986,6 0 538,0 0-493,-1-11-45,0 9-34,-1-9 34,2 11 0,0 0 191,0 10-80,4 3-111,20 6-526,21-5 77,7-8 57,5-6 325,-19-10 280,0-18 1053,-17-22-823,-11 16 0,-4-1-141,-13-25-100,-7 6 55,-7 23-133,0 7-68,1 7-68,-3 6-167,5 6 101,-2 33 78,6 3 0,3 31-11,2-2-23,3-16 0,1 2-33,1-3 0,0 0-6,0 0 0,1-3-139,1 19 66,2-32-101,5-8 146,2-7 101,8-6 11,6-3 45,28-11-95,-18-3 0,3-5-1373,10-7 0,0-4-1137,-9-1 0,-3-2 2549,-5-3 0,-5 1 0,-7 4 0,-7 5 0</inkml:trace>
  <inkml:trace contextRef="#ctx0" brushRef="#br0" timeOffset="15450">23300 6565 13173,'-1'-9'852,"0"2"-796,1 7 134,0 0-156,56-2 0,-26 2-34,8-1 0,0 1-34,-4 1-1848,2 2-337,-14-2 2219,-4 1 0,-15-2 0,-3 0 0</inkml:trace>
  <inkml:trace contextRef="#ctx0" brushRef="#br0" timeOffset="15729">23415 6453 13824,'-5'5'1154,"2"12"-1143,0 26-11,0 1 0,-1 5 0,0 5 0,-1 2-213,1 10 0,1-1-194,0-16 0,2-6-41,1 18-341,1-40 430,6-11-1243,6-6 1602,23-14 0,-20 7 0,11-8 0</inkml:trace>
  <inkml:trace contextRef="#ctx0" brushRef="#br0" timeOffset="16413">23741 6615 14305,'-5'-33'-257,"0"8"257,2 38 33,-10 36-5,2-11 0,1 3 17,-1 1 0,0 0-23,0 1 0,2-3-10,1 9-1,4-10 0,3-8-11,7-9 90,14-11 33,8-20-78,9-25 156,-11-7 147,-8-13-45,-11 12 111,-3-21-123,-2 8-168,-1 5-123,-1 22 0,0 23-201,0 12 178,0 11 23,0 19 0,-1-2 0,2 3-22,-1 1 0,2 1-40,3 5 0,2-2-72,4 13-12,8-25 146,-4-23 146,10-6 168,6-28-1,-1 1-133,-2-23 44,-16 6 34,-3-4-34,-6-4-174,-1 13 0,-1-1-16,-1-30-68,0-2-570,0 28 133,0 25-201,2 12 0,6 5-2365,12 17 3037,2 13 0,-2-7 0,-10 3 0</inkml:trace>
  <inkml:trace contextRef="#ctx0" brushRef="#br0" timeOffset="16912">24207 6782 14551,'-20'20'-123,"1"0"168,-8 26 22,3-5 12,-1 24-35,10-4-32,3-5 55,16-19 90,4-27 90,7-5-79,4-10 123,1-9-67,1-11 22,7-29 57,-4-10-264,-10 26 1,-2-1 27,3-17-11,-8 15 56,-6 24-134,-1 7-191,0 4-101,-3 4-78,-3 3-359,-2 5-616,0 5-1927,4 5 3294,6 7 0,-1-11 0,3 1 0</inkml:trace>
  <inkml:trace contextRef="#ctx0" brushRef="#br0" timeOffset="17396">24399 6846 14361,'21'-50'134,"-5"10"-201,-15 40 34,0 7 111,-1 18-33,1 4-34,-1 17 0,0-7 0,0 5-11,0-1 12,-2 15 44,-4-13 415,-4-2 772,0-23-862,1-13 56,4-6-190,1-10-1,3-21-168,10-21-78,2-5-112,12-3-112,-1 19-67,3 2-134,0 5-998,6-1-2051,-2 10 3474,6 1 0,-17 13 0,-4 6 0</inkml:trace>
  <inkml:trace contextRef="#ctx0" brushRef="#br0" timeOffset="18264">24788 6367 16053,'11'-25'-157,"-1"10"101,-9 29 56,0 10 67,0 42-22,-5-21 0,-1 5-34,-3 18 0,-1 1-681,-1-10 1,-1-2 675,0-2 0,0-3-6,-4 10 0,2-10 11,2-10-11,1-5 11,6-16 427,0-6 21,4-11 1025,0-11-1428,0-6 23,0-10-79,2-7 11,10-23-90,5-8 51,-4 21 0,1 1-16,8-22 44,-4 10 0,-7 25 44,0 1-144,3 10 100,2 3-34,3 8 34,2 4 0,6 1-11,3 8-68,14 16 23,-3 19 28,-18-16 0,-2 2-95,5 27 22,-12-17 45,-11-15 34,-3-15-12,-20-3 23,-20-4 45,-7-2-23,-9-5 23,21-2-23,5-2 67,5 0-78,3 0-112,10 5-56,3 0 78,11 24 112,8-2 12,8 19-34,12-7 61,0-9 1,5-1-34,5-1 1,1-2 71,0 0 1,-1-2-101,-2-4 0,-4-3-22,-2-2-1087,-12-3-5693,-23-3 6802,-18-1 0,4 0 0,-5-1 0</inkml:trace>
  <inkml:trace contextRef="#ctx0" brushRef="#br0" timeOffset="19764">17906 7648 17902,'52'-6'261,"-1"0"1,-9 1-1,-3 1-171,26 0-68,-18 3 0,-7 2 1,4 2-12,13 4 1,3 1-826,3-1 0,1 0 821,-15 0 1,1 0-1,-1 0 32,15 0 1,-1 0-40,-15-2 0,1 0 0,1-1-426,4 1 0,1-1 1,2 0 421,4 1 0,0-1 1,2 0-9,1 0 1,1 0 0,5-1 11,-13 1 0,4-1 0,3 0 0,1 1 0,-1 0 13,4-1 1,1 1-1,1 0 1,0-1-1,0 1-496,0 0 1,1 0 0,-1 0 0,0 0 0,0 0 482,-3 0 0,2 0 0,-2 0 0,-1 0 0,-4-1-9,-2 1 1,-4-1 0,-1 0-1,1 1-260,-1-1 0,1 1 1,0 0-1,-1-1 269,-1 1 0,-1-1 0,1 1 0,2 0 7,-2 1 0,3 1 0,0 0 0,0 0 0,0 0 1,9 2 0,0-1 1,-1 1-1,-1 0-18,-1 0 1,0 0 0,-2 0 0,-2 0 9,7 1 0,-3 0 0,-6-1-23,-4 0 1,-5-1 698,-3-1 0,-1 0-676,-5-1 0,0-1 706,9 0 0,-1-2-695,-7 0 1,-2-1 483,2 0 1,-2-2-473,6-1 1757,-20-2-1780,-8 0 914,1 0-914,5 0-11,22 3-12,11-1 23,1 2 0,-3 1 0,-23 3-33,4 4 33,0 4 33,18 7-33,10 2 5,-24-9 1,-1 0 17,24 7-23,-8-4 0,-25-7 22,-3-4-11,-8-1-11,-4-2 0,-5 0-33,-5-1-460,-2 0 34,-9 1-1166,-11-1-762,-6 1-3664,-7-1 6051,4-1 0,13 1 0,2-1 0</inkml:trace>
  <inkml:trace contextRef="#ctx0" brushRef="#br0" timeOffset="32080">5330 8801 16019,'-4'-42'404,"-1"7"-404,5 35 79,-1-1-35,1-2 1,0 2 90,0-1-57,0 1-78,6 1 22,3-1-10,7 1-1,3 0 0,2 0-11,6 0 168,24-1-90,19 0-78,-34 0 0,1 1-314,3-1 1,0 1 313,18 0 11,4 0-27,1 0 16,-13 1 0,6 1 11,7 0 0,6-1-579,-9 0 1,4 1 0,-2-1 567,-7 0 0,-2-1 0,1 0 0,0-1 0,1 0 0,-2-1 5,7 0 1,0-1-10,-5-1 1,4 0-1,0-1-176,-1 2 1,0 0-1,2-1 124,8 1 0,2-1 0,-3 1 11,-10 1 0,-1 1 1,-5 0 16,4 0 0,-6 1-28,19 3 543,-36 2-498,4 5-31,-1-2 42,1 1 1690,-12-6-1712,-11 0 614,-10-2-614,0 2-1,-3-2 57,2 1 1871,-2-1-1816,-4-6-55,3 3-23,-3-6 12,1 2-12,3 2 0,-2 0-11,2 3-11,0-2 11,0 3 0,0-3-23,-2 3 23,0-1 0,-1 1 34,-1 0-56,2 0 33,-1 0 0,1-1-11,0 0 0,-2-2 0,2 1-11,-6-3 0,4 3-79,-2 0-56,4 2-2364,2 0 2510,-3-11 0,2 8 0,-1-7 0</inkml:trace>
  <inkml:trace contextRef="#ctx0" brushRef="#br0" timeOffset="35686">16877 8592 17420,'7'-35'448,"0"0"1,3-25-281,-7 39 0,-2 3-179,-11 3-124,-27 7 79,-10 9 17,11 4 0,-3 1 5,3 3 1,-2 1 5,-19 6 0,-2 1 28,4 0 0,0 1-235,1 0 1,3 0 200,13-2 1,7 0-23,5 8-67,12 2 89,8 4 23,14 6-23,14 7-140,10-11 1,9 1-1,7 3 1,2-1-363,2 0 1,-1-1 445,-2-3 1,-4-2 21,4 7-10,-11-2 11,-15-5 201,-15 10 292,-52 1-303,-7-2-298,6-19 1,-3-4 292,7-4 0,-1-3 673,-10 1 1,1-2-804,14-3 1,4 0-2409,-11-2 2420,106-29 0,-27 18 0,4-4 0,-1 0 0</inkml:trace>
  <inkml:trace contextRef="#ctx0" brushRef="#br0" timeOffset="36232">16967 8978 15616,'-17'28'-33,"0"3"89,-2 21 224,-4 6-252,9-22 0,1-1-28,-7 16 22,8-13-22,9-23-112,7-7-134,25-16-12,0-8 247,23-15-12,-12-5 46,-4 1 22,-7 2 559,-2-1-9,-12 14-461,-3 4-112,-10 21 12,-5 10 22,-3 13-45,-2 5-11,-1 1-78,7 2-528,33-18-772,2-3-1120,29-28-2051,-12-9 4549,-3-14 0,-21 16 0,-9 2 0</inkml:trace>
  <inkml:trace contextRef="#ctx0" brushRef="#br0" timeOffset="36915">17489 8398 15997,'0'-1'56,"-7"48"28,1 6 0,-1 7-62,-1 1 1,-1 2-676,2-17 1,0 2 0,0-3 658,-2 7 0,-1 1 27,-6 15 1,0-1-23,4-21 0,1-2 297,-3 8 0,0-6-206,2-8 1321,6-21-1289,2-29-67,4-13 34,-1-23 948,4 1-1044,4 12 1,4-1-18,3 1 1,3 1 0,1 0 0,1 2-34,24-15-11,-15 24 34,-1 9-12,-3 5-44,1 5-113,-2 8 57,1 16-12,-6 16 12,-5 2-101,-6 3 33,-4-16 101,-8 8 113,-30 3-1,-1 2-11,5-18 0,-1-1 11,-19 10-11,18-11 0,1-1 11,-15 9-22,7-3-897,24-13-1848,32-18-1076,6-5 3832,22-11 0,-21 12 0,-1 0 0</inkml:trace>
  <inkml:trace contextRef="#ctx0" brushRef="#br0" timeOffset="37364">17866 8970 16703,'0'-36'280,"0"0"0,0-29-280,-8 45-67,0 3-34,-7 8-78,3 7-90,-7 7 146,3 19-12,2 17-145,5 19 134,14-8-89,5-6 22,8-20 12,5-2 44,-1-3-56,6 3-23,-11-3 236,-1-3 90,-12-8 168,-9-4 22,-6-2-22,-12 2-57,-27 2-178,-9 3-326,-4 1-5535,24-1 5838,29-6 0,12-3 0,7-2 0</inkml:trace>
  <inkml:trace contextRef="#ctx0" brushRef="#br0" timeOffset="37881">18177 9244 14922,'-7'-4'2386,"2"0"-2005,5 4-314,0 0-78,0-3 0,0 3-90,0-3 101,0 11 56,0 1-34,0 14-11,0-2 1,0 3-12,0-6 0,0-8 0,0-5 22,0-5 416,0 0-2007,-5-4-7787,-3-7 9356,-10-8 0,8 6 0,-2 0 0</inkml:trace>
  <inkml:trace contextRef="#ctx0" brushRef="#br0" timeOffset="40348">18700 9064 12423,'-9'4'1714,"2"0"-840,7-4-146,0 0-716,-4-6-494,4 5-56,-4-4 515,4 5 2108,0 0-1973,9 0-112,5 0 22,17 0 34,13 0-56,1 0 0,4 0 0,-11 0 0,2 0 0,12 0 0,0 0-95,-11 0 0,-3 0-219,12 0 179,-9 0 124,-30 0-56,-11 0-829,-23 2-7183,-8 2 8079,-5-1 0,9 2 0,20-5 0</inkml:trace>
  <inkml:trace contextRef="#ctx0" brushRef="#br0" timeOffset="41248">19971 8356 15941,'-23'-63'829,"4"10"-817,19 43 55,0 2-78,0 4-113,0 5 124,0 14 12,0 17 111,-4 25-84,-5 3 0,-2 9-414,3-14 0,0 3 0,-1 3 377,0-3 1,0 4 0,0 1 0,1-3-471,-1 7 1,1-1 0,0-2 467,1-2 0,1-1 0,0-6 0,0-4 0,1-3-120,-2 2 0,0-2 131,-1 8 0,0-5 213,5-40 774,2-15-1278,0-14 1537,2-17-1582,5-13-420,1 5 0,1-6 263,3-7 0,1-4 49,-3 7 0,0-3 0,-1 2 433,3-12 0,-1 1 5,-2 2 1,-1 4 100,-3 20 1,-1 2 363,1-7 1,-1-1-40,0 7 1,1 0-264,1-4 0,3 2 0,12-22-135,2 22 46,6 8-57,-2 15 1331,21 4-1465,3 12 112,12 32-22,-20 7 5,-24-7 0,-6 3 17,-3 23-62,-6-16 1,-5 1 21,-9-2 1,-6 1-28,-7 6 0,-7-2-28,-14-6 0,-4-6 78,5-8 0,0-4-99,-1-5 0,3-3 116,-11-1-1311,12-7-1046,32-3 0,12-2 0</inkml:trace>
  <inkml:trace contextRef="#ctx0" brushRef="#br0" timeOffset="42413">20130 9080 10137,'2'8'3306,"0"-2"-2399,-2-6-145,0 0-224,0-5-449,0 4-89,0-3-22,3 4 22,2 0 0,3 5 0,4 1 11,12 9 0,9-3-22,13-1-22,-8-6-12,-3-5 45,-13 0 22,-2-2 34,-2-4 23,0-7 122,-6-6 248,-3-4-281,-7 5-34,-2 3-55,0 8-1,0-1-89,0 2-34,0 1 45,0 4-56,0-2 45,0 1-68,-2 0 79,1-1 0,-3 0 0,2-1 12,-1 0-24,0 1 12,0 0-100,-5-3 55,-2-1-11,-5-1 56,3 2-11,0 2 11,5 3 0,0 0-23,0 1 23,-1 0 0,-1 0-22,-10 0 22,0 2-23,-2 0-11,5 4 1,8 2-23,-1 17 11,0 19 34,-1 24-1,3-4-10,2-2-34,4-21-202,10 10 146,3-15-280,11 2-437,20-17-572,13-12-291,3-4-1120,1-13 2812,-18-5 0,-19 3 0,-5 1 0</inkml:trace>
  <inkml:trace contextRef="#ctx0" brushRef="#br0" timeOffset="42834">20535 8899 14059,'38'1'403,"7"-1"-403,-1 1-179,0-1-56,-15 0-202,-5 1-382,-4-1-1792,-6 1-1489,-8-1 4100,-1 0 0,-5 0 0,0 0 0</inkml:trace>
  <inkml:trace contextRef="#ctx0" brushRef="#br0" timeOffset="43351">20637 8831 13857,'-1'-4'-101,"0"0"-807,1 4 1,0 0-1</inkml:trace>
  <inkml:trace contextRef="#ctx0" brushRef="#br0" timeOffset="44267">20569 8925 14731,'36'-46'224,"-8"11"-268,-22 32 44,-2 3 44,1 3-44,0 1 23,7 8-1,2-2-67,7 3 68,-5-6 22,-2-2-90,-9-3 45,0 0 56,0-1-34,-1 0 169,-2-1-57,-1 1-89,-1 3-45,0 5 0,4 11 0,0 3 22,2 11 45,-2 0-44,-1 33-18,-3-30 1,1 3-6,-1 7 0,-1 1 11,-2-7 0,0-3 23,0 10 268,-3-22 57,4-21 638,0-3-482,0-8-234,0-16-135,0-3-57,1-15-77,7 7-24,16-21-10,-5 22 0,3-1-118,7-10 0,2-1-135,4 1 0,-1 3 84,-7 9 1,-2 3-460,20-13-683,-21 29-4919,3 6 6252,-11 8 0,1-1 0,-11 1 0</inkml:trace>
  <inkml:trace contextRef="#ctx0" brushRef="#br0" timeOffset="45347">21062 9076 10608,'0'-7'2824,"0"2"-2197,0 5-571,0 0-56,3-20 33,-2 15-100,1-14 45,-2 19 369,0 0-101,3 9-190,-1 17 34,2 6-34,-3 16-45,-1-6 79,0 3-56,0 2 0,-10 15 212,-4-10 180,-3-2 403,5-24-303,8-17-335,3-10-191,1-8 67,12-25-67,13-25 0,-3 15 0,2-2 0,-2 7 0,0 1 5,1-2 1,0 5-28,6-6 11,1 4-146,-10 18 56,0 12 101,-13 42 22,-3 4-10,-7 25-12,-5-14 22,-10 14-11,2-16-11,1-8 179,10-22 101,4-17-235,1-11 22,10-24 34,0 0-101,12-18-45,8 3 57,0 8-12,-2 6-112,-7 19 33,-11 13-33,2 11 0,-4 19 135,-1 21 21,-6 5-10,-8 6-34,-3-14-22,-3 0 22,3-6-34,4 0 34,3-16 90,3-5-34,4-13 56,1-5-56,4-4-45,4-5 34,-4 1-225,2-2-346,-4 7-382,1-1-873,1 3 1781,5-8 0,-7 6 0,1-4 0</inkml:trace>
  <inkml:trace contextRef="#ctx0" brushRef="#br0" timeOffset="45981">21602 9124 12132,'0'-6'1759,"0"2"-1009,0 4-750,-5-6 168,4 23 236,-12 20-292,3 13-56,-9 17-56,2-17 11,3 9-22,7-15 78,4-8 12,10-21 66,5-24 1,7-8 78,4-13 67,1-7-140,-6 8 1,2-1 72,0 0 0,-1 0 89,1 0 1,0 1-135,5-6-156,-15 21-23,-8 13-11,-4 20 22,-11 27-6,5-11 1,1 1-6,-2-1 0,0 0-45,-1 25-291,8-28-683,2-4-1077,12-12-5837,17-5 7933,5-18 0,-5 5 0,-13-7 0</inkml:trace>
  <inkml:trace contextRef="#ctx0" brushRef="#br0" timeOffset="48348">21955 9519 9767,'5'0'2589,"0"0"1601,-5 0-4223,1-1 44,0 3 0,0 1 34,1 0 257,-2 0-1266,1-3 1,-1 0 0</inkml:trace>
  <inkml:trace contextRef="#ctx0" brushRef="#br0" timeOffset="49363">22980 8502 15605,'-29'50'38,"0"0"0,1-1 0,-1 9 0,1 2 0,5-1-27,8-6 0,4-1 1,0 0-855,-2 6 0,0 0 0,1-3 843,-4 6 0,1 0-161,3-11 1,0 3 0,2-2-487,-2 8 1,4-3-1567,3-2 1,7-8 2313,15-14 1,1-29 0,-3-12 0</inkml:trace>
  <inkml:trace contextRef="#ctx0" brushRef="#br0" timeOffset="49798">22895 8617 15784,'31'-8'135,"-1"46"-113,-14 21 0,-3 13-18,-4-14 0,-1 2 0,-1 0-768,-1-8 1,-1 0-1,0-1 749,-1-3 0,1 1 0,0-6 4,0-2 0,2-5 350,3 1 0,2-3-295,8 7 811,9-18-698,-8-38-11,5-23 55,-3-21-33,-4 6 0,0-8-432,-6 13 0,-1-3 0,0-2 271,1-12 1,-2-4-1,0 1-4,-3 3 1,0 0 0,-3 4-10,0-9 1,-3 6-1,-1 19 1,-2 7 884,1 11-3669,0 16-2420,5 26 5210,2 6 0,-1 2 0,0-7 0</inkml:trace>
  <inkml:trace contextRef="#ctx0" brushRef="#br0" timeOffset="50499">23467 9150 15235,'3'-8'-280,"10"19"280,10 14-303,12 8-89,-3-8 12,-2-13-57,-9-10-23,0-12 695,-9-15 807,-4-16-773,-13 1 101,-7 4 22,-1 16-67,-5 2-325,-2 10-67,-10 8 33,-7 26 23,5 3 11,1 16 0,12-6-11,7-7 0,1 3-12,4 4 1,1 0 22,-1 0 0,3-2-56,14 29-45,8-34 34,15-12 56,7-11-191,-7-10 0,4-6-84,-1-8 1,1-5 83,6-5 1,-3-6-999,-7-4 1,-6-3-1377,6-21 2576,-16 9 0,-13 32 0,0 4 0</inkml:trace>
  <inkml:trace contextRef="#ctx0" brushRef="#br0" timeOffset="50797">23762 8998 13308,'-8'-6'482,"1"2"-471,7 4 34,59-2-34,-15 1-17,14 1 1,5-1-236,-23-2 0,-2 0-392,1 2 0,-3-3-4555,2-7 5188,-34 4 0,-5 1 0,-5 4 0</inkml:trace>
  <inkml:trace contextRef="#ctx0" brushRef="#br0" timeOffset="51113">24010 8835 15549,'-6'13'-34,"-10"45"34,4-8 0,0 5 6,0 2 0,-1 0-690,-2 6 1,2-3 683,6-18 0,3-3 0,-1-3 0,4-2 509,16 20 365,43-20-790,-9-34 0,6-11-62,-8-2 1,2-4-1,-1-4-379,0-5 0,-1-5 0,-4-1-327,8-9 1,-9-2-1553,-13 4 1,-9 0 2235,-10-10 0,-9 21 0,-1 9 0</inkml:trace>
  <inkml:trace contextRef="#ctx0" brushRef="#br0" timeOffset="52434">15636 9802 17084,'37'-51'190,"-1"10"1,5 40 44,14 1-157,4 0-78,2-2 12,-16-1-12,0 0 0,1 2 0,3 0 11,4 1-11,-7 0 0,6 0 11,-8 0 0,3 0 0,3 0-529,1 0 0,3 0 0,1 0 1,-1 0 513,10 0 0,0 0 0,1 0 15,4 0 0,1 0 1,-4 0-279,-14 1 0,-2-1 0,3 1 233,3 1 1,2 0-1,3 1 1,0 0-93,3 2 0,1-1 0,1 1 0,-1 0-406,1-1 1,1 1 0,-1-1-1,0 1 493,-1 0 0,-1 0 0,0 0 0,-4-1 16,4-1 1,-4-1-1,1 0 15,3 0 1,1-1 0,1 0 14,0 0 1,0-1-1,4 1-10,-15-1 1,3 0 0,3 0 0,-1 0 0,-1 0-151,-1-1 0,-1 1 0,-1 0 0,2 0 0,1 1 65,5 0 1,3 1-1,0 1 1,0 0-1,-3-1 35,8 1 0,-2 0 0,-1 0 0,-5 1 34,2 1 0,-4 1 1,-1-1-12,-4-1 0,-1-1 0,-2 0 13,8-1 0,3-2 17,1-2 0,5-1 0,2 0-178,-16 0 0,2 0 1,-1-1-1,1 1 194,0 0 1,0-1 0,-1 0 0,0 1 9,14-2 0,-1 0 1,-5 0-9,-1 2 1,-5 1 31,-2-1 1,-2 1-1,-6 1 1,1 0 659,7-1 1,0 2-649,-8-1 0,-1 0-12,5 1 1,0 0-35,-9 2 1,-4 2 17,19 1-34,-1 7 0,-15-3 410,-8-3 1,3 0-411,2 0 0,-1-1-11,0 0 0,0 1 11,25 3 3044,-33-3-3078,-10 0 1084,-8-4-1072,-8 1-315,-3-3-3215,-3 1 3552,-12-1 0,9 1 0,-9-1 0</inkml:trace>
  <inkml:trace contextRef="#ctx0" brushRef="#br0" timeOffset="53015">19229 10217 15941,'-29'-7'157,"4"7"-157,-11 15 33,2 5-33,5-2 0,-2 4-6,-4 6 1,-1 4-6,-5 10 0,3 3-189,9-7 1,5 1 176,5-3 1,10-1-213,27 8-815,11-19 1,9-6-2414,16-4 1,5-5 3462,1-1 0,-3-3 0,-10-3 0,-7-4 0,-4-5 0</inkml:trace>
  <inkml:trace contextRef="#ctx0" brushRef="#br0" timeOffset="53514">20082 10070 13835,'-54'10'11,"0"-1"0,-7 5 0,4 3-28,19 3 1,3 2-515,-6 1 0,3-2 520,-6 4 275,12-3-444,14-5-457,16 5-1,35 3-360,26 8 768,-26-19 1,2-2 178,1 1 1,-2-1 28,6 2 852,-7 4 1388,-16-4-1557,-7 0-313,-22-2-136,-6-1 57,-13 3 22,-8 0-66,-27 3-147,31-11 1,-2 0-102,-4 0 1,2-3-1087,-18-17-1390,28-3-751,22-17 3250,21 4 0,-8 13 0,7 2 0</inkml:trace>
  <inkml:trace contextRef="#ctx0" brushRef="#br0" timeOffset="53964">20266 10133 11739,'1'-5'1883,"0"1"-1200,-1 4-246,0 14-33,-2 3-124,-4 21-135,-2-2 1,-2 6-113,-2 14 1,-1 4-610,0 1 1,0 1 575,-1 7 0,0-1 0,3-17 0,1-2-90,0 0 1,1-2-214,0-4 1,1-1 134,-2 25-23,6-22 674,2-19-696,2-30-1401,0-30-1053,0-10-818,0-17 3485,0 8 0,0 23 0,0 4 0</inkml:trace>
  <inkml:trace contextRef="#ctx0" brushRef="#br0" timeOffset="54264">20210 10141 14652,'48'-24'7,"1"1"1,5 0 0,-4 11-109,4 33-190,-4 0 44,-20 19 247,-24-6-22,-4 3-23,-12-2 45,-22 15 0,7-26 0,-4-2-17,-10 5 1,-2-3-7,1-5 1,2-4-1446,-19 2-2633,23-11 4101,26-9 0,6 2 0,2-3 0</inkml:trace>
  <inkml:trace contextRef="#ctx0" brushRef="#br0" timeOffset="55831">21580 10321 14484,'-4'0'1244,"2"0"-874,2 0-561,-3 5 169,-5 28 22,-3 8 0,3-7 0,0 4 5,-1-3 1,1 2-6,-4 18 0,1 2-291,2-4 0,0-1-274,0-1 1,1-2-444,-1 17-1110,7-42 135,1-13 1983,1-9 0,0-3 0,0-1 0</inkml:trace>
  <inkml:trace contextRef="#ctx0" brushRef="#br0" timeOffset="56132">21590 10139 13913,'31'32'37,"-1"0"1,0 0-1,-5 1 19,2 27-23,-8-15 1,0 3-236,0-2 1,0 1-564,0-2 1,-1-1 226,-3-9 0,0-5-690,1-2-116,-6-13 177,-3-8 1167,-4-5 0,-2-2 0,-1 0 0</inkml:trace>
  <inkml:trace contextRef="#ctx0" brushRef="#br0" timeOffset="56447">21919 10042 14148,'1'25'45,"3"23"-11,1 21-435,-2-28 0,1 0 401,-1 28 93,-1-17 1,-1 3-128,-1 1 1,1 1 21,-1-2 1,0-1-196,-1-8 0,-1-4-533,-3 2-189,-2-11-617,0-12-404,3-11 1950,2-6 0,2-4 0,0 0 0</inkml:trace>
  <inkml:trace contextRef="#ctx0" brushRef="#br0" timeOffset="56981">22127 10489 9151,'2'-4'1961,"0"0"-1368,-2 4-514,6 20-46,6 3 114,11 13 21,-2-13-45,5-10-45,-6-11-22,3-2-11,1-8 0,-3-4 560,-4-11 694,-7-19-312,-14-13-685,-5 21 1,-4 1-102,-12-18-66,-6 13-46,12 25-134,2 6-33,0 23 33,-4 33 45,7 7-354,7-16 1,2-1 342,1 21-79,3-21 0,1 1-559,9 26 21,15-4 348,27-31-34,0-28-324,11-16-360,-19-11-4481,7-24 5479,-19 9 0,-4 2 0,-20 19 0</inkml:trace>
  <inkml:trace contextRef="#ctx0" brushRef="#br0" timeOffset="57198">22414 10385 12311,'-7'-2'1837,"2"0"-1590,5 2-191,0 0-34,23-1-22,-3 1-269,19-1-492,-10 1-517,-4 0-470,-5 1 135,-6-1-46,-6 1 1659,-4-1 0,-4 0 0,0 0 0</inkml:trace>
  <inkml:trace contextRef="#ctx0" brushRef="#br0" timeOffset="57497">22540 10329 7806,'-4'-6'5255,"0"2"-4772,4 4-237,-9-14-89,7 10-23,-7-10-67,9 14-22,0 0-23,0 3 214,0 23-169,1 23-34,2 10-10,2 10-23,3-17 0,4 14 11,0-13-22,1-4-471,-3-23-201,0-16-314,2-5-1087,4-2-337,5-2 2421,3-4 0,-10 2 0,-2-3 0</inkml:trace>
  <inkml:trace contextRef="#ctx0" brushRef="#br0" timeOffset="58097">22899 10443 14663,'0'-34'-257,"0"8"391,0 55 90,-1 22-224,1 7 34,-1 6-23,1-27-56,7-2-179,6-16 224,4-4 11,2-14 23,-2-11-12,0-7 1,-2-10 66,-1-5 91,-2-4 313,3-24 0,-4-1-101,0-7-325,-6 26-67,-3 20 0,-2 18-302,1 5 291,3 31 11,2-1-56,5 29-34,0-10-190,1-1 146,2-5-34,-1-6 56,1-8-23,5-9 572,5-9 325,4-28-415,-6-3-89,-5-21-101,-11 5 56,-3-19-191,-2 0-22,-1 4-134,-2 15-247,2 24-437,-2 6-1412,2 4 2230,0 10 0,0-7 0,0 7 0</inkml:trace>
  <inkml:trace contextRef="#ctx0" brushRef="#br0" timeOffset="59064">23489 10489 12344,'0'-5'2319,"0"0"-1870,0 5-617,0-4 157,-5 18 33,-13 18 146,-6 30-134,-2 0 44,7-2-78,14-21 34,9 1 0,20-17-23,4-3-11,16-21-34,-7-13 34,-2-7 23,-3-10 89,-7-4 123,-7-1 370,-3-15-235,-8 1-169,-3-4-189,-5 18 10,-1 13-11,-2 14-33,-2 5-236,3 1 34,0 3 56,2 2-23,1 5-178,0 3-371,0 5 23,8-1 448,3-2-123,21-5 392,3-3 594,6-12 22,-11 0 101,-10-7-134,-13 6 134,-2 3-538,-4 3-392,0 1 213,-1 14-100,1 4-35,1 34-11,-1 12 107,0-19 0,0 1-12,-2 0 1,0-1 27,0 22 12,-2-15 22,2-29 292,0-8 694,1-13-717,0-12 23,0-10-56,1-9-1,3-23-134,6-10-129,-1 23 1,1-1-91,3 1 1,2 1-483,4 2 1,1 3-499,15-15-1490,5 9 2577,-11 18 0,-11 10 0,-5 3 0</inkml:trace>
  <inkml:trace contextRef="#ctx0" brushRef="#br0" timeOffset="59898">24279 10237 16277,'-5'44'-11,"2"-2"11,3-4 0,-1 2-495,-5 27 523,2-32 0,-1 1 56,-2-2 1,-2 2-102,-3 7 1,-1 1 70,1-9 0,-1-1-32,-12 30 23,11-35 79,9-21 597,4-8-407,0 0-281,-1-10 79,0-27 12,0-25-113,2-5-11,1 31 0,1 2 22,4-10 23,2 8-45,2 10-123,9 9 67,20 9 33,30 16-61,-27 0 0,1 2 78,-5 1 1,-3 1-73,20 11-1,-36-9-357,-9 2 391,-32 2 11,-4-3-11,-25 0 45,8-7 0,1-3-22,5 0 11,-4-1-281,14 2-178,5 5 447,22 7 102,13 2 55,13 4-33,7-3-23,21 5 57,3-6-124,-1-4-11,-10-9-23,-20-7-301,-5-3-696,-4-5-1008,-5-5-3227,-3-5 5255,-5-1 0,-2 7 0,-2 3 0</inkml:trace>
  <inkml:trace contextRef="#ctx0" brushRef="#br0" timeOffset="60451">24694 9996 12076,'0'-4'2722,"0"0"-2700,27 0 91,-8 14-57,24 6 101,-14 22-101,2 13-298,0 6 337,-16-24 1,1 1-40,-2-1 0,-1 4 46,3 14 1,-2 5 115,-4 3 1,-4 3-185,-4-8 0,-3 2 0,-3-2-547,-5 13 0,-6-3 513,-7 3 0,-6-5 0,0-17 0,-5-2-314,-1-3 0,-4 1 0,-2-2-444,-4 0 0,-2-1 0,0-1-856,0 0 1,1-2-1,0-2 1614,1-4 0,1-2 0,6-5 0,-8 2 0,15-10 0</inkml:trace>
  <inkml:trace contextRef="#ctx0" brushRef="#br0" timeOffset="73400">8876 8665 19022,'-4'-37'695,"0"1"0,0-20-695,8 43 67,0 8-89,-2 4-158,9 0 57,6 0 45,15-2-90,8 0-23,12-1 102,6 2-327,7 0 348,-30 2 1,2-1 55,23 1 1,5 0-34,-17 0 0,2 0 1,2 0-72,16 0 0,4 0 1,-2 0-487,-11 0 1,-2 0-1,-1 0 523,2 0 1,0 0 0,-4 0-45,5 0 0,1 0-123,-9 0 0,2 0 0,-1 0 223,15 0 1,-3 0 27,-2 0 1,-6 0-6,12-2 0,-49 1 381,-12-2 218,-4 1-442,-3-1 1470,-6 0-1549,-11-3-107,-5 3-3198,-1-1-2141,9 3 5368,10 1 0,3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02:54.878"/>
    </inkml:context>
    <inkml:brush xml:id="br0">
      <inkml:brushProperty name="width" value="0.09071" units="cm"/>
      <inkml:brushProperty name="height" value="0.09071" units="cm"/>
      <inkml:brushProperty name="color" value="#FF0000"/>
    </inkml:brush>
  </inkml:definitions>
  <inkml:trace contextRef="#ctx0" brushRef="#br0">11886 417 12199,'1'-7'1468,"0"2"-460,-1 5-100,0 0-774,3-6 180,-2 4-225,3-4-55,-4 6 33,0 0 56,0 27-100,1 0 21,1 28-44,1-3 0,-1-10 0,1 3 39,-1 4 1,1 3-46,0 13 1,1-1-182,-2-14 0,1-3 192,0-6 1,0-4 28,1 1-23,-1-8 0,-1-9-11,0-5 11,-2-7 57,1-2 156,-1-5 1124,0 0-1381,0-11-1,0-11 34,0-4-11,2-9 11,2 6-112,4-1 22,3-1-22,3 1 90,2 3-68,11-4 1,3 7-23,1 4 0,-3 10-34,-10 7-67,7 8 112,-2 22 124,7 24-1,-10 4-11,0 7 12,-9-23-23,4-4 0,-1-6-516,6-2-1154,-4-12-3864,-2-3 5534,-9-12 0,-4-3 0,-1-2 0</inkml:trace>
  <inkml:trace contextRef="#ctx0" brushRef="#br0" timeOffset="365">12279 806 13454,'3'0'224,"0"0"-56,-3 0-146,70-6 34,-28 0-266,8 0 1,1-1 165,6-4-280,-19 2 0,1 1-3687,22-7 4011,-5 1 0,-31 8 0,-21 4 0</inkml:trace>
  <inkml:trace contextRef="#ctx0" brushRef="#br0" timeOffset="717">12463 644 11560,'-5'-7'2488,"0"2"-2433,5 5-55,0 0 157,4 18 45,6 21-107,-4-4 0,1 3-90,-1-2 1,0 1 28,-1 3 0,-1-2-23,0 18-101,2 7-123,0-21 12,2-6 156,-2-24-134,0-20-550,2-9-2666,11-39 3395,-7 20 0,0 0 0,6-18 0,-2 7 0</inkml:trace>
  <inkml:trace contextRef="#ctx0" brushRef="#br0" timeOffset="982">12704 644 11784,'0'-9'3653,"0"2"-3362,0 7-280,-6-4-78,1 14 146,-5 18 10,6 28-78,1 4-11,3 5 0,1-17-56,4 13-347,6-14-449,8-8-88,2-22-1705,7-24 2645,1-10 0,-13 5 0,0-2 0</inkml:trace>
  <inkml:trace contextRef="#ctx0" brushRef="#br0" timeOffset="1369">12973 670 14182,'-1'-16'11,"0"4"336,1 21 124,0 26-426,1 33 5,0-14 1,-1 4-578,1-6 1,0 0 526,-1 5 0,0-1-51,0-16 1,0-1-176,0 10 1,1-1 158,1 15-180,0 2-201,-1-41 146,-1-13-1861,0-11 546,0-13-725,0-13 2441,0-9 1,0 13-1,0 3 1</inkml:trace>
  <inkml:trace contextRef="#ctx0" brushRef="#br0" timeOffset="1635">12985 810 14350,'36'-3'-1714,"14"14"-359,-11 16 840,-5 16 1200,-19-5 33,-26 0 67,-9-10 1535,-24 3-784,3-9-1625,-1-5 807,22-17 0,12-2 0,8-5 0</inkml:trace>
  <inkml:trace contextRef="#ctx0" brushRef="#br0" timeOffset="2086">13640 656 16333,'-32'-13'78,"3"6"-78,15 15-11,-2 6 0,-1 20-336,4 10-886,5 15 304,15-12 9,7-6 282,5-19 280,7-1 391,-10-7 953,-1 0-179,-16-5-169,-13 2-144,-11 2-293,-11 0 12,-7-1-146,1-3-67,-2-4-2532,-1-2 2532,18-19 0,5 12 0,19-12 0</inkml:trace>
  <inkml:trace contextRef="#ctx0" brushRef="#br0" timeOffset="4181">15421 878 14809,'4'8'1345,"-2"-2"-1166,-2-6 258,0 0-381,26-4 12,28 0-74,-2-1 0,5 0 6,-3 2 0,0-1-498,11-1 1,-1-1 351,-12 1 1,-2-1-147,1 0 1,0-1-213,-2 0 0,0-1-531,-3 1 0,-1 0 43,-5 0 1,-1 0 991,-1-2 0,-3 1 0,2 1 0,-8-2 0</inkml:trace>
  <inkml:trace contextRef="#ctx0" brushRef="#br0" timeOffset="4515">16243 712 14215,'-6'-9'392,"0"2"-392,6 7 304,0 0-304,54 13 44,7 2-106,-7-1 0,2 1-392,-10-2 1,-4-1 5,17 8 190,-26-5-67,-25-6 325,-5 0 0,-7 3 291,-8 1-111,-10 6-112,-34 12-338,21-13 1,0 1-443,1 0 1,0-1-2381,-22 11 3092,38-17 0,9-7 0,9-4 0</inkml:trace>
  <inkml:trace contextRef="#ctx0" brushRef="#br0" timeOffset="4899">17561 317 15975,'-17'50'29,"1"0"1,-7 16 0,-1 0-41,0-5 0,-2 0-889,5-10 1,-2 0 0,1-2 714,-4 7 1,1-5-153,4-8 1,2-7 246,5-13-1165,8-12-2988,4-22 4243,12-13 0,-8 7 0,8-5 0</inkml:trace>
  <inkml:trace contextRef="#ctx0" brushRef="#br0" timeOffset="5164">17537 485 15079,'25'28'63,"-1"0"0,0-1 1,-2 2-59,-1 5 1,-1 2-23,2 3 1,0 1-113,0-1 0,-2-1-28,-1-2 0,-2-4-258,2 3-413,-5-5-1223,-7-14-2745,-9-4 4796,-10-11 0,2-1 0,1 0 0</inkml:trace>
  <inkml:trace contextRef="#ctx0" brushRef="#br0" timeOffset="5383">17397 840 11795,'-5'-5'1423,"1"0"-1401,4 5 147,0 0-146,48-20-506,2 12-1164,-4-3 0,1 1 1647,17 4 0,-24 5 0,-24-1 0</inkml:trace>
  <inkml:trace contextRef="#ctx0" brushRef="#br0" timeOffset="5683">17904 471 11347,'-6'0'1121,"2"0"-707,35-3 0,16-2-301,-8 1-113,11-2 0,1 0 0,-12-1 0,-4 1-34,-4 0-2039,-1 2-3215,-14 2 5288,-2 1 0,-12 1 0,-2 0 0</inkml:trace>
  <inkml:trace contextRef="#ctx0" brushRef="#br0" timeOffset="5902">17996 489 12008,'-5'4'325,"0"-2"1020,5-2-841,4 57-381,6-7-123,-4-8 0,0 0-168,8 16-280,-7-20-1569,-4 14-1737,-16-6 3754,-10 0 0,3-21 0,0-15 0</inkml:trace>
  <inkml:trace contextRef="#ctx0" brushRef="#br0" timeOffset="6165">17960 812 11526,'0'-7'1647,"0"2"-1355,0 5-90,0 0-146,45-12-34,-20 7-5,12-3 0,4 2-28,6 3-673,8 2-1266,-15 0 258,-16 1-762,-13 0 2454,-8 0 0,-2 0 0,-1 0 0</inkml:trace>
  <inkml:trace contextRef="#ctx0" brushRef="#br0" timeOffset="6382">18004 961 9319,'50'-10'-48,"-1"0"1,1 0-1,10-1 1,-6 2 47,14-2 0,-47 9 0,6-2 0</inkml:trace>
  <inkml:trace contextRef="#ctx0" brushRef="#br0" timeOffset="6965">18814 389 13924,'-21'-31'95,"0"-1"1,-24-15-175,7 71-33,8 3 45,2 27-123,16-7-595,5 20-44,23-5 526,1-29 1,4-2-527,24 10 111,11-15 282,-16-11 212,6 8 224,-18 6 582,-8 15 180,-29-5-146,-14 0 124,-14-12-225,-6-1-123,-7-4-16,13-10 0,-2-2-444,-30 2-6094,-1-11 6162,31-14 0,24 0 0,12 1 0</inkml:trace>
  <inkml:trace contextRef="#ctx0" brushRef="#br0" timeOffset="7583">16983 1440 11145,'-7'0'3216,"0"0"-2241,7 0 0,0 0-751,-1-5-179,5 1-23,4-3 113,23-1-90,14 3-51,-7 3 0,4 0 6,-4 1 0,3 1-404,11 1 1,2 0 414,-3 0 0,2 1-620,11 0 0,2 0 609,-19-1 0,2-1 0,3 1 0,5-1 0,4 1 0,2-1 0,0 0 2,2-1 1,1-1 0,2 0 0,1 0-453,-5 1 1,2 0 0,1 0 0,-1 0 0,-4-1 454,1 0 1,-3 0 0,-1-1-1,-2 1-13,8 0 1,-2 0 0,-6 1 7,-6-1 0,-4 2-101,-1-1 0,-5 1 75,5 0-86,-25 0 36,-40 0-1896,-23-1-3406,-4-2 5378,-4-4 0,22 3 0,6-1 0</inkml:trace>
  <inkml:trace contextRef="#ctx0" brushRef="#br0" timeOffset="20300">14513 5954 10485,'12'0'1378,"-2"0"-807,-10 0 2667,0 0-3238,3 0 45,2 0-34,1 2 180,2 0 33,-2 0-68,3 0-21,-1-1-23,3 1 101,-3-1-67,1 1-45,-1-2 167,3 0-133,-2 0 22,0 0 100,0 0-134,-1 0 1,1 0-56,3 0 21,-1 0 1,14 0-1,8 0 79,22-1 146,-3-2-56,8-2-247,-9-2 157,0 1-112,1 0-11,-1 2-45,0 0 5,-12 1 1,2 2 39,7-1 0,1 0-23,1-1 1,1 1-289,3-1 0,0 0 288,-12 1 1,2-2 92,1 1 1,5 0 0,0-1-79,3 0 1,1 1-1,2-1-21,-5 1 1,4-1 0,-1 1 0,-2-1-419,5 1 0,-3 0 0,-1 0 402,-2 0 0,-1 0 0,-4 1-28,5 1 0,-3 0 28,0 0 0,0-1-273,-2 2 0,0 0 278,1 0 1,-1-1 5,-1 1 0,1 0-108,20 0 0,3-1 97,-19 1 0,0-1 0,0 0 7,0 1 1,1-1 0,0-1-82,-2 1 1,-1-1-1,-2 0 80,6 0 0,-4 0-12,1-1 0,-1 0 6,-2 1 0,2 0 326,17-1 1,5-1-331,-22 1 0,2 0 1,-1 0-1,1 0 0,0 0 1,-1 0-101,23-1 0,-4-1 109,-18 1 1,-1 0-6,20 0 0,3 1 26,-23 1 0,0 0 0,2 1-37,12-1 0,1 1 0,1 0-1,-3 1 1,0 0 0,-3 1 7,-10 0 1,-2 0-1,-1 1-13,18 0 0,-3 1 11,-17 0 1,0 0-1,20 1 0,6-1 2,-20-2 0,1 0 1,2 0 3,13 1 0,3-1 0,-2 0-113,-13 0 0,-1-1 0,-1 0 131,-2 0 1,0 1 0,-4-1-19,5 1 0,-2 1-23,-1-1 1,1 1-103,0 2 0,1-1 80,-1-1 0,0 0 11,-2 1 1,3 0 268,17 1 0,4 0-254,-22-1 0,0-1 1,0 1 18,1 0 0,0 0 0,-1 1-237,22 1 0,-3-1 242,-19-1 1,0 0-3,-4 1 1,3-1 0,0 1 210,1-1 1,1 1-1,1-1-207,11 2 1,3 0 0,-4-1-8,-11 0 0,-3-1 0,-1 1-17,20 1 0,-4-1 34,-20-1 0,-1 0-29,13 0 1,1 1 263,-3-1 0,1 1-247,8 0 1,-1 0 5,-6-2 1,-4 1-12,-13-2 0,-3 1-68,23-1 346,-26-1-211,-3 0 785,-11 0-807,-4 0 606,-10 0-1301,-3 0-3127,-5 0 3777,-7-2 0,4 1 0,-3 0 0</inkml:trace>
  <inkml:trace contextRef="#ctx0" brushRef="#br0" timeOffset="22332">3383 6776 10159,'4'0'1132,"0"0"1289,-4 0-1694,13 1-233,-7-1 402,12 1-392,-9-1-268,-1 1-91,4-1-55,0 2 224,15-1-202,13 0 123,24-1-235,-5-2 22,5 0 12,-16 0-23,-11 1 0,3 1 0,7-3 1,5 0 10,-6-2 0,3-1 1,2 0-884,10-3 1,3-2-1,-2 0 857,-7 1 1,-2-1-1,2-1 4,4 1 0,1-1 0,-3 0-232,8-1 0,0 0 232,-7 4 0,4 1 0,-1 1-38,-2 2 1,0 0 0,1 2-42,-6 1 1,1 1-1,1 1 1,-4 0-258,4 1 0,-3 0 0,-1 1 336,-3 0 0,0 1 0,-3-1 11,9 0 0,-2-2-11,3 0 0,1-2 17,3-1 0,1-1-12,1-1 1,1-1-187,-2-1 1,3-1 195,-10 3 0,2 1 0,0 1-30,-3 0 0,-1 1 0,0 0 3,-1 0 1,-1 1 0,-2 0 11,13 1 0,-5 0 0,10 0 1002,-27 1 1,0-1-1003,27 0-22,2 1 33,-27-1 514,-19 0-514,-15 0 1272,-2 0-1283,-2-1 569,2-2-535,6-4-46,4-3-10,1 1 0,-2 1-438,-6 4-1971,-2 3 2431,-2 0 0,-3 1 0,-1 0 0</inkml:trace>
  <inkml:trace contextRef="#ctx0" brushRef="#br0" timeOffset="25682">18251 3425 10114,'0'9'1390,"0"-2"-740,0-7-269,0 0 291,0 52-447,0-27-46,0 35 101,0-41 145,0-5 1,0 1 112,0 8 45,-8 23-292,-6 21-247,4-24 1,0 0-39,0-8 0,2-1 5,-5 23-11,8-30 22,2 3-11,0-1-11,-2 4-78,2-11-504,-1-4-886,2-15-2308,2 0 3776,0-3 0,0 0 0</inkml:trace>
  <inkml:trace contextRef="#ctx0" brushRef="#br0" timeOffset="26470">18257 3397 10843,'1'-10'2936,"0"2"-2164,-1 8-54,1-30-416,-1 22-89,1-22-90,0 29 12,0 0-23,2 1 33,-1 2 91,4 7-23,0 8 45,12 33-191,-4-12 0,1 5-45,6 17 1,2 4-618,-6-19 1,0 1-1,0-2 550,4 10 1,-1-3 38,-2-10 0,-1-6-38,2-5 44,-2-10 156,-7-12 225,-2-4-302,-6-12-1,-1-7 1638,3-15-1710,4-3 0,0-3 16,8-27-165,-4 17 0,1-3 104,1-10 0,-1-3 44,1-4 1,-1-1 11,0-1 0,0 2-6,-2 7 0,0 5 12,2-6-1,0 10 68,-5 22-359,-3 8 258,-4 18-23,-1 10 12,0 5 285,1 8-398,1 2-548,4 7-2488,4-4 3171,-2-6 0,-1-9 0,-5-10 0</inkml:trace>
  <inkml:trace contextRef="#ctx0" brushRef="#br0" timeOffset="27515">18923 3718 16176,'8'-59'292,"-1"12"257,-6 38-404,-1 4-122,0-2-34,-7 2 11,1 3 0,-6-1-56,1 3 78,-6 4-22,-2 13-11,-8 17 11,4 7 11,-1 9 23,8-9-23,3 2-11,3-1-11,3-1-1,4-4-268,1 1 56,13-12 180,-2-6-80,10-12 124,-2-9-146,0-8-100,4-4-348,10-24 281,3-7 313,-3 0 33,-6 6 225,-15 18 111,-4 5 68,-3 6 101,-2 4-493,-1 3 78,0 15-111,0 3 66,0 13-78,0-2-34,5 6-33,4-5-426,8 3-90,-3-12 1,0-4 144,-5-8-234,0-1 57,0-2-1638,1-2 2253,0-5 0,-3 2 0,-2-3 0</inkml:trace>
  <inkml:trace contextRef="#ctx0" brushRef="#br0" timeOffset="28882">19091 3690 11941,'-4'0'1569,"0"0"-875,4 0 337,12-3-325,16-2-381,6-2-78,12-1-146,-9 0-45,3-1-56,-1-2-315,12-1-525,-8 1-292,-1-1 617,-20 5 34,-14 0-528,-7 2-1860,-5-3 1222,-17 0 1311,-9 1 807,-4 3 223,4 3 203,13 1-326,3 0 270,5-1 1086,1 0-851,4 0-494,0 0-347,3 1 24,-3 3-35,0 7 145,-6 28-89,1 25-252,5-17 0,1 2-11,0-7 0,1-1-6,2-1 0,0-3-11,5 4-101,1-11-100,6-12-146,11-8-2175,13-30-716,-9-1 0,1-5 3238,-3-2 0,-2 0 0,14-21 0,-22 26 0</inkml:trace>
  <inkml:trace contextRef="#ctx0" brushRef="#br0" timeOffset="29049">19606 3299 10440,'0'0'0</inkml:trace>
  <inkml:trace contextRef="#ctx0" brushRef="#br0" timeOffset="29299">19653 3599 15885,'-3'65'-475,"1"0"1,0-13 0,1-4 4,-1 13-113,2-23-582,-1-5-1144,0-4 2309,1-3 0,0-12 0,0-3 0</inkml:trace>
  <inkml:trace contextRef="#ctx0" brushRef="#br0" timeOffset="30317">19887 3770 10966,'0'-5'3249,"0"2"-2117,0 3-773,0-7-348,0 5 0,0 14-11,0 7 23,0 18-23,0 4-112,11-5-247,9-4-650,17-20 293,-3-21 457,-1-10 259,-13-8 796,-7-12 448,-5 3-572,-14-5-526,-3 16-57,-7 9-66,4 11-23,3 3-11,2 1-124,2 5-122,2 9-471,16 0 526,3 1-23,14-8-290,2-10 202,0-6 201,1-7-56,6-19 145,-9 4 135,-4 0 247,-15 12 133,-9 14-32,-2 3-124,0 2-493,0 1 258,0 17-56,0 10 0,0 11-45,2 5 0,0-8-79,1 2-21,1 2 10,-3 10 101,1-12 516,-2-5 100,0-19-123,0-13-347,0 0 157,-2-17-225,2-14-55,3-22-34,4 3 0,7-1-22,1 16 22,2 2-12,-1 4-32,6 3-1,-1 8-45,3 5-11,-7 8-22,-2 13 123,-6 4 34,1 27-34,-6 11 0,1 3-224,-5-5-314,0-20-650,0-8-1691,0-6 2879,0-7 0,0-5 0,0-2 0</inkml:trace>
  <inkml:trace contextRef="#ctx0" brushRef="#br0" timeOffset="31150">20753 3700 15515,'-58'-12'583,"4"21"-281,26 40-100,4 0-34,13-18-100,3-7-46,5-7-89,1-9-651,23-15-413,12-23 1131,6-1 67,2-9 34,-23 21 22,-5 7 169,-6 8 279,-2 14-291,-2 10-190,-2 14 78,-1 4-90,0-1 12,0-4-56,0-9-225,12-10-1209,16-25-3138,20-34 3316,-3-7 954,-22 17 0,-4-1 66,4-18-129,-11 18 1,-1-1 229,-2 1 0,-1 0 1054,6-31-203,-8 15-392,-3 25-10,-3 4-101,1 5 435,-1 1-716,0 4 325,0 5 1580,-1 4 1256,1 4-2768,-2 0-113,1 11 0,-2 9-111,1 17-68,-3 12-39,2-4 0,-1 4-28,-1 4 0,-1 1-95,-1 10 0,0 0-516,2-13 0,-1-4-790,-1 10-1254,5-31-1905,2-21 4560,1-5 0,0-3 0</inkml:trace>
  <inkml:trace contextRef="#ctx0" brushRef="#br0" timeOffset="32251">21804 3114 13106,'3'-3'1210,"-2"0"-661,-1 3-235,0 8-190,0 5 548,-1 26-112,-5 21-465,1-14 1,-1 3-68,-1-5 0,1 1-226,-1 4 1,-1-1 197,2-11 0,1-1-247,0 9 0,1-1-1097,-1 17-113,2-8-1019,8-35-2845,0-23 5321,5-13 0,-4 8 0,-2-6 0</inkml:trace>
  <inkml:trace contextRef="#ctx0" brushRef="#br0" timeOffset="32836">21746 3196 13700,'-3'-9'1423,"0"2"-1277,3 7-79,0 0 68,10-46-124,11 27 0,15-30-11,1 42-22,0 6 22,-8 9 44,16 17-77,-1 17 22,-1 0-90,-14 0 56,-17-17 11,-7-2-111,-2-1 145,-11-3 101,-9 0-57,-31 5 371,-11-3-309,24-9 1,1-1-107,-11 2-23,19-6-335,21-6-247,3 0 526,19 1-436,16 6-79,7 3 190,8 9 12,-13 0-213,-4 4-414,-1 3 291,-2 15 1288,-12 4 1692,-13 13-1479,-17-15-157,-13-6-268,-8-14-91,-26 4-1433,-3-8 1176,-1-7 0,27-9 0,23-9 0</inkml:trace>
  <inkml:trace contextRef="#ctx0" brushRef="#br0" timeOffset="34799">22280 3571 12580,'-3'-6'952,"2"0"-470,1 6 403,0 0-750,-2-1 10,1 0 695,0-1-728,4 2 0,5 3-78,15 0-34,12 1-146,9-4 135,-9-5-101,-9-2 112,-17-1 0,-4 0-11,-3-1 33,-2-4 79,-12-1-78,-6-2-12,-4 6-11,1 2-23,8 5-44,-5 0-34,-2 2 90,-4 0-45,6 3 0,4 4 23,3 2 21,0 5-32,-1 1 44,-2 14-45,0 12 67,1 23-22,5-11-11,4 0-56,4-25-45,4-7-213,4-6-1423,19-8-1401,0-6 3149,15-10 0,-22 4 0,-3-4 0</inkml:trace>
  <inkml:trace contextRef="#ctx0" brushRef="#br0" timeOffset="35799">22715 3443 11840,'-28'0'135,"-4"17"895,10 20-10,-9 24-583,5-7-56,2 4-190,10-17-90,0-6-79,5-4-168,2-5-650,6-13-1556,22-18 1153,-2-13 1020,17-16 179,-12 2 560,-5 0 235,-4 5 897,-5 0-617,-5 12-491,-2 2-484,-3 11-100,0 2 0,0 4 56,0 8 79,0 9-79,0 23-11,4-5-303,9-2-202,4-18-906,9-19-1458,1-14-908,15-29 4136,-1-11 358,-3-2 538,-14 12-247,-18 21 863,-4 9-750,-2 3-69,0 6-749,-5 2-146,-2 8 145,-4 13-302,5 3-12,1 9-10,5-2-23,0 13-213,2-1-168,1-4 44,2-13 68,2-15 45,0-5-145,3-2-136,6-16 438,1-12 123,2-19 359,-6-4 22,-5 15 56,-5 9 112,-3 18-403,0 4-68,0 16-22,0 7-101,0 16-11,0 4-11,0 1 0,2-4-202,8-4-201,4-9-573,24-8-1523,6-19-806,11-24 2375,-13-5-101,-11-11 1042,-18 13 0,-6 15 0,-4 4 0</inkml:trace>
  <inkml:trace contextRef="#ctx0" brushRef="#br0" timeOffset="36166">23238 3571 7011,'0'-11'4616,"0"2"-2543,0 9-538,-3-11-1008,2 8-438,-2-9-89,2 12-156,1 0 133,0 14 57,0 18-90,3 6 45,-1 13-113,3-14-10,-3-3 89,0-3-11,-2 0 101,0-11 302,-2-3 213,1-11-414,-2-4-135,2-6-22,0-6 0,1-27-325,14-18-124,-3-2-840,14 2-817,-8 26-3306,1 10 5423,-1 7 0,-8 7 0,-2 3 0</inkml:trace>
  <inkml:trace contextRef="#ctx0" brushRef="#br0" timeOffset="36699">23431 3700 10328,'1'4'1770,"0"0"-1367,-1-4-403,33 15-22,-17-11-482,27 11-359,-20-28 751,-6-3 1748,-2-14-336,-12-1-573,-8 8-211,-2 1-146,-3 9 201,-4-1-470,-3 9-123,0-1 22,-1 13-23,4 5 46,1 11 21,0 5-44,2 7 0,1 3-235,4 17-874,5-8-1233,19 2 382,0-25-147,18-13 2107,-7-11 0,-11 0 0,-5 0 0</inkml:trace>
  <inkml:trace contextRef="#ctx0" brushRef="#br0" timeOffset="37370">23868 3611 15515,'-51'-30'157,"6"13"-157,28 33 56,1 17 56,4 11-67,3-7 0,1 2-12,-2 24-66,0-5 22,14-31-79,10-24-2387,33-31 1559,-1 0 918,-14 3 0,-1-3 661,-5-1 0,-3 0 718,6-18-35,-4 4-1064,-20 22-280,-3 14 0,-2 14 224,0 31-112,0 19-112,0 7-134,6-5-572,4-31-662,8-7-2698,1-10 4066,1-6 0,-10-4 0,-3-1 0</inkml:trace>
  <inkml:trace contextRef="#ctx0" brushRef="#br0" timeOffset="38432">22957 2037 13106,'12'-67'2432,"-2"11"-1805,1 42-279,0 4-203,7-2-89,-1 6-33,7-2 10,2 2 35,7 0-68,5-2 0,28-2-146,-28 6 0,1-1-73,8 2 1,0-1-140,21 1-79,-20 3-225,-32 0 102,-9 8 829,-30 16-179,-2 6 22,-23 13-34,5-4-556,0 2 557,3 1-29,16-14 1,0 0-62,-11 20-214,4-1-156,17-18 393,15-17 100,12-7 556,10-4-612,29-13 11,-1-3-33,-4-3-23,-17 2-11,-24 12-560,-3 2-617,-3 1-2005,-5 1 3182,-6 1 0,4 0 0,-2 1 0</inkml:trace>
  <inkml:trace contextRef="#ctx0" brushRef="#br0" timeOffset="38719">23116 2196 9196,'-5'0'1401,"2"0"-472,3 0 281,-22 74-874,13-38 1,-2 3-248,-7 21 1,-1 2-472,3-9 1,1-4 414,0-9 1,0 0-17,-8 15 0,-1 1-118,5-9 0,0-1-101,1-2 0,1-3-593,2 5-20,13-37-440,6-9-2062,6-15 3317,7-10 0,-4 6 0,-3 1 0</inkml:trace>
  <inkml:trace contextRef="#ctx0" brushRef="#br0" timeOffset="39070">22998 2645 12165,'1'-7'1681,"0"2"-1188,-1 5 482,0 0-841,74-32-78,-33 14-626,11-4 0,2-1 592,0 0 121,-16 6 0,3 1-104,-3 1 1,0 1-40,7-1 0,-2 1-112,25 0-23,-27 8 1,-17 14 943,-15 8-809,-4 32-118,-6-13 1,-1 1 55,-3 2 0,-1 0-243,-2 3 0,-3-1-132,-14 17-67,-1-2 257,-2-7-302,-13 5-1714,-3-17-1312,-11-8 3575,2-31 0,25 0 0,6-10 0</inkml:trace>
  <inkml:trace contextRef="#ctx0" brushRef="#br0" timeOffset="39535">23160 2769 13117,'-22'6'986,"4"10"-806,25 24-80,-3-11-44,6-12-33,-7-13 33,1-3-224,-1-9 168,1-2 11,2-7-11,0 0 0,1-1 0,2 2 22,2-1-22,2 3 90,12-1-23,1 7-56,8 2-100,-13 10-23,-6 3 56,-12 5 0,-4 10 22,-21 3 57,-9 6 10,-2-9-33,7-6-89,19-10 89,4-4 112,9-1 168,34-5-280,19-14-650,4 3-1389,-9-8-3933,-38 12 5972,-8 4 0,-7 4 0,-1 1 0</inkml:trace>
  <inkml:trace contextRef="#ctx0" brushRef="#br0" timeOffset="44782">21143 4556 18698,'0'-25'302,"0"6"-358,-1 19 78,-5 3-22,-4 4 34,-6 7 11,-13 15-68,-3 11-10,0 2 22,3 7 11,11-10-34,2 2-33,5-1 44,5-3-133,3-6-236,20-5-80,23-14-76,26-29 492,-3-6 56,-32 2 0,-5-1 22,3-8 180,-10-5 279,-10 4-245,-6-3-113,-8 11-123,-2 5-33,-2 10-57,0 1-22,2 3-516,-2 2-1086,2 1-4751,2 3 6465,3-1 0,2 1 0,0-1 0</inkml:trace>
  <inkml:trace contextRef="#ctx0" brushRef="#br0" timeOffset="45182">21660 4365 17050,'1'-13'-358,"0"6"358,-1 20 11,0 33-6,0-7 1,0 2-12,0 3 1,-1 0-333,0 7 0,0-1 237,0-11 0,-1-2-51,0-1 1,-1-1 5,-1 28 297,-6 3-251,-4-18 189,-1-6 57,-6-20-146,5-14-448,-5-3-551,2-4-2216,1-4 3215,3-11 0,7 8 0,1-7 0</inkml:trace>
  <inkml:trace contextRef="#ctx0" brushRef="#br0" timeOffset="45449">21449 4638 15370,'-1'-5'1759,"0"0"-1580,1 5-67,42-11-90,-13 5 1,37-8-1,-26 8-44,8 1-1099,-13 1-414,-7 1-2689,-16 2 4224,-11 0 0,-1 1 0,0-1 0</inkml:trace>
  <inkml:trace contextRef="#ctx0" brushRef="#br0" timeOffset="47599">22621 4450 16793,'-33'-24'156,"1"-1"1,-23-14-145,37 34-12,-9 2-68,-8 6 57,-16 17-11,-7 10 22,11 7-23,20-13 1,4 2-157,-3 21 78,6 13-180,18-12 35,18-7 33,14-18 45,12-6-22,9-4-186,-10-7 1,1 0-129,1 0 0,1 1 251,6 3 1,-3 2 101,-11 0 0,-6 2 151,5 11 1333,-31 9-257,-34-2-359,-22 9-482,-7-10-190,-4-5-45,23-15-34,5-6-481,11-3-3597,7-23 4112,16-21 0,-2 11 0,9-5 0</inkml:trace>
  <inkml:trace contextRef="#ctx0" brushRef="#br0" timeOffset="48034">22653 4714 15627,'60'-13'-79,"0"0"1,-4 1 0,-7 2-662,-2 2-649,-5 1-762,-9 1-112,-7 1-852,-11 2 3115,-7-1 0,-5 3 0,-3-1 0</inkml:trace>
  <inkml:trace contextRef="#ctx0" brushRef="#br0" timeOffset="48282">22837 4594 11941,'-7'-2'1636,"2"0"-1378,5 2 167,0 0 214,-1 22-549,5 16-90,-2 11-34,6 7-112,-2-14-895,2 13-2052,1-12 3093,7-4 0,-8-21 0,2-15 0</inkml:trace>
  <inkml:trace contextRef="#ctx0" brushRef="#br0" timeOffset="48750">23126 4776 16748,'-2'-37'-78,"-1"6"-1,-9 35 12,-7 22 11,-8 17 56,4 7-101,3 1-11,11-21-236,5-2-234,3-12 77,9-4-212,1-14 326,7-8 279,-1-5 89,-1-3 1,-2 2 22,3 0 33,-2 8 393,3 7-157,-6 10-202,0 5 78,-4 2-122,-1-2 10,1-2-66,5-4-1020,12-6-370,2-9-494,7-7-581,-7-8 2498,-2-1 0,-11 9 0,-4 4 0</inkml:trace>
  <inkml:trace contextRef="#ctx0" brushRef="#br0" timeOffset="49282">23270 4787 14048,'-3'-1'-34,"0"22"45,3 20 12,0 15-12,0-10 11,0-13-11,0-19 34,1-5 213,-1-6 717,1-1-807,1-10-135,3-13 12,1-3-78,2-9 89,-1 7-45,4-5-56,-4 12-112,1 2 12,-4 14 122,2 11 23,0 3 11,3 12 23,0 0-34,-1 0-56,1-3-919,1 0-818,-2-8-111,-1-3-696,-4-6 2600,-2-3 0,0 0 0,-1 0 0</inkml:trace>
  <inkml:trace contextRef="#ctx0" brushRef="#br0" timeOffset="50100">23603 4385 17106,'0'-7'-235,"0"2"235,2 17 11,0 11-11,2 15-11,-1-3 0,-1 2-168,-1 4 0,1 1-68,-1 7 0,0-1 90,-1 19 157,0-24 0,0-30 90,1-7 358,-1-7 45,0-17-280,-4 3-78,-3-12-1,-4 7-56,2 3-66,-1 2-12,3 5-23,1 4-100,1 3-45,-2 9 134,1 10 34,-2 10-44,1 7-35,2 13-268,2-11-102,3-4 315,6-18-112,5-13-46,5-8 169,1-3 123,0-5 34,-5 3 11,-3 4 134,-4 4 34,-2 3-45,-1 2 22,0 4-134,2 3 22,-1 2-66,3 1-124,5-5-717,5-1-572,1-3-874,1-4-840,-5-1 3115,-3-2 0,-5 1 0,-1 3 0</inkml:trace>
  <inkml:trace contextRef="#ctx0" brushRef="#br0" timeOffset="51433">23900 4688 17106,'-22'-30'292,"3"6"-236,15 24-56,-3 0 0,-3 2-12,-2 5 12,-3 5 0,-9 19-11,-3 7-11,1 2-1,6-1 1,11-15-213,5 0-124,2-5-33,9-4 190,2-8 79,10-7-123,3-9 10,3-3 91,-2-9 100,4-6 403,-8 4 236,-4 2-235,-9 9-191,-5 8-258,-1 4 46,0 11 32,0 12-200,1 1-259,3 4 56,6-15-257,5-6-258,4-3-224,2-5-337,1-8 461,6-12 1355,-7-6 392,-2 1-359,-12 8-122,-6 9 44,-1 4-2499,0 2 2219,-1 1 0,1 2 0,-1 0 0</inkml:trace>
  <inkml:trace contextRef="#ctx0" brushRef="#br0" timeOffset="51916">24056 4732 11919,'-2'-7'1759,"0"0"-1759,2 6 22,7 11-10,4 9-102,5 16-33,-2 9 123,-6-6-23,-5-3 23,-3-14 68,0-4 66,0-5 1110,0-5 201,0-4-661,0-21-493,0-1 1,0-18-180,0 4-56,2-15-90,6 5-504,4-5-178,1 18-405,1 12-985,-2 8-3105,3 2 5211,1-1 0,-7 5 0,-2-1 0</inkml:trace>
  <inkml:trace contextRef="#ctx0" brushRef="#br0" timeOffset="52584">24463 4339 14126,'0'-6'1457,"0"0"-1457,0 6-90,0 0 0,0 3 102,-3 24 21,-1 0-10,-3 25-23,1-5 0,-1 6 0,0 2-168,2-16 0,-1 1-169,-1 25 314,-1-4 68,6-31 370,1-23-101,1-7 168,-3-20 22,-1-9 123,-5-17-358,0 10-123,-3 10-135,5 17-22,-1 5-45,0 3-45,-7 21 67,-1 19 12,1 19-112,6-7-79,7-10-78,2-26-281,4-4 314,11-7 101,10-8 135,-2 0 22,2-2 11,-13 2 79,-1 3 111,-3 0 147,-2 1-68,-1 1-33,0 5-438,-1 1-358,2 1-874,2-3-2633,4-4 4056,6-1 0,-7 0 0,0 0 0</inkml:trace>
  <inkml:trace contextRef="#ctx0" brushRef="#br0" timeOffset="53002">24698 4610 13656,'0'-10'2375,"0"2"-1860,0 8-167,0 0-416,0-14-10,-2 15 100,-9 9-22,1 12 0,-5 15 0,6-12-134,4-1-147,2-2-760,2 7-640,12-1-1400,13 2 2195,3-9-212,5-6 941,-11-5 1166,-3 7 1086,-7 5 303,-5 13-1412,-16-4-605,-6 2 34,-13-7-259,-8 2-156,-8-1-347,12-10 0,-2-3 347,-23 1 0,9-1 0,24-14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05:25.167"/>
    </inkml:context>
    <inkml:brush xml:id="br0">
      <inkml:brushProperty name="width" value="0.09071" units="cm"/>
      <inkml:brushProperty name="height" value="0.09071" units="cm"/>
      <inkml:brushProperty name="color" value="#FF0000"/>
    </inkml:brush>
  </inkml:definitions>
  <inkml:trace contextRef="#ctx0" brushRef="#br0">18788 3966 13532,'0'-11'1547,"0"2"-987,0 9 717,0 0-896,0-6 89,0 4 169,0-6-359,0 6-134,0 1 549,0-1-763,5 7 192,16 11-102,2 0 34,15 8-56,-2-13-202,33-6-73,-24-15 1,4-4 95,14-2 0,0-2-108,-11-3 0,-3 0 281,-5 2 0,-4 3-83,0 6-57,-11 5-44,-7 9 190,-4 8 179,-1 10 303,11 23-415,8-4-67,3-4-191,11-15 180,0-18-163,0-7 1,6-1 178,7-2 1,2 0-160,-14 1 0,1 1 1,-3 1 130,8 0 1,-4 3 22,-15 3 0,-6 5 67,-5 11 23,-11 1-23,-7-3 34,-4-3-202,-1-8-2644,4-3-3649,-1-12 6394,-1-3 0,-4 1 0,-2 3 0</inkml:trace>
  <inkml:trace contextRef="#ctx0" brushRef="#br0" timeOffset="1933">19645 15785 18742,'-10'-5'819,"4"0"-674,9 5 57,2 0-45,2 0 55,9 0-66,0 0-124,8 3 1,18 9-23,12 8-157,6 0-67,2-3-45,-13-12 258,-10-4 0,4-2 50,2-6 0,3-1 62,7 1 0,-1 0-101,-13-2 0,-4 1-79,13-1 79,-32 9 527,-6 17-326,-7-3-89,0 15 79,-4-9-112,0-8 10,0-3-77,0-6 111,-1-3-90,1 1-77,2-1-102,2 0 56,4 0 68,1 0 11,0 0 33,-5 0 1,-2 0-7575,-3 0 7552,-9-2 0,7 1 0,-7 0 0</inkml:trace>
  <inkml:trace contextRef="#ctx0" brushRef="#br0" timeOffset="7717">2709 5711 16871,'-18'8'728,"4"-2"-189,14-6 413,0 0-975,-1 3 23,2 3 34,15 9-45,12 2-23,7-3 12,5-6-102,-7-7 1,3-3-34,4-6 90,20-10-11,5-3 72,-24 12 1,-1 1-18,19-3 12,-8 17 22,-19 6-11,-1 7 0,1 0 34,15-2-236,18-14 73,-30-6 1,0-5-451,7-3 0,-1-5 517,-6-2 1,-2-2 44,1 1 0,-1 0 17,29-14-123,-1 12 67,-18 16 168,-1 23 22,-21 3-22,-3 9 776,-6-12-753,11 0-11,11-8-135,26-7-91,-4-14-243,-21 3 0,-2-3 256,17-13-71,-1-1 93,-5 2-78,7 4 66,-11 10 79,4 12 67,-16 6 677,-2 10-453,-4-6-185,4 0-5,4-4-67,23-4 22,13-11-56,0-6-546,0-7 422,-25 0-10,-7 3 11,-8 4-124,-6 5 191,-5 3 90,-4 9 33,-4 0 501,-3 5-546,-1-4 90,5 0 68,13-4-225,23-7 45,4-4 0,15-7-11,-9-2-57,2 4 68,1 6-22,-20 4 0,1 4 38,-3 5 1,0 4 39,6-1 0,-1 2 23,15 13 45,-9-5-35,-14-12 34,20-3-78,8-21-22,0 3-23,-5-15-12,-25 12-32,-8 5-1,-10 7-11,-5 3 33,-3 3 12,-1 0 123,3 7-56,-1-1-22,-1 2 22,-2-3-23,-1-4 35,-1-1-180,4 0 67,-1 0 34,1 0 67,1 2-112,-4-1 78,1 0 0,-2 1 135,0 2 11,0-2-897,0 0-3640,3-1 4369,-2 0 0,1 1 0,-2-2 0</inkml:trace>
  <inkml:trace contextRef="#ctx0" brushRef="#br0" timeOffset="9017">6588 5779 16524,'2'-10'1490,"0"2"-1187,-2 8-146,0 0-169,-9-2-21,2 8 33,-23 34 11,8-2 0,-2 3-11,-1 4 0,-2 2-742,-7 8 1,-1-1 707,6-13 1,1-3-7,0 1 1,0 0-135,2-5 0,0 0-672,2 0 1,3-3-2629,-1 2 3474,37-45 0,-6 3 0,23-29 0</inkml:trace>
  <inkml:trace contextRef="#ctx0" brushRef="#br0" timeOffset="9315">6427 5992 14148,'1'-5'1603,"0"2"-696,-1 3-851,3 0-44,5 2-46,11 20 34,1 4-45,6 22 45,-6 3 33,-8-8 1,-3 4-17,-2 5 0,-1 2-45,0 11 0,-2 0 56,-7-5 0,-1-4-28,3-16 0,-2-4 0,-8 14-56,8-33-2017,0-8 2073,14-31 0,-8 15 0,7-18 0</inkml:trace>
  <inkml:trace contextRef="#ctx0" brushRef="#br0" timeOffset="9779">6828 5571 15728,'-1'-8'437,"0"2"-403,1 6-12,0 0-22,36-14 0,-8 11-67,22-9 11,-21 17-303,-12 2-739,-4 10 919,-6 7 156,-25 17 23,-5-2 0,-22 8 0,5-12 112,4-2 191,5-4-123,8-7-191,14-10 123,18-4-23,17-17-22,18-7-44,8-12-12,3-6-6,-19 11 1,0 0-242,-6 4 1,0 0-4257,23-16 4492,-26 18 0,-21 14 0,-6 3 0</inkml:trace>
  <inkml:trace contextRef="#ctx0" brushRef="#br0" timeOffset="10081">6878 6008 13510,'-3'10'1602,"0"-2"-1322,3-8-224,0 0-56,-1 14 79,7 34-51,-3-9 0,0 2-23,2 0 1,-1 1-6,0 0 0,0-3-45,-1 6-593,0-3-965,1-17-3283,-1-7 4886,1-25 0,-1 4 0,-1-8 0</inkml:trace>
  <inkml:trace contextRef="#ctx0" brushRef="#br0" timeOffset="10465">7031 5978 16232,'0'8'112,"0"12"-101,0 16-22,0-4-56,0-8-23,0-12-279,0-4-124,0-4 459,10-4-10,13-25-551,18-17 382,-2-8 79,0-3 112,-14 21 10,-1 2-32,-10 15-191,-2 2-79,-11 15-2107,-2 7-2688,-3 3 5109,-3 6 0,2-8 0,0-1 0</inkml:trace>
  <inkml:trace contextRef="#ctx0" brushRef="#br0" timeOffset="11030">7067 6405 15381,'44'-44'-620,"1"0"0,-8 8 0,-5 5 317,-6 4 12,-12 12 257,-4-1 34,-5 2 45,-2 1 0,-3 1 324,-5-1-200,-2 1 33,-7-5-68,-1 4 224,-4-6 236,2 5-280,2 1-280,7 8-34,6 4-22,2 1 44,0 3 168,0 23-122,6 15-35,-1 10 1,3 3-23,-4-13-11,-2 2 0,-1-1 0,-5 18 11,-12-1-11,4-24 0,-2-3-11,-11 12-135,1-15-403,14-20-526,4-6-1939,3-2 3014,4-25 0,-1 18 0,1-18 0</inkml:trace>
  <inkml:trace contextRef="#ctx0" brushRef="#br0" timeOffset="11181">7225 6375 13443,'4'0'2532,"-2"0"-2532,-2 0-135,61 21-615,-2-18-2220,4 0 1,2-3 2969,-20-7 0,-4-3 0,23-11 0,-37 12 0</inkml:trace>
  <inkml:trace contextRef="#ctx0" brushRef="#br0" timeOffset="11831">7833 5440 16053,'4'57'71,"-1"1"0,1-6 0,2-7-60,10-6-11,1-7-90,1-5-402,6-5 234,1-11-123,10-14 56,-9-11-347,0-13-135,-10 1-560,-1-15 168,-7-1 1199,-2-9 751,-13 14 11,-2 5 55,-5 14 24,1 1-124,2 5 247,0 2-606,7 6-391,0 1 33,4 11 33,0 11 1,4 16-23,1 0 0,1 5-118,0 4 1,2 2-762,1 10 0,1 0 183,-4-13 1,-1-3-806,5 24 516,-7-35 133,-1-7-1983,-1-9 2824,-1-5 0,0-5 0,0-2 0</inkml:trace>
  <inkml:trace contextRef="#ctx0" brushRef="#br0" timeOffset="12681">7737 6132 16019,'44'-19'807,"-7"1"-706,17 3-34,-9-4-67,2-4 12,2-5-12,-18 7 0,1-3-370,22-19 213,-5 1-79,-19 14 91,-19 17 44,-5 5-313,-3 3 66,-2 2 382,-1 1-34,0 6 22,-2-3 180,-1 10 168,-4 0-158,-5 12-156,0 0 12,-5 8-1,1 0-22,-1 8 11,-2 7 56,5-10 0,-1 4-45,0-1 1,1 1-63,-1 5 1,1-2-107,-2 14-280,9-26-112,7-26-347,0-3-90,0-4-6063,9-22 6993,0 0 0,1-4 0,-3 10 0</inkml:trace>
  <inkml:trace contextRef="#ctx0" brushRef="#br0" timeOffset="12980">8192 6130 16882,'4'26'-56,"15"12"-123,1-10-34,13 4 22,-4-18 135,11-8-190,3-32 167,-16 3 1,-3-4 78,11-33 0,-20 26 0,-4 1-336,-4-10-897,-3 5-1142,-9 6 2375,-24 2 0,18 15 0,-17 1 0</inkml:trace>
  <inkml:trace contextRef="#ctx0" brushRef="#br0" timeOffset="13933">7442 5976 15101,'0'-4'1658,"0"2"-986,0 2-526,-1-2-157,1 12-45,2 18-23,8 2-22,8 12-33,8-16-280,14 0 257,-9-5-79,-2 4 247,-16-5 12,-11 4 22,-3 1 0,-3 1-12,-3 1 35,-4 1-80,6-4-77,-1 4 89,13-8 0,5 3 0,10-2-11,5 3-23,4 0-45,16 5 34,-4-6 45,-4-4 0,-17-10-101,-16-7 101,-5 1 112,-4 1 169,-26 12 145,-17 7-242,12-7 1,-1 1-28,-21 9-34,13-5-44,24-10-23,5-5-202,8-2 157,2-3 0,14-1 23,0 0-34,10 0 11,2 0 12,26-11 16,-10 0 0,4-3-39,16-7 0,2-3-477,-5 2 0,-1 0 567,4-1 0,-3 0-1,-13 8 1,0 0-227,1 1 1,4 0 0,0 0 139,3 0 1,2 1 0,1-1 3,13-3 1,2 1 0,-3 0-308,-13 4 1,-3 1 0,-1 0 293,15-2 1,-7 1-376,-1 3-1042,-24 3-1087,-15 2 2716,-21-1 1,3 3 0,-6-2 0</inkml:trace>
  <inkml:trace contextRef="#ctx0" brushRef="#br0" timeOffset="33281">6431 4103 9229,'0'-4'684,"0"2"2229,0 2-2454,-2 0-55,1 0 2285,-2 0-2644,11-2-11,12-2-23,1 0 11,9 0-10,-9 2-12,-1 0 33,0 0-33,12-2 11,4 1 23,15 0-23,-7 1-11,0 2-45,-9 0 45,15-1 23,-3 0 22,4 0-45,-18 0 0,-13 1 22,-9 0-22,0 0 0,0 0-34,12-1 79,7-2-22,16-3-1,-7-1-22,0 1 0,-12 2 0,1 1 11,-1 1 0,10 2 12,5 0-23,0 0 11,0 0 0,-11 0 12,14-1-12,1 0-22,10 0 11,-16 0 0,-4 1 0,-9 0-23,0 0 12,4-2 11,16-1-11,9-1-12,-21 3 1,1-1-23,19 1 0,-5 1 12,-14 0-46,25-1 45,-27-2 1,3-1 27,8-1 0,2 0 6,0-3 0,-1 0 6,-10 2 0,-2 0 28,29-6-34,-23 6-46,-1 2 46,-4 2 12,12 2 22,0 0-34,1 0 11,-3-1-11,-12-1-11,-1 1 11,3-2 0,13 0 0,10-3 0,0 0 0,1-2-23,-13 2 23,2 0-56,-2 1 56,1 1 0,-3 0-11,13 1-23,1-2 12,-2 1 22,-3-1 0,-11-2 0,6 1 0,8-4-12,-13 3 1,4 0 16,1 0 1,2 1-243,0 0 1,-1 1 230,-4 2 1,-4 1 5,14 2 0,-4-1 0,-2 1-45,0-2 45,-3 2 33,16-3-21,-6 2-12,-4-1-12,-18 1 12,-20 0 463,-7 1-497,-3-1 57,-2 1-8012,-2 0 7989,-12-4 0,9 3 0,-10-2 0</inkml:trace>
  <inkml:trace contextRef="#ctx0" brushRef="#br0" timeOffset="59618">2354 7317 13689,'0'-7'739,"0"2"-21,0 5 491,0 0-1130,-5-9 134,4 7 56,-5-7 179,6 9 191,-1 0-639,7 0 11,3 1-11,10 1 0,4 0 23,21 0 55,13-1-89,-18-4 0,1 0 11,27-2 0,-1-4-11,-18 4-12,-1 3-10,-5 1-1,7 1 34,-11 1 0,5 1 0,-14-1 0,-3 1 34,-2-2-68,15 0-12,4 1-32,6 5 78,-13-2 0,-9 5-34,-12-5 23,2-1-78,3-2-281,25-6 34,20-19 325,-24 12 0,0-1-73,-6 0 0,-2 0 5,23-1 79,-27 24 303,8 26-79,-6 17-224,-13-21 0,1-2 0,9 13 0,1-22-68,3-20 1,12-17 67,11-11-90,-11-3 1,3-3 55,-4 4 1,0 0-102,2 0 1,-3 3 33,9-2 101,-29 28 45,-15 13 0,-1 8 0,1 6 156,4 6-100,8-10 157,5-4-202,12-14-34,9-12-22,7-6 0,8-11-6,-21 7 1,-1 0-74,26-9-33,-3 5 112,-30 15 168,-16 11-67,-10 3 45,0 3-79,-1-2-33,4-2 178,10-4-167,2-3-22,8-7-12,-6-1-11,-4-2-23,-6 3-66,-2 4 66,-2 2-21,1 1 44,-2 0-213,-2 0-258,-2 0-1153,1 0-4214,2-7 5838,-1-2 0,-1 0 0,-3 2 0</inkml:trace>
  <inkml:trace contextRef="#ctx0" brushRef="#br0" timeOffset="110819">6732 9252 6641,'48'-27'-157,"-1"1"0,-3 0 1,-4 1-57,8-13 213,-9-1 0,-18 17 0,-7 5 0</inkml:trace>
  <inkml:trace contextRef="#ctx0" brushRef="#br0" timeOffset="112898">5533 9443 12087,'10'0'1053,"-2"0"-157,-8 0 124,0 0-561,0-4-223,0 2-102,0-1 101,0 2-156,0 0-79,0-1 0,0 0 0,2 0 0,3 1-12,5-2 24,3 0 10,4-3-11,5 0-11,14-7 0,4 3-67,0 1 33,-7 5-22,-13 4 34,-2 0 22,1 6 22,10 5 79,14-1-78,6-1-23,12-18-191,-3-7-118,3-11 18,-3 1 78,-10 6 112,-14 7-201,-8 7 515,-8 20-45,-4 0-34,-2 14-67,-4-8 276,1-2-343,3-5 22,19-4-526,24-10 229,-14-8 1,2-3 206,-5 3 1,-1-2 28,0-3 0,-4 0-39,7 1-23,-9 7-11,-5 3 246,-1 6 68,-6 6-57,-2-3-10,-5 4-79,-1-8-56,5-2-90,5 0-548,22-15 403,1 0 168,-1-5-45,-14 8 11,-18 10 101,-5 2 67,-1 1 135,-3 4-57,0 0 269,0 3 158,-2-3-437,1-3 1254,-1-2-1434,1-4 45,-1 1 0,1-3 0,-1 3 12,0 2-12,0-1-12,0 1-257,0-1-605,-1 1-3025,-1 0 3899,-1 1 0,1 0 0,0 0 0</inkml:trace>
  <inkml:trace contextRef="#ctx0" brushRef="#br0" timeOffset="127819">12888 9569 13577,'-5'-10'1378,"0"2"-370,5 8-627,0 0-314,-8-20-55,6 14-1,-6-14 12,8 20 44,0 0-67,-1 2 0,-2 8-56,-3 7 45,0 3 11,-1 1 0,2-4-34,1 1 34,0 2 45,-1 17-45,-4 13 0,3 3-11,-1 3-23,5-18-34,1-1 24,6-6-102,16 4-190,16-18 302,24-11-89,-8-19-11,0-13 67,-20-1-157,2-6-225,-13 9-346,-4 1-91,-12 13-1623,-5 5-1234,-1 1 3743,0 0 0,0 1 0,0 1 0</inkml:trace>
  <inkml:trace contextRef="#ctx0" brushRef="#br0" timeOffset="128132">12666 9736 11975,'42'-9'224,"0"1"0,5-1 0,-1 0-135,16-3-89,0-1-112,-8 0-571,-22 6-549,-6 2-169,-4 1-773,-4 1 2174,-5 0 0,-7 2 0,-3 0 0</inkml:trace>
  <inkml:trace contextRef="#ctx0" brushRef="#br0" timeOffset="128549">13021 9469 10339,'3'-1'918,"0"5"-582,2 13 46,-3 2-35,-1 5 426,-1 15-291,0 14-146,0 2-11,1 4-269,3-12 89,4 0-133,6 1-113,18 10 112,9-17-22,19-8 11,-11-33-90,1-20 68,-15-15-90,-12 6 0,-1-3-958,-1-4 0,-3-2 1070,2-12 0,-2 2 0,1-8 0,-11 9 0</inkml:trace>
  <inkml:trace contextRef="#ctx0" brushRef="#br0" timeOffset="128786">13596 9278 15280,'48'0'-1158,"0"0"0,3 0 0,-3 0-1251,4 8 370,-8-1 2039,-18 5 0,-22-6 0,-2-3 0</inkml:trace>
  <inkml:trace contextRef="#ctx0" brushRef="#br0" timeOffset="129050">13510 9659 13622,'66'-3'-141,"0"0"1,-16-3 0,2-3 0,-6-3-84,2-8 0,-4-3-493,3 0 0,-5 2-292,2-5 35,-31 16-80,-26 8 685,-6 3-1177,-19 5 1546,9-2 0,3 2 0,16-5 0</inkml:trace>
  <inkml:trace contextRef="#ctx0" brushRef="#br0" timeOffset="129267">13863 9519 7291,'-12'0'4325,"2"0"-2969,3 66-1065,5-21-1090,-2 5 1,1 1 832,4 15 11,2-1 481,1 0-734,-2-22 1,0 0-182,0-7 0,-1 0-351,-2 1 0,-1-3 471,-2 0-33,-2-19 79,3-23-999,2-12 135,1-17 1087,4-14 0,-4 20 0,4 3 0</inkml:trace>
  <inkml:trace contextRef="#ctx0" brushRef="#br0" timeOffset="129732">13905 9697 12636,'-38'45'160,"0"-1"1,3-3-1,5-2 64,-1 20-145,10-7-147,2-3 68,11-24 0,8-16 147,0-9-69,1-6-55,9-5 10,17-22 1,17-5-34,-12 12 0,2 1 0,24-14-130,-27 20 0,0 2 18,15-8-684,-3 1-885,-5 3-1736,-6-1 1971,-16 5 1883,-9 1-179,-15 8 605,-4 4 46,-3 4 481,-1 9 380,2 13-638,1 17-1132,7-2 0,3-3-101,3-16-1098,7-8-280,4-4 1479,25-15 0,-20 7 0,10-9 0</inkml:trace>
  <inkml:trace contextRef="#ctx0" brushRef="#br0" timeOffset="129899">14296 9641 14675,'8'43'-734,"0"0"0,-2-5 0,3-6 0,10-10 0,-9-9 0</inkml:trace>
  <inkml:trace contextRef="#ctx0" brushRef="#br0" timeOffset="130267">14441 9381 16221,'-12'-40'-123,"4"17"123,8 47 45,4 38-23,-3-19 0,0 6-11,1-4 0,-1 4 1,1-1-759,-1 17 0,-1 0 747,-1-18 0,0 1 0,0-1 5,0 7 1,-1 0-2,1-5 0,-1 2 0,1-4-16,-1 5 1,1-2 11,0 9 0,1-3 366,0 3-366,0-25 44,0-8 35,0-21 11,-3-4-90,-3-1 120,-13-18-5656,-1-22 5536,1-9 0,8 8 0,10 19 0</inkml:trace>
  <inkml:trace contextRef="#ctx0" brushRef="#br0" timeOffset="130701">14796 9515 12557,'-3'-7'1031,"2"2"-751,1 5-280,-3-7 146,2 17 179,-1 2-23,2 26-111,-2-2 0,-1 3-175,-1 3 1,0 0-17,-1 6 0,0-2-236,-3 16-268,4-29 12,4-26-1100,0-4-4189,10-32 5781,-3 4 0,4-8 0,-7 16 0</inkml:trace>
  <inkml:trace contextRef="#ctx0" brushRef="#br0" timeOffset="131600">14864 9519 10473,'0'-9'2779,"0"2"-2656,0 7-55,0 0 44,18-2-112,-3 14 22,15 5 1,-3 40-35,-16-23 1,-2 1 0,1 0 0,-2 1-12,-1 28-44,-6-28 123,-2-1 392,-11-10-56,-2-6 11,-13-10 102,0-7-102,-1-1-134,-2-2-23,2-6-66,6-6-304,5-21-111,10-11-56,30-13 213,4 13-23,26 6 34,-10 18 44,-10 8 1,2 0 22,4-1 0,2-1 11,-1 1 0,1-1-170,2 0 0,-2-1 170,20-9 11,0-2 45,-2 2-44,-8 2-23,-11 4 0,-9 4 101,-17 7 22,-5 2-112,-9 4 0,0-2 353,-1 1-331,-4-3-33,-1 0-11,-2 0-90,2 2-134,4 3 0,-1 1 22,-2 0 202,-1 9-34,-3 1 34,-5 31 123,-1 26 0,7-10 0,2 4-607,0-5 1,2 0 505,2 10 0,0-2-11,2-16 0,-1-1-6,1 13 1,0-1 55,0-13 1,0-3 38,0 0 1,0-5 134,0-6 190,0-24-144,-2-8 876,-10 0-1135,-8-5 146,-31-15 33,-11-12-173,25 10 0,1-1-17,-15-12-79,19 5-190,25 10 79,13-5 100,19-6 90,11 3 0,7 1-68,-8 5 1,3 1-207,13-8 1,0 2 256,-17 10 1,-4 1 27,20-11-45,-17 8-257,-12 5-437,-12 6-4818,-6 3 5546,-16 3 0,8 2 0,-7 0 0</inkml:trace>
  <inkml:trace contextRef="#ctx0" brushRef="#br0" timeOffset="143420">3920 10608 9845,'4'3'740,"-1"0"975,-3-3-1391,-14-2 214,11 0-123,-11 0-213,13-1 145,0 2 280,0 0 57,0-1 134,0 2-818,1-2 11,-1-1 22,1-3-21,1 1-12,-1 1 0,3 3 0,0 0 33,10-2-22,7-5 1,11-4-1,-2-1 0,-1 0-11,-10 3 0,-2 2-11,-3 2 0,2 2 11,-3 2 11,6-1-11,-4 0 0,4 0 0,-1-1 22,10-4-33,3-1 22,7 0-11,-11 4-22,-4 2-1,-9 3 46,1 0-23,1 0 0,14 0 11,12 0-11,18-6-11,-9 0 11,0-4-23,-20 4 23,8 0 0,-3 3-11,12 0-34,-11 2 34,3-2 0,-8-1-34,1-1-11,2-1 0,9 1 0,-2-1 34,8 0 11,-15 2-1,-3 0 1,-6 1 0,15-1-34,9-2 12,18 1-35,-12 1-44,-4 2 68,-18 2-35,-5 0 68,-2 0 0,6-1 0,5-2 22,14-5-22,-6 1 11,-2-5-12,-13 6 24,8-2-12,-5 3-34,-3 0 34,-9 3 22,-12 1-22,-1 1-22,-1 0 22,0 0-11,3-1 0,3 1-124,-1-2 124,2 1 0,-5-1 11,-1 0 0,-3 0 0,-1 1 302,-3 0-1736,0 1-1502,-1 3-1311,-6 4 4247,-8 4 0,5-2 0,-2-3 0</inkml:trace>
  <inkml:trace contextRef="#ctx0" brushRef="#br0" timeOffset="163802">7440 11322 12568,'-10'4'628,"2"0"582,8-4-302,0 0-606,-14-17-123,10 11-89,-10-12-68,14 17 270,0 1-326,4 0 68,13-3 22,15 0-45,2-3-11,5 3-34,-11 2 34,16 1 11,16 0 11,-15 0 1,5 0-51,8-2 0,0-1-311,-5 1 1,-2-1 338,1-1 0,-3-1 0,19-2-6,-24 4 0,1-1-33,-3 1 0,1 0-6,8 1 0,-2-1 57,20-2-12,-13 3-23,-25 0-10,3 1-12,-9 0 34,0 1 677,-13 0-677,-6 0 11,-4 0-1278,-1 0-290,-9 0-1402,2 0 2970,-11 1 0,11 0 0,-1-1 0</inkml:trace>
  <inkml:trace contextRef="#ctx0" brushRef="#br0" timeOffset="167650">8192 12589 16468,'-9'-31'-90,"2"6"146,23 25-33,2-2-46,20-2 23,4-5-12,-3-2 1,7-2 11,8-2 0,4 0-442,-9 2 1,3 1-1,-2 0 324,13-2 1,-3 2-124,-5 4 0,-5 2-117,8 3 78,-9 3-34,-11 0 67,-10 0 314,-14 0 57,-5 0 1044,-12 0-1873,-4 0-1750,-4-2 2455,-7-9 0,9 7 0,-3-5 0</inkml:trace>
  <inkml:trace contextRef="#ctx0" brushRef="#br0" timeOffset="178319">8701 13981 13622,'0'-7'694,"0"2"69,0 5 357,0 0-986,-6-14-112,4 11-22,-4-11-11,6 14-78,0 0 89,0 3 11,0 1 0,0 2-22,0 2 22,0 2-11,0 2 11,0 1-11,0 3-11,5 20 45,-2 26-12,4 6-255,-4-25 1,-1 0 232,3 27 0,2-2 0,2-5 0,10 1 23,-2-23-23,0-8 22,-7-21-11,-8-10 315,-2-1 474,1-1-755,0-2 11,3-3-56,1-4-33,9-6 21,11-4 1,3 0 0,12 2 22,-4 5-11,5 0 23,7 2-29,-7 3 0,6 0 0,10 2 1,5 1-787,-6 0 0,3 0 0,-1 1 788,-7 0 0,-1 1 0,1 0-4,2 0 1,0 0 0,-3 0-464,12-1 1,-1-1 475,5 0 1,1-1-6,-21 2 0,1-1 0,3 1 3,1 0 0,3 0 0,2 0 0,-1 1-37,2 0 0,1 1 1,0-1-1,0 1-28,0 0 1,-1 0-1,1 0 1,-2 0-319,15 0 0,-1 1 0,-4 1 329,4 0 1,-3 1 27,-1 0 1,-1 0-23,-3 1 0,3 1 26,-11-2 0,4-1 1,-1 0-98,0 1 1,0-1-1,1-1 116,-6-2 0,2-2 0,0 0 0,-3 1 7,3 0 1,-3 0 0,-2-1-3,19-7 1,-5 1-1,-21 4 1,-4 0-6,-2 2 0,-1 1 1642,30 0-1648,-25 2 1,1 1-7,2 0 1,0 0 11,0 0 0,0 0 374,0 0 0,-1 0-374,26-2-23,-30-2 1,0-1 738,2 0 0,3-1-716,19-4 0,4 1-12,-1 3 1,2 2-414,-15 2 1,2 0 0,-3 2 424,8 3 0,-5 1 0,-6 2 0,-3 0-175,14 5 164,-2-5-23,-1-2 253,13-3-230,-12-1-11,-8 0-23,-23-1-67,-20 0 1909,-4 1-1809,-2 0 170,6 0-146,-1-1 21,5-1-33,0-2-45,7-3 1,4-2 21,7-2 23,-7 3 0,-2 0 11,-11 5-11,0 1 0,-3 0 0,0 0 23,-2 0-23,-1 1-303,-1 0-605,1 1 382,3-4 526,2-3 11,2-2-11,1-1 34,0-4 67,2-3 22,6-7-123,10-12 0,0 3-34,8-8 34,-6 9 0,1-2 0,-1 3 0,9-10 67,3 3-111,-2-1 44,-2 8-23,-15 11 23,-2 3 0,-7 6 79,-5 3 111,-5 5-123,-3 2-515,-1 1 448,-2-1 0,-3 1 0,-6-1 56,-3 1 23,-4 0-57,3 0-22,-2 0 0,-1 5-22,-7 4-1,-7 6-100,-26 12 67,22-13 0,-2 0-6,0 0 1,-1 0 38,-1-2 1,1-2 22,-14 3 11,2-5 23,8 0 22,0-2 22,16-1-212,5-1-236,15-3-246,11-1-1065,9-4-414,7-2 2095,9-4 0,-13 4 0,-2 2 0</inkml:trace>
  <inkml:trace contextRef="#ctx0" brushRef="#br0" timeOffset="179001">14362 13858 8534,'8'0'202,"52"-3"-67,-35 2 55,41-3 158,-33 6-304,-11-1 24,8 0-68,-7-1 22,-3-1 56,-4-1-66,-8-1 200,-6 1 1514,-2 1-516,0-1-436,2 11 110,3 15-469,1 20-358,2 1 10,-2 4-67,0-19 45,3 4-45,-1-9 0,-2-3-34,-4-13 23,-2-6-292,0-2-324,0 0-875,0 1 1,0 0-1</inkml:trace>
  <inkml:trace contextRef="#ctx0" brushRef="#br0" timeOffset="185569">12626 10650 15045,'13'-5'291,"-2"2"740,-11 3-874,0 0 78,0-11 34,0 9-191,0-9-55,0 11-23,0 0-79,3 0 79,32 0-67,6-5-23,-5 2 1,3-2-477,-1-2 0,-1 0 499,4-2 0,1 1 16,0-1 0,1 1-71,12-3 1,0 1 82,-8 3 0,-1 1 22,4-1 0,-3 2 17,10 1 0,-18 4 11,-14 1-11,22 1 5,-12-1 1,6 0-286,16 0 0,3 0 224,-7-1 0,0 0-146,4 0 0,-4 0-66,15 0 194,-30 1 1,-1 1 51,19 3 44,-3 2 157,-19-2-100,-12-3-79,3-3 749,1-5-727,8-4-537,-8 2-975,-1-1-213,-17 12-113,-6 7 1816,-2 4 0,0-3 0,0-3 0</inkml:trace>
  <inkml:trace contextRef="#ctx0" brushRef="#br0" timeOffset="196351">5575 15603 11403,'-5'2'3788,"2"0"-3340,3-2-157,-1 2-224,1-1-56,-1 1 0,1 1 45,3 0 0,9 5 12,10 1-46,4 0 0,4 0-10,-7-4 21,11 1-10,-1-3-23,0 0 0,-7-2 22,-9-1-22,-1 0 0,3 1 0,4 0 0,5 1 34,32 0-23,-16-1 0,2-1-22,1 1 0,1-2-509,6-1 1,-2-1 513,-13-1 1,-3 0-51,34-7 56,-6 2-6,-23 4 0,2 2 0,2 1 1,0 1 5,-1-1 0,-1 1 0,-2 2 0,-2 1 11,16 2-11,-1 2 0,4 1 6,-18-4 0,3 1-6,-1 0 0,1 0-28,9 2 0,0 1 22,-13-3 0,-2 1-326,29 6 254,-21-7-68,0 0 1141,3-2-1012,-13 0 1,1 0-1,2 2 0,2 1-11,7 0 0,0 1 22,-9-1 1,-3 0-62,29 2-168,-17-6 22,5-5 22,4-4 146,-12 0 1,1 1-1,-1 2 0,0 1 90,0-1 1,-1 2-35,26 9 34,-29 1 67,-2 5-11,0-1-79,19-2-123,-20-6 1,1-1-58,0-2 1,1 0-146,4-3 0,-2-1-55,25-7 201,0-1-44,-1 2 267,-25 6 0,1 1-66,-5 1 0,1-1 22,4 1 1,-2-1 123,17-3-68,-10-2-11,-10-3-67,4-4 0,3-3-67,21-9 33,-5 10 124,8 0 0,-25 19 321,-11 8-243,-15 5-68,2 6-44,-4-9 168,5-1-89,-6-8-11,-1-3 44,-5-1-23,-1-1-44,-3 1-45,-2-2-347,2 2-4247,6-5 4538,-3-2 0,3 2 0,-7 0 0</inkml:trace>
  <inkml:trace contextRef="#ctx0" brushRef="#br0" timeOffset="198051">11015 15819 13745,'52'-2'246,"-1"-1"1,-9 0-1,-2 2-106,-1 4 0,-1 2-39,26 0 11,-8-3 1,8 0-898,-12-2 1,4-1 0,3-1 814,-1-2 1,4-1 0,3-2 0,1 1 54,-6-1 0,2 0 0,2 0 1,-2-1-1,-1 0-610,7-2 0,-2 0 1,0-1-1,0 0 527,3 0 1,1 0 0,-1 0 0,-3 1 8,1 0 1,-3 2-1,0 0-11,-1 0 0,0 1 0,0 1 99,-4 0 1,-1 0 0,2 2-97,-7 1 0,2 0 0,0 1 0,-1 1-3,12-2 0,-2 2 0,-1 0-15,-1 1 0,-1 1 0,-2 1 9,11 1 1,-6 2 5,-23 0 0,-2 1-86,-2 1 0,0-1 80,-1-1 0,0-1-5,33 5 11,-6-3 838,3-1-861,-26-2 2528,-7-1-2427,-24-1 867,-9-1-3567,0 0 889,-2 4 1733,3 1 0,-2 0 0,3-1 0</inkml:trace>
  <inkml:trace contextRef="#ctx0" brushRef="#br0" timeOffset="199600">17186 13357 17431,'1'-7'213,"2"-1"-213,6 1-11,2 1 11,7-1 11,4 1 79,26-5-158,16-1 12,2 0-44,-2 3-169,-24 3 34,-6 3-45,-6-1-35,1 3 69,-11 0-437,-1 1-2141,-12 0 101,-3 0-269,-2 1 2992,-9 3 0,7-2 0,-7 3 0</inkml:trace>
  <inkml:trace contextRef="#ctx0" brushRef="#br0" timeOffset="199937">17176 13417 13364,'0'-7'404,"0"2"-404,0 5-157,0 0-102,3-3 91,-2 11 168,3 6 180,-3 20 78,0 14 16,-5 2 1,-3 7 16,0 10 0,-2 3-888,2-23 1,0 1-1,0-1 602,-3 24 1,0-5-6,4-22 0,2-4-94,-2 28-142,4-15-884,2-10-1121,0-23 45,0-6 2196,0-25 0,0 6 0,0-7 0</inkml:trace>
  <inkml:trace contextRef="#ctx0" brushRef="#br0" timeOffset="200284">17030 13860 13700,'-4'-3'79,"2"0"33,2 3-45,32-2 112,10 0 45,17-4 56,2 0-168,-12-4-90,-11 3 1,2-1-12,2-2 0,-1-1-56,-1 2 1,-1 0-348,25-9-146,-32 10-471,-10 2-1321,-10 3-1021,-7 2 3351,-6 1 0,-1 0 0</inkml:trace>
  <inkml:trace contextRef="#ctx0" brushRef="#br0" timeOffset="200820">17920 13419 12624,'-6'-7'1692,"2"2"-1445,4 5 1310,0 81-1310,0-31-582,-1 9 1,-1 2 435,-4 7-67,-4 0-12,-2-2-22,-2-7 179,2-7-179,-4 1 23,4-17-35,3-9-100,5-17-101,4-10 31,0-1-2093,0-9 2275,17-33 0,-13 23 0,13-20 0</inkml:trace>
  <inkml:trace contextRef="#ctx0" brushRef="#br0" timeOffset="201401">18285 13245 14708,'-3'58'248,"1"0"1,-1 1 0,1-10 0,-1-1 0,0-2-227,-1 17 1,-1-3-659,0-13 1,-1-2 640,1 0 1,0-1 209,-1-4 1,1-1-216,-1 5 0,0-3 200,-4 17-323,0-9-236,3-31-661,2-15-1521,3-10-1347,0-10 3888,1-14 0,1 10 0,0 1 0</inkml:trace>
  <inkml:trace contextRef="#ctx0" brushRef="#br0" timeOffset="201701">18181 13351 14518,'48'8'-199,"1"-1"0,-1 1 0,9 0 1,-7 3-184,-16 8 1,-7 2-190,-5 9 672,-14 15 605,-42 6-448,5-16 0,-6-1-1,-11 1 1,-3-3-258,10-6 0,1-3 0,-18 12-1121,36-23-2364,11-7 3485,10-3 0,0-2 0,3 0 0</inkml:trace>
  <inkml:trace contextRef="#ctx0" brushRef="#br0" timeOffset="202184">18967 13211 15202,'-15'-8'-11,"-9"19"11,-9 23 0,0 4 0,-4 8 44,14-12 46,5 2 0,6 1-23,6 20-22,26 2-57,0-2-55,21-8 34,-5-21-35,-1-4 68,-4-1 0,-4-6 0,-9 0 381,-6 4 393,-21 10-539,-10 0-168,-20 7 34,-5-8-45,-5-2-56,-5-2-286,17-12 0,-3-3-4005,-27-6 4291,6-18 0,30 0 0,27-9 0</inkml:trace>
  <inkml:trace contextRef="#ctx0" brushRef="#br0" timeOffset="203120">19913 13118 14820,'-10'51'218,"0"0"1,4-7 0,-1 4 0,2 0-178,1 1 0,2 1 0,0 1-803,-1 5 1,1 0-1,0-2 767,1 5 1,0 0-47,1-11 0,-1 2 0,1-2-481,0 9 0,0-3 174,0-3 0,0-6 135,0 1-796,0-38-1108,0-9 2117,0-16 0,0 9 0,0-8 0</inkml:trace>
  <inkml:trace contextRef="#ctx0" brushRef="#br0" timeOffset="203436">19823 13050 14518,'58'-27'-168,"-1"0"0,-2 13 0,-4 15-79,-10 26 1,-6 12-326,-9-2 1,-7 5 571,-5 7 0,-7 1 0,-5-15 0,-6 0 359,-8 10 1,-9-1-164,-6-3 0,-5-2-135,-2 0 1,-1-3-87,-4-5 0,1-5 25,-9 2-123,13-9-819,14-10 1078,18-7 0,2-2 1,6-2-1</inkml:trace>
  <inkml:trace contextRef="#ctx0" brushRef="#br0" timeOffset="204084">20352 13568 12815,'0'-12'1065,"0"4"-606,0 8-415,0 0 1,0 5 370,0 25-34,0 21-112,-1 10-123,-2 6 10,-3-18-111,-1-1 0,3-5-34,1 0-100,11-19 21,4-5-144,12-24 21,4-13-44,4-14 123,0-10 50,-13 8 0,-2-3 96,-2 3 0,-1-1 218,0-2 0,-2 2 308,0-9-538,-7 25-22,-4 17 0,-1 6 112,0 28-56,0 17-56,0 8 0,0-2 0,5-23-67,3-8-78,6-3-740,15-6-146,8-7-672,16-11-4135,1-15 5838,-14-3 0,-16 2 0,-17 9 0</inkml:trace>
  <inkml:trace contextRef="#ctx0" brushRef="#br0" timeOffset="204722">20982 12689 15011,'9'59'161,"-1"-1"0,1 0 1,-2-9-1,-1-1 1,-1 0-147,-2 5 0,-2 1 0,-1-2-1037,0 11 0,0-1 1033,0 0 0,-1 1-11,-1-3 0,-1-2 0,-1-4 0,0-3 345,-1-7 0,0-2-345,-1-4 0,1-4 617,0 2-359,0-10 90,4-28-348,1-13 1117,0-14-1150,7-16-23,1 5 0,3-3 22,3 3 0,1 0 34,0 0 0,0 2-78,17-16 33,-9 32 12,21 4-91,11 10-50,-19 8 1,0 4-387,22 23 504,-20 7 56,-41 16 11,-29-2-11,4-21 0,-5 0-182,-5 2 0,-5 2-311,2-3 0,-4 3 0,2-1 493,-10 9 0,2-2 0,3-4 0,6-2 0,1 3 0</inkml:trace>
  <inkml:trace contextRef="#ctx0" brushRef="#br0" timeOffset="209538">21967 13006 15202,'5'-36'1014,"1"0"0,2-23-925,-7 51-10,-1 3-1,0 2-134,0 1-45,0 1 112,0 16 34,-13 24-45,1 7-6,0-14 1,-1 2 5,-9 20-17,7-12 0,1 4-17,4-1 1,1 0-34,0-1 0,2-2-191,2 23 258,10-37 23,8-12-23,8-8 0,12-6-56,9-5-129,-5-7 0,2-4 50,6-3 1,0-2 66,-1-2 1,-1-1 67,-3 2 0,-6 0 45,1-4-45,-15 5-157,-10 5-403,-13 4-2958,-22 5-494,0 1 4012,-19 6 0,25-1 0,2 2 0</inkml:trace>
  <inkml:trace contextRef="#ctx0" brushRef="#br0" timeOffset="209821">22021 13028 16670,'0'44'-42,"0"0"1,-1 9 0,1 4-90,2-6 0,1 2 1,-1-1-689,-1 11 1,0-3 515,-1-9 1,0-6-594,0 6-2798,2-7 3694,3-23 0,-1-4 0,1-17 0</inkml:trace>
  <inkml:trace contextRef="#ctx0" brushRef="#br0" timeOffset="210321">22695 12525 15549,'5'-12'291,"-3"14"-123,-10 27-84,-3 8 0,-3 6-23,-3 16 1,-2 5-714,6-19 1,-1 2-1,1 1 659,-1 5 1,0 3 0,0-3-3,-1 14 1,1-2-6,1 0 0,1-1-12,2-5 1,2-1 178,3 3 1,7-4-219,8-17 1,6-5 16,5-2 1,6-11 10,10-25 1,1-11 56,22-21 78,-32 5 0,-6-3 325,-5-20-28,-15 12 0,-7-1-258,-13 0 0,-6 1-146,4 0 1,-4 4-12,-10 5 1,-3 9-62,-19 7-1087,2 12-2196,2 26 3350,8 8 0,19-3 0,10-5 0</inkml:trace>
  <inkml:trace contextRef="#ctx0" brushRef="#br0" timeOffset="211721">23084 10744 16064,'5'-22'-67,"0"17"123,-5 46-34,0 16 0,0-24 1,0 5-1,-3 25 1,0 8-1131,-2-16 1,0 2 0,0 1 1096,0-1 0,0 0 0,1 1-83,-2-1 1,0 0 0,1-4 163,2-2 1,1-3-447,1-2 1,2-3-1351,4 5-1422,-3-22-628,-1-72 3776,-10-7 0,3-2 0,-2 22 0</inkml:trace>
  <inkml:trace contextRef="#ctx0" brushRef="#br0" timeOffset="212002">22941 10939 13712,'13'-40'466,"-1"0"1,10-1 0,8 8-450,7 18 0,6 7-1,13-3 1,3 5-17,-9 8 0,0 5-316,-3 3 1,-5 5 226,7 26-91,-15 8 157,-15 6 76,-16-11 0,-8 3-64,-14 4 0,-7 0 5,4 2 1,-4-2-336,-12 0 0,-3-5 329,11-13 1,0-2 5,2-2 1,1-1-51,-20 22-2330,10-2-3631,27-20 6083,17-9 0,4-15 1,6-8-1</inkml:trace>
  <inkml:trace contextRef="#ctx0" brushRef="#br0" timeOffset="212301">23523 10860 14719,'58'-8'276,"0"0"1,2-1 0,-3 3-277,-16 4 0,-2 1-67,29-4-202,-38 2-426,-13 0-235,-10 2-2129,-9 1 3059,-26 2 0,17-1 0,-16 0 0</inkml:trace>
  <inkml:trace contextRef="#ctx0" brushRef="#br0" timeOffset="212534">23679 10893 12647,'-5'3'616,"0"0"-123,5-3-291,-1 87-202,1-44 0,0 3-39,0 20 0,-1 5-185,2-5 0,-2-3-163,0-19 0,-1-3-678,-2 3 1,-3-3-2902,-9 7 3966,-1-25 0,5-19 0,7-4 0</inkml:trace>
  <inkml:trace contextRef="#ctx0" brushRef="#br0" timeOffset="212735">23533 11358 10821,'0'-8'2812,"0"2"-1871,0 6-829,73-48-90,-32 31-177,8-10 1,2 2 31,-5 19-2265,3 3 12,-22 8-179,-3 2 2555,-26 7 0,1-6 0,-3-1 0</inkml:trace>
  <inkml:trace contextRef="#ctx0" brushRef="#br0" timeOffset="212972">23290 11763 12165,'58'-5'638,"-1"-1"1,-11 1 0,-2-1-611,4-5 0,-2-2-398,18-9 370,-6 0-403,-8 4-3103,-2-6 3506,-17-2 0,-8 7 0,-16 3 0</inkml:trace>
  <inkml:trace contextRef="#ctx0" brushRef="#br0" timeOffset="213505">24463 10882 9666,'0'-10'2432,"0"2"-1827,0 8-605,-30-28 11,9 21 23,-35-15 89,11 50 224,3 3-122,1 18-169,14-5-23,5 3-10,9 2 10,5 19-44,35-5-90,-4-28 0,5-3 61,2-9 1,3-4-17,4-4 0,-1-2-11,15 3 45,-7 2-34,-9 2 56,-10 17 393,-19 15-248,-15 5 1,-19 6-392,-12-13 302,-6 0 11,-5-3-45,16-18 1,-3-1-1458,2-6 1,1-4 1434,-4 1 0,3-4 0,-5-3 0,20-13 0</inkml:trace>
  <inkml:trace contextRef="#ctx0" brushRef="#br0" timeOffset="214401">21826 14512 14989,'-14'56'44,"-1"0"1,2 0 0,3-1-11,7-12 0,1 1-274,-1 23 0,0 4 292,-1-22 1,1 1-1,-1 1-52,-2 9 0,0 2 0,0-3-458,-1 11 1,-1-5 468,1-8 1,-1-5-35,0 10-180,2-10-817,3-12-2745,2-13 3765,11-26 0,-8 3 0,8-16 0</inkml:trace>
  <inkml:trace contextRef="#ctx0" brushRef="#br0" timeOffset="214701">21993 14616 15896,'42'-16'-217,"0"-1"1,-2 4 0,-1 6-569,16 21-151,-24 4 1,-4 6 722,4 35 431,-29-16 1,-8 3-18,-7-7 1,-6-2-396,-11 3 1,-4-3 322,4-9 0,-1-2 111,-8 8 1,-1 0-639,8-5 0,1-1 398,4-2 0,4-3 0,-1 3 0,24-20 0</inkml:trace>
  <inkml:trace contextRef="#ctx0" brushRef="#br0" timeOffset="-214145.73">22223 15222 14204,'-5'-2'819,"0"0"-472,5 2-246,-1 27 11,-3 0 5,1 9 1,-2 4-23,0-3 0,-1-1-95,1-1 0,1 0 34,-3 19-23,5-31-11,2-10 0,2-7 0,7-4 11,7-11-78,28-28 56,-18 8 0,0-2 11,1 0 0,-1-1 0,-3 1 0,-3 1 313,2-2 393,-6 7-392,-7 12-191,-4 19 23,-7 17-113,-3 16 23,0 5-56,-1 1-22,3-7-605,2-1-393,16-17-1019,12-14 515,7-20-425,5-14 77,-9-8 1872,-9 5 0,-2 1 0,1 1 0,4-12 0</inkml:trace>
  <inkml:trace contextRef="#ctx0" brushRef="#br0" timeOffset="-213594.73">22739 14580 14619,'2'41'89,"0"-1"1,1 2-1,-2 3-61,-3 20 1,-3 5-629,-1-18 0,-1 1 1,0 2 542,-1 11 1,-1 3 0,-1-3 33,0-6 1,-1-2 0,1-5 55,0 6 1,1-7-23,-3 11 673,10-48 459,2-8-541,0-23-456,1-26-146,5-7-33,4-17 33,6 17-68,14-12-313,-3 20-212,10-3-595,11 26 838,3 8 149,9 21 324,-22 6 550,-17 35 402,-33 3-789,-2-18 0,-5 0-96,-21 21-168,15-31 1,-1-2 122,-12 5-89,3-4-56,4-6-1064,5-4-4987,12-8 6051,11-10 0,4 0 0,6-5 0</inkml:trace>
  <inkml:trace contextRef="#ctx0" brushRef="#br0" timeOffset="-212624.73">23521 14901 15023,'-1'-7'1388,"0"2"-905,1 5-483,0 0-112,-3-10 100,6 21 12,3 1 34,8 30-17,-2-9 0,2 3-17,0-2 0,0 2-118,3 4 0,0-1-84,8 12-190,-4-16-145,-10-19-1334,1 0-1984,-3-5 3855,-3-3 0,-4-5 0,-2-3 0</inkml:trace>
  <inkml:trace contextRef="#ctx0" brushRef="#br0" timeOffset="-212360.73">23735 14955 14551,'-7'11'494,"-17"18"-472,1 6 1,-2 3-23,-1-4 0,0-1-6,-4 1 1,-1 1-360,-3 2 1,0-1-73,10-9 0,1-1-325,-4 6 0,3-3-1793,7-4 2555,10-12 0,6-8 0,1-5 0</inkml:trace>
  <inkml:trace contextRef="#ctx0" brushRef="#br0" timeOffset="-212027.73">23916 14941 12658,'55'26'964,"-9"1"-751,-31 2-12,3 14-134,-3-4-78,3 5-213,-6-16-11,-5-10-303,-4-11-582,-2-2-4539,1-3 5659,0-1 0,0-1 0,-2 0 0</inkml:trace>
  <inkml:trace contextRef="#ctx0" brushRef="#br0" timeOffset="-211776.73">24155 14989 12826,'-51'41'33,"18"-13"1,-1 1-169,4-1 1,0 0-1810,-4 5 0,1 0 1944,-13 13 0,22-18 0,22-21 0</inkml:trace>
  <inkml:trace contextRef="#ctx0" brushRef="#br0" timeOffset="-211460.73">24341 14865 13308,'2'-2'202,"0"0"-124,-2 2-66,34 29 66,-16-8-33,28 23-23,-24-17 1,-1-2-12,4 5-11,-5-8-258,-3-1-392,-9-12-919,-6-6 687,-2-2 1,0 0 0</inkml:trace>
  <inkml:trace contextRef="#ctx0" brushRef="#br0" timeOffset="-211245.73">24554 14937 13588,'-38'57'-664,"0"0"1,0 0 0,8-11-1,1-2 1,4-4-788,1 0 1,5-5 1450,3 0 0,9-18 0,4-8 0</inkml:trace>
  <inkml:trace contextRef="#ctx0" brushRef="#br0" timeOffset="-206893.73">16478 14480 18373,'-24'-22'11,"17"4"23,26 19 100,9 0-67,-4 0-67,-1 0 90,-6-1-45,17 0-12,5 0-10,19-1-1,-9-2-11,4-2 23,-12-1-23,3-2 0,1 2 12,22-3-23,-32 6 0,3 0 0,11 0 0,2 1-6,-9 0 0,0 0-239,4 0 1,0-1 272,-8 0 0,0-1-28,6-1 0,0-1 0,0-1 0,3 0-11,20-4 0,2-2 5,-3 1 1,1-1 5,-15 4 0,1 0 0,-3 1-6,6-2 0,-5 2 6,-9 2 0,-4 1 12,9 0-24,12 1-32,2 1 10,-20 2 0,0 0 23,23 0 0,1 1 11,-17 0-112,21 0 34,1 0 233,-30 0 0,0 0-211,23 0 56,-24 0-12,-11 0 12,-12 0-22,6 0 22,2 0 0,6 0-11,-6 0-34,-3 1-123,-5 1-46,0 1 102,-2 2-112,4 2 180,-5 2 21,1 0 23,-8-3 0,-3-4 90,-3-2-79,1 0-56,1 0 45,1 0 23,-1 0-102,-1 0-1187,0 2-1983,-1 2 3249,-3 2 0,2-2 0,-3-2 0</inkml:trace>
  <inkml:trace contextRef="#ctx0" brushRef="#br0" timeOffset="-133593.73">18993 1101 20770,'-21'-47'930,"4"9"-986,27 31-33,14 3-79,25 2 16,-16 1 1,4 2-236,27 7 1,4 6 105,-21-1 1,1 3 0,-1 3-813,8 5 1,0 4 0,-5 1 1002,6 10 1,-10 4 22,-14-2 0,-11 0 499,-11 26-455,-30-13 1,-11 5 37,6-12 0,-4 1 0,-1 1-325,-1-1 1,-3 2 0,-1 0 0,2-2 365,-4 5 0,1-2 0,2-1-45,5-3 0,1-2 1,6-4-135,-2 21 123,20-21 1477,29-22-1499,21-10-141,-9-14 1,4-7-300,7-4 1,5-3 0,0-4-152,7-5 1,1-3 0,0-1-18,0 1 1,1-2-1,-1 1-734,-4 1 1,-1-1 0,-5 3 1363,2 0 0,-7 3 0,8-3 0,-15 8 0</inkml:trace>
  <inkml:trace contextRef="#ctx0" brushRef="#br0" timeOffset="-133225.73">20096 561 16849,'20'10'78,"0"14"12,-3 37-74,-8-25 1,0 2-34,1 20 1,1 3-511,0-4 0,0 0-835,1 3 1,-1-3-107,-2-19 1,0-6-2264,2-2 3731,-6-27 0,-3-3 0,-1-2 0</inkml:trace>
  <inkml:trace contextRef="#ctx0" brushRef="#br0" timeOffset="-132842.73">20483 580 16871,'41'-30'215,"0"0"1,0 0 0,20-9 0,-1 12-239,-19 23 1,-1 7 10,-3 1 1,-4 4-67,3 15-325,-5 23-124,-15 15 364,-18-19 1,-5 1 162,-3-5 0,-3-3-127,-9 2 0,-2-3 206,-20 15-68,15-19 1,1-2-125,-9 13 158,18-7-303,69-29-1142,14-20-368,-13 4 1,1-4 120,-10-3-1,-2-1 1648,3-2 0,-3 1 0,6-3 0,-11 4 0</inkml:trace>
  <inkml:trace contextRef="#ctx0" brushRef="#br0" timeOffset="-132043.73">21293 415 14708,'48'-48'683,"-1"0"1,-6 7 0,-3 5-650,6-2-23,-7 14 56,20-1-112,1 14-89,10 16 22,-24 13 34,-13 20 66,-23 4-89,-4 11 90,-11 5 11,-6-11 0,-7 3 22,-5 2 1,-5 2-671,4-8 0,-2 2 0,1-1 648,-7 8 0,2-1 5,2-3 1,5-2 5,3 13 12,14 4-1,43-28-17,-3-22 1,3-6 5,2-12 1,1-6-210,2-5 0,-3-5 366,4-24 330,-25 7 1,-4-2-28,2-22 625,-13 20 0,-7-1-917,-10 1 1,-8 2-85,-5 2 0,-4 0-106,-1 1 0,-1 1 5,2 7 0,0 4-38,-9-3-1279,4 8-2172,17 8-2657,16 23 6152,21-4 0,-2 10 0,0-15 0</inkml:trace>
  <inkml:trace contextRef="#ctx0" brushRef="#br0" timeOffset="-130389.73">17770 2609 17711,'9'-6'516,"6"7"-505,41 9 1,6 8-610,-26-7 0,2 0 614,5 1 1,5 0 5,3-1 1,7 1 0,4-2-12,-6-3 0,4-1 0,3-1 0,3 0-594,-5-2 1,5 0-1,2 0 1,1-1-1,0-1 1,-2-1 587,-4-1 1,-1 0-1,-1-1 1,1-1 0,1 0-1,0-1-178,-3 1 1,1-1 0,1-1 0,0 0 0,-1 0 0,-1 0 0,-2-1 172,11-1 0,-4-1 0,0 0 0,1-1 0,4 1-129,-8 0 1,3 1 0,2-1 0,0 1 0,1-1 0,-1 0 0,-1 1 140,-4 0 1,0 1 0,0-1 0,0 1 0,-1-1 0,2 1-1,0-1 18,6-1 1,3 1-1,0-1 1,-1 0-1,0 0 1,-3 0-1,-4 1-6,4 0 1,-2 0 0,-3-1 0,-3 1-1,-2 0-2,3-1 1,-3 0-1,-3 0 1,-6 0 130,9-2 0,-6-2-69,5-4 0,-2-3-17,-7-2 1,-3-5-40,5-9 0,-6-8-28,-9-12 0,-8-4 544,-8 6 0,-5-1-628,-5-9 0,-6 0-28,-5 15 0,-5-1 599,-1 5 0,-4-3 0,-2 0-558,-5 1 0,-3 1 0,-2-2 22,-8-8 1,-2-2 0,-1 4 412,5 10 1,0 3 0,0 2-365,-18-14 0,1 4 11,15 15 1,-2 0-1,1 2 0,-3-2 0,0 0-167,0 1 0,-1 1 0,-1-2 152,-8-7 1,-2-1-1,0 1-4,1 1 1,1 1 0,1 2 29,-9-7 0,2 2-24,-1-1 1,2 3 6,13 11 1,-1 0-6,1 3 0,-2-2 0,-2 1-59,0 1 0,-2 0 0,-1 0-1,-10-4 0,-3-1 1,3 2-31,-9-2 0,2 2-45,5 4 1,5 4 44,-14-2-33,5 5-67,0 4 353,14 7 0,-4 1-231,-10 1 1,-6 1 63,8 0 1,-3 1-1,1 0-161,8 0 1,1 1 0,1 0 164,-1 0 0,-1 0 0,4 1 0,-2-1 0,0 1 121,-15 0 0,-3 0-260,22-1 1,-1 0 0,-2 3 59,-11 4 1,-3 3 0,3 1-133,9-1 0,3 0 1,0 4 210,0 5 0,0 3 0,4 2 0,-6 8 0,1 4-101,4-2 1,-2 2 0,0 2 103,2-2 1,1 0 0,0 3 18,-7 6 1,-1 3-1,3 1 38,3 3 0,2 1 0,4-1-27,9-8 1,3-1-1,1 1 4,-1 5 1,1 1 0,3-2-21,-2 8 0,2 1 1,4-7 1,0 2 0,2 0-46,4-3 1,1 0 0,0-1 26,-5 22 0,2-3 17,7-10 0,5-6 5,6 15 12,15 0-34,-5-30 0,6 1 41,7 1 0,8 2 1,4-1 21,9 3 1,6-2-1,5 1-75,-12-9 1,4 0 0,2 0 0,2-1 0,1-1-25,6 0 0,4 0 0,0-1 1,1-2-1,-3 0-274,-7-5 0,-1 0 0,-1-1 0,0-1 0,0 0 240,12 4 0,1 0 0,-2-1 0,-4-2-5,-5-1 0,-3-1 1,2-1 50,-2-2 0,1 0 0,2-1 1,1-3 20,1-1 0,1-2 0,1-2 0,2-4 45,0-3 1,3-3 0,1-2-1,-1-1 1,-2-2-290,6-1 0,-3-2 0,-1-2 0,0-3 339,3-5 1,-1-5 0,-1-1-1,-3 0 9,3-3 0,-5 0 0,3-3-19,-14 6 1,2-3 0,1-1 0,-1 0 0,-3 2 36,13-9 1,-3 1 0,1-1-64,-7 3 0,2-1-1,-2-1 1,-2 2 213,-1-2 0,-2 2 0,-2 0-228,-6 4 0,-1 0 0,-1 1-7,16-13 0,-4 2-6,-12 8 0,-4 2-17,1-8 1624,-10-21-2465,-20-5 304,-18-2 237,-4 35 0,-5 3-955,-6 9 1,-4 4 1243,-9 0 0,2 4 0,-8-3 0,4 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10:39.303"/>
    </inkml:context>
    <inkml:brush xml:id="br0">
      <inkml:brushProperty name="width" value="0.09071" units="cm"/>
      <inkml:brushProperty name="height" value="0.09071" units="cm"/>
      <inkml:brushProperty name="color" value="#FF0000"/>
    </inkml:brush>
  </inkml:definitions>
  <inkml:trace contextRef="#ctx0" brushRef="#br0">11070 4592 15336,'6'0'291,"0"0"45,-6 0 247,0 0-258,-4-9 22,3 6 1,-2-6-147,3 7-44,1 1 113,2 0-214,2 0-23,2 0 1,3-1 89,18-4-78,18 0-45,9-2 33,14 2-395,-6-1 373,6 3-11,-31 0 0,1 1-39,0 0 0,0 0 11,0 0 0,1 0-39,13-3 0,1 1 22,-6 1 0,0 0-22,-3 0 0,-2 0-69,16 1 92,-37 2 44,-8 1 33,-6 0 374,-4-1-372,-1 1 110,-2-1-145,-1-1-145,0 1 43,0-3-10,-7 1-22,-18 0-124,-23 1 191,-3 1 112,-10 2-45,14 3 56,-2 3 11,1 3-67,-17 5 45,-1 3-1,1 0-21,10-2-12,22-5 11,5-1 34,6-2 135,1 0 11,11-5-168,1 0-12,7-3 169,2 0-191,10 0 11,6 0 0,16 0 23,9 0-29,-2 0 1,5-1-18,3-2 1,3-2-67,11 0 0,0-1-1,-15-1 1,-2 0-102,22-4 90,-36 5 90,-11 2 34,-9 2 111,-5 1 35,-4 1-168,-1-1 21,-5 0-55,-4-1 22,-7 1-67,-3 0-147,-18 1-10,-15 2 196,13 1 0,-1 2 28,4-1 0,2 1 0,-4 2 0,2 0 11,-15 3 0,2-2 57,4 0-1,-6 1-34,12-2-21,5-1-12,18-3 0,13-3-157,2 0 157,16 0 78,19-1-78,26-3 23,1 0-12,5-4 0,-13 0-11,2-2-56,1-1-11,-21 4 0,0-1-68,14-2 102,-6 1-1,-27 7 34,-14 2 123,-2 0-33,-5 0-90,-6 0 0,-7 2 67,-20 5-45,-6 5-22,0 1-44,3-1-68,18-5 22,6-3-112,6-2-1781,6-1-5255,6-2 7238,4-4 0,-1 2 0,0-2 0</inkml:trace>
  <inkml:trace contextRef="#ctx0" brushRef="#br0" timeOffset="1736">14054 2767 17442,'6'29'207,"1"6"1,0 7-180,1 15 0,0 3-996,0 2 0,-1 1 979,-2 3 0,-2-3-22,-2-19 0,-1-3-102,0-1 1,0-1-179,-5 29 437,-1-14-527,-4-16-516,-7-14-145,5-13-577,-4-21-2997,7-15 4782,2-23 0,4 20 0,2-1 1</inkml:trace>
  <inkml:trace contextRef="#ctx0" brushRef="#br0" timeOffset="2189">13983 2946 16457,'27'-30'156,"0"1"1,21-16-185,-10 40 0,4 7 28,20 5-90,-24 2 1,-2 5-527,14 27 369,-27-11 1,-7 3 223,-17 23-234,-24 2 257,-16-17 78,-6-1 23,-3-4 179,3-5-179,5-6-101,6-2-101,15-11-168,6-2 56,16-8 202,12 0 0,12 1-67,14 0-147,11 2 180,-13 0 0,1 2 6,-1 2 0,-2 1-6,32 12-145,-25 5 145,-30-4 45,-6 2 11,-11 3 79,-24 15-46,-15-6-301,-7-3-651,3-15-2644,21-17 3552,7-6 0,8 3 0,7-4 0</inkml:trace>
  <inkml:trace contextRef="#ctx0" brushRef="#br0" timeOffset="2539">14619 2687 16187,'-9'-10'112,"7"14"23,7 27-79,2 9 0,1 5-17,-3-7 1,0 1-792,1 17 1,0 1 751,-2-13 0,0-1-56,0 0 0,-1 0-41,1-2 1,0-1-1153,2 7 0,2-1-4735,9 16 5984,1-11 0,-5-33 0,-7-18 0</inkml:trace>
  <inkml:trace contextRef="#ctx0" brushRef="#br0" timeOffset="2987">14976 3196 16277,'-6'-22'0,"-3"32"191,5 20-146,-3 27-45,4-4-56,0 11-258,19-17 56,13-10 213,7-38 23,4-21 22,-12-15 157,-7-4 67,-7 1 448,-7-9-67,-17 9-258,-11 0-347,-4 19 0,-3 12-358,11 7-718,2 2-1400,7 5 2476,2 7 0,5-5 0,1 3 0</inkml:trace>
  <inkml:trace contextRef="#ctx0" brushRef="#br0" timeOffset="3488">15554 3162 17297,'-34'-21'44,"0"-1"1,-23-3 112,42 48-78,0 16 66,-1 8-145,8-9 0,1 2-123,2-5 0,5 0-348,10 0 1,6-4-35,15 4-581,26-35-1581,-10-19-1759,2-16 4426,-2-10 0,-21 18 0,-6 4 0</inkml:trace>
  <inkml:trace contextRef="#ctx0" brushRef="#br0" timeOffset="4102">15893 2476 15023,'-5'-5'212,"1"0"-212,4 5 202,0 0-112,16 65-34,-7-16 0,0 8-363,-1 2 0,0 7 0,-1 0 304,-2-12 0,-1 0 1,-1 0-1,0-2-316,0 6 1,-2-3 0,0-1 262,-1 17 0,0-7 45,0-1 11,0-21 0,0-18 291,0-15-67,-4-6 545,-9-28-769,0-1-79,-6-24 68,8 3 1118,4 0-1107,2-2-34,2 5 34,1 5 34,2-3-34,9 13 0,2 4 0,9 15-11,3 8-45,17 5-112,1 12-146,-1 0 23,-14 11 88,-19-5 159,-5 3 44,-12 0 68,-6 2 77,-11 0 292,-2-2-23,1-1 113,1 2-527,12-1 23,4-3 22,21-5-45,8-9-527,14-3-493,8-3-1378,7-8-2353,4-5 4751,8-6 0,-27 6 0,-4 3 0</inkml:trace>
  <inkml:trace contextRef="#ctx0" brushRef="#br0" timeOffset="4787">17388 2324 16288,'-46'-9'-11,"0"0"0,3 4 0,4 5 11,2 16 16,12 8 1,1 5-17,-10 22-17,13-15 1,1 5-18,6 8 0,3 3-207,5 4 1,4 0-1319,3 0 1,4-1 987,6-4 0,6-5-1,3-16 1,4-5 228,2 0 1,2-2-258,1-2 1,2-1 449,12 4 1,1-1 614,-7-2 0,-3-1-152,0-1 1,-3 1 908,-1 10-158,-24-9 940,-17 1-1230,-9 2 111,-18-1-470,-9-1-90,8-10 0,-1-1 67,-20 2-325,20-7 0,1-1-67,-8-3-67,8-9-582,12-9-2523,18-38 3172,28 15 0,4-1 0,-7-17 0,8 30 0,-1 0 0</inkml:trace>
  <inkml:trace contextRef="#ctx0" brushRef="#br0" timeOffset="4968">17693 2904 12232,'-22'25'-1207,"4"-6"1,18-17 0</inkml:trace>
  <inkml:trace contextRef="#ctx0" brushRef="#br0" timeOffset="5136">17683 3150 13891,'0'7'795,"0"-2"-1467,0-5-214,0 49-861,0-24-1525,0 41 3272,0-39 0,0-11 0,0-4 0</inkml:trace>
  <inkml:trace contextRef="#ctx0" brushRef="#br0" timeOffset="5600">18066 2942 14619,'41'-9'284,"1"0"0,-4 0 0,-3 4-284,-4 14-448,7 13 245,-16 3-178,-2 9 202,-26 4 280,-12-8 56,-15 10-45,-7-11 269,-2-2 179,1 1 224,-3 4-761,16-7-68,6-1-56,25-12-112,14-7-212,16-5-2063,33-23-313,-10 4 2723,-17 0 0,-4 0 0,-5 4 0,-9 2 0</inkml:trace>
  <inkml:trace contextRef="#ctx0" brushRef="#br0" timeOffset="6000">18530 3046 14753,'5'-10'1266,"0"2"-1266,-5 8-56,0 0-67,30 12-291,-5-5-125,28 7 360,-13-9 34,-2-3 66,-2-5 370,5-13 248,-14-12-58,-4-6-212,-16-4 101,-15 10-78,-3 1 66,-11 3 12,-3 7-146,-1 5-168,-14 7-101,8 17 34,-9 11-34,14 21 34,8 9 22,8 12-95,16-20 0,10 1-454,13-4 0,9-3-975,13 0 1,6-7 1452,-2-9 1,-2-8-1,-11-10 1,-6-3-1,-5-2 1</inkml:trace>
  <inkml:trace contextRef="#ctx0" brushRef="#br0" timeOffset="7723">22009 1977 16255,'-68'16'941,"7"12"-751,37 29-179,4 1 1,0 9-1680,7-15 0,1 3 0,0 0 1668,0 1 0,1 0 0,0 0-86,3 0 0,2-1 0,2-4 315,1-1 0,5-6-493,4-5 1,5-4-6,18 14 979,17-21-911,7-17-102,-16-18 1,2-8 240,-4-6 0,-1-5 381,0-10 1,-5-2-96,-8 4 0,-7 0 246,-8-22-200,-20 21 178,-8 5 2369,-12 4-2783,-3 5-34,-2 8-527,2 6-967,8 6-3940,9 6 5443,10 2 0,7-1 0,3 0 1</inkml:trace>
  <inkml:trace contextRef="#ctx0" brushRef="#br0" timeOffset="8134">22370 2079 15493,'-5'-7'661,"2"0"-684,3 7 35,0 0 223,-14 35-213,6 1 17,-2-2 1,0 3-650,1 29 643,2 2-33,4-2-84,2-4 73,4-11 11,7-7-168,7-13-180,9-10 136,3-11-46,4-5 686,2-9-551,3-8-396,17-25 329,-28 14 0,-2-3 50,2-5 0,-3 0-263,4-15-640,-18 13-615,-13 15-1166,-6 3 2824,-4 1 0,3 6 0,1 3 0</inkml:trace>
  <inkml:trace contextRef="#ctx0" brushRef="#br0" timeOffset="8389">22522 2218 16165,'-8'12'0,"2"11"17,5 15 0,2 6-23,-1-8 0,0 1-573,0 17 0,0 1 523,0-12 1,-1-1-147,0 1 0,-1 1-67,1-1 1,-2-1-63,0-3 0,0-1 87,-1 28-1336,1-10-3837,4-28 5417,7-11 0,-4-18 0,4-4 0</inkml:trace>
  <inkml:trace contextRef="#ctx0" brushRef="#br0" timeOffset="8719">22841 2597 15863,'39'-13'-800,"0"1"1,-3 1 0,-3 0-3112,0-5 3911,-6 1 0,-12 6 0,-6 2 0</inkml:trace>
  <inkml:trace contextRef="#ctx0" brushRef="#br0" timeOffset="9267">23324 1983 14462,'-1'16'561,"2"51"-556,3-6 1,0 8-47,-2-11 0,0 4 0,0-1-804,-2-8 0,0-1 1,0-2 580,0 19 1,0-7-50,0 3 944,0-20-631,0-17 386,-1-16 241,-4-9-459,-3-15 112,-3-9 1080,2-16-1147,0-6 33,5-3-145,1-1-101,4 4-414,21-3-1009,15 19-763,28 7 774,-9 25-537,-3 13 750,-24 10 975,-11 4 224,-9 1 594,-10 0 448,-15 0 325,-12-1-79,-15-2-436,-7-4 78,-1-3-796,6-5-134,11-5-1815,15-5 1815,25-8 0,-3 0 0,11-3 0</inkml:trace>
  <inkml:trace contextRef="#ctx0" brushRef="#br0" timeOffset="9536">23603 2356 15952,'49'-21'-82,"0"0"0,-4 0 0,-2 4-400,11 1-806,-8 1-371,-12 3 203,-11 3-248,-12 2-604,-7 1 2308,-3 2 0,-1 1 0,0 1 0</inkml:trace>
  <inkml:trace contextRef="#ctx0" brushRef="#br0" timeOffset="9867">23838 2103 10955,'0'-8'2745,"0"0"-1434,0 8-34,0 0-1030,2-22-213,-1 17-1,3-18 35,-2 33 301,2 9-100,0 43-241,-2-19 0,-1 2 11,0 0 0,0 1-142,-1 0 1,0-2 136,0 11-34,0-7-22,0-6-1,0-7-111,7-7-213,4-7 55,11-9-11,4-5 105,5-5-563,3-12-472,-1-6-493,-3-11 1726,-6-20 0,-13 25 0,-4-8 0</inkml:trace>
  <inkml:trace contextRef="#ctx0" brushRef="#br0" timeOffset="10489">23369 2067 15314,'45'0'661,"-6"1"-639,-27 3 23,1 2-45,2 4 0,1 1 33,-1 1-33,-2-2-22,-3-2-90,-3-1-22,-4-3-1,-1 0 57,-2-2-34,0-1-90,-2 0-5255,-5-1 5457,0-2 0,0 1 0,4 0 0</inkml:trace>
  <inkml:trace contextRef="#ctx0" brushRef="#br0" timeOffset="11234">23551 2404 12378,'2'-8'1748,"0"2"-1479,-2 6-23,0 0-246,1-8-56,2 5 45,1-5 11,2 6 11,0 2 23,-2-1 111,-1 1 226,-2 0 1466,0 0-1882,0 5 23,3 20 100,-1 23-78,0 6 0,-1 12-56,-2-17-78,0 0 134,0-2-45,0-4 0,0-6 12,0-10-1,0-7-22,0-8 56,0-6 0,0-3-3250,0-3 3250,-1-23 0,1 17 0,-1-17 0</inkml:trace>
  <inkml:trace contextRef="#ctx0" brushRef="#br0" timeOffset="12006">21415 3309 15605,'7'0'1524,"-2"0"-1054,-5 0-179,0 0-155,11 0 76,0 0 12,16 0 0,6 0-100,15 0-68,16-3-631,-26 0 0,1 0 580,6-1 1,2-1-6,2 0 0,2-1-267,3 1 0,4 0 255,-2 1 1,5 0 0,2 0-101,2 0 0,1 1 0,4 0-459,-6 0 0,3 0 1,0-1-1,-3 1 567,6-1 0,-3 1 1,-1-1 3,-1 0 0,-1 0 0,-4 0-546,6-1 1,-2 0 746,0 0 1,1 0-72,-3 1 1,-2 0-120,-4 0 0,-2-1 178,-8 3 0,-2 0-211,0 0 0,-3 0-90,9 1 1710,-5 1-1755,-28 0 1660,-7 0-1682,-4 0 936,-4 0-1754,-1 3-2375,-9 4-2870,-4-1 6242,-10 1 0,9-6 0,2-1 0</inkml:trace>
  <inkml:trace contextRef="#ctx0" brushRef="#br0" timeOffset="28439">21110 4722 17151,'21'-3'639,"-2"0"-516,-4 3-66,6 0 21,20 0-44,6 0-1,13 2-312,4 3 290,1 3-11,-3 5-73,-26-3 0,-1 3-39,16 17 67,-7 0-56,-27 1 101,-18-9 101,-15 2-34,-13 2-50,-8-6 0,-7-1 39,-3 1 0,-1 0-22,0-1 0,0-1-6,5-4 0,5-1-28,2-3 122,14-5-537,12-4-44,8-1 44,2 0 359,16 1 112,20 4-56,7 0-22,15 3 22,-14 0 0,3 2-101,-3 2-56,8 12 101,-15 10 67,-7 1-11,-17 6 0,-14-9 146,-10 4-34,-9 1-22,-12-1 134,-8-1 190,-19 0-268,19-14-135,-3-4-526,30-14-1323,7-15-5658,19-8 7496,9-19 0,-4 16 0,0 1 0</inkml:trace>
  <inkml:trace contextRef="#ctx0" brushRef="#br0" timeOffset="28953">21955 4748 16804,'64'17'45,"-6"-1"-45,-28 0-11,-1 1-202,-3 14 78,-13 14 135,-18 3-22,-18 8 22,-17-12-660,-4 1 694,0-1 11,1-1-12,4-2 35,-4 8-169,18-7-79,2-5-111,18-17 44,16-15 683,9-3-514,14-2-130,1-5 1,5-3-370,6-2 0,1-1 358,2-2 1,-2-1 44,-1 0 0,-4 1-755,3-3-1425,-15 4-1802,-14 5 4156,-9 3 0,-5 2 0,-2 1 0</inkml:trace>
  <inkml:trace contextRef="#ctx0" brushRef="#br0" timeOffset="29201">22296 5184 16120,'0'-6'930,"0"2"-963,52-9-561,-14 7-426,2-1 0,2-2 1020,27 0 0,-36 5 0,6-3 0</inkml:trace>
  <inkml:trace contextRef="#ctx0" brushRef="#br0" timeOffset="29888">22889 4546 17734,'-9'48'11,"3"12"-6,6-20 1,1 3-701,0 3 0,0 2 678,0 3 1,-1 1-1,1-2 0,-1 1-218,0 10 0,0 0 227,0-17 1,0-2-27,0-2 1,0-6 335,0-6-134,0-25 202,-1-12-191,-7-7 701,-12-33-756,1-11-191,0-6 22,12 5-191,15 22 80,7 3-214,13 7 435,8 9-289,4 8-169,21 6 203,-2 20 55,-5 2 57,-16 16 56,-25-2-90,-7-1 89,-13 1 270,-32 15-85,9-23 0,-2 0-67,-1 0 1,0-1 16,-26 11-112,32-20 0,13-6-258,7-4-817,6-2-898,12-5 1973,29-23 0,-20 16 0,17-15 0</inkml:trace>
  <inkml:trace contextRef="#ctx0" brushRef="#br0" timeOffset="30088">23314 4652 16972,'0'-5'470,"0"0"-4368,0 5-1470,9 5 5368,-3 6 0,4-4 0,-7 2 0</inkml:trace>
  <inkml:trace contextRef="#ctx0" brushRef="#br0" timeOffset="30334">23256 5045 15112,'-3'5'963,"0"-2"-514,3-3-382,14 59-33,-1-17-34,-3-3 0,0-1 11,2 0-45,-6-19 1,-2-6-181,-1-4-469,-3-3-1143,0-3 1826,2-1 0,-1-1 0,0-1 0</inkml:trace>
  <inkml:trace contextRef="#ctx0" brushRef="#br0" timeOffset="30568">23503 4957 14383,'-2'-6'2320,"0"2"-1749,2 4-571,-1-5 12,13 9-1,7-3-11,19 8-112,6-1-280,2-4-1502,14-1-3305,-15-3 5199,-4-1 0,-23 1 0,-15-1 0</inkml:trace>
  <inkml:trace contextRef="#ctx0" brushRef="#br0" timeOffset="30856">23673 4781 12882,'0'-5'3305,"0"1"-3193,0 4-112,0 19 34,0 6-12,-1 26 102,-3 6-74,-1-9 1,1 4-40,0-1 0,2 1 11,2-1 1,3-2-1,3-8 1,4-6 11,18-3-34,8-16-23,6-9-1126,-5-18 1,2-8 1148,2-6 0,-1-2 0,-7 7 0,-3-1 0,16-22 0</inkml:trace>
  <inkml:trace contextRef="#ctx0" brushRef="#br0" timeOffset="31890">24137 4093 14294,'-19'-41'579,"0"0"0,2 1 0,-1 4-456,-14-9 22,-6-1-1698,-11 2 1576,20 21 0,-2 2 10,-4 0 1,-2 1 99,-1 0 0,-4 1-115,-1 3 1,-4 0 0,-1 2 7,-7 1 0,-2 0 1,-3 2-444,3 2 0,-4 0 1,-1 0-1,3 2 417,-9 0 0,2 2 0,0 1 0,0 0 0,1 2 0,3 1-222,-6 0 1,1 1 333,5 0 0,-3 0 0,-1 0-12,-1 3 1,0 0 0,-1 1-233,1 0 1,-1 0 0,3 1 164,3 2 1,2 2 0,4 1-17,-4 4 0,4 2 89,0 2 1,2 1-51,-1 3 0,2 2-252,1 2 1,1 3 200,1 2 1,-1 4 395,6-2 1,-1 5 0,0 1-391,0 4 1,1 2-1,1 1-8,-1 1 1,1 0 0,3 1-173,3 1 0,3 1 0,4-1 174,0 10 1,4-1 22,1 5 0,3 1-34,1 0 1,3 4 161,5-4 0,1 4 0,2 3-159,5-15 0,0 2 1,2 0-1,0-1-9,2 0 1,-1-1 0,3 1 0,1-2-116,3 0 0,1 0 0,3-3 0,3-4 110,14 18 1,8-8 16,-7-19 0,3-2 0,3-2-8,4-1 1,3-3-1,2-1-22,5-1 0,2-1 1,1-1 17,3 1 1,3-2 0,4 0-50,-10-6 0,4 0 1,3 0-1,0 0 1,0-1-26,0 0 1,0-1 0,0-1 0,2 0 0,1 0 85,-1-1 0,2 0 0,2-1 0,-1 0 0,-1-1 0,-3-1-255,13 2 1,-3-2 0,-2-1 0,0-2 326,-4-2 1,-1-2 0,-1-1 0,-3-2-29,1 0 1,-3-1 0,4-3-39,3-2 0,4-2 1,3-2-1,-1 0 25,-10 1 1,-1 0-1,1-1 1,0-1 0,0 0-192,0-1 1,0 0 0,0 0 0,0-1 0,-2 0 178,10-3 1,0-1 0,-3 0 0,-5 0 2,-5-1 0,-4 0 1,-1-1-75,18-10 1,-3-3 17,-8-1 1,-2-3 260,-3-4 1,-3-2-262,-3-1 0,0-6 91,-5 1 1,1-5 0,-1-2-51,-2-3 1,0-1-1,-2-1 8,0 0 0,0 0 0,-3 0 320,-5 3 0,-3 0 0,-4 3-262,-3-3 0,-5 2-28,-3 2 0,-3 0 55,0 1 1,-3 0-56,-4 2 0,-2 0 588,-2 1 0,-3-1-596,-4 3 1,-4-3-1,0 3-9,-5-7 0,-2 1-17,3 5 0,-2-1 1,0 3-7,-4-5 1,-1 2-1,-2-2 1,-1 0-6,-2-1 0,-2 2-11,-2 1 0,-2 1-29,-1 3 1,-5 2 24,-1 8 0,-6 2 0,-3 3-8,-7 3 1,-4 4 0,-3 2-155,6 3 1,-4 2-1,0 1 1,3 3-378,-8 2 1,2 4 0,2 3-415,5 3 1,2 3 0,7 2-2641,7 4 0,6 3 3631,6 0 0,6 0 1,-3 1-1,16-5 0</inkml:trace>
  <inkml:trace contextRef="#ctx0" brushRef="#br0" timeOffset="49004">15169 6176 11705,'1'-10'1580,"0"2"-1288,-1 8 761,0 0-739,0-25-235,0 15 10,0-18-78,0 21 57,0 1 189,0 3 23,0-1 1815,0 4-1848,0 14-56,-1 5-79,-1 20 56,-1 6 0,-2 11-503,0 9 374,3-28 1,0 0-35,1 3 1,0 0-1,1 1 1,-1 2 22,1 0 0,0 3-23,0 19 1,0 1-23,1-19 1,-1-1 32,1 12 1,1-4-28,3-3 22,1-16 1,-1-15 10,-1-9-22,-2-7-11,-1-2-34,-1-2-719,0-8-390,0-5-1680,0-13-4831,0-9 7665,-2-11 0,1 20 0,0 1 0</inkml:trace>
  <inkml:trace contextRef="#ctx0" brushRef="#br0" timeOffset="49551">15199 6000 13756,'-1'-28'23,"0"6"212,1 20 582,0 1-592,-4 0-57,1 1 34,-4 0-23,0 0-112,-3 0 68,-2 5 279,-11 19-224,-7 20-178,-2 5 33,-3 5-23,10-14-16,4-11 0,0 1-6,-11 14-23,-9 12-347,10-17-190,14-15-214,2-5 58,14-15-405,11-10-660,8-8-1525,14-12 3306,6-11 0,-16 15 0,-4 2 0</inkml:trace>
  <inkml:trace contextRef="#ctx0" brushRef="#br0" timeOffset="49835">15118 6026 14014,'44'-15'470,"0"13"-391,11 41-91,-9-2-262,-14-12 1,0-1 26,12 8 102,-1-5 89,-7-7 205,-7-7-160,-9-6 98,-9-3-826,-6-3-1144,-24-3-2431,-1-3 4380,-19-6 1,20 5 0,4 0-1</inkml:trace>
  <inkml:trace contextRef="#ctx0" brushRef="#br0" timeOffset="91833">10909 8601 13891,'-7'-10'1613,"2"2"-1019,5 7 1524,0 0-1849,-2 0-79,2-1 505,-2 1-662,11 0 136,14 1-113,2-2 33,11-3 12,-8-2-45,1 0-22,0 0 11,16-2-1,10-3 12,5 3-44,4-2-684,-8 3 706,6-2-23,7-3-215,-33 6 0,0 0 215,0-1 1,1 0-18,13-3 0,1 0 6,-1-1 0,0 1-45,-1 0 1,-1 1 10,-7 0 1,-3 2 10,7 1 12,-5-1 11,-7 3 630,4-2-630,-14 2 460,-2 2-460,-13 2-56,-7 1-302,-1 0-91,-5 0-189,-26 0 347,-4 0 66,-28 0 12,3 0-371,-8 3 477,32-1 1,-2 1 44,-1 0 1,-1 2 38,-1 1 1,-2 1 22,-15 2 0,0 0 11,15-1 1,2-1 16,-11 2 0,4-2-28,-5 0-2,11-4 92,7-1 56,6-2-113,5 0 158,-6 0-79,7 0 312,3 0-401,9 0 48,9 0-262,1 0 270,11 0 78,7 0-11,15 0-112,7 0 111,9 0-134,8 0 28,-7-2 1,5 0-29,4-1 0,4-1-412,-10 0 1,2 0 0,-3 0 366,11-1 1,-3 0-57,-7 1 1,-3-1 33,7-1-79,-11 2 12,-8-1 44,-7 2 79,-13 1 45,-5-1-34,-11 2 1168,-1 0-1325,-8-1-22,-5 2 56,-14-1-157,-7 1-235,-34 4 72,22 2 1,-1 0 364,-3 0 0,0 1-337,-5 3 0,1 0 404,11-3 0,1 0 22,0 1 1,0 0 10,0-1 1,0 0 156,-9 2 1,-1 1 128,9-3 1,1 1-225,4-2 1,2 1 105,-5 0-66,31-5-135,7-1-90,2-1 841,28 0-571,12 0-68,16 0-101,3 0 56,-11-2 0,6-1-56,4-2 6,-17 1 0,2 0-12,-3 1 1,0 1-6,-1-1 0,-2 1 0,17 0-33,-30 2 10,-8 0 23,-7 0 67,-4 0 595,-3 0-472,-6 0-190,0 0-212,-5 0-562,-1 0-1724,-3 0 2498,-7 0 0,10 0 0,-3 0 0</inkml:trace>
  <inkml:trace contextRef="#ctx0" brushRef="#br0" timeOffset="106584">18530 9585 17644,'-22'25'67,"-5"9"-67,-8 13 5,16-20 1,-1 5-12,-6 21 1,2 7 8,9-14 1,2 3 0,0-1-564,0 2 0,0-1 0,3 1 556,2 2 0,3-1 1,0-3-9,2 4 1,3-4-62,4-2 1,3-2 91,2-5 1,2-3-88,26 20 1,8-20-22,5-17-12,3-12 56,-17-13 0,-1-5 34,11-7 11,5-17 0,-35 5 11,-9 0 45,-5 1 1327,-5 3-1237,-4 4 236,-11-3-326,3 11-12,-6-2-10,11 12-34,1 0 34,4 3-23,2 0 90,2 1 78,0 0-179,0-1-34,-1 1 23,0-1 11,-2 1 0,1 0-246,-4 0-348,4 3 191,0 0-292,3 2-460,0 1-637,0-1 178,0 1-3047,0 2 4661,0-4 0,0 0 0,0-4 0</inkml:trace>
  <inkml:trace contextRef="#ctx0" brushRef="#br0" timeOffset="107266">18532 9495 13207,'0'-7'1726,"0"2"-1368,0 5-234,0 0-124,-8-7 89,4 13 46,-8-1 77,5 17 136,-3 4-158,-1 6 12,-4 5-101,-4 7-45,-3 6 33,6-5 1,1 2-73,3-9 0,2 1-316,-3 16 1,2 1 303,5-13 1,3-2-6,0 1 0,2-1 6,0-1 0,3 0-6,2-2 0,3-1 0,0-2 0,3 0 11,9 10 0,5 1-11,1-2 0,0 0 11,2-1 0,-1-1-106,-1-6 0,0-3 95,11 7-101,-1-5 90,0-7-67,-3-6 672,-4-6-661,-7-2 56,-10-5 11,-4 2 304,-10-1-203,-11 5-90,-8 3 45,-13 2-45,-5-1-11,7-5 0,-3 0-22,-5-1 0,-1-1-51,1 1 0,0-1-50,1-3 0,4-2-348,-9-2-291,12-3-1154,11-13 1916,11-36 0,7 25 0,4-22 0</inkml:trace>
  <inkml:trace contextRef="#ctx0" brushRef="#br0" timeOffset="107500">18461 10145 15280,'-2'-5'-67,"0"2"134,51-18 23,0 6-759,-1-1 1,3-1 668,-6 5 0,-1 1-241,3 1 1,-1 0-579,0 0 1,0 1-588,-3 1 0,-1 1-578,-5 1 1,-1 1 2092,21-5 1,-26 6 0,-14 0 0</inkml:trace>
  <inkml:trace contextRef="#ctx0" brushRef="#br0" timeOffset="107950">19352 9697 16692,'-33'-10'280,"0"13"-67,8 31 0,-6 18-124,14-18 1,1 2-410,0 7 0,-1 5 346,2 6 0,-1 7 0,3-2-464,2-12 1,2-1 0,0 2 433,-2 15 0,1 3 1,2-5-64,2 2 0,4-6-428,5-7 0,4-3 472,1-8 1,5-4-112,22 13 22,8-20-11,0-15 492,-2-11-380,-3-16 1419,-4-9-1408,-6-15 34,-9-3 1062,-9-5-558,-18-22-347,-6 34 0,-5 1-18,-5-4 1,-2 2-174,-27-9-34,6 24-44,18 16-304,6 4-200,4 5-248,7 4-267,6 7-6892,7 16 7989,8-9 0,-3 1 0,3-16 0</inkml:trace>
  <inkml:trace contextRef="#ctx0" brushRef="#br0" timeOffset="110124">1680 11153 15101,'-6'-2'493,"0"0"-325,6 2-23,0 0-44,-15 7-11,11 11-45,-13 17 78,14 19-101,-1 14-329,2-28 1,-1 2 311,0 2 1,0 1-6,0 1 0,-1 1-56,1-3 0,0 0-34,0-4 1,-1-1-180,-1 26-1322,0-7-3418,1-27 5009,1-9 0,1-19 0,1-5 0</inkml:trace>
  <inkml:trace contextRef="#ctx0" brushRef="#br0" timeOffset="110424">1578 11233 13868,'39'-16'86,"0"0"0,-2 1 0,-1 4-64,13 11-22,0 7 0,-3 6-33,-8 8-124,-12 8 45,-10 3 45,-10 8 67,-15 6-34,-15 8-249,5-23 0,-4 0 283,-5 3 0,-1 0 78,-2 0 1,0 3-62,-8 9 0,1 2-2807,11-10 1,2-2 2789,1-4 0,4-3 0,6 0 0,14-28 0</inkml:trace>
  <inkml:trace contextRef="#ctx0" brushRef="#br0" timeOffset="110735">1959 11191 14462,'47'-18'18,"1"0"1,-4 1 0,0 2-19,-2 4 0,-2 1 0,18 0-202,8 0-582,-35 9-829,-4 3-225,-13 11-873,-11 7 2711,-16 3 0,1-6 0,0-10 0</inkml:trace>
  <inkml:trace contextRef="#ctx0" brushRef="#br0" timeOffset="111002">2158 11187 13678,'12'49'61,"-1"1"1,1-1 0,1 12-1,-3-4-100,-1-15 0,-3-4-1027,-3 21 617,-3 0-21,-7-3 15,-5-6-397,-8-7-34,-8-4 853,10-20-460,0-4-460,14-24 313,3-8-66,1-14 706,8-30 0,-6 33 0,6-14 0</inkml:trace>
  <inkml:trace contextRef="#ctx0" brushRef="#br0" timeOffset="111137">2164 11584 14641,'28'-33'187,"0"0"0,8-3 0,2 5-894,25 3-962,-1 4-920,-10 10-772,-30 11 3361,-10 6 0,-6-2 0,-6 3 0</inkml:trace>
  <inkml:trace contextRef="#ctx0" brushRef="#br0" timeOffset="111324">2150 11867 12669,'58'-20'-253,"1"0"0,-1 1 0,-5 1 0,-17 4 1,-3 1-1,15-5 0</inkml:trace>
  <inkml:trace contextRef="#ctx0" brushRef="#br0" timeOffset="111723">2912 11143 16311,'-47'-16'164,"1"-1"1,-3 1-1,5 7-164,8 19 0,-4 7-11,19 10-168,7 6-136,7 3-65,4 4 55,9 2-628,25 16 354,-6-29 0,4 0-147,13 9 1,3-2 157,-9-9 0,1-2 543,0 0 1,-4-2 44,4 6 168,-11-4 930,-14-5 191,-7-3-80,-15 0-726,-39 15-528,-4-4-1638,10-8 0,-1 0 1683,8-4 0,3-3 0,-6 3 0,9-4 0</inkml:trace>
  <inkml:trace contextRef="#ctx0" brushRef="#br0" timeOffset="112741">8190 10969 15157,'8'0'67,"-2"0"23,-6 0 223,0 0-212,-7 0-11,4 0-90,-5 0 0,4 2-11,-1 8 22,-5 8 224,-12 41-78,7-14 0,0 3-73,0 2 0,1 1-414,0 8 1,2-1 329,7-15 0,2-1 0,0 0 0,1-1-6,6-5 1,2-1-74,13 24-11,12-19 90,10-18-22,5-12-158,1-15-10,2-12 156,-3-11 34,-7-8 34,-8 1 235,-12-6 828,-13 8-896,-33 1-178,-3 16 55,-24 9-78,12 6-78,3 1-573,8 0-906,13 1-2432,9 2-907,6-2 4896,6 2 0,-3-3 0,3 0 0</inkml:trace>
  <inkml:trace contextRef="#ctx0" brushRef="#br0" timeOffset="113424">8701 11071 15896,'-12'37'213,"0"0"0,2 1 0,1 1-157,0 1 0,1 0-56,0 25 0,10-29 0,8-9-11,8-7-79,10-10 68,6-6-45,3-6-1,2-7 23,1-6-22,-4-7-112,-4-1-112,-7 2-202,-7 2-2465,-7 1 2958,-6 7 0,-3 2 0,-2 8 0</inkml:trace>
  <inkml:trace contextRef="#ctx0" brushRef="#br0" timeOffset="113670">8822 11233 15941,'12'57'549,"0"10"-527,-4-26 1,-1 3-830,-2 5 1,0 2 806,-1 3 0,-1 1 0,-1 0 0,-1-1-124,-1-2 1,1-2-73,-1-4 0,0-2-101,-3-7 0,0-1-741,-2 22-1137,-3-16 2241,4-19 0,2-11 1,1-10-1</inkml:trace>
  <inkml:trace contextRef="#ctx0" brushRef="#br0" timeOffset="115243">16270 11250 11269,'-4'0'930,"1"0"1277,3 0-1894,2-3-121,-1 2 2295,1-1-2443,-2 0 382,0 1-392,0 6 56,0 16 201,-3 27-268,-1 7 27,0-19 0,0 2-655,-5 30 616,6-33 1,-1 1-7,1 0 1,1 0-7,0 29 1,1-7 11,1-12-11,0-13 33,0-10-33,0-10 79,0-7 671,0-4-616,0-2-591,-7-18-1740,2-8-1220,-3-14 3417,4-7 0,4 26 0,0 1 0</inkml:trace>
  <inkml:trace contextRef="#ctx0" brushRef="#br0" timeOffset="116004">16899 10788 12132,'0'-6'1893,"0"0"-694,0 6-941,0 0-135,-4-6 56,-3 4 34,-5 2 45,0 6-124,-2 8 68,0 1-67,-2 5 10,-1 5-44,-3 6 33,1 8 12,-2 7-34,0 11-23,6-8 1,0 5-29,0 12 1,2 2-987,0 0 0,2 1 913,3 1 1,2-3 0,5-21 0,3-2-107,4-4 1,2-2 95,15 27-57,14-15-66,6-15 145,4-12-190,2-11 27,-13-8 1,0-3 16,17-5 57,13-7 55,-28-8-33,-6-8 1821,-6-5-1709,-3-28 521,-12-8-337,-7 26 1,-3 2 50,-9-19-89,-5 19-79,-6 24-112,-3 6 11,-6 6-11,-6 2 22,-7 9-67,-6 7 45,-4 10 0,1 6-78,1 4-56,5-1-102,9-3-55,9-6-415,9-4-145,9-10-102,9-2-548,7-9-2174,7-9 3675,1-7 0,-6 5 0,-3-2 0</inkml:trace>
  <inkml:trace contextRef="#ctx0" brushRef="#br0" timeOffset="117027">16813 10038 11964,'-41'-23'377,"0"-1"0,2 2 0,2 3 105,-16-3 67,1 5-247,-1 6-55,0 6-91,-2 4 58,1 7-12,-1 8 33,0 11-1470,2 9 1358,1 7-1,14-7 1,-1 5-34,-2 9 1,0 4-51,-1 0 1,1 2-216,15-14 0,1 1 0,2-1 187,-2 8 1,3 3-1,3-1 0,-1 5 0,2-3 0,-2 10 1,1 1-12,4-11 0,0 4 0,3 0-4,5-2 0,1 0 0,2-2-13,-1 10 1,1 0 16,4-11 0,2 3 0,2-4 16,3 5 1,4-4-17,4 1 0,4 0-214,3-3 1,4 2 205,3-6 1,4 1-1,3 0-60,3 0 1,3 0 0,3-1-296,-2-4 1,3 1-1,0-1 1,0-4 332,5 4 0,0-4 0,0-3-4,0-3 1,0-2-1,-2-4-412,5-2 0,-2-5 368,0-2 0,0-2 133,-3-1 1,-1-3-129,-2-3 0,0-1-11,-2-2 0,-1-1 50,-1-1 1,-1-1 33,-1-1 0,-1-2 57,-1-2 0,-1-2-57,-1-2 0,-1-1 0,0-3 0,0-2 16,0-1 1,-1-1-17,0-1 0,2 0 23,14-11 0,3-2-23,0-5 0,2-2 11,-11 5 0,3-2 1,-4 1 491,8-8 0,-3 0-459,-6 0 1,-4 1 56,-15 12 0,-3 0 100,11-28 1113,-10 0-1146,-9 1 22,-7-2-22,-4 0-67,-1 0 12,-3 1 88,-6 2-55,-7 0-68,-7 1 102,-6-2-119,4 14 1,-6 0-85,-6-2 1,-6 0 10,3 7 1,-4 0 0,0 3-234,-14-8 1,-1 5 240,16 13 0,-1 2 1,2 1-14,-7-1 0,2 1 17,-1 0 0,1-1-6,2 0 1,0-1-119,1 0 1,0-1 134,4-1 0,-2-2 39,-11-11 1,0-1 5,13 8 0,1 0-173,-10-7 1,1 0 116,15 13 0,1 3-11,0 0 0,-1 2 79,2 2 1,-3 2-271,-11 0 1,-3 3-1021,0 5 1,-2 5 1221,-10 10 0,1 4 0,-8 0 0,19 16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20:08.608"/>
    </inkml:context>
    <inkml:brush xml:id="br0">
      <inkml:brushProperty name="width" value="0.09071" units="cm"/>
      <inkml:brushProperty name="height" value="0.09071" units="cm"/>
      <inkml:brushProperty name="color" value="#FF0000"/>
    </inkml:brush>
  </inkml:definitions>
  <inkml:trace contextRef="#ctx0" brushRef="#br0">3948 5280 8042,'66'1'978,"-1"1"1,-4-1-1,-5 1-664,14 3-768,-36 1 0,1 3 454,1 1 0,0 3-40,3 2 1,2 1 5,0-1 1,4-2 38,18 0 1,4-6 46,-18-9 0,0-3 1,0-2-474,0 0 0,0-1 0,-1-4 92,0-5 1,-2-4-1,-3-1 329,5-8 0,-6 0 0,9-6 0,-15 7 0</inkml:trace>
  <inkml:trace contextRef="#ctx0" brushRef="#br0" timeOffset="2550">8186 2511 8254,'3'-3'1222,"0"2"369,-3 1-1143,0-14 269,0 9 269,0-11-627,0 12-90,0 2 1994,0 0 113,0 2-2320,0 12-45,-1-5-11,-1 14 0,0-5 45,-6 16-23,0 11 1,-5 21-23,1-7 0,4 2 11,2-16-34,3 14 46,1 1 10,1 12-33,1-18-22,0-9 11,0-15 0,0-2 11,0-1-34,0-3 12,0-3-57,0-1 57,0-8 11,0-1 11,0-8 67,0-1-1233,-4-5-3316,1-10 4482,-2-3 0,3 2 0,2 6 0</inkml:trace>
  <inkml:trace contextRef="#ctx0" brushRef="#br0" timeOffset="6537">7666 1560 14955,'0'-8'1221,"0"2"-492,0 6-505,0 0-90,0-6 23,0 4 101,0-4 78,0 6-504,0 0 168,0 12 78,-8 28-179,-1-7 0,-1 5 90,-4 14 0,-1 1 11,1-7 0,1-1-64,1 0 0,2-3 64,-2 12-336,6-3-470,2-21-416,8-7-503,4-18-1356,5-6 3081,-1-10 0,-4 7 0,-4-6 0</inkml:trace>
  <inkml:trace contextRef="#ctx0" brushRef="#br0" timeOffset="7302">7865 1534 13162,'0'-4'1737,"0"0"-1647,0 4-68,18-16-10,-5 10-12,17-11-12,-7 15 1,1 1 0,10 1-79,-6 3 0,-1 2-33,-11 4 123,-10 1 33,-3 3 91,-2 2-56,-2 14 44,-11 7-34,-8 16-78,-4-10 11,-5 1 0,7-11 1,-1 3-1,-3 3 22,9-9 1,-1 3 5,2 1 0,0 1-78,1 8 0,2-1-230,-1 18-269,16-12 180,9-26 190,20-6 280,6-8 302,8-21 124,-14-3-213,-10-15 45,-13 5-158,-4-1 12,-3 1-22,-1-15-124,0-5-78,-6-12 12,-2 11 21,-6 7 69,-1 15 10,-10-4-112,5 9 0,-13-6-1020,11 7-1569,5 6-1377,10 0 3966,14 5 0,-2 4 0,2-1 0</inkml:trace>
  <inkml:trace contextRef="#ctx0" brushRef="#br0" timeOffset="10735">7157 1757 7179,'0'-4'2129,"0"2"639,0 2-1973,-3-17-212,2 9 111,-3-14 147,4 15-415,0 2-46,0 3 439,0 2-819,-3 0-68,2 0 12,-2 0 45,1 1 11,1 7 0,-3 7 23,-1 11 44,-6 39-62,4-19 1,0 3-12,0 1 1,1 1-470,0 4 1,2-3 350,1 14 124,1-16 0,2-16-45,0-11 45,0-13-112,0-3-2308,0-7-1233,0-13 3884,0-7 1,0 3 0,0 1 0</inkml:trace>
  <inkml:trace contextRef="#ctx0" brushRef="#br0" timeOffset="12552">7358 1636 9409,'-7'-2'1412,"2"0"-1009,5 2 2555,0 0-1983,-1-2-527,1 0-336,-1-2-45,1 1-56,0 1 1,0-2 21,0 1-10,0-3 10,1 0-22,1 0 34,2 0-34,2 1 23,1 1-23,0-1 0,5-1 12,-1 0-34,4 1 11,-4 1 0,-1 3 33,-1 1-33,1 0 0,3 0 45,7 0-56,4 0-56,-2 1 11,-4 1 0,-9 1 56,-1 2 0,-3 0-34,5 6 90,-4 0-34,6 4-10,-4-2 10,0-3-11,-2-3-22,0 1-157,-1 0 78,-2 2 90,-1-1 12,-2 0 66,0-2-67,0 1 56,0 0-111,0 2 66,0 0-22,1 2 11,-1-3-11,1-2-11,-1-1-11,0 1 10,0 1 57,0 8-34,0 3-33,0 0 22,-2 1 0,-1-6 11,-3 1-11,0 0 34,-4 11-1,-1 1-21,-2 8-12,5-7 0,2-3 22,3-6-22,2 7 0,-2 0 11,0 5-11,-1-8 0,-1-1-11,0-7 11,0-2 0,0-1 11,0 1 0,2-5 1,1 0-24,0-5 12,1 0 0,0-2-67,-1 3 67,0-2 56,1 0 628,-1-1-639,4-7-45,0 2 0,1-3 0,2 3-11,-1 2 11,1-2 11,5-2-22,5-4 11,11-7 0,0 2 11,4-3-11,-6 5-34,7-6-44,-9 8-1,5-4 68,-14 10-11,-3 1-68,-3 2 90,-4 1-359,-1 1-324,0 0-527,1 0-6600,7-2 7810,-2-4 0,0 2 0,-5-2 0</inkml:trace>
  <inkml:trace contextRef="#ctx0" brushRef="#br0" timeOffset="13617">9106 2051 13173,'0'-3'2454,"0"0"-1793,0 3-582,0-4-79,0 3-146,0-2 146,0 35 90,-4 36-57,0-28 1,0 2-298,-3 10 0,0 1 264,0-11 0,-2 1-39,-1 18 0,0 2-230,1-5 0,1 0-17,0 5 0,1-4 107,3-19 0,1-7-415,2 4 123,1-27-123,0-6 0,0-3 1</inkml:trace>
  <inkml:trace contextRef="#ctx0" brushRef="#br0" timeOffset="15367">8834 1199 13622,'1'-8'1681,"0"2"-1592,-1 6 1177,0 0-1266,0 9 0,-6 7-67,-8 38 5,4-19 1,-1 3 72,-1 0 0,2 1-229,-1 0 1,1-2 195,-1 9-13,2-8-32,5-13-605,0-8-1512,4-10 166,-1-4-1668,6-4 3794,3-8 1,-2 6 0,1-6 0</inkml:trace>
  <inkml:trace contextRef="#ctx0" brushRef="#br0" timeOffset="16002">9237 1299 15101,'21'-30'420,"0"0"0,16-25-185,-34 39-212,1-3-35,-6 7-44,-5 1-56,-4 6 90,-6 2-12,-3 2-257,-15 4 202,-4 20 55,-3-2 68,4 18-46,14-11 12,5 0-22,6-3-920,6-3-458,23-9-1614,27-12 1333,7-13 370,15-11 1221,-20 1 90,-7 5 595,-7 6 334,-10 5 2691,-10 9-2735,-13 8-493,-8 9-78,-6 8-23,-2 5-190,2 3 0,-7 26-79,13-27 0,0 3-526,-2 8 0,1-1-493,-3 23-45,5-19-404,7-31-268,1-10 1112,1-5 1,0-3 0</inkml:trace>
  <inkml:trace contextRef="#ctx0" brushRef="#br0" timeOffset="16435">9485 1171 15235,'33'-22'-67,"-1"-1"0,19-10 11,-33 41-11,-9 5-68,-1 7-33,-5 3 44,0 5 113,-3 5 11,-14 18 258,-11 3 101,-4-2-90,-2-12-157,14-21-112,7-5-112,4-7-314,13-3 33,36-21-363,-6-1 0,3-3 621,4 0 1,0-2-1069,6-4 0,-1 1-556,-15 9 0,-1 2 1759,23-11 0,-24 12 0,-12 5 0</inkml:trace>
  <inkml:trace contextRef="#ctx0" brushRef="#br0" timeOffset="17834">10067 3100 12792,'0'-9'1871,"1"1"-1321,-1 8 21,1-1-380,0-1-135,0-2-45,2-1 11,-1-2 12,1 2-34,0-1-23,0 2 46,5-5-23,4-5-34,8-7 34,-2 2-11,3-3 22,-5 7-11,1-3 0,1 0 0,10-12 0,-6 4 0,7-11 0,-7 6 0,3-3 0,1-5-11,3-5 22,5-7-17,-6 10 1,2-3-57,3-3 1,2-3-315,-6 10 0,1-2 0,0 2 387,5-9 1,0 3-29,-2 3 0,-2 4-285,-8 11 0,-1 1 302,22-24 0,1 4 33,-16 17 1,1 2-23,23-18-11,-6 6-11,-18 18-45,-21 17 1060,-3 4-1038,-4 1-2162,0 0-1883,-1 4 4079,-2 1 0,1 0 0,0-1 0</inkml:trace>
  <inkml:trace contextRef="#ctx0" brushRef="#br0" timeOffset="18734">11358 1438 12860,'-4'0'2431,"0"0"-1120,4 0-1311,-6-7-67,5 5 22,1-7 68,28 3 10,3 0-33,18 1-56,-10 4-191,-4 1-133,-4 0-136,-5 3 124,-6 4-258,-7 16 706,-15 14 325,-26 18 0,-3-6-56,-14-1-123,16-19-146,7 1-639,13-9 224,41-5-190,8-21-191,9-10 1,3-5 16,-8-4 1,-1-2-270,6-5 1,-2-1 991,-15 6 0,-5 3 0,4-4 0,-24 14 0</inkml:trace>
  <inkml:trace contextRef="#ctx0" brushRef="#br0" timeOffset="19167">11820 1183 15325,'-2'7'-291,"3"6"369,4 16-67,5 5 1,4 5-12,3 0-23,4 1-78,1-3-157,2-3-33,7 9 134,-10-16 23,1 6-1,-15-17 135,-3 1 79,-3-2 626,-9 11-446,-12 1-91,-1 0-124,-7-3-44,9-12 0,2-2-616,0-4-796,0-2-1142,2-3 2554,-5-13 0,11 9 0,0-9 0</inkml:trace>
  <inkml:trace contextRef="#ctx0" brushRef="#br0" timeOffset="19368">11908 1356 14395,'0'-9'852,"0"1"-707,0 8-10,0 0-191,63-43-180,-22 25-551,5-9 1,3 2-210,8 12-1487,-19 6 0,0 0 2483,15-1 0,-4 1 0,-32 4 0</inkml:trace>
  <inkml:trace contextRef="#ctx0" brushRef="#br0" timeOffset="19801">12636 1015 15471,'-9'-25'784,"-1"5"-695,-13 40-89,2 5 67,-14 23-44,13-7 0,1 6 49,1 9 1,1 3-524,1-1 1,3 1 382,3 1 1,6-4-482,10 13 135,15-17 89,13-19 106,1-23 0,6-8-465,3-14 1,1-6 593,5-4 1,-2-5 263,-11 0 0,-6-3 1227,5-21-326,-30 25-100,-39 0 610,-33 12-1664,14 10 1,-2 5-544,9 3 0,1 2-1451,6 3 1,5 0 2072,10 4 0,14-6 0,8-6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22:45.199"/>
    </inkml:context>
    <inkml:brush xml:id="br0">
      <inkml:brushProperty name="width" value="0.09071" units="cm"/>
      <inkml:brushProperty name="height" value="0.09071" units="cm"/>
      <inkml:brushProperty name="color" value="#FF0000"/>
    </inkml:brush>
  </inkml:definitions>
  <inkml:trace contextRef="#ctx0" brushRef="#br0">11368 4594 12871,'0'3'684,"0"0"940,0-3-1198,0 5-90,1-3 34,0 4-79,-1-2-22,0 5 101,0 9-90,0 12-90,0 11-134,0 10-22,-2 7 22,-1-15 0,-1 2-51,0-3 1,0-1-6,0-1 0,1-2-11,-1 15 0,4-34-213,0-8-202,0-6-1535,0-4 1961,0-30 0,0 22 0,0-22 0</inkml:trace>
  <inkml:trace contextRef="#ctx0" brushRef="#br0" timeOffset="514">11741 4536 12188,'4'-3'2632,"-2"0"-1433,-2 3-1098,44-5-56,-21 4-34,34-3 34,-32 4-23,5 0-44,-10 2-23,2 2 45,-14 4 90,-4 5 291,-2 3-56,-5 5-112,-7 5 246,-21 23-325,10-21 1,-1 1-68,0 1 1,0 1-1,-18 25-67,19-20-56,6-5 34,6-5-337,5-6-123,3-7-56,23-6 314,-1-12 201,23-13-44,-3-12 67,2-9 67,1-2-67,-1 1-11,-3 2-1154,-4 5-1714,-8 1 2879,-6 2 0,-11 13 0,-4 4 0</inkml:trace>
  <inkml:trace contextRef="#ctx0" brushRef="#br0" timeOffset="1746">12345 4349 17308,'-4'-64'157,"7"8"-135,13 37-22,10 1 79,6 2-79,7 4-448,26 3 67,-17 5-113,11 9 46,-28 9 124,-10 12 223,-11 8 101,-5 7 33,-11 4 337,-8-9 0,-3 1 134,-15 17-477,7-18 1,-1-1 397,-14 11-156,2 0-45,3 2-89,3 3-135,7 2-79,14-14 1,4 2-1121,14 23 695,11-5 369,19-31 135,2-28 11,-1-12 12,-7-9 100,-7-7 404,-12-4 763,-5-12-987,-17 10-102,-5-10-89,-15 15-112,-3 1 90,-5 0-79,0 2-11,2-1-493,-5-10-1188,14 2-761,5 1-4124,16 9 6566,12 11 0,-4 6 0,4 3 0</inkml:trace>
  <inkml:trace contextRef="#ctx0" brushRef="#br0" timeOffset="2199">12892 4650 14540,'-6'0'1703,"0"0"-1299,6 0 369,0 0-639,41-33-55,7 11-102,-10-1 1,1 0-504,14 5-606,-18 9-1849,-20 7 2981,-6 2 0,-5 0 0,-3 0 0</inkml:trace>
  <inkml:trace contextRef="#ctx0" brushRef="#br0" timeOffset="2965">13438 4029 16983,'-8'0'-157,"4"14"202,9 30-34,4 16-11,-4-25 0,1 2-329,0 3 1,-1 1 322,-1 1 1,0 1-57,1 16 0,-2-2 62,-1-17 0,-1-2-17,1 6 1,-1-5 154,-1-8-138,0-17 78,0-8 57,0-5-169,-7-27 23,1-18-101,-3-12-67,5-6-46,9 17-78,8 2 214,10 7 575,8 7-643,5 10-324,21 8-91,-15 6-123,11 13 79,-27 6 369,-9 12 247,-8 6 292,-11 6 425,-14 5 79,-11 2-135,-11-1-157,10-18 0,1-3-369,-9 8-135,-2-5-684,26-21-1669,7-12-2420,6-13 4773,9-19 0,-6 14 0,6-1 0</inkml:trace>
  <inkml:trace contextRef="#ctx0" brushRef="#br0" timeOffset="3136">13841 3886 13207,'0'16'-1621,"0"-7"0,0-2 0</inkml:trace>
  <inkml:trace contextRef="#ctx0" brushRef="#br0" timeOffset="3346">13907 4223 16154,'8'35'-1227,"0"1"0,4 29-700,-5-18-605,-3 1 2532,-3-3 0,-1-19 0,0-7 0</inkml:trace>
  <inkml:trace contextRef="#ctx0" brushRef="#br0" timeOffset="3587">14017 4231 15907,'55'-16'-123,"0"1"0,-2 0 0,-3 0-466,-14 4 1,-2 1 308,1-1 0,0 0-1647,28-9-2824,-10 4 4751,-14 5 0,-20 6 0,-8 3 0</inkml:trace>
  <inkml:trace contextRef="#ctx0" brushRef="#br0" timeOffset="3903">14308 4043 17420,'0'17'146,"6"39"-130,-4-21 1,1 3-526,3 12 0,1 0 464,0-10 0,2-1-101,0-1 1,2-1-191,2-3 0,2-2-236,16 18 441,4-16-3287,16-21-1815,-13-24 5233,10-20 0,-30 7 0,-6 0 0</inkml:trace>
  <inkml:trace contextRef="#ctx0" brushRef="#br0" timeOffset="5680">11276 3208 13824,'-37'2'969,"-1"-1"0,-31 3-320,24 0-469,-4 1 100,-7 3-89,-5 2-809,-4 4 635,31-5 0,-1 0 16,0 2 1,-1 0 83,-1 2 1,-1 2-101,-19 13 0,0 4-23,12-5 0,1 3-385,5-3 0,-1 3 0,3 0 391,-4 9 0,3 1 0,0 3 0,1 2 5,1 3 1,3 2 16,0-1 1,2 4-16,7-4 1,0 4 0,2-1-8,-3 8 0,3 1-8,4-10 1,1 4-1,3-4 8,2 7 0,4-3-34,2-1 1,2 0 27,0-1 1,3-1-135,3-2 1,3-1 100,2-3 0,4-1 11,3-2 0,5-1 22,4-1 1,4-3-18,2 0 1,4-1 22,1-2 0,4 1 0,0-2 5,8 6 1,0-1-330,-5-6 0,3 2 0,-3-4 302,7 3 0,-1-4 16,0-2 0,1-2-11,2-3 1,1-2 10,1-2 1,1-3 5,4-2 0,1-3-6,3-1 0,1-3-28,1-1 1,2-3-23,1-1 0,1 0 45,0-2 0,0 0-57,1-2 1,1-1 50,-1-1 1,1-2-14,-22 1 0,-1-2 0,0-1 30,1 0 0,-1-2 0,0 0 33,0-1 1,-1-1 0,4-2-34,1-1 0,4-2 0,0-1 0,-3 1 18,4-1 1,-2 0 0,2-1-443,-2 2 0,3-2 1,0 0-1,-4 2 424,0-1 0,-3 2 0,0 1 0,0-1 0,0 1 0,0 1-154,-2 0 1,1 0 0,-2 1 153,22-6 0,-1 1-129,-3 1 1,-1 1 128,-1 1 0,-2 0 5,-3 1 1,3-2 5,-8 2 0,3-2 1,-3 0 5,9-2 0,-1-2 16,-9 3 1,3 0-1,-5-1-5,6-3 0,-4 1-28,0-1 0,0-1 114,-1-1 1,-2 1-121,-3-1 1,-1 0 16,-3 1 0,-2-1 0,-2 2 0,-3-1-11,-2 1 0,-1 0 1689,22-18-1689,-7 0 11,-9 3 12,-4-3 10,-6-1-33,-2-3 0,-3-4-33,-4-3 66,-3 1 1,-5-19-34,-5 18 45,-2-12-45,-3 20 0,0 1 1563,-4 3-1563,0 0 1145,-5 3-1112,-5-16-33,-5 1 90,-1 0 789,-4 8-867,2 14 21,-3-1 106,-3 0-139,-1 1 11,-3 2 0,-2 2 12,-3 1 77,-2 2-88,-4 0-1,-2 1-11,-3 1-11,-3 0 11,-3 3 89,-5-1-376,-2 3 253,-3 0 12,16 5 0,-1 2 16,10 2 0,0 0-246,-13 0 0,-1 0 252,14 3 0,1 1 17,-2-1 0,1 1-17,-1 0 0,-1-1 0,2 1 0,-1-1 28,1-1 0,-1 1-12,2-1 1,0 0 0,0-1 0,1 0-94,1-1 0,1 1 88,-31-5 23,4 1-34,5 1 34,0-1-34,1 1 11,-3 0-6,10 4 1,-2 0-6,11 1 0,-2 1-307,-15-1 0,0 1 290,13 1 1,2 0 4,0 0 1,-1 0 11,1 0 0,1 0-6,0 2 0,0 0 0,1 0 1,1 1-12,0 2 1,0 0 10,4 0 1,-2 1 5,-12 3 0,0 0-11,14-2 0,0 1 11,-10 4 0,2 0 0,-13 8-67,0 6 44,2 2-22,-1 3 90,3-2-45,2 0 0,7-3 296,0 4-296,17-11 138,1 2-429,15-12 177,3 0-1499,-1-2-2425,1-2 4038,-2-2 0,5-3 0,-1 0 0</inkml:trace>
  <inkml:trace contextRef="#ctx0" brushRef="#br0" timeOffset="13497">17387 7367 17678,'-6'0'605,"2"0"1322,3 0-1860,11 1-78,-2-1 11,9 1 0,-3-1-11,2 0 11,-1 0 0,1 1 0,-1 0 11,2 1 0,1 0-11,1 1-22,0-1 22,1 1-11,-2-1-12,0 0 12,0-1 11,0 0 45,3-1-34,4 0 101,3 0-67,4 0-45,2 0 11,2 0 0,2-1 1,3-1 10,4-2-22,0-1 0,1 1 11,-2 1 0,-1 1-11,-1 2 0,0-2 12,0 0-1,2-2 0,-1-2 23,1-2-34,-1-1 78,18-3-33,-16 3-45,10-2 0,-21 5-11,-6 2 11,-2-1 0,-5 2 33,-2 0-22,-3 0-11,2 0 12,0-1 21,8-2-22,4-3 57,9 0 100,4-2-101,6 2-67,3 2 0,0 2-33,0 2 10,0 1 23,-1 1-11,0-1 22,1 1-11,2-2 12,0-1 21,5-1 46,1-3-248,3 1 259,-1-2-79,-5 0 12,-1 2-23,-7-2 11,-2 3 0,-3 0 0,-3 1 0,-1 2 12,-2-1-1,1 1-11,-1-1 34,16-1 0,2 0-45,-1 1 258,-7 1-269,-18 3-12,-1-1-10,0 0 66,2 0-44,3 0 22,4 0 0,2-1-11,3 2 0,0 0-56,1 0 45,-1 0 0,-2 0 11,-4 0-45,-4 0 34,-2 0-34,-5 0 12,1 0 33,-3 0-34,1 0 68,0 0-46,0 0 24,0 0-1,-3 0-11,-4 0-11,-4 0 22,-4 0-11,-4 0 0,0 0 0,-1 0 11,0 0 0,1 0-11,3 0 0,0 0 0,11 0 0,-5 0 0,8 0 0,-4 0 0,3 0 0,1 0 11,0 0-11,0 0 0,-2 0 0,2 0 12,6 0-12,-7 0-12,1 0 12,-12 0 0,-4 0-11,-3 0 11,0 0 0,-2 0 0,0 0 34,-1 0-34,0 0 0,1 0 0,0 0-2633,0 0 1288,-10-1-1041,0 0-4024,-10-1 6410,1 0 0,6 0 0,3 2 0</inkml:trace>
  <inkml:trace contextRef="#ctx0" brushRef="#br0" timeOffset="27936">16695 4710 11493,'0'-3'2644,"0"0"-538,0 3-1915,0-2-23,0 1 1379,0-2-1525,0 11-22,0 4 34,-3 12-23,-1 8 0,-3 10 0,-1 14 1,0 13-377,3-28 0,1 2 365,-1 4 0,1 0 0,-2 2 0,2 1 6,0-2 0,0-1-6,1-5 0,1-1-51,1 1 0,0-3 51,1 9 0,0-8-11,0-29-1,0-7-503,0-3 141,0-7-2092,0-8-4721,0-14 7187,0-12 0,0 16 0,0 1 0</inkml:trace>
  <inkml:trace contextRef="#ctx0" brushRef="#br0" timeOffset="28464">17198 4199 17319,'-10'24'482,"-2"6"-337,-3 11 2,-1 5 10,-3 10-525,1 5 368,8-26 0,0 0 17,0 5 0,1 1-12,-1 4 1,1 1-346,0 4 1,2 1 327,1 2 1,0 1 5,3-1 1,0 1-74,1-4 1,1-1-85,5-5 1,4-1-161,7-1 0,5-4 144,17 5 101,15-9 78,-14-40 0,-3-13 0,-1-16 22,-4-7 383,-7-4-249,-7 4 136,-8 4 33,-5 7 719,-10 4-944,-6 6 178,-11 3-278,-4 6-56,-4 3-145,0 5-461,0 2-683,3 3-1410,7 5-4753,10 2 7508,7 2 0,5-5 0,0-3 0</inkml:trace>
  <inkml:trace contextRef="#ctx0" brushRef="#br0" timeOffset="28897">18054 4632 15437,'1'-4'1367,"0"0"-874,-1 4-404,-6 18-89,-8 7 34,-9 22-34,-7 4-365,-1 5 264,0 0-67,1-3-448,3-1-594,2-7-1024,4-7-1900,3-12 4134,5-12 0,6-8 0,3-6 0</inkml:trace>
  <inkml:trace contextRef="#ctx0" brushRef="#br0" timeOffset="29174">17784 4702 15795,'25'30'11,"1"-1"0,-1-1 1,-1-2-124,13 10-157,-1-3-168,-4-3-370,-3-7-213,-9-3-1108,-6-6 223,-7-4-1445,-5-4 3350,-1-3 0,-1-2 0,0-1 0</inkml:trace>
  <inkml:trace contextRef="#ctx0" brushRef="#br0" timeOffset="31613">18431 4430 15605,'12'-70'1445,"-1"11"-1187,-2 41-180,2 1-10,0 0-1,2 2-45,1 0 79,2 1-67,0 0-1,1 0-33,2 0 23,2 0 10,0 2-22,0 0 1,-1 4-12,-1 0 0,-1 3-23,-1 0 23,-1 2 0,-1 0 0,-2 2-11,-1 0-67,-1 1 44,-1 0 12,-1 2-12,1 6 34,-1 6 56,2 6-11,0 3-34,1 3-22,0-2 11,-2-2 0,-1-2 0,-1-4 0,-1-3 11,-2-1-11,-1-3-22,-1 0-23,-1-2 45,-1 0-11,0-1-1,0 1 24,-1 0 44,0 2-45,0 0 0,0 1 0,0 1-11,-3 0 23,0 2-23,-3-1 11,-1 2 0,0-1 11,-1 0-22,0-1 0,1-2 0,-1-1 12,2-2 32,0 0-44,0 1 0,0 2 12,-2 2-12,-2 2 11,-2 1 11,0 0-22,0-1 34,2-2-23,0-1 11,3-2 2,0 0 20,1 0-10,0 0-34,-1 3 0,-1 0-11,-1 3 22,-3 0 45,1 1-22,-3 0 33,2 0-56,0-2 0,1-2 0,3-3 68,0-1-79,2-3 11,1 0-11,-1 1-45,1 1 45,-1 1 34,-1 2-34,0 2-11,-1 1 11,0 2 0,1 0-34,0 0 34,2-1-11,2-2 11,1-1 0,1-1 11,-1 1 0,1 1-11,-1 0 0,0 2 0,0-1 0,0 1 23,0 1-23,0 1-23,0 0 23,0 1-33,0-1 21,2-1 1,0-1-78,0-2 89,0-1 0,0-1 11,4-1-11,2 0 0,2 0-45,0 0 45,2 0 22,-1-2 1,1 1-23,0-2 56,1 1-56,-2-1-56,1-2 56,-1 1-11,1-4-12,1 3 23,1-3 0,0 1 0,1-1 0,0-1 11,0 0-11,0 0-11,1 0 11,-2 0 11,1 0 12,30-23-57,-22 11 34,23-17 11,-31 17-11,-1 2 0,-3 0 23,0 2 22,-2 1-34,-1 1 11,-2 0-22,0 0 0,-1-2 34,1-1-34,1-1-11,-1-2 11,2 1 0,-2 0 11,1-1-11,-1 2 11,0 0-11,-1 1 45,0 1-68,-2-1 46,1 1-23,-2-2 0,1 1 11,-1 0-33,0-2 78,0 1-56,0-2 0,0-1 78,0 1-78,-2-1 45,0 2-12,-3 0 12,0 1-45,-1 1 11,0-1 1,0 2-12,0-2 0,0 2 0,-1-2 0,-1 1-12,-1 0-44,-1 0 56,0-1 0,-3 0 0,0-1 34,1 1-34,1 1 0,0 0 0,0 0-11,1-1-12,1 1 12,0-1 0,1 0 0,0 1 0,0-2-12,0 1 23,0-1-33,-1-1 10,0 2 23,-1 0 0,0 0-11,-1 1-11,0-1-23,-1-1-78,0 1 100,0-2-44,0 2 56,1-1 11,1 1-23,2 0 23,0-1 0,2 1-44,-2-3 44,1 0 33,-1-2-10,0-1-23,0 0-12,0 2 12,2 0 12,0 2 44,0 2-56,0 1 33,0 1-10,2 0-23,1 1-45,0 0 22,0-1 23,-1 0 0,-2-1 0,1 1 12,0-1-12,0 1 0,0 0 0,2 1-34,0 2 12,2 0 22,0 3-23,1-1-44,0-1-23,0 1 11,0-3-78,0 0 34,0-1 67,0-1 11,0 0-22,0 1-34,0 1 45,0 1 23,0 2 22,0-1-34,1 2 11,1-3 23,3 1-90,2-2-44,3 0-102,1 1-78,0 0-403,-3 2-1121,-3 1-4370,-2 0 6219,-4 1 0,0-1 0</inkml:trace>
  <inkml:trace contextRef="#ctx0" brushRef="#br0" timeOffset="36189">19506 4620 14663,'39'-11'261,"1"0"1,-4 0 0,-2 2-94,2 0 34,-2 1-68,-1 1-123,-4 2-11,-2 0 0,-2 1-22,-2 0-56,-1-1-169,0 0-346,0-2-651,1 1-683,1-1-1682,-2 1 3609,-6 2 0,-6 1 0,-5 2 0</inkml:trace>
  <inkml:trace contextRef="#ctx0" brushRef="#br0" timeOffset="36447">19628 4821 13432,'9'7'2061,"-1"0"-1624,41-17-79,-15 1-291,4 1 1,2-1-12,8-6-56,0 2-224,-3 1-437,-5 2-1311,-4 2-2712,-6 1 4684,-3 0 0,-13 4 0,-4-1 0</inkml:trace>
  <inkml:trace contextRef="#ctx0" brushRef="#br0" timeOffset="36909">20515 4333 14428,'3'-9'684,"0"2"-124,-3 7-78,0 0-449,4 31-33,3-11 56,2 29-56,2-17 12,-4 6 10,-1 6-11,-3 2-22,-2 2 22,-1-1-11,-4-4 11,-1-7-11,-2-8-33,-2-7-1,4-7-716,-1-5-1256,1-5-3339,0-2 5345,-1-6 0,3 3 0,0-2 0</inkml:trace>
  <inkml:trace contextRef="#ctx0" brushRef="#br0" timeOffset="39690">15269 8308 15403,'0'-9'1076,"0"2"-762,0 7 1042,0 0-1311,3-4-12,4 0-22,8-6 1,7-3-12,5-2 11,4-6-22,4-1 11,1-2-124,2-1 12,1-1-45,2 1 0,0-1-22,1 0 56,-2 3 100,-3 3-44,-5 5 56,-8 5 0,-7 4-1,-7 3 12,-5 2-11,-1 0 11,-1 1 0,1-2-11,1 1-135,-1 0-257,1-2-23,0 1-224,1-3-896,1 0-1905,1-1 3451,-3-1 0,-2 3 0,-3 1 0</inkml:trace>
  <inkml:trace contextRef="#ctx0" brushRef="#br0" timeOffset="40164">15923 7810 14865,'-2'-7'471,"2"0"-157,0 7-113,0 0-167,9-13 0,-1 10 10,8-11 57,-4 14-34,1 0-55,3 0-12,3 0-12,3 0-44,3 0-224,1-2 23,1-3 66,-1-1-21,-3-1 178,-4 3-11,-6 1-213,-6 2 258,-5 1 348,-1 0-124,-7 9-45,-2 2-101,-7 11 135,0 1-157,-2 4-22,1 1-12,-1 2-22,2-3 0,2 0-11,2-5-168,3-4-785,2-5-1557,1-4-3193,1-4 5714,-1-2 0,3-2 0,-1-1 0</inkml:trace>
  <inkml:trace contextRef="#ctx0" brushRef="#br0" timeOffset="41204">16476 7654 12781,'1'-3'583,"0"0"582,-1 3-829,5-1-44,-2 5-57,4 6-33,-5 7-68,0 9-67,0 7-33,-1 8-12,1 10-22,0 6-229,1 6 229,-2-1-33,2-3-46,-2-10 46,2-11-23,-1-12 112,1-11-56,-1-8 262,-1-4-194,0-3-68,-1-10 0,0-3-23,0-13-33,0-1 34,0-3 11,0 3-34,0 0 45,0 3-23,2 3 12,3 1-11,3 3-1,5 1 1,3 2-180,3 3-246,3 2-191,2 3 135,2 4-112,-2 1-213,-2 1 257,-5 7 359,-7 4 213,-4 9 258,-6 5 616,-11 3 101,-4 3-303,-12 1 258,-1-2-414,2-4-259,4-7-257,7-7-56,7-6-761,4-5-1100,4-6-1243,6-10 3160,5-9 0,-3 6 0,1 2 0</inkml:trace>
  <inkml:trace contextRef="#ctx0" brushRef="#br0" timeOffset="42040">16913 7810 13723,'0'-3'1019,"0"0"404,0 3-1120,0 38-57,3-14-33,0 32-112,2-25-45,2-4-45,0-5-11,2-6 0,1-6-190,0-4-45,0-4 22,0-1 11,1-1 0,1-7 34,1-5-11,0-7-12,-1-4 124,0 0 67,-3-3 0,-2 1 67,-1-1 124,-3 1 122,-1 5 57,-1 3-123,-1 5 111,0 4-44,0 3-224,0 3-258,0 1 179,0 6-22,0 4 22,0 9-34,0 8-10,0 9-57,0 9 34,0 9-89,0 8-395,0 2 270,0 3 91,0-3 168,0-5-11,0-3-12,0-5 23,0-5 11,-4-5 67,-4-5 90,-5-3 45,-5-5 56,-1-7-135,-1-5 271,2-7-338,3-4-11,2-3-34,4-11 0,2-5-11,4-13-45,1-5-22,2-3-258,7-1-146,3-2-33,9-1-852,4-1-772,3-2-1637,2 0 3765,0-1 0,-13 20 0,-2 5 0</inkml:trace>
  <inkml:trace contextRef="#ctx0" brushRef="#br0" timeOffset="42345">17212 7861 12076,'0'-8'1591,"0"2"-1233,0 6-168,0 0-190,49-20-179,-21 10-6,7-4 1,-1 1-556,0 3-818,-4 2-78,-7 4-615,-8 2 2251,-6 2 0,-6 0 0,-2 0 0</inkml:trace>
  <inkml:trace contextRef="#ctx0" brushRef="#br0" timeOffset="42639">17336 7696 14922,'1'64'78,"-1"-3"-67,3-18-11,-1 3-11,1 1-258,1-4-359,1-2-100,1-7-784,0-8-1256,3-11 2768,1-7 0,-4-7 0,0-1 0</inkml:trace>
  <inkml:trace contextRef="#ctx0" brushRef="#br0" timeOffset="43223">17581 7820 14989,'-1'12'146,"3"-1"-135,7-5-11,2 0 11,1 0-33,2 2-23,3-1 45,3-1-11,4-3-124,4-1-258,2-2 181,1-7-281,-4-2 123,1-15 370,-14 7 415,-1-6-46,-13 9 102,-5-1 78,-2 1-258,-5 2 23,-1 1 0,0 4-56,1 1-124,1 4-11,0 0 79,0 2 44,-1 1 12,0 5-12,-1 2-44,1 7-135,1 2-10,4 4 66,0 4-112,5 5 34,0 5-45,2 2-67,4-1 67,7-3 0,11-6-78,13-6 55,11-9 23,10-6-340,10-10 323,-31-3 0,-1-2-79,1-2 1,0-3-398,-4-3 0,-1-1-1401,21-18-5108,-15 0 7002,-16 4 0,-10 14 0,-9 5 0</inkml:trace>
  <inkml:trace contextRef="#ctx0" brushRef="#br0" timeOffset="104950">5011 6313 12714,'4'-7'2173,"-2"1"-1567,-2 6 2397,0 0-3059,2-1 34,-1 0 302,0 0-213,0 0 459,0 0-526,1 0 11,1 2 68,2 3-57,1 1 12,-1 2 11,0-2-11,2 2-23,-1-1 0,1 2-11,-2-2 0,1 0 0,0 0 11,0 0-22,0 0 22,0 0-67,0 0 112,-1 0-56,1-2 23,-2 1-23,1-4 22,-1 1 34,1-2-33,0 0-1,3 0 34,0-1-45,3-5-11,0 0 23,1-6-79,-1 2 56,0 0 0,-3 3-23,1 3 1,-3 1-12,1 2 34,0 1-33,1 0 10,2 1 1,1 6 22,2 2 11,-2 3-11,1-3 0,-3-2 0,1-4-11,0-1-147,3-2-21,1-1 11,3-7 135,-1 0-12,-1-6 34,-3 3-34,-1 4-34,-3 4 12,2 3 67,1 0-145,2 8 145,1 3 22,-1 4 12,0-1-57,-2-3 23,1-5-224,-2-2 146,2-3-157,-2-1-169,3-10 34,0-3 280,2-11 90,0 2-22,-2 4 22,-3 7-11,-3 6-34,-1 3 45,0 2 67,3 8 112,2 1 830,1 9-986,3 1-12,-1-2-11,1-3 101,0-5-101,-1-2-157,-2-5 22,-2 0 91,-1-2-327,1-8 181,2-3 145,1-9 45,1 0 90,1 2-90,0 4 0,-4 6-56,-1 3 56,-1 4 268,2 3 13,2 6-270,3 3 45,1 5 124,-1-2-169,0-1-11,-3-4-23,-1-2 23,1-4-67,-1-1-45,4-2-145,1-6 133,2-5 124,5-7 0,0-5-12,2 0-10,-1 5-56,-8 5 10,-2 7-44,-4 3 101,-4 9 11,0 6 191,-2 7-11,-3 8-24,2 1 35,-1-2 100,3-5-291,2-6 0,-1-7-157,2-4 12,-1-3-46,3-7-168,5-9 337,6-12 22,6-6 0,0-4-12,-1 9-32,-6 6-102,-6 12-89,-5 5 235,1 5 112,1 8 482,4 5-291,4 9 10,5 3-66,4-1-191,3-5-56,3-4-23,4-8-89,4-3-246,24-19 78,-16 0-406,13-12 182,-31 4-516,-12 5-1568,-10 1 2588,-7 3 0,-4 7 0,0 0 0</inkml:trace>
  <inkml:trace contextRef="#ctx0" brushRef="#br0" timeOffset="108003">3327 2252 16457,'0'-7'806,"0"2"-548,0 5 482,0 0-617,-1-12-56,1 9-33,-1-8-12,1 11-235,0 0 213,-3 2 0,1 10 0,-3 9 68,0 14-46,1 10-22,0 8 0,2 11-329,1 5 329,1-31 0,0 2-442,-1 0 1,2 1 407,1 0 1,1-1 33,0 0 0,1 0-103,2-3 0,1-1 103,7 30-45,0-10-67,1-10 67,-3-11 23,-1-10 259,-5-7-237,-1-8 902,-3-5-823,-1-2 177,0-2-32,-1 0-269,-5-8-134,-7-11 67,-2-3 33,-2-8 34,7 5 34,0 0-12,4-1-10,-1 0 21,3 1-32,1-2 44,1 2 0,1-2-56,0 1 22,3 0-33,4 2 44,5 2 1,6 4-12,0 3-33,4 6 11,-1 3 23,4 3-68,-1 3-34,1 7-156,-1 5 213,-1 10-57,-5 2-44,-4 6-45,-7 1 224,-3 4 44,-7 4-32,-9 3-12,-6 1 33,-12-2-10,-1-4 44,-1-8 68,2-7 10,5-9-89,4-6-56,6-6-156,4-2-80,3-8-11,1-3 35,4-12-360,0-4-324,3-5-191,6-4-807,5-4-425,7-2-874,2 0 3193,0-2 0,-9 20 0,-3 4 0</inkml:trace>
  <inkml:trace contextRef="#ctx0" brushRef="#br0" timeOffset="108211">3672 2569 14652,'13'-18'-1364,"-1"4"0,-8 14 0,-1 0 0</inkml:trace>
  <inkml:trace contextRef="#ctx0" brushRef="#br0" timeOffset="108506">3826 2807 14204,'7'5'796,"-2"-2"-773,-5-3-271,0 0 192,5 10 45,-1 5 11,6 15-190,-2 6 33,1 6-89,-1 1 100,-1-2-1087,4 7-436,-3-19-482,2-1-1031,-4-23 3182,0-3 0,-3-2 0,-2 0 0</inkml:trace>
  <inkml:trace contextRef="#ctx0" brushRef="#br0" timeOffset="108806">3939 2783 16434,'17'-32'135,"5"4"-135,10 18 22,6-1-22,2 1-45,-1-1-302,-2 2-1401,2 0 336,-16 4-515,1 0 224,-15 1-359,-4 1 2062,-4-2 0,-1 3 0,0 0 0</inkml:trace>
  <inkml:trace contextRef="#ctx0" brushRef="#br0" timeOffset="109118">4187 2593 13140,'-33'-28'1523,"6"6"-1208,26 22-315,0 0-23,-1 0 23,0 0 348,0 23-281,0 0-34,1 24 12,0 0 90,1 5-124,6 6-11,5 3-51,1-19 1,4-1-600,11 16 235,-10-24 1,2-5-45,13-7 403,2-12-11,1-13-1021,1-15-626,-2-14 403,-2-15-1244,-3-7 2555,-5-4 0,-11 26 0,-5 6 0</inkml:trace>
  <inkml:trace contextRef="#ctx0" brushRef="#br0" timeOffset="109964">4109 1945 14764,'-48'-13'403,"1"0"1,0 1 0,3 1-46,-17 2-615,26 4 0,0 1 352,-4-1 0,0 1 118,-2 0 0,-1 1-185,-3-1 0,1 0-440,0 0 1,1 2 467,0 0 0,0 1-51,2-1 1,1 2 37,0 2 0,1 1-55,-1 2 1,0 3 11,0 3 0,0 3-28,-1 4 0,1 2 5,1 5 1,1 2-580,3 5 1,2 3 601,1 6 0,3 3 0,2 7 0,2 2 17,1 6 0,3 3-10,7-17 1,2 0-1,0 1-3,2 2 0,1 1 0,1 1-1,2 0 1,1 1 0,2-1-4,0 1 0,2 0 0,2 0 0,3-2 0,2-1 0,4 3-49,8 12 1,5 3-1,2-4 19,-3-15 0,2-4 1,2 2-460,8 10 1,3 0 0,2-5 454,8-2 1,1-6-91,3-2 1,2-4 40,0-4 0,1-3 49,2-6 1,0-4-57,3-4 1,0-4-13,2-4 1,1-2-84,0-2 1,4-3-168,-8-3 1,4-4 0,-3 0 194,8-2 1,-1-4-93,-11 1 1,3-3 0,-6-2 141,3-9 1,-6-2 106,2-4 0,-1-3 582,1-3 1,0-3-264,0-3 1,0-1-253,0 0 0,1-4 105,-9 5 0,2-4 0,-3 3-99,5-7 0,-2 2-32,-9 8 0,1-2 0,-5 4-41,-3 2 0,-4 2 22,-2 4 1,-3 1 938,11-27-861,-9 4 124,-9 2-11,-7-2-45,-3 1-45,-11-1 12,-7 0-56,-12-1-57,-8 3 1,-7 2 1394,-6 4-1394,-4 3 33,-3 5-34,-4 3 954,-3 6-982,15 15 1,-1 3-1,12 4 1,0 1 525,-11 0 1,2 3-521,-13 3-11,3 0 11,5 7-22,7 1 99,4 4-100,10-3 98,6-1-433,7-4-516,6-1-706,1-1 1634,-4-2 0,7 1 0,-4-1 0</inkml:trace>
  <inkml:trace contextRef="#ctx0" brushRef="#br0" timeOffset="134503">2900 4365 13375,'-4'-11'2028,"2"2"-1434,2 9 1288,0 0-1545,-2-5-57,1 4-213,0-5-22,1 6-90,0 0 79,-3 4 11,1 5-45,-3 10 11,0 10 0,1 10-11,0 10 0,2 8-56,1 5-315,1 2 214,0-1-34,0-7-168,0-9 23,0-12-123,2-10-191,0-11-179,2-7-549,-3-4-1748,0-3 3188,-1-9 0,0 7 0,0-7 0</inkml:trace>
  <inkml:trace contextRef="#ctx0" brushRef="#br0" timeOffset="134846">2864 4355 16625,'0'-4'1445,"0"0"-1109,0 4-336,33-26 0,-4 15-22,28-17-236,-15 24-78,-2 8 100,-3 9-223,-4 13-90,-8 13 437,-8 9-90,-8 8-310,-7 6 489,-12 1-10,-7 2 33,-13-3 56,7-24 0,-1-1-90,-8 10-33,-7 2-863,24-37-2162,5-6 3092,6-17 0,2 8 0,2-7 0</inkml:trace>
  <inkml:trace contextRef="#ctx0" brushRef="#br0" timeOffset="135105">3301 4241 14316,'5'-7'549,"0"2"-134,-5 5-112,45-8-214,-16 2-89,40-9-33,-28 3-651,1-1-324,-5 0-303,-3 2-1188,-8 2-549,-5 4 3048,-9 3 0,-5 2 0,-5 0 0</inkml:trace>
  <inkml:trace contextRef="#ctx0" brushRef="#br0" timeOffset="135367">3413 4263 16064,'23'58'135,"-4"0"-135,-11-11 0,-5 3-12,-2-1-223,-3-2-134,-3-4-191,-5-5-471,0-7-1042,0-10-1088,6-9 3161,1-7 0,3-5 0,0 0 0</inkml:trace>
  <inkml:trace contextRef="#ctx0" brushRef="#br0" timeOffset="135574">3443 4464 16580,'46'-18'-292,"0"0"1,-5 1 0,-3 2-3889,2 2 1,-16 6 4179,-2 2 0,-17 5 0,-4 0 0</inkml:trace>
  <inkml:trace contextRef="#ctx0" brushRef="#br0" timeOffset="135784">3365 4805 13611,'-2'3'526,"0"0"-268,2-3-68,54-10-56,-16-3-134,3 1 0,1 0 0,9-14-571,-5 2-594,-5 3-1648,-6 4 2813,-8 4 0,-13 7 0,-6 1 0</inkml:trace>
  <inkml:trace contextRef="#ctx0" brushRef="#br0" timeOffset="136221">4055 4155 14641,'-57'-11'1322,"9"2"-1086,38 9-80,-3 2-133,-2 7 89,-2 7-11,-2 10-78,0 4 21,1 4-44,3 0 0,4 0 0,5-2-78,5 5-34,13-12-225,9 3-189,14-16-438,7-5-459,5-2-694,1-4-438,-3 0 1064,-1-1 170,-7 0 1321,-4 0 0,-16 0 0,-7 0 0</inkml:trace>
  <inkml:trace contextRef="#ctx0" brushRef="#br0" timeOffset="136423">4229 4506 10552,'-2'44'1139,"0"1"0,-1-4 0,-2-5-277,-10-1-469,-3-3-102,-3-4-89,-2-5-135,-3-6 157,-2-5-45,-1-7 68,-1-2-157,1-7-90,1-7 56,3-8-67,-2-24-191,9 6-381,1-12-1064,12 16-2253,3 5 3900,2 2 0,0 13 0,0 3 0</inkml:trace>
  <inkml:trace contextRef="#ctx0" brushRef="#br0" timeOffset="138343">5186 3796 15919,'3'0'560,"0"0"1222,-3 0-1805,0 7 12,0 8-67,0 15 22,0 12 45,0 12 11,3 6-547,7 9 418,-3-33 0,2 1-56,1 1 1,2 0 49,-1-1 1,1 1-29,-1-2 1,0 0-6,10 28 79,-4-6 32,-4-9 1,-5-6 22,-4-8 34,-3-8 0,-1-9 169,0-8 44,0-6-168,0-3-45,0-8 321,-10-19-433,4-2-123,-9-15 44,6 9 68,-1 1 78,1 1 23,1 1 22,2 4 0,2 1 0,2 5 0,1 1-11,1 4-1,0 3-10,6 1-12,6 3 34,8 2-11,7 2-45,19 3-201,-9 5-135,9 7-438,-16 26 405,-15-1 290,-2 19 135,-13-9 101,-10 2 179,-5 0 213,-9-1-67,-4-3 56,1-6-158,1-9-178,6-9-45,3-10-101,5-6-370,1-9 57,1-9-215,1-12-535,2-12-25,3-7-66,2-5 68,2-3-494,0-2-1277,5-1 2857,4 2 0,-2 24 0,0 7 0</inkml:trace>
  <inkml:trace contextRef="#ctx0" brushRef="#br0" timeOffset="138597">5601 3990 16490,'2'-7'-2342,"0"0"57,-2 8-1973,0 7 4258,0 1 0,0 0 0,0-1 0</inkml:trace>
  <inkml:trace contextRef="#ctx0" brushRef="#br0" timeOffset="138873">5635 4293 13611,'10'36'-73,"1"-1"0,5 31 51,-13-21-34,0-3-79,-2-4-347,3-7-594,-1-9-582,1-8-1255,-1-8 2913,-2-5 0,0-1 0,-1-1 0</inkml:trace>
  <inkml:trace contextRef="#ctx0" brushRef="#br0" timeOffset="139156">5699 4285 17174,'46'-14'-176,"0"0"1,-4 1-1,-6 1-396,-5 3-391,-9-1-684,-4 5-1042,-10 1 89,-3 3 2002,-4 1 1,-1 0-1</inkml:trace>
  <inkml:trace contextRef="#ctx0" brushRef="#br0" timeOffset="139413">5852 4161 16154,'-5'11'426,"2"7"-381,3 17 67,0 9-79,0 7 6,4-10 1,2 0-40,3 20-6,-2-22 1,2-3-85,6 3-156,-1-10 32,1-10-122,1-9-381,1-6-6667,10-14 7384,-5-6 0,-2 2 0,-11 1 0</inkml:trace>
  <inkml:trace contextRef="#ctx0" brushRef="#br0" timeOffset="140014">6120 4416 13499,'-1'8'884,"0"0"-604,1-8 796,0 0-896,16 0-24,-4 0-88,14 0 122,2 1-112,-4 0-32,10-1-46,-5 0 0,4-3-146,1-3-67,-2-3 67,-4-2 79,-9 3 67,-7 4 0,-8 2 146,-4 2-146,-10 0-482,-7 0-1726,-11 0 2208,-1 0 0,11 0 0,6 0 0</inkml:trace>
  <inkml:trace contextRef="#ctx0" brushRef="#br0" timeOffset="140777">6562 4189 13678,'0'-4'1793,"0"0"-897,0 4-280,0-2-571,-4 14-45,1 4 11,-2 19-22,3 4 22,1 6-22,1 2 11,10-5-56,6-5-168,13-12-269,23-9 302,-10-9-89,11-15 67,-20-6 124,-5-11 89,-6-3 56,-6-1 190,-9 0 1,-4 1 156,-4 4-111,-9 0 77,-5 3-212,-10 1-101,-2 3-56,0 3 0,-4 2-22,13 5-527,2 2-695,13 2-1345,2 3-1074,4-2 3663,7 0 0,-4 1 0,3-1 0</inkml:trace>
  <inkml:trace contextRef="#ctx0" brushRef="#br0" timeOffset="141268">6896 4115 11470,'0'-11'1973,"0"2"-1234,0 9 1,15-15-516,-8 11-56,13-10-45,-9 21-78,1 3-34,2 8 11,0 3-22,0 4-33,0 3-79,-1 5-67,-1 5-158,-2 6 90,-2 4 23,-2 3 146,-1 11 235,-2-21 628,0 0-125,-2-29 528,0-7-1020,-1-24 123,-1-2-179,-2-20-89,-2-1-23,0-4-67,0-2-180,3 2-335,1 4-1346,6-4-581,3 16-2343,5 0 4852,1 14 0,-6 8 0,-2 2 0</inkml:trace>
  <inkml:trace contextRef="#ctx0" brushRef="#br0" timeOffset="141501">7167 3768 16389,'-3'-11'538,"0"2"-1446,3 9-313,0 0-1714,4-3 2935,1 11 0,0-8 0,-1 9 0</inkml:trace>
  <inkml:trace contextRef="#ctx0" brushRef="#br0" timeOffset="141693">7273 4143 14641,'11'45'-194,"-1"0"0,-1-4 0,0-5-994,1-4-1142,-2-2-819,-1-5 3149,-4-4 0,-1-11 0,-2-2 0</inkml:trace>
  <inkml:trace contextRef="#ctx0" brushRef="#br0" timeOffset="143080">7464 4185 16064,'-12'-5'-246,"2"2"268,10 3 68,0 0-180,34 22-223,-11-16 55,30 16 79,-21-22-225,8-16 180,-14 3 224,0-15 33,-18 7 584,-5-9-124,-10 7 22,-2-5-167,-19 5-191,6 9 67,-8-1-157,5 11-89,7 3 22,-3 11-56,10 5 22,3 12 34,4 7 22,2 6-66,10 22-1,3-15-269,10 8 56,3-28 68,3-14-135,4-6-302,1-9-1044,17-29 1279,-13 3 370,6-22 22,-19 12 202,-3-6 123,-10 14 302,-2-3 180,-7 19-459,-1 2 268,-3 1-482,3 5-123,-3 2-179,3 4 157,0 7 33,0 4-22,0 11 12,1 7-12,1 6 0,0 5-168,2 2-280,-1 2 44,1-4 168,-1-4 57,1-11 45,-2-7 459,2-10 291,-3-4-224,1-8-123,-2-8-34,0-7-89,0-11-45,2-6-56,2-5-45,3-1 0,4 1-23,7-3-10,-1 18 33,0 4 112,0 28-22,-9 11-45,3 15-34,-4 4-112,4 16-381,-4-15-347,3 5-919,-3-19 1748,-1-3 0,-3-9 0,-2-3 0</inkml:trace>
  <inkml:trace contextRef="#ctx0" brushRef="#br0" timeOffset="143518">8056 4047 15751,'-7'2'952,"2"0"-918,5-2 78,0 0-67,10-5-23,22-2-22,3-3-78,16 2-405,-14 3-88,-3 2-729,-5 1-3820,-5 2 5120,-13-1 0,-2 0 0,-9 0 0</inkml:trace>
  <inkml:trace contextRef="#ctx0" brushRef="#br0" timeOffset="143764">8160 3900 16804,'8'57'179,"5"-1"-515,13 0-1432,3 3 973,1 0-673,-1-2-510,-2-7-1081,-3-9 3059,-5-13 0,-10-13 0,-3-8 0</inkml:trace>
  <inkml:trace contextRef="#ctx0" brushRef="#br0" timeOffset="144254">8451 4083 14025,'-9'0'616,"2"0"34,7 0-190,0 0-460,20 7 0,-4-5-157,17 6-90,-9-7 113,-3-1-79,1-4 44,-2-5-21,-3-6 11,-1-5 112,-7-9 470,-3 9 191,-4-4-202,-7 9 157,-12 2-257,0 4 44,-7 2-213,8 5-89,-4 7-113,9 4 46,-3 7 33,9 9 44,3 5-32,1 7-270,2 22-135,6-16-503,13 20 426,3-36 178,8-2 124,-6-20 34,-1-4-325,1-7-12,-3-5-661,-1-9-1994,-4-5 3126,-5-4 0,-6 13 0,-4 3 0</inkml:trace>
  <inkml:trace contextRef="#ctx0" brushRef="#br0" timeOffset="144794">8872 3297 14922,'-1'-5'1366,"0"2"-940,1 3-358,-5 57-57,8-15-11,-2 5 0,1 4-660,4-14 1,1-1 547,1 3 0,0 2-621,2 16 0,-1 0 447,-2-15 1,-1-2 38,1 9 1,-1-4 201,-2 0 23,-2-14 44,-1-14 583,-1-8 112,0-7 506,0-3-662,-13-17 361,1 2-664,-12-15 22,3 7 246,-9-1-380,7 11-146,-2 1 0,11 12-79,3 20 79,5 2 12,0 22-12,6-2-45,0 3-370,6-6-335,2-5 122,7-10-189,1-11-4618,15-17 5435,-5-12 0,-2 3 0,-11-1 0</inkml:trace>
  <inkml:trace contextRef="#ctx0" brushRef="#br0" timeOffset="144914">8988 4031 11213,'6'0'5165,"5"48"-5165,-5-19-6,0 5 1,4 1-455,8-1 393,10-2-942,9-7-4301,5-6 5310,2-7 0,-19-6 0,-7-4 0</inkml:trace>
  <inkml:trace contextRef="#ctx0" brushRef="#br0" timeOffset="146282">7318 6280 15112,'10'0'1131,"-2"0"-469,-8 0 267,0 0-558,0-5-147,0 4-11,0-5 44,0 6 438,0 0-695,7 0-11,0 0 11,8 0 45,0 0-45,3 0 0,3-2-23,3-1-291,16-1 191,-6 0 123,17-2-11,-8 1 16,-5 0 1,2-1-6,20-2-336,-18 1 1,-1 1 335,12-2 0,-3 0-78,17-3 67,-20 1-34,14-3 45,-27 4-56,6 0-56,-18 4 22,0 1 694,-17 3-683,-3 1 35,-1 0-136,1-1 124,-1 1-1405,1-1 1,-1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2T07:39:10.915"/>
    </inkml:context>
    <inkml:brush xml:id="br0">
      <inkml:brushProperty name="width" value="0.09071" units="cm"/>
      <inkml:brushProperty name="height" value="0.09071" units="cm"/>
      <inkml:brushProperty name="color" value="#FF0000"/>
    </inkml:brush>
  </inkml:definitions>
  <inkml:trace contextRef="#ctx0" brushRef="#br0">7193 4610 12703,'-4'0'1826,"0"0"516,4 0-1983,-17 0-113,12-1-11,-12 1-89,15-1 258,2 1-371,4 0-21,2 0-12,6 1 22,-1 0 12,3 2-34,1-1 0,3 2 0,2-2 0,3 1 33,2-1-33,4 0 0,3 0 23,4 0-23,4-1 0,2 0-12,4-1 12,1 0 34,2 1-79,20 2 12,-17 2-113,12 1 34,-23 2 0,0-2 33,0 1-56,0-3 35,1-2 100,-1-2-34,1 0 34,10-6 0,-15 3 0,5-4 0,-18 5 22,-1 2-44,-1 0 22,4 0 0,-1 0 22,6 0-22,3 0 0,4 0 23,5-1-12,-3-4 0,-3-2-11,-6-3 11,-8 3-11,-6 2 0,-6 3-22,-4 1 22,-4 1 22,0 0 12,-3 0-2981,2 0-302,-8 0-1625,-1 0 4874,-7 0 0,6 0 0,2 0 0</inkml:trace>
  <inkml:trace contextRef="#ctx0" brushRef="#br0" timeOffset="614">8206 4401 13577,'-7'-1'1535,"2"1"-1322,5 0 0,0 0 11,-4-2 213,20 1-258,-3-1-33,22 5 22,-3 2-67,4 5-56,5 3-12,3 2-33,5 0-201,2 0-102,1-1-56,0-3-178,-2-2-12,-2-2-12,-7-1 259,-8-1 235,-8 1-45,-9-1 78,-6 0 34,-5-1 269,-3-2 1467,-1-1-1590,-1 1-124,-4 2 68,-4 5-56,-8 6-12,-7 7-11,-7 9 68,-7 6 123,-6 5-246,-7 2 425,-2 0-157,0-4-90,6-9-123,8-7-11,11-10-168,8-7-526,8-4-841,6-3-2286,2-6 3902,5-8 0,-1 4 0,0-2 0</inkml:trace>
  <inkml:trace contextRef="#ctx0" brushRef="#br0" timeOffset="2149">1953 2079 14574,'-23'0'280,"4"0"-33,19 0 190,2-2-90,4-1-168,2-1 90,4 0 45,0-2 45,2 0 10,2-2-167,4-1-146,4-2 56,4 1 33,5-2-65,28-1 9,-8 1-247,-15 5 1,1 1 168,24-3 23,6 1-29,-32 5 1,0 0-12,3 0 1,1 0-6,3 1 0,1 1-620,3 0 1,1 0 630,2 0 0,0 1 5,1 0 1,0 0-335,0 0 1,0 0 294,-1 1 1,0 1-24,0-1 1,0 1 22,0 1 1,0 0 27,0-1 1,1 0 5,1 0 0,-1-1 22,2 0 1,0-1-23,0-1 0,0-1-23,1-1 1,-1-1-1,0-2 1,-2-1 22,-1 0 0,-1-1-23,-2 0 1,-1 0 0,-3 2 0,0 2-135,-3-2 0,-1 2 73,-2 2 0,-2 1-83,30-2 133,-8 3 11,-20 0 1,-1-1 22,18-2 45,15 0-34,-24-4-11,-3 1 71,-3-2-71,-3 0 1271,-4 1-1181,-5 1 737,-4 2-738,-4 1 97,-4 2-118,-2 0 21,-4 1 68,-2 0-34,-1 0 68,-2 0-56,0 0 44,-2 1-22,0-1-12,-1 1-66,1-1 22,-1 1-1,1-1-268,-2 1-1356,0 1-2206,-1 2 3730,-6 4 0,5-3 0,-4 0 0</inkml:trace>
  <inkml:trace contextRef="#ctx0" brushRef="#br0" timeOffset="21596">16713 12080 10765,'0'-5'2991,"0"2"2085,0 3-5020,2 0-45,1 0 23,3 0-34,3 0 45,1 0-45,0 0 22,-1 0 0,1 0 1,-1 0 44,2 1-56,-1 0 12,2 1-1,-1 0 45,1 0-67,1 0 34,0-1-23,1 1-22,1-2 44,-2 2-10,2-1-23,-2 1 0,0-1 0,1 0 45,-2-1-34,1 0 22,0 0 12,0 0 1,0 0-35,-1 0 67,1 0 12,1 0 22,-3 0-56,1 0-34,-3 0-11,1 0 34,-2 0-45,2 0 11,-1 0-11,3 0 0,0 0 34,2 0-34,-1 0 78,0 0 12,-2 0-45,0 0-34,-3 0 0,1 0-22,-2 0 45,2 0-12,1 0-11,0 0-22,3 0 33,0 0 12,3 0-34,2-2 45,2 0-45,1-3 11,2 1-22,-2-1-34,-3 2 0,-2 2 34,-3 1 0,-1 0 11,-1 0 0,2 0 33,-1 0 1,2 0-23,2 0 23,0 0-23,3 0 0,-1 0 56,1 0-44,-1 0 22,-1 0-1,2 0 270,0 0-180,3 0-134,3 0 12,1 0 11,1 0-23,2 0 0,2 0 0,1 0 89,1 0-89,0-1 0,0 0 34,-1-1-23,-3 1-11,-2 0 56,-4 1-101,-2 0 45,-1 0 0,0 0 0,0 0 0,1 0 45,2 0-34,2-1 34,2-2-45,0-1 0,2-1-34,-2 0 34,-1 1 56,-2 2-56,-1 0 0,-1 1-56,0 0 90,0-1-34,3 2 0,1 0 0,5 0-11,4-1 0,2-2 11,4-1 11,1-2 0,3-1-11,-1 0 0,1 0-11,-1 2 11,-2 0-11,-1 2-12,-3 1 23,0 1 11,-2 1-11,0 0-56,0 0 45,1-3 11,0 1 0,0-1 0,0 1 0,-1 0 0,-1 0 11,-2 1-11,0 0-22,0 1 22,-1 0-34,2-1 79,-1 0-90,3-2 45,0-1 0,1-2 23,0 0-12,-2 0-11,2 0-11,-5 3 0,0-1 11,-5 2-12,-2 1 1,-5 0 11,-1 1 45,-1 0-45,-1 0 0,1 0 11,2 0-56,3 0 90,2 0-34,2 0-11,0 0 0,0 0-22,-1 0 11,-2 0-12,-1 0 1,-2 0 22,0 0-22,-1 0 10,0 0 1,0 0 11,1 0 0,1 0 0,2 0-22,3 0 11,-1 0-1,1 0-33,-2 0 11,0 0 1,-1 0 10,0 0-44,0 0-11,1 0 44,0 0 1,2 0 33,0 0-12,3 0-10,1 0 22,2 0 0,1 0 0,1 0 0,-1 0-11,0 0 11,-4 0-23,0 0 23,-3 0 0,-1 0 0,0 1-22,-1-1 22,1 1 0,-1-1 78,-1 0-78,-1 0 0,1 0 0,-2 0-11,1 0-22,-1 0 33,-1 0 44,-2 0-44,-2 0-11,-3 0 11,-1 0 0,-2 0 11,0 0-11,-2 0 23,0 1-23,-1-1 0,1 2 11,1-2 11,2 1 1,1-1-12,1 0 0,0 0-11,-2 0 34,-2 0-12,-3 0 34,-1 0 23,0 0-57,1 0-11,2 0 23,0 0 0,-1 0-34,1 0 22,-3 0 1,0 0-12,-3 0-11,-1 0-2521,-1 0 235,-6-2-6936,-5-2 9222,-7-2 0,5 3 0,2 0 0</inkml:trace>
  <inkml:trace contextRef="#ctx0" brushRef="#br0" timeOffset="56367">16472 12854 15135,'2'-10'1691,"0"2"-1657,-2 8 89,1 0 23,1 0-113,0 0-21,1 0 44,-1 0 78,0 0-78,-1 0-22,2 0-1,-2 0 1,3 1-34,-1 1 22,7 3-22,-2 2-11,5 1 11,-3 0 0,3-1 0,-1 1 0,1-1-22,0 0-1,-1-1-55,0-2 55,-2 1 12,1-3 45,6 0 22,-2-1-11,6-1-23,5-6 12,-3 1-34,7-3 0,-4 4 0,1 2 22,2 1-22,2 1 0,1 0 11,1 0 23,1 0-23,1 0 11,-2 0-22,-1 0 23,-3 0 22,-4 0-45,1 2 11,-4 2-11,2 2 0,0-1 0,3 0 0,2-3-23,6 0 23,3-2 0,5-2 0,2-3 45,-5 0-45,-4 0 11,-9 3-11,-5 1-22,-5 1 22,-1 0 34,-1 0-34,4 0 67,2 0-67,6 0 56,8 0 236,7-4 44,9 1-258,4-2-78,-2 2-67,4 3-45,-20 6 112,-2 2-11,-19 4-112,-1-2-135,-1-3 134,0-3 46,1-2-90,3-2 89,0 0 79,-1-4 11,-1 1-11,-6-3-11,-1 3 11,-4 0 0,1 3 0,0-1-11,2 1 11,1 0 11,3 0-11,0 0-22,3 0-12,7-1-22,-4 0-11,4 0 22,-7 0-22,0 1 56,0 0 11,3 0 123,1 5-123,2 1 157,1 5-146,0-3 45,1 0-34,1-5-10,4 0 10,2-3-22,3 0 0,-1 0-11,-1 0 0,-4 0-23,-5 0-67,-5 0 90,-4 0 11,-2 2 34,-1 2-12,0 1 12,2 2-23,0-3 45,3-1-11,1-2-23,1-1-11,-2 0-11,-3 0 0,-3 0 23,-3 0 100,-1 4-10,-2 0 32,-1 5-66,0-2-23,-2 0-56,2-3 56,-2-2 459,1-1-997,-1-7-224,0 1-224,0-8-347,0 2-1805,0-1-2722,0-3 5804,-4 2 0,3 4 0,-2 3 0</inkml:trace>
  <inkml:trace contextRef="#ctx0" brushRef="#br0" timeOffset="71160">22572 10542 11885,'0'-7'2118,"0"2"-1458,0 5 316,0 0-876,-3-7 46,2 6-23,-3-5-33,4 6 941,0 0-1009,0 3 1,0 3-23,0 7 0,0 4 56,-1 6-45,-1 4-11,0 5 11,-2 1 23,1 4-23,0 0 22,0 3 46,0 0-34,0 4 22,-1 2-34,0 2-33,0-1 34,0-1-34,1-5 34,1-5 22,1-7-23,1-6 12,0-6-45,0-5 45,0-5-23,0-2-22,0-3-112,0-2-1624,0-6-483,0-4 2219,0-8 0,0 7 0,0 2 0</inkml:trace>
  <inkml:trace contextRef="#ctx0" brushRef="#br0" timeOffset="72464">22534 12104 14585,'0'-8'1121,"0"2"-908,0 6 55,0 0-178,0-5 90,0 4-158,1-4 157,-1 5 415,2-1-572,0 0 12,2 0 0,0-2-1,2 1-33,0-1 0,1 0 11,2 1 1,0 0-12,2 0-23,8 0 23,-6 1-11,7 1-23,-1 0 12,-4 2 0,4 3-1,-6 4-10,-1 2-68,3 7 101,-5-3 33,1 7-21,-7-5 10,-1-1-22,-2 9 0,-5-6-11,-5 6 11,-6-7 11,-7 0 11,-2-1 1,-3 0 22,-9 7 33,8-7 12,-5 6 33,15-11-11,3-2 33,6-5-55,4-2-90,3-3-179,2 0 179,4 0 112,4 0-112,6 0 45,5 0-23,4 0-22,2 0 46,1 0-46,3 0 235,18-7-112,-10 1 0,8-5 180,-18 2-79,-7 4-56,-5-1 168,-4 2-168,-5 2-11,-3 0-6701,-3 2 6544,-7 0 0,5 0 0,-5 0 0</inkml:trace>
  <inkml:trace contextRef="#ctx0" brushRef="#br0" timeOffset="74331">22977 13136 18429,'-4'-13'437,"0"1"-247,4 12 101,0-1-168,8-1-111,1 0 11,9-2-23,3 3 0,3 0 0,2 1 0,3 0-79,1 5 56,0 2-10,-2 5-23,-2 3-12,4 8-144,-12-6 212,0 7-12,-13-8 12,-3 0-22,-1-1 22,-2 0 56,-9 3-56,-6 1 0,-13 4-22,-4-2 33,-2 1-11,0-1 0,2-4 33,2-3-21,5-4-12,5-2 22,8-3-22,5-2-22,5-2-449,3-1 494,10 1 10,1-1 34,10 2-44,-1-1-1,2 1-22,0 0 11,1 1 34,0-1-34,-2 3-11,-2-2 12,-2 3 21,-3-2-33,-3 1 34,-1 0 55,1 4-21,-2-1-46,0 2 0,-2-3-22,-2 0 79,0 1-68,0 0-11,-1 0 11,1-1-22,-2 1 11,0 0-34,-2 1 34,0 0 0,-1 2 34,0-2-45,0 2 11,-1 0 0,-5 2 56,-5 2-56,-9 2 0,-6 3 0,-2 0 0,-3 1-11,2-3 11,0-1 0,4-4 33,-1 1-22,11-6 12,-1-1 22,9-4 22,1-2-22,0 0 34,-1-1-23,0 0 112,1 0-45,0 0 67,1 0-89,2 0 89,1 0-593,2 0 11,-2 0-303,-1 0-280,-2 0-616,-3-2-2633,-3-1 4224,-1-3 0,6 3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64AC87C-D93F-D6D5-F79C-AC11ED16BD53}"/>
              </a:ext>
            </a:extLst>
          </p:cNvPr>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defTabSz="949325">
              <a:defRPr sz="1300">
                <a:latin typeface="Times New Roman" pitchFamily="18" charset="0"/>
              </a:defRPr>
            </a:lvl1pPr>
          </a:lstStyle>
          <a:p>
            <a:pPr>
              <a:defRPr/>
            </a:pPr>
            <a:endParaRPr lang="de-DE"/>
          </a:p>
        </p:txBody>
      </p:sp>
      <p:sp>
        <p:nvSpPr>
          <p:cNvPr id="4099" name="Rectangle 3">
            <a:extLst>
              <a:ext uri="{FF2B5EF4-FFF2-40B4-BE49-F238E27FC236}">
                <a16:creationId xmlns:a16="http://schemas.microsoft.com/office/drawing/2014/main" id="{4BCDBDF3-B9AA-52E4-F08A-4003723B97DF}"/>
              </a:ext>
            </a:extLst>
          </p:cNvPr>
          <p:cNvSpPr>
            <a:spLocks noGrp="1" noChangeArrowheads="1"/>
          </p:cNvSpPr>
          <p:nvPr>
            <p:ph type="dt" idx="1"/>
          </p:nvPr>
        </p:nvSpPr>
        <p:spPr bwMode="auto">
          <a:xfrm>
            <a:off x="4024313" y="0"/>
            <a:ext cx="3074987" cy="51117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algn="r" defTabSz="949325">
              <a:defRPr sz="1300">
                <a:latin typeface="Times New Roman" pitchFamily="18" charset="0"/>
              </a:defRPr>
            </a:lvl1pPr>
          </a:lstStyle>
          <a:p>
            <a:pPr>
              <a:defRPr/>
            </a:pPr>
            <a:endParaRPr lang="de-DE"/>
          </a:p>
        </p:txBody>
      </p:sp>
      <p:sp>
        <p:nvSpPr>
          <p:cNvPr id="43012" name="Rectangle 4">
            <a:extLst>
              <a:ext uri="{FF2B5EF4-FFF2-40B4-BE49-F238E27FC236}">
                <a16:creationId xmlns:a16="http://schemas.microsoft.com/office/drawing/2014/main" id="{7DBF41E6-5D2F-9C70-C2B7-C04B19F17820}"/>
              </a:ext>
            </a:extLst>
          </p:cNvPr>
          <p:cNvSpPr>
            <a:spLocks noGrp="1" noRot="1" noChangeAspect="1" noChangeArrowheads="1" noTextEdit="1"/>
          </p:cNvSpPr>
          <p:nvPr>
            <p:ph type="sldImg" idx="2"/>
          </p:nvPr>
        </p:nvSpPr>
        <p:spPr bwMode="auto">
          <a:xfrm>
            <a:off x="990600" y="766763"/>
            <a:ext cx="5119688" cy="3840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5DC3026D-A65D-4A01-D65D-199E887F605B}"/>
              </a:ext>
            </a:extLst>
          </p:cNvPr>
          <p:cNvSpPr>
            <a:spLocks noGrp="1" noChangeArrowheads="1"/>
          </p:cNvSpPr>
          <p:nvPr>
            <p:ph type="body" sz="quarter" idx="3"/>
          </p:nvPr>
        </p:nvSpPr>
        <p:spPr bwMode="auto">
          <a:xfrm>
            <a:off x="947738" y="4860925"/>
            <a:ext cx="5203825" cy="460692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102" name="Rectangle 6">
            <a:extLst>
              <a:ext uri="{FF2B5EF4-FFF2-40B4-BE49-F238E27FC236}">
                <a16:creationId xmlns:a16="http://schemas.microsoft.com/office/drawing/2014/main" id="{20341B3E-D655-A0B4-4867-7CAB566984CF}"/>
              </a:ext>
            </a:extLst>
          </p:cNvPr>
          <p:cNvSpPr>
            <a:spLocks noGrp="1" noChangeArrowheads="1"/>
          </p:cNvSpPr>
          <p:nvPr>
            <p:ph type="ftr" sz="quarter" idx="4"/>
          </p:nvPr>
        </p:nvSpPr>
        <p:spPr bwMode="auto">
          <a:xfrm>
            <a:off x="0" y="9723438"/>
            <a:ext cx="3074988" cy="511175"/>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defTabSz="949325">
              <a:defRPr sz="1300">
                <a:latin typeface="Times New Roman" pitchFamily="18" charset="0"/>
              </a:defRPr>
            </a:lvl1pPr>
          </a:lstStyle>
          <a:p>
            <a:pPr>
              <a:defRPr/>
            </a:pPr>
            <a:endParaRPr lang="de-DE"/>
          </a:p>
        </p:txBody>
      </p:sp>
      <p:sp>
        <p:nvSpPr>
          <p:cNvPr id="4103" name="Rectangle 7">
            <a:extLst>
              <a:ext uri="{FF2B5EF4-FFF2-40B4-BE49-F238E27FC236}">
                <a16:creationId xmlns:a16="http://schemas.microsoft.com/office/drawing/2014/main" id="{C49CA576-1505-6AEE-D205-27C0CD38D2AB}"/>
              </a:ext>
            </a:extLst>
          </p:cNvPr>
          <p:cNvSpPr>
            <a:spLocks noGrp="1" noChangeArrowheads="1"/>
          </p:cNvSpPr>
          <p:nvPr>
            <p:ph type="sldNum" sz="quarter" idx="5"/>
          </p:nvPr>
        </p:nvSpPr>
        <p:spPr bwMode="auto">
          <a:xfrm>
            <a:off x="4024313" y="9723438"/>
            <a:ext cx="3074987" cy="511175"/>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algn="r" defTabSz="949325">
              <a:defRPr sz="1300">
                <a:latin typeface="Times New Roman" panose="02020603050405020304" pitchFamily="18" charset="0"/>
              </a:defRPr>
            </a:lvl1pPr>
          </a:lstStyle>
          <a:p>
            <a:fld id="{F6ECF732-A479-EA4A-8109-A7E3A9DBFF86}" type="slidenum">
              <a:rPr lang="de-DE" altLang="zh-CN"/>
              <a:pPr/>
              <a:t>‹#›</a:t>
            </a:fld>
            <a:endParaRPr lang="de-DE"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70673C7-C7BC-2129-5017-9E7232A7C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55F6DB2E-DB3D-7D4C-BFC5-F29366031C23}" type="slidenum">
              <a:rPr lang="de-DE" altLang="zh-CN">
                <a:latin typeface="Times New Roman" panose="02020603050405020304" pitchFamily="18" charset="0"/>
              </a:rPr>
              <a:pPr/>
              <a:t>1</a:t>
            </a:fld>
            <a:endParaRPr lang="de-DE" altLang="zh-CN">
              <a:latin typeface="Times New Roman" panose="02020603050405020304" pitchFamily="18" charset="0"/>
            </a:endParaRPr>
          </a:p>
        </p:txBody>
      </p:sp>
      <p:sp>
        <p:nvSpPr>
          <p:cNvPr id="44035" name="Rectangle 2">
            <a:extLst>
              <a:ext uri="{FF2B5EF4-FFF2-40B4-BE49-F238E27FC236}">
                <a16:creationId xmlns:a16="http://schemas.microsoft.com/office/drawing/2014/main" id="{648A090D-62C1-E92C-B6D6-6FB668D20AFB}"/>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50AAB2B7-328E-E900-45EC-274D8DBA48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24A10790-E3A6-28AF-EF97-589CFB5CB6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5C18E3E3-FE75-7342-90F2-3ABC7CE4F17D}" type="slidenum">
              <a:rPr lang="de-DE" altLang="zh-CN">
                <a:latin typeface="Times New Roman" panose="02020603050405020304" pitchFamily="18" charset="0"/>
              </a:rPr>
              <a:pPr/>
              <a:t>2</a:t>
            </a:fld>
            <a:endParaRPr lang="de-DE" altLang="zh-CN">
              <a:latin typeface="Times New Roman" panose="02020603050405020304" pitchFamily="18" charset="0"/>
            </a:endParaRPr>
          </a:p>
        </p:txBody>
      </p:sp>
      <p:sp>
        <p:nvSpPr>
          <p:cNvPr id="46083" name="Rectangle 2">
            <a:extLst>
              <a:ext uri="{FF2B5EF4-FFF2-40B4-BE49-F238E27FC236}">
                <a16:creationId xmlns:a16="http://schemas.microsoft.com/office/drawing/2014/main" id="{52996833-2D05-A858-3C6F-0336FE4511F9}"/>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95D5B3C1-8718-F005-B2B1-83936F91AE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108630C-5BB1-6E63-04BE-8E56ED0DEC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403B14D-23D1-3C43-BD3B-3C2076EF2C0E}" type="slidenum">
              <a:rPr lang="de-DE" altLang="zh-CN">
                <a:latin typeface="Times New Roman" panose="02020603050405020304" pitchFamily="18" charset="0"/>
              </a:rPr>
              <a:pPr/>
              <a:t>3</a:t>
            </a:fld>
            <a:endParaRPr lang="de-DE" altLang="zh-CN">
              <a:latin typeface="Times New Roman" panose="02020603050405020304" pitchFamily="18" charset="0"/>
            </a:endParaRPr>
          </a:p>
        </p:txBody>
      </p:sp>
      <p:sp>
        <p:nvSpPr>
          <p:cNvPr id="47107" name="Rectangle 2">
            <a:extLst>
              <a:ext uri="{FF2B5EF4-FFF2-40B4-BE49-F238E27FC236}">
                <a16:creationId xmlns:a16="http://schemas.microsoft.com/office/drawing/2014/main" id="{912DE51C-ED55-A0F9-2818-A582AFA9D8E4}"/>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D126FF61-A213-49AC-0CEC-76326E9880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58F6436-0509-FBAE-29B7-9E776A02B1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62AC497C-C7AE-D24E-8898-192C5CC45D2C}" type="slidenum">
              <a:rPr lang="de-DE" altLang="zh-CN">
                <a:latin typeface="Times New Roman" panose="02020603050405020304" pitchFamily="18" charset="0"/>
              </a:rPr>
              <a:pPr/>
              <a:t>4</a:t>
            </a:fld>
            <a:endParaRPr lang="de-DE" altLang="zh-CN">
              <a:latin typeface="Times New Roman" panose="02020603050405020304" pitchFamily="18" charset="0"/>
            </a:endParaRPr>
          </a:p>
        </p:txBody>
      </p:sp>
      <p:sp>
        <p:nvSpPr>
          <p:cNvPr id="48131" name="Rectangle 2">
            <a:extLst>
              <a:ext uri="{FF2B5EF4-FFF2-40B4-BE49-F238E27FC236}">
                <a16:creationId xmlns:a16="http://schemas.microsoft.com/office/drawing/2014/main" id="{761F4B82-214C-2715-E83E-145E3DA076FA}"/>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1E1E6022-E9D0-FAC2-DF63-399B625391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0968451B-3F42-EB1F-38A1-A6FEE5076B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C664A66-D03E-E84E-BA71-B9DC6209AFCC}" type="slidenum">
              <a:rPr lang="de-DE" altLang="zh-CN">
                <a:latin typeface="Times New Roman" panose="02020603050405020304" pitchFamily="18" charset="0"/>
              </a:rPr>
              <a:pPr/>
              <a:t>5</a:t>
            </a:fld>
            <a:endParaRPr lang="de-DE" altLang="zh-CN">
              <a:latin typeface="Times New Roman" panose="02020603050405020304" pitchFamily="18" charset="0"/>
            </a:endParaRPr>
          </a:p>
        </p:txBody>
      </p:sp>
      <p:sp>
        <p:nvSpPr>
          <p:cNvPr id="49155" name="Rectangle 2">
            <a:extLst>
              <a:ext uri="{FF2B5EF4-FFF2-40B4-BE49-F238E27FC236}">
                <a16:creationId xmlns:a16="http://schemas.microsoft.com/office/drawing/2014/main" id="{1B6911F1-2AC1-3F65-9BEB-1BF02DBF7DE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51F8B12C-CE0C-A781-67CE-EBE77209E4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34BF987-F4DF-0B52-BF3B-807179A701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E3BB2323-76F9-6245-87C1-84B3532D5297}" type="slidenum">
              <a:rPr lang="de-DE" altLang="zh-CN">
                <a:latin typeface="Times New Roman" panose="02020603050405020304" pitchFamily="18" charset="0"/>
              </a:rPr>
              <a:pPr/>
              <a:t>8</a:t>
            </a:fld>
            <a:endParaRPr lang="de-DE" altLang="zh-CN">
              <a:latin typeface="Times New Roman" panose="02020603050405020304" pitchFamily="18" charset="0"/>
            </a:endParaRPr>
          </a:p>
        </p:txBody>
      </p:sp>
      <p:sp>
        <p:nvSpPr>
          <p:cNvPr id="50179" name="Rectangle 2">
            <a:extLst>
              <a:ext uri="{FF2B5EF4-FFF2-40B4-BE49-F238E27FC236}">
                <a16:creationId xmlns:a16="http://schemas.microsoft.com/office/drawing/2014/main" id="{C26C8DF8-CDCA-420A-6D73-29AEF25A9191}"/>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5720E444-9E83-7C17-DAA7-515D1C7C15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342DE02-6FAD-B2D6-9B52-D7D69EDDAE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E2576E05-74E4-7749-BF1C-4956EB9DB904}" type="slidenum">
              <a:rPr lang="de-DE" altLang="zh-CN">
                <a:latin typeface="Times New Roman" panose="02020603050405020304" pitchFamily="18" charset="0"/>
              </a:rPr>
              <a:pPr/>
              <a:t>22</a:t>
            </a:fld>
            <a:endParaRPr lang="de-DE" altLang="zh-CN">
              <a:latin typeface="Times New Roman" panose="02020603050405020304" pitchFamily="18" charset="0"/>
            </a:endParaRPr>
          </a:p>
        </p:txBody>
      </p:sp>
      <p:sp>
        <p:nvSpPr>
          <p:cNvPr id="51203" name="Rectangle 2">
            <a:extLst>
              <a:ext uri="{FF2B5EF4-FFF2-40B4-BE49-F238E27FC236}">
                <a16:creationId xmlns:a16="http://schemas.microsoft.com/office/drawing/2014/main" id="{C0B3CEA6-621F-2546-8945-5D510A2D139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9C8B0E28-BD6D-16AD-AED9-416EB82ABE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9CFAE775-0F9E-90B8-FDA1-CE8B3D32C4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7956072F-AB87-904E-9355-9A10DDACCF6E}" type="slidenum">
              <a:rPr lang="de-DE" altLang="zh-CN">
                <a:latin typeface="Times New Roman" panose="02020603050405020304" pitchFamily="18" charset="0"/>
              </a:rPr>
              <a:pPr/>
              <a:t>27</a:t>
            </a:fld>
            <a:endParaRPr lang="de-DE" altLang="zh-CN">
              <a:latin typeface="Times New Roman" panose="02020603050405020304" pitchFamily="18" charset="0"/>
            </a:endParaRPr>
          </a:p>
        </p:txBody>
      </p:sp>
      <p:sp>
        <p:nvSpPr>
          <p:cNvPr id="52227" name="Rectangle 2">
            <a:extLst>
              <a:ext uri="{FF2B5EF4-FFF2-40B4-BE49-F238E27FC236}">
                <a16:creationId xmlns:a16="http://schemas.microsoft.com/office/drawing/2014/main" id="{88371126-7779-EDDB-2653-9DB942D60B5B}"/>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17E8DE57-BB15-828A-3DB2-5BED6CE900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timing attacks:</a:t>
            </a:r>
            <a:r>
              <a:rPr lang="en-US" baseline="0" dirty="0"/>
              <a:t>    cache timing,  multi-core attacks,    smartcard attacks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38DAD-5F37-4EA5-A798-26ED1E45393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8534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A382468-8D2B-1ECA-F9B2-0F9FC4E88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549510F2-0FFC-AB41-BEA9-0C6E75CFF9FA}" type="slidenum">
              <a:rPr lang="de-DE" altLang="zh-CN">
                <a:latin typeface="Times New Roman" panose="02020603050405020304" pitchFamily="18" charset="0"/>
              </a:rPr>
              <a:pPr/>
              <a:t>31</a:t>
            </a:fld>
            <a:endParaRPr lang="de-DE" altLang="zh-CN">
              <a:latin typeface="Times New Roman" panose="02020603050405020304" pitchFamily="18" charset="0"/>
            </a:endParaRPr>
          </a:p>
        </p:txBody>
      </p:sp>
      <p:sp>
        <p:nvSpPr>
          <p:cNvPr id="53251" name="Rectangle 2">
            <a:extLst>
              <a:ext uri="{FF2B5EF4-FFF2-40B4-BE49-F238E27FC236}">
                <a16:creationId xmlns:a16="http://schemas.microsoft.com/office/drawing/2014/main" id="{87F3E085-7BD4-BBF2-17E5-8470CF80C8E0}"/>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5596F177-BACD-EFCD-94A0-911BDC3704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Using the example from Table 6.5, Table 6.6 shows the result when the eighth bit of the plaintext is changed. The second column of the table shows the value of the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matrix at the end of each round for the two plaintexts. Note that after just one round, 20 bits of the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vector differ. After two rounds, close to half the bits differ. This magnitude of difference propagates through the remaining rounds. A bit difference in approximately half the positions in the most desirable outcome. Clearly, if almost all the bits are changed, this would be logically </a:t>
            </a:r>
            <a:r>
              <a:rPr lang="en-US" sz="1200" kern="1200" dirty="0" err="1">
                <a:solidFill>
                  <a:schemeClr val="tx1"/>
                </a:solidFill>
                <a:effectLst/>
                <a:latin typeface="Arial" charset="0"/>
                <a:ea typeface="ＭＳ Ｐゴシック" pitchFamily="-107" charset="-128"/>
                <a:cs typeface="ＭＳ Ｐゴシック" pitchFamily="-107" charset="-128"/>
              </a:rPr>
              <a:t>equiva</a:t>
            </a:r>
            <a:r>
              <a:rPr lang="en-US" sz="1200" kern="1200" dirty="0">
                <a:solidFill>
                  <a:schemeClr val="tx1"/>
                </a:solidFill>
                <a:effectLst/>
                <a:latin typeface="Arial" charset="0"/>
                <a:ea typeface="ＭＳ Ｐゴシック" pitchFamily="-107" charset="-128"/>
                <a:cs typeface="ＭＳ Ｐゴシック" pitchFamily="-107" charset="-128"/>
              </a:rPr>
              <a:t>- lent to almost none of the bits being changed. Put another way, if we select two plaintexts at random, we would expect the two plaintexts to differ in about half of the bit positions and the two ciphertexts to also differ in about half the positions. </a:t>
            </a:r>
            <a:endParaRPr lang="en-US" dirty="0"/>
          </a:p>
          <a:p>
            <a:endParaRPr lang="en-US" dirty="0">
              <a:latin typeface="Arial" pitchFamily="-84" charset="0"/>
              <a:ea typeface="ＭＳ Ｐゴシック" pitchFamily="-84" charset="-128"/>
              <a:cs typeface="ＭＳ Ｐゴシック" pitchFamily="-84" charset="-128"/>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084228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Using the example from Table 6.5, Table 6.6 shows the result when the eighth bit of the plaintext is changed. The second column of the table shows the value of the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matrix at the end of each round for the two plaintexts. Note that after just one round, 20 bits of the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vector differ. After two rounds, close to half the bits differ. This magnitude of difference propagates through the remaining rounds. A bit difference in approximately half the positions in the most desirable outcome. Clearly, if almost all the bits are changed, this would be logically </a:t>
            </a:r>
            <a:r>
              <a:rPr lang="en-US" sz="1200" kern="1200" dirty="0" err="1">
                <a:solidFill>
                  <a:schemeClr val="tx1"/>
                </a:solidFill>
                <a:effectLst/>
                <a:latin typeface="Arial" charset="0"/>
                <a:ea typeface="ＭＳ Ｐゴシック" pitchFamily="-107" charset="-128"/>
                <a:cs typeface="ＭＳ Ｐゴシック" pitchFamily="-107" charset="-128"/>
              </a:rPr>
              <a:t>equiva</a:t>
            </a:r>
            <a:r>
              <a:rPr lang="en-US" sz="1200" kern="1200" dirty="0">
                <a:solidFill>
                  <a:schemeClr val="tx1"/>
                </a:solidFill>
                <a:effectLst/>
                <a:latin typeface="Arial" charset="0"/>
                <a:ea typeface="ＭＳ Ｐゴシック" pitchFamily="-107" charset="-128"/>
                <a:cs typeface="ＭＳ Ｐゴシック" pitchFamily="-107" charset="-128"/>
              </a:rPr>
              <a:t>- lent to almost none of the bits being changed. Put another way, if we select two plaintexts at random, we would expect the two plaintexts to differ in about half of the bit positions and the two ciphertexts to also differ in about half the positions. </a:t>
            </a:r>
            <a:endParaRPr lang="en-US" dirty="0"/>
          </a:p>
          <a:p>
            <a:endParaRPr lang="en-US" dirty="0">
              <a:latin typeface="Arial" pitchFamily="-84" charset="0"/>
              <a:ea typeface="ＭＳ Ｐゴシック" pitchFamily="-84" charset="-128"/>
              <a:cs typeface="ＭＳ Ｐゴシック" pitchFamily="-84" charset="-128"/>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502642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Table 6.7 shows the change in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matrix values when the same plaintext is used and the two keys differ in the eighth bit. That is, for the second case, the key is 0e1571c947d9e8590cb7add6af7f6798. Again, one round produces a significant change, and the magnitude of change after all subsequent rounds is roughly half the bits. Thus, based on this example, AES exhibits a very strong avalanche effect. </a:t>
            </a:r>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Note that this avalanche effect is stronger than that for DES (Table 4.2), which requires three rounds to reach a point at which approximately half the bits are changed, both for a bit change in the plaintext and a bit change in the key. </a:t>
            </a:r>
            <a:endParaRPr lang="en-US" dirty="0"/>
          </a:p>
          <a:p>
            <a:endParaRPr lang="en-US" dirty="0"/>
          </a:p>
          <a:p>
            <a:endParaRPr lang="en-US" dirty="0">
              <a:effectLst/>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084228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Table 6.7 shows the change in </a:t>
            </a:r>
            <a:r>
              <a:rPr lang="en-US" sz="1200" b="1" kern="1200" dirty="0">
                <a:solidFill>
                  <a:schemeClr val="tx1"/>
                </a:solidFill>
                <a:effectLst/>
                <a:latin typeface="Arial" charset="0"/>
                <a:ea typeface="ＭＳ Ｐゴシック" pitchFamily="-107" charset="-128"/>
                <a:cs typeface="ＭＳ Ｐゴシック" pitchFamily="-107" charset="-128"/>
              </a:rPr>
              <a:t>State </a:t>
            </a:r>
            <a:r>
              <a:rPr lang="en-US" sz="1200" kern="1200" dirty="0">
                <a:solidFill>
                  <a:schemeClr val="tx1"/>
                </a:solidFill>
                <a:effectLst/>
                <a:latin typeface="Arial" charset="0"/>
                <a:ea typeface="ＭＳ Ｐゴシック" pitchFamily="-107" charset="-128"/>
                <a:cs typeface="ＭＳ Ｐゴシック" pitchFamily="-107" charset="-128"/>
              </a:rPr>
              <a:t>matrix values when the same plaintext is used and the two keys differ in the eighth bit. That is, for the second case, the key is 0e1571c947d9e8590cb7add6af7f6798. Again, one round produces a significant change, and the magnitude of change after all subsequent rounds is roughly half the bits. Thus, based on this example, AES exhibits a very strong avalanche effect. </a:t>
            </a:r>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pitchFamily="-107" charset="-128"/>
                <a:cs typeface="ＭＳ Ｐゴシック" pitchFamily="-107" charset="-128"/>
              </a:rPr>
              <a:t>Note that this avalanche effect is stronger than that for DES (Table 4.2), which requires three rounds to reach a point at which approximately half the bits are changed, both for a bit change in the plaintext and a bit change in the key. </a:t>
            </a:r>
            <a:endParaRPr lang="en-US" dirty="0"/>
          </a:p>
          <a:p>
            <a:endParaRPr lang="en-US" dirty="0"/>
          </a:p>
          <a:p>
            <a:endParaRPr lang="en-US" dirty="0">
              <a:effectLst/>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83893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24258" name="Rectangle 2"/>
          <p:cNvSpPr>
            <a:spLocks noGrp="1" noChangeArrowheads="1"/>
          </p:cNvSpPr>
          <p:nvPr>
            <p:ph type="ctrTitle"/>
          </p:nvPr>
        </p:nvSpPr>
        <p:spPr>
          <a:xfrm>
            <a:off x="473075" y="322263"/>
            <a:ext cx="6769100" cy="744537"/>
          </a:xfrm>
        </p:spPr>
        <p:txBody>
          <a:bodyPr/>
          <a:lstStyle>
            <a:lvl1pPr>
              <a:defRPr/>
            </a:lvl1pPr>
          </a:lstStyle>
          <a:p>
            <a:r>
              <a:rPr lang="de-DE"/>
              <a:t>Klicken Sie, um das Titelformat zu bearbeiten</a:t>
            </a:r>
          </a:p>
        </p:txBody>
      </p:sp>
      <p:sp>
        <p:nvSpPr>
          <p:cNvPr id="224259" name="Rectangle 3"/>
          <p:cNvSpPr>
            <a:spLocks noGrp="1" noChangeArrowheads="1"/>
          </p:cNvSpPr>
          <p:nvPr>
            <p:ph type="subTitle" idx="1"/>
          </p:nvPr>
        </p:nvSpPr>
        <p:spPr>
          <a:xfrm>
            <a:off x="858838" y="1108075"/>
            <a:ext cx="6303962" cy="1752600"/>
          </a:xfrm>
        </p:spPr>
        <p:txBody>
          <a:bodyPr/>
          <a:lstStyle>
            <a:lvl1pPr marL="0" indent="0">
              <a:buFontTx/>
              <a:buNone/>
              <a:defRPr sz="1800"/>
            </a:lvl1pPr>
          </a:lstStyle>
          <a:p>
            <a:r>
              <a:rPr lang="de-DE"/>
              <a:t>Klicken Sie, um das Format des Untertitelmasters zu bearbeiten</a:t>
            </a:r>
          </a:p>
        </p:txBody>
      </p:sp>
      <p:sp>
        <p:nvSpPr>
          <p:cNvPr id="2" name="Rectangle 4">
            <a:extLst>
              <a:ext uri="{FF2B5EF4-FFF2-40B4-BE49-F238E27FC236}">
                <a16:creationId xmlns:a16="http://schemas.microsoft.com/office/drawing/2014/main" id="{BA5EAC51-9D41-D084-41A3-9D360F4B28F9}"/>
              </a:ext>
            </a:extLst>
          </p:cNvPr>
          <p:cNvSpPr>
            <a:spLocks noGrp="1" noChangeArrowheads="1"/>
          </p:cNvSpPr>
          <p:nvPr>
            <p:ph type="dt" sz="half" idx="10"/>
          </p:nvPr>
        </p:nvSpPr>
        <p:spPr bwMode="auto">
          <a:xfrm>
            <a:off x="8101013" y="6453188"/>
            <a:ext cx="812800" cy="215900"/>
          </a:xfrm>
          <a:prstGeom prst="rect">
            <a:avLst/>
          </a:prstGeom>
          <a:ln>
            <a:miter lim="800000"/>
            <a:headEnd/>
            <a:tailEnd/>
          </a:ln>
        </p:spPr>
        <p:txBody>
          <a:bodyPr vert="horz" wrap="square" lIns="0" tIns="0" rIns="0" bIns="0" numCol="1" anchor="t" anchorCtr="0" compatLnSpc="1">
            <a:prstTxWarp prst="textNoShape">
              <a:avLst/>
            </a:prstTxWarp>
          </a:bodyPr>
          <a:lstStyle>
            <a:lvl1pPr>
              <a:defRPr sz="800">
                <a:solidFill>
                  <a:schemeClr val="bg2"/>
                </a:solidFill>
                <a:latin typeface="Arial" charset="0"/>
              </a:defRPr>
            </a:lvl1pPr>
          </a:lstStyle>
          <a:p>
            <a:pPr>
              <a:defRPr/>
            </a:pPr>
            <a:endParaRPr lang="de-DE"/>
          </a:p>
        </p:txBody>
      </p:sp>
      <p:sp>
        <p:nvSpPr>
          <p:cNvPr id="3" name="Rectangle 5">
            <a:extLst>
              <a:ext uri="{FF2B5EF4-FFF2-40B4-BE49-F238E27FC236}">
                <a16:creationId xmlns:a16="http://schemas.microsoft.com/office/drawing/2014/main" id="{F3A54D8B-9EA5-60F9-45FA-B26E34E4BFBC}"/>
              </a:ext>
            </a:extLst>
          </p:cNvPr>
          <p:cNvSpPr>
            <a:spLocks noGrp="1" noChangeArrowheads="1"/>
          </p:cNvSpPr>
          <p:nvPr>
            <p:ph type="sldNum" sz="quarter" idx="11"/>
          </p:nvPr>
        </p:nvSpPr>
        <p:spPr>
          <a:xfrm>
            <a:off x="34925" y="6623050"/>
            <a:ext cx="720725" cy="334963"/>
          </a:xfrm>
        </p:spPr>
        <p:txBody>
          <a:bodyPr/>
          <a:lstStyle>
            <a:lvl1pPr>
              <a:defRPr>
                <a:solidFill>
                  <a:schemeClr val="bg2"/>
                </a:solidFill>
              </a:defRPr>
            </a:lvl1pPr>
          </a:lstStyle>
          <a:p>
            <a:fld id="{F3CC769D-E244-024C-803F-D86E8138619C}" type="slidenum">
              <a:rPr lang="de-DE" altLang="zh-CN"/>
              <a:pPr/>
              <a:t>‹#›</a:t>
            </a:fld>
            <a:r>
              <a:rPr lang="de-DE" altLang="zh-CN"/>
              <a:t>/28</a:t>
            </a:r>
          </a:p>
        </p:txBody>
      </p:sp>
    </p:spTree>
    <p:extLst>
      <p:ext uri="{BB962C8B-B14F-4D97-AF65-F5344CB8AC3E}">
        <p14:creationId xmlns:p14="http://schemas.microsoft.com/office/powerpoint/2010/main" val="1110420776"/>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94225951-730E-62EC-1D44-39C0571B2121}"/>
              </a:ext>
            </a:extLst>
          </p:cNvPr>
          <p:cNvSpPr>
            <a:spLocks noGrp="1" noChangeArrowheads="1"/>
          </p:cNvSpPr>
          <p:nvPr>
            <p:ph type="sldNum" sz="quarter" idx="10"/>
          </p:nvPr>
        </p:nvSpPr>
        <p:spPr/>
        <p:txBody>
          <a:bodyPr/>
          <a:lstStyle>
            <a:lvl1pPr>
              <a:defRPr/>
            </a:lvl1pPr>
          </a:lstStyle>
          <a:p>
            <a:fld id="{C04A429D-1A72-B741-A373-41F01AA41349}" type="slidenum">
              <a:rPr lang="de-DE" altLang="zh-CN"/>
              <a:pPr/>
              <a:t>‹#›</a:t>
            </a:fld>
            <a:r>
              <a:rPr lang="de-DE" altLang="zh-CN"/>
              <a:t>/28</a:t>
            </a:r>
          </a:p>
        </p:txBody>
      </p:sp>
      <p:sp>
        <p:nvSpPr>
          <p:cNvPr id="5" name="Rectangle 550">
            <a:extLst>
              <a:ext uri="{FF2B5EF4-FFF2-40B4-BE49-F238E27FC236}">
                <a16:creationId xmlns:a16="http://schemas.microsoft.com/office/drawing/2014/main" id="{C47028F1-0B1F-E149-6665-F708E8206E15}"/>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241665098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Rectangle 6">
            <a:extLst>
              <a:ext uri="{FF2B5EF4-FFF2-40B4-BE49-F238E27FC236}">
                <a16:creationId xmlns:a16="http://schemas.microsoft.com/office/drawing/2014/main" id="{8561C351-5E5A-3139-5C4E-5DA501760222}"/>
              </a:ext>
            </a:extLst>
          </p:cNvPr>
          <p:cNvSpPr>
            <a:spLocks noGrp="1" noChangeArrowheads="1"/>
          </p:cNvSpPr>
          <p:nvPr>
            <p:ph type="sldNum" sz="quarter" idx="10"/>
          </p:nvPr>
        </p:nvSpPr>
        <p:spPr/>
        <p:txBody>
          <a:bodyPr/>
          <a:lstStyle>
            <a:lvl1pPr>
              <a:defRPr/>
            </a:lvl1pPr>
          </a:lstStyle>
          <a:p>
            <a:fld id="{5949030F-8B8D-5741-B38F-45B1B1F7910E}" type="slidenum">
              <a:rPr lang="de-DE" altLang="zh-CN"/>
              <a:pPr/>
              <a:t>‹#›</a:t>
            </a:fld>
            <a:r>
              <a:rPr lang="de-DE" altLang="zh-CN"/>
              <a:t>/28</a:t>
            </a:r>
          </a:p>
        </p:txBody>
      </p:sp>
      <p:sp>
        <p:nvSpPr>
          <p:cNvPr id="5" name="Rectangle 550">
            <a:extLst>
              <a:ext uri="{FF2B5EF4-FFF2-40B4-BE49-F238E27FC236}">
                <a16:creationId xmlns:a16="http://schemas.microsoft.com/office/drawing/2014/main" id="{71EDAB1C-B861-DBEE-1210-BEE5E935C115}"/>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3959983363"/>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49313" y="1130300"/>
            <a:ext cx="2965450"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3967163" y="1130300"/>
            <a:ext cx="2967037"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6">
            <a:extLst>
              <a:ext uri="{FF2B5EF4-FFF2-40B4-BE49-F238E27FC236}">
                <a16:creationId xmlns:a16="http://schemas.microsoft.com/office/drawing/2014/main" id="{46ADE880-02A3-7F07-34FB-A63F13FFFC40}"/>
              </a:ext>
            </a:extLst>
          </p:cNvPr>
          <p:cNvSpPr>
            <a:spLocks noGrp="1" noChangeArrowheads="1"/>
          </p:cNvSpPr>
          <p:nvPr>
            <p:ph type="sldNum" sz="quarter" idx="10"/>
          </p:nvPr>
        </p:nvSpPr>
        <p:spPr/>
        <p:txBody>
          <a:bodyPr/>
          <a:lstStyle>
            <a:lvl1pPr>
              <a:defRPr/>
            </a:lvl1pPr>
          </a:lstStyle>
          <a:p>
            <a:fld id="{2AB1EDD9-B443-4542-AF45-20A97AC17F8F}" type="slidenum">
              <a:rPr lang="de-DE" altLang="zh-CN"/>
              <a:pPr/>
              <a:t>‹#›</a:t>
            </a:fld>
            <a:r>
              <a:rPr lang="de-DE" altLang="zh-CN"/>
              <a:t>/28</a:t>
            </a:r>
          </a:p>
        </p:txBody>
      </p:sp>
      <p:sp>
        <p:nvSpPr>
          <p:cNvPr id="6" name="Rectangle 550">
            <a:extLst>
              <a:ext uri="{FF2B5EF4-FFF2-40B4-BE49-F238E27FC236}">
                <a16:creationId xmlns:a16="http://schemas.microsoft.com/office/drawing/2014/main" id="{CC686115-9FED-C37C-FFF3-378FEF345F06}"/>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1710776317"/>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6">
            <a:extLst>
              <a:ext uri="{FF2B5EF4-FFF2-40B4-BE49-F238E27FC236}">
                <a16:creationId xmlns:a16="http://schemas.microsoft.com/office/drawing/2014/main" id="{1C321D43-3386-F0B5-4D61-B1A791EFF639}"/>
              </a:ext>
            </a:extLst>
          </p:cNvPr>
          <p:cNvSpPr>
            <a:spLocks noGrp="1" noChangeArrowheads="1"/>
          </p:cNvSpPr>
          <p:nvPr>
            <p:ph type="sldNum" sz="quarter" idx="10"/>
          </p:nvPr>
        </p:nvSpPr>
        <p:spPr/>
        <p:txBody>
          <a:bodyPr/>
          <a:lstStyle>
            <a:lvl1pPr>
              <a:defRPr/>
            </a:lvl1pPr>
          </a:lstStyle>
          <a:p>
            <a:fld id="{BE31C15F-EE1D-2941-A80D-6B9506FB0D24}" type="slidenum">
              <a:rPr lang="de-DE" altLang="zh-CN"/>
              <a:pPr/>
              <a:t>‹#›</a:t>
            </a:fld>
            <a:r>
              <a:rPr lang="de-DE" altLang="zh-CN"/>
              <a:t>/28</a:t>
            </a:r>
          </a:p>
        </p:txBody>
      </p:sp>
      <p:sp>
        <p:nvSpPr>
          <p:cNvPr id="8" name="Rectangle 550">
            <a:extLst>
              <a:ext uri="{FF2B5EF4-FFF2-40B4-BE49-F238E27FC236}">
                <a16:creationId xmlns:a16="http://schemas.microsoft.com/office/drawing/2014/main" id="{04E9EA4C-D979-A8BA-C0E9-A5B67A461BBA}"/>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1719576237"/>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6">
            <a:extLst>
              <a:ext uri="{FF2B5EF4-FFF2-40B4-BE49-F238E27FC236}">
                <a16:creationId xmlns:a16="http://schemas.microsoft.com/office/drawing/2014/main" id="{6346DCB9-BECE-1825-3C73-B8CFA66F9CCC}"/>
              </a:ext>
            </a:extLst>
          </p:cNvPr>
          <p:cNvSpPr>
            <a:spLocks noGrp="1" noChangeArrowheads="1"/>
          </p:cNvSpPr>
          <p:nvPr>
            <p:ph type="sldNum" sz="quarter" idx="10"/>
          </p:nvPr>
        </p:nvSpPr>
        <p:spPr/>
        <p:txBody>
          <a:bodyPr/>
          <a:lstStyle>
            <a:lvl1pPr>
              <a:defRPr/>
            </a:lvl1pPr>
          </a:lstStyle>
          <a:p>
            <a:fld id="{C31002BE-5CE4-E64E-AF8D-B7572F5EBB54}" type="slidenum">
              <a:rPr lang="de-DE" altLang="zh-CN"/>
              <a:pPr/>
              <a:t>‹#›</a:t>
            </a:fld>
            <a:r>
              <a:rPr lang="de-DE" altLang="zh-CN"/>
              <a:t>/28</a:t>
            </a:r>
          </a:p>
        </p:txBody>
      </p:sp>
      <p:sp>
        <p:nvSpPr>
          <p:cNvPr id="4" name="Rectangle 550">
            <a:extLst>
              <a:ext uri="{FF2B5EF4-FFF2-40B4-BE49-F238E27FC236}">
                <a16:creationId xmlns:a16="http://schemas.microsoft.com/office/drawing/2014/main" id="{B2EC4C8B-480D-2766-4CB1-483F7ABD73E1}"/>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2249095750"/>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730F26E-2726-3679-BCBE-0FF90A673EBC}"/>
              </a:ext>
            </a:extLst>
          </p:cNvPr>
          <p:cNvSpPr>
            <a:spLocks noGrp="1" noChangeArrowheads="1"/>
          </p:cNvSpPr>
          <p:nvPr>
            <p:ph type="sldNum" sz="quarter" idx="10"/>
          </p:nvPr>
        </p:nvSpPr>
        <p:spPr/>
        <p:txBody>
          <a:bodyPr/>
          <a:lstStyle>
            <a:lvl1pPr>
              <a:defRPr/>
            </a:lvl1pPr>
          </a:lstStyle>
          <a:p>
            <a:fld id="{F845AC33-8880-5F4A-893D-65C1988CFC4C}" type="slidenum">
              <a:rPr lang="de-DE" altLang="zh-CN"/>
              <a:pPr/>
              <a:t>‹#›</a:t>
            </a:fld>
            <a:r>
              <a:rPr lang="de-DE" altLang="zh-CN"/>
              <a:t>/28</a:t>
            </a:r>
          </a:p>
        </p:txBody>
      </p:sp>
      <p:sp>
        <p:nvSpPr>
          <p:cNvPr id="3" name="Rectangle 550">
            <a:extLst>
              <a:ext uri="{FF2B5EF4-FFF2-40B4-BE49-F238E27FC236}">
                <a16:creationId xmlns:a16="http://schemas.microsoft.com/office/drawing/2014/main" id="{7E36CA23-4959-16D5-EA9F-EBFACBEEB191}"/>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498001369"/>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88C87316-7ECD-B2B8-07D1-8A29614D9968}"/>
              </a:ext>
            </a:extLst>
          </p:cNvPr>
          <p:cNvSpPr>
            <a:spLocks noGrp="1" noChangeArrowheads="1"/>
          </p:cNvSpPr>
          <p:nvPr>
            <p:ph type="sldNum" sz="quarter" idx="10"/>
          </p:nvPr>
        </p:nvSpPr>
        <p:spPr/>
        <p:txBody>
          <a:bodyPr/>
          <a:lstStyle>
            <a:lvl1pPr>
              <a:defRPr/>
            </a:lvl1pPr>
          </a:lstStyle>
          <a:p>
            <a:fld id="{EB534715-55B3-164D-B34D-84856F0DA4F8}" type="slidenum">
              <a:rPr lang="de-DE" altLang="zh-CN"/>
              <a:pPr/>
              <a:t>‹#›</a:t>
            </a:fld>
            <a:r>
              <a:rPr lang="de-DE" altLang="zh-CN"/>
              <a:t>/28</a:t>
            </a:r>
          </a:p>
        </p:txBody>
      </p:sp>
      <p:sp>
        <p:nvSpPr>
          <p:cNvPr id="6" name="Rectangle 550">
            <a:extLst>
              <a:ext uri="{FF2B5EF4-FFF2-40B4-BE49-F238E27FC236}">
                <a16:creationId xmlns:a16="http://schemas.microsoft.com/office/drawing/2014/main" id="{49DD9B82-9355-1DE8-1C09-4F67F2277808}"/>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250574160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1F1662CA-8967-4DA6-EE27-FC2AC335CDA6}"/>
              </a:ext>
            </a:extLst>
          </p:cNvPr>
          <p:cNvSpPr>
            <a:spLocks noGrp="1" noChangeArrowheads="1"/>
          </p:cNvSpPr>
          <p:nvPr>
            <p:ph type="sldNum" sz="quarter" idx="10"/>
          </p:nvPr>
        </p:nvSpPr>
        <p:spPr/>
        <p:txBody>
          <a:bodyPr/>
          <a:lstStyle>
            <a:lvl1pPr>
              <a:defRPr/>
            </a:lvl1pPr>
          </a:lstStyle>
          <a:p>
            <a:fld id="{DFE5755B-26E8-A94C-9BE8-2B198C79C463}" type="slidenum">
              <a:rPr lang="de-DE" altLang="zh-CN"/>
              <a:pPr/>
              <a:t>‹#›</a:t>
            </a:fld>
            <a:r>
              <a:rPr lang="de-DE" altLang="zh-CN"/>
              <a:t>/28</a:t>
            </a:r>
          </a:p>
        </p:txBody>
      </p:sp>
      <p:sp>
        <p:nvSpPr>
          <p:cNvPr id="6" name="Rectangle 550">
            <a:extLst>
              <a:ext uri="{FF2B5EF4-FFF2-40B4-BE49-F238E27FC236}">
                <a16:creationId xmlns:a16="http://schemas.microsoft.com/office/drawing/2014/main" id="{CEBDB50D-7848-0E79-A447-7E511CCCDFA8}"/>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375031684"/>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9D462F24-D6BF-AA0E-6BE3-30C2DBD3528F}"/>
              </a:ext>
            </a:extLst>
          </p:cNvPr>
          <p:cNvSpPr>
            <a:spLocks noGrp="1" noChangeArrowheads="1"/>
          </p:cNvSpPr>
          <p:nvPr>
            <p:ph type="sldNum" sz="quarter" idx="10"/>
          </p:nvPr>
        </p:nvSpPr>
        <p:spPr/>
        <p:txBody>
          <a:bodyPr/>
          <a:lstStyle>
            <a:lvl1pPr>
              <a:defRPr/>
            </a:lvl1pPr>
          </a:lstStyle>
          <a:p>
            <a:fld id="{2F8257FD-49F4-4045-8417-E20C8F6D148E}" type="slidenum">
              <a:rPr lang="de-DE" altLang="zh-CN"/>
              <a:pPr/>
              <a:t>‹#›</a:t>
            </a:fld>
            <a:r>
              <a:rPr lang="de-DE" altLang="zh-CN"/>
              <a:t>/28</a:t>
            </a:r>
          </a:p>
        </p:txBody>
      </p:sp>
      <p:sp>
        <p:nvSpPr>
          <p:cNvPr id="5" name="Rectangle 550">
            <a:extLst>
              <a:ext uri="{FF2B5EF4-FFF2-40B4-BE49-F238E27FC236}">
                <a16:creationId xmlns:a16="http://schemas.microsoft.com/office/drawing/2014/main" id="{9F7DEC23-E1A6-12FA-8EA2-EC922973C4F2}"/>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74583933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5319713" y="322263"/>
            <a:ext cx="1614487" cy="25876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71488" y="322263"/>
            <a:ext cx="4695825" cy="25876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1B612E06-D9E7-8272-7B69-3970A5983A4C}"/>
              </a:ext>
            </a:extLst>
          </p:cNvPr>
          <p:cNvSpPr>
            <a:spLocks noGrp="1" noChangeArrowheads="1"/>
          </p:cNvSpPr>
          <p:nvPr>
            <p:ph type="sldNum" sz="quarter" idx="10"/>
          </p:nvPr>
        </p:nvSpPr>
        <p:spPr/>
        <p:txBody>
          <a:bodyPr/>
          <a:lstStyle>
            <a:lvl1pPr>
              <a:defRPr/>
            </a:lvl1pPr>
          </a:lstStyle>
          <a:p>
            <a:fld id="{2064B789-FB0A-2647-84EA-650DFF2CA4E1}" type="slidenum">
              <a:rPr lang="de-DE" altLang="zh-CN"/>
              <a:pPr/>
              <a:t>‹#›</a:t>
            </a:fld>
            <a:r>
              <a:rPr lang="de-DE" altLang="zh-CN"/>
              <a:t>/28</a:t>
            </a:r>
          </a:p>
        </p:txBody>
      </p:sp>
      <p:sp>
        <p:nvSpPr>
          <p:cNvPr id="5" name="Rectangle 550">
            <a:extLst>
              <a:ext uri="{FF2B5EF4-FFF2-40B4-BE49-F238E27FC236}">
                <a16:creationId xmlns:a16="http://schemas.microsoft.com/office/drawing/2014/main" id="{42CAB22A-2EF3-4A3C-3F07-FA9644766575}"/>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4005881809"/>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el und Diagramm oder Organigramm">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p>
        </p:txBody>
      </p:sp>
      <p:sp>
        <p:nvSpPr>
          <p:cNvPr id="3" name="SmartArt-Platzhalter 2"/>
          <p:cNvSpPr>
            <a:spLocks noGrp="1"/>
          </p:cNvSpPr>
          <p:nvPr>
            <p:ph type="dgm" idx="1"/>
          </p:nvPr>
        </p:nvSpPr>
        <p:spPr>
          <a:xfrm>
            <a:off x="849313" y="1130300"/>
            <a:ext cx="6084887" cy="1779588"/>
          </a:xfrm>
        </p:spPr>
        <p:txBody>
          <a:bodyPr/>
          <a:lstStyle/>
          <a:p>
            <a:pPr lvl="0"/>
            <a:endParaRPr lang="de-DE" noProof="0"/>
          </a:p>
        </p:txBody>
      </p:sp>
      <p:sp>
        <p:nvSpPr>
          <p:cNvPr id="4" name="Rectangle 6">
            <a:extLst>
              <a:ext uri="{FF2B5EF4-FFF2-40B4-BE49-F238E27FC236}">
                <a16:creationId xmlns:a16="http://schemas.microsoft.com/office/drawing/2014/main" id="{65F78793-6F5F-01EE-6E87-CE505C4585E7}"/>
              </a:ext>
            </a:extLst>
          </p:cNvPr>
          <p:cNvSpPr>
            <a:spLocks noGrp="1" noChangeArrowheads="1"/>
          </p:cNvSpPr>
          <p:nvPr>
            <p:ph type="sldNum" sz="quarter" idx="10"/>
          </p:nvPr>
        </p:nvSpPr>
        <p:spPr/>
        <p:txBody>
          <a:bodyPr/>
          <a:lstStyle>
            <a:lvl1pPr>
              <a:defRPr/>
            </a:lvl1pPr>
          </a:lstStyle>
          <a:p>
            <a:fld id="{E6DBAE7E-DB90-C647-90B9-B250590960EC}" type="slidenum">
              <a:rPr lang="de-DE" altLang="zh-CN"/>
              <a:pPr/>
              <a:t>‹#›</a:t>
            </a:fld>
            <a:r>
              <a:rPr lang="de-DE" altLang="zh-CN"/>
              <a:t>/28</a:t>
            </a:r>
          </a:p>
        </p:txBody>
      </p:sp>
      <p:sp>
        <p:nvSpPr>
          <p:cNvPr id="5" name="Rectangle 550">
            <a:extLst>
              <a:ext uri="{FF2B5EF4-FFF2-40B4-BE49-F238E27FC236}">
                <a16:creationId xmlns:a16="http://schemas.microsoft.com/office/drawing/2014/main" id="{EA061A42-99F3-6D72-414A-8FC1996C9F01}"/>
              </a:ext>
            </a:extLst>
          </p:cNvPr>
          <p:cNvSpPr>
            <a:spLocks noGrp="1" noChangeArrowheads="1"/>
          </p:cNvSpPr>
          <p:nvPr>
            <p:ph type="ftr" sz="quarter" idx="11"/>
          </p:nvPr>
        </p:nvSpPr>
        <p:spPr/>
        <p:txBody>
          <a:bodyPr/>
          <a:lstStyle>
            <a:lvl1pPr>
              <a:defRPr/>
            </a:lvl1pPr>
          </a:lstStyle>
          <a:p>
            <a:pPr>
              <a:defRPr/>
            </a:pPr>
            <a:r>
              <a:rPr lang="de-DE"/>
              <a:t>Chapter 4 </a:t>
            </a:r>
            <a:r>
              <a:rPr lang="de-DE" err="1"/>
              <a:t>of</a:t>
            </a:r>
            <a:r>
              <a:rPr lang="de-DE"/>
              <a:t> </a:t>
            </a:r>
            <a:r>
              <a:rPr lang="de-DE" i="1"/>
              <a:t>Understanding </a:t>
            </a:r>
            <a:r>
              <a:rPr lang="de-DE" i="1" err="1"/>
              <a:t>Cryptography</a:t>
            </a:r>
            <a:r>
              <a:rPr lang="de-DE"/>
              <a:t> </a:t>
            </a:r>
            <a:r>
              <a:rPr lang="de-DE" err="1"/>
              <a:t>by</a:t>
            </a:r>
            <a:r>
              <a:rPr lang="de-DE"/>
              <a:t> Christof Paar </a:t>
            </a:r>
            <a:r>
              <a:rPr lang="de-DE" err="1"/>
              <a:t>and</a:t>
            </a:r>
            <a:r>
              <a:rPr lang="de-DE"/>
              <a:t> Jan </a:t>
            </a:r>
            <a:r>
              <a:rPr lang="de-DE" err="1"/>
              <a:t>Pelzl</a:t>
            </a:r>
            <a:endParaRPr lang="de-DE"/>
          </a:p>
        </p:txBody>
      </p:sp>
    </p:spTree>
    <p:extLst>
      <p:ext uri="{BB962C8B-B14F-4D97-AF65-F5344CB8AC3E}">
        <p14:creationId xmlns:p14="http://schemas.microsoft.com/office/powerpoint/2010/main" val="688110211"/>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2110703" y="6374626"/>
            <a:ext cx="6680872" cy="276999"/>
          </a:xfrm>
          <a:prstGeom prst="rect">
            <a:avLst/>
          </a:prstGeom>
          <a:noFill/>
        </p:spPr>
        <p:txBody>
          <a:bodyPr wrap="square" rtlCol="0">
            <a:spAutoFit/>
          </a:bodyPr>
          <a:lstStyle/>
          <a:p>
            <a:pPr algn="r"/>
            <a:r>
              <a:rPr lang="en-IN" sz="1200" dirty="0">
                <a:latin typeface="Verdana" panose="020B0604030504040204" pitchFamily="34" charset="0"/>
                <a:ea typeface="Verdana" panose="020B0604030504040204" pitchFamily="34" charset="0"/>
                <a:cs typeface="Verdana" panose="020B0604030504040204" pitchFamily="34" charset="0"/>
              </a:rPr>
              <a:t>Copyright © 2020 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708487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10/13/24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307757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10/13/24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917355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10/13/24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806805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469281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10/13/24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Box 11"/>
          <p:cNvSpPr txBox="1"/>
          <p:nvPr userDrawn="1"/>
        </p:nvSpPr>
        <p:spPr>
          <a:xfrm>
            <a:off x="1619250" y="6374626"/>
            <a:ext cx="7162800" cy="276999"/>
          </a:xfrm>
          <a:prstGeom prst="rect">
            <a:avLst/>
          </a:prstGeom>
          <a:noFill/>
        </p:spPr>
        <p:txBody>
          <a:bodyPr wrap="square" rtlCol="0">
            <a:spAutoFit/>
          </a:bodyPr>
          <a:lstStyle/>
          <a:p>
            <a:pPr algn="r"/>
            <a:r>
              <a:rPr lang="en-IN" sz="1200" dirty="0">
                <a:latin typeface="Verdana" panose="020B0604030504040204" pitchFamily="34" charset="0"/>
                <a:ea typeface="Verdana" panose="020B0604030504040204" pitchFamily="34" charset="0"/>
                <a:cs typeface="Verdana" panose="020B0604030504040204" pitchFamily="34" charset="0"/>
              </a:rPr>
              <a:t>Copyright © 2020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1583449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520070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722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76200"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10" name="Picture Placeholder 9"/>
          <p:cNvSpPr>
            <a:spLocks noGrp="1"/>
          </p:cNvSpPr>
          <p:nvPr>
            <p:ph type="pic" sz="quarter" idx="14"/>
          </p:nvPr>
        </p:nvSpPr>
        <p:spPr>
          <a:xfrm>
            <a:off x="457200" y="5257800"/>
            <a:ext cx="8229600" cy="762000"/>
          </a:xfrm>
        </p:spPr>
        <p:txBody>
          <a:bodyPr/>
          <a:lstStyle/>
          <a:p>
            <a:endParaRPr lang="en-US"/>
          </a:p>
        </p:txBody>
      </p:sp>
      <p:sp>
        <p:nvSpPr>
          <p:cNvPr id="5" name="Picture Placeholder 4"/>
          <p:cNvSpPr>
            <a:spLocks noGrp="1"/>
          </p:cNvSpPr>
          <p:nvPr>
            <p:ph type="pic" sz="quarter" idx="15"/>
          </p:nvPr>
        </p:nvSpPr>
        <p:spPr>
          <a:xfrm>
            <a:off x="914400" y="3581400"/>
            <a:ext cx="7010400" cy="914400"/>
          </a:xfrm>
        </p:spPr>
        <p:txBody>
          <a:bodyPr/>
          <a:lstStyle/>
          <a:p>
            <a:endParaRPr lang="en-US"/>
          </a:p>
        </p:txBody>
      </p:sp>
    </p:spTree>
    <p:extLst>
      <p:ext uri="{BB962C8B-B14F-4D97-AF65-F5344CB8AC3E}">
        <p14:creationId xmlns:p14="http://schemas.microsoft.com/office/powerpoint/2010/main" val="2379292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7383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7194544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10/13/24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1931400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10/13/24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7" name="TextBox 6"/>
          <p:cNvSpPr txBox="1"/>
          <p:nvPr userDrawn="1"/>
        </p:nvSpPr>
        <p:spPr>
          <a:xfrm>
            <a:off x="1619250" y="6374626"/>
            <a:ext cx="71628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a:t>
            </a:r>
            <a:r>
              <a:rPr lang="en-IN" sz="1200" dirty="0">
                <a:latin typeface="Verdana" panose="020B0604030504040204" pitchFamily="34" charset="0"/>
                <a:ea typeface="Verdana" panose="020B0604030504040204" pitchFamily="34" charset="0"/>
                <a:cs typeface="Verdana" panose="020B0604030504040204" pitchFamily="34" charset="0"/>
              </a:rPr>
              <a:t>2020</a:t>
            </a:r>
            <a:r>
              <a:rPr lang="en-US" sz="1200" dirty="0">
                <a:latin typeface="Verdana" panose="020B0604030504040204" pitchFamily="34" charset="0"/>
                <a:ea typeface="Verdana" panose="020B0604030504040204" pitchFamily="34" charset="0"/>
                <a:cs typeface="Verdana" panose="020B0604030504040204" pitchFamily="34" charset="0"/>
              </a:rPr>
              <a:t>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40447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lvl1pPr>
              <a:defRPr sz="3000" b="1"/>
            </a:lvl1pPr>
          </a:lstStyle>
          <a:p>
            <a:r>
              <a:rPr lang="en-US" dirty="0"/>
              <a:t>Click to edit Master title style</a:t>
            </a:r>
          </a:p>
        </p:txBody>
      </p:sp>
      <p:sp>
        <p:nvSpPr>
          <p:cNvPr id="3" name="Content Placeholder 2"/>
          <p:cNvSpPr>
            <a:spLocks noGrp="1"/>
          </p:cNvSpPr>
          <p:nvPr>
            <p:ph idx="1"/>
          </p:nvPr>
        </p:nvSpPr>
        <p:spPr>
          <a:xfrm>
            <a:off x="685800" y="1981200"/>
            <a:ext cx="2971800" cy="4114800"/>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457200" y="1447800"/>
            <a:ext cx="3200400" cy="381000"/>
          </a:xfrm>
        </p:spPr>
        <p:txBody>
          <a:bodyPr/>
          <a:lstStyle>
            <a:lvl1pPr algn="ctr">
              <a:buNone/>
              <a:defRPr sz="1500" b="0" i="1">
                <a:solidFill>
                  <a:srgbClr val="C00000"/>
                </a:solidFill>
              </a:defRPr>
            </a:lvl1pPr>
          </a:lstStyle>
          <a:p>
            <a:pPr lvl="0"/>
            <a:r>
              <a:rPr lang="en-US" dirty="0"/>
              <a:t>Click to edit Master text styles</a:t>
            </a:r>
          </a:p>
        </p:txBody>
      </p:sp>
      <p:sp>
        <p:nvSpPr>
          <p:cNvPr id="13" name="Content Placeholder 12"/>
          <p:cNvSpPr>
            <a:spLocks noGrp="1"/>
          </p:cNvSpPr>
          <p:nvPr>
            <p:ph sz="quarter" idx="14"/>
          </p:nvPr>
        </p:nvSpPr>
        <p:spPr>
          <a:xfrm>
            <a:off x="3810000" y="1524000"/>
            <a:ext cx="4343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5"/>
          </p:nvPr>
        </p:nvSpPr>
        <p:spPr>
          <a:xfrm>
            <a:off x="628650" y="6356352"/>
            <a:ext cx="2057400" cy="365125"/>
          </a:xfrm>
          <a:prstGeom prst="rect">
            <a:avLst/>
          </a:prstGeom>
        </p:spPr>
        <p:txBody>
          <a:bodyPr/>
          <a:lstStyle>
            <a:lvl1pPr>
              <a:defRPr smtClean="0"/>
            </a:lvl1pPr>
          </a:lstStyle>
          <a:p>
            <a:pPr>
              <a:defRPr/>
            </a:pPr>
            <a:endParaRPr lang="en-US" altLang="en-US"/>
          </a:p>
        </p:txBody>
      </p:sp>
      <p:sp>
        <p:nvSpPr>
          <p:cNvPr id="7" name="Slide Number Placeholder 5"/>
          <p:cNvSpPr>
            <a:spLocks noGrp="1"/>
          </p:cNvSpPr>
          <p:nvPr>
            <p:ph type="sldNum" sz="quarter" idx="16"/>
          </p:nvPr>
        </p:nvSpPr>
        <p:spPr>
          <a:xfrm>
            <a:off x="6457950" y="6356352"/>
            <a:ext cx="2057400" cy="365125"/>
          </a:xfrm>
          <a:prstGeom prst="rect">
            <a:avLst/>
          </a:prstGeom>
        </p:spPr>
        <p:txBody>
          <a:bodyPr/>
          <a:lstStyle>
            <a:lvl1pPr algn="l">
              <a:buSzTx/>
              <a:defRPr sz="1400" smtClean="0">
                <a:solidFill>
                  <a:srgbClr val="000000"/>
                </a:solidFill>
              </a:defRPr>
            </a:lvl1pPr>
          </a:lstStyle>
          <a:p>
            <a:pPr>
              <a:defRPr/>
            </a:pPr>
            <a:fld id="{3B9C43FB-8E13-4032-B5FB-47B8DE62B1F0}" type="slidenum">
              <a:rPr lang="en-US" altLang="en-US"/>
              <a:pPr>
                <a:defRPr/>
              </a:pPr>
              <a:t>‹#›</a:t>
            </a:fld>
            <a:endParaRPr lang="en-US" altLang="en-US"/>
          </a:p>
        </p:txBody>
      </p:sp>
    </p:spTree>
    <p:extLst>
      <p:ext uri="{BB962C8B-B14F-4D97-AF65-F5344CB8AC3E}">
        <p14:creationId xmlns:p14="http://schemas.microsoft.com/office/powerpoint/2010/main" val="2683412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7793038" cy="1462088"/>
          </a:xfrm>
        </p:spPr>
        <p:txBody>
          <a:bodyPr/>
          <a:lstStyle/>
          <a:p>
            <a:r>
              <a:rPr lang="en-US"/>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a:xfrm>
            <a:off x="628650" y="6356352"/>
            <a:ext cx="2057400" cy="365125"/>
          </a:xfrm>
          <a:prstGeom prst="rect">
            <a:avLst/>
          </a:prstGeom>
        </p:spPr>
        <p:txBody>
          <a:bodyPr/>
          <a:lstStyle>
            <a:lvl1pPr>
              <a:defRPr smtClean="0"/>
            </a:lvl1pPr>
          </a:lstStyle>
          <a:p>
            <a:pPr>
              <a:defRPr/>
            </a:pPr>
            <a:endParaRPr lang="en-US" altLang="en-US"/>
          </a:p>
        </p:txBody>
      </p:sp>
      <p:sp>
        <p:nvSpPr>
          <p:cNvPr id="6" name="Slide Number Placeholder 9"/>
          <p:cNvSpPr>
            <a:spLocks noGrp="1"/>
          </p:cNvSpPr>
          <p:nvPr>
            <p:ph type="sldNum" sz="quarter" idx="11"/>
          </p:nvPr>
        </p:nvSpPr>
        <p:spPr>
          <a:xfrm>
            <a:off x="6457950" y="6356352"/>
            <a:ext cx="2057400" cy="365125"/>
          </a:xfrm>
          <a:prstGeom prst="rect">
            <a:avLst/>
          </a:prstGeom>
        </p:spPr>
        <p:txBody>
          <a:bodyPr/>
          <a:lstStyle>
            <a:lvl1pPr algn="l">
              <a:buSzTx/>
              <a:defRPr sz="1400" smtClean="0">
                <a:solidFill>
                  <a:srgbClr val="000000"/>
                </a:solidFill>
              </a:defRPr>
            </a:lvl1pPr>
          </a:lstStyle>
          <a:p>
            <a:pPr>
              <a:defRPr/>
            </a:pPr>
            <a:fld id="{4BE79C1A-C35C-4D80-AA81-007920C47EB2}" type="slidenum">
              <a:rPr lang="en-US" altLang="en-US"/>
              <a:pPr>
                <a:defRPr/>
              </a:pPr>
              <a:t>‹#›</a:t>
            </a:fld>
            <a:endParaRPr lang="en-US" altLang="en-US"/>
          </a:p>
        </p:txBody>
      </p:sp>
    </p:spTree>
    <p:extLst>
      <p:ext uri="{BB962C8B-B14F-4D97-AF65-F5344CB8AC3E}">
        <p14:creationId xmlns:p14="http://schemas.microsoft.com/office/powerpoint/2010/main" val="164053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cov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10/13/24</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Content Placeholder 16"/>
          <p:cNvSpPr>
            <a:spLocks noGrp="1"/>
          </p:cNvSpPr>
          <p:nvPr>
            <p:ph sz="quarter" idx="19" hasCustomPrompt="1"/>
          </p:nvPr>
        </p:nvSpPr>
        <p:spPr>
          <a:xfrm>
            <a:off x="2817757" y="6426000"/>
            <a:ext cx="5878568" cy="184666"/>
          </a:xfrm>
          <a:prstGeom prst="rect">
            <a:avLst/>
          </a:prstGeom>
        </p:spPr>
        <p:txBody>
          <a:bodyPr wrap="square" lIns="0" tIns="0" rIns="0" bIns="0">
            <a:spAutoFit/>
          </a:bodyPr>
          <a:lstStyle>
            <a:lvl1pPr marL="0" indent="0" eaLnBrk="1" fontAlgn="auto" hangingPunct="1">
              <a:spcBef>
                <a:spcPts val="0"/>
              </a:spcBef>
              <a:spcAft>
                <a:spcPts val="0"/>
              </a:spcAft>
              <a:buNone/>
              <a:defRPr sz="1200">
                <a:latin typeface="Verdana" panose="020B0604030504040204" pitchFamily="34" charset="0"/>
                <a:ea typeface="Verdana" panose="020B0604030504040204" pitchFamily="34" charset="0"/>
                <a:cs typeface="Verdana" panose="020B0604030504040204" pitchFamily="34" charset="0"/>
              </a:defRPr>
            </a:lvl1pPr>
            <a:lvl2pPr marL="457200" indent="0">
              <a:buNone/>
              <a:defRPr sz="1200">
                <a:latin typeface="Verdana" panose="020B0604030504040204" pitchFamily="34" charset="0"/>
                <a:ea typeface="Verdana" panose="020B0604030504040204" pitchFamily="34" charset="0"/>
                <a:cs typeface="Verdana" panose="020B0604030504040204" pitchFamily="34" charset="0"/>
              </a:defRPr>
            </a:lvl2pPr>
            <a:lvl3pPr marL="914400" indent="0">
              <a:buNone/>
              <a:defRPr sz="1200">
                <a:latin typeface="Verdana" panose="020B0604030504040204" pitchFamily="34" charset="0"/>
                <a:ea typeface="Verdana" panose="020B0604030504040204" pitchFamily="34" charset="0"/>
                <a:cs typeface="Verdana" panose="020B0604030504040204" pitchFamily="34" charset="0"/>
              </a:defRPr>
            </a:lvl3pPr>
            <a:lvl4pPr marL="1371600" indent="0">
              <a:buNone/>
              <a:defRPr sz="1200">
                <a:latin typeface="Verdana" panose="020B0604030504040204" pitchFamily="34" charset="0"/>
                <a:ea typeface="Verdana" panose="020B0604030504040204" pitchFamily="34" charset="0"/>
                <a:cs typeface="Verdana" panose="020B0604030504040204" pitchFamily="34" charset="0"/>
              </a:defRPr>
            </a:lvl4pPr>
            <a:lvl5pPr marL="1828800" indent="0">
              <a:buNone/>
              <a:defRPr sz="1200">
                <a:latin typeface="Verdana" panose="020B0604030504040204" pitchFamily="34" charset="0"/>
                <a:ea typeface="Verdana" panose="020B0604030504040204" pitchFamily="34" charset="0"/>
                <a:cs typeface="Verdana" panose="020B0604030504040204" pitchFamily="34" charset="0"/>
              </a:defRPr>
            </a:lvl5pPr>
          </a:lstStyle>
          <a:p>
            <a:pPr eaLnBrk="1" hangingPunct="1"/>
            <a:r>
              <a:rPr lang="en-US" altLang="en-US" dirty="0">
                <a:latin typeface="Verdana" panose="020B0604030504040204" pitchFamily="34" charset="0"/>
                <a:cs typeface="Arial" panose="020B0604020202020204" pitchFamily="34" charset="0"/>
              </a:rPr>
              <a:t>Copyright © 2018, 2016, 2014 Pearson Education, Inc. All Rights Reserved.</a:t>
            </a:r>
          </a:p>
        </p:txBody>
      </p:sp>
      <p:sp>
        <p:nvSpPr>
          <p:cNvPr id="3" name="Picture Placeholder 2"/>
          <p:cNvSpPr>
            <a:spLocks noGrp="1"/>
          </p:cNvSpPr>
          <p:nvPr>
            <p:ph type="pic" sz="quarter" idx="20"/>
          </p:nvPr>
        </p:nvSpPr>
        <p:spPr>
          <a:xfrm>
            <a:off x="609600" y="2209800"/>
            <a:ext cx="2895600" cy="2667000"/>
          </a:xfrm>
        </p:spPr>
        <p:txBody>
          <a:bodyPr/>
          <a:lstStyle/>
          <a:p>
            <a:endParaRPr lang="en-IN"/>
          </a:p>
        </p:txBody>
      </p:sp>
    </p:spTree>
    <p:extLst>
      <p:ext uri="{BB962C8B-B14F-4D97-AF65-F5344CB8AC3E}">
        <p14:creationId xmlns:p14="http://schemas.microsoft.com/office/powerpoint/2010/main" val="14361092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8365066" y="6426200"/>
            <a:ext cx="762000" cy="40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2207290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441481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964280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444365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124748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1354784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283016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29192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135098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03794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883810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94450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9894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8993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302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91405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3933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D43393F6-8EDC-15FA-603D-FE58E16925E6}"/>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23CC3CDB-B5EB-0BCF-8CD8-7DAF74C4BD5F}"/>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710B5444-9B71-CFFB-B35E-2EF8E0D97E86}"/>
              </a:ext>
            </a:extLst>
          </p:cNvPr>
          <p:cNvSpPr>
            <a:spLocks noGrp="1"/>
          </p:cNvSpPr>
          <p:nvPr>
            <p:ph type="sldNum" sz="quarter" idx="12"/>
          </p:nvPr>
        </p:nvSpPr>
        <p:spPr>
          <a:ln/>
        </p:spPr>
        <p:txBody>
          <a:bodyPr/>
          <a:lstStyle>
            <a:lvl1pPr>
              <a:defRPr/>
            </a:lvl1pPr>
          </a:lstStyle>
          <a:p>
            <a:fld id="{B8B08308-0798-BC48-AF81-936AD2AB9E72}" type="slidenum">
              <a:rPr altLang="en-US"/>
              <a:pPr/>
              <a:t>‹#›</a:t>
            </a:fld>
            <a:endParaRPr lang="zh-CN" altLang="en-US"/>
          </a:p>
        </p:txBody>
      </p:sp>
    </p:spTree>
    <p:extLst>
      <p:ext uri="{BB962C8B-B14F-4D97-AF65-F5344CB8AC3E}">
        <p14:creationId xmlns:p14="http://schemas.microsoft.com/office/powerpoint/2010/main" val="4135932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9C2AA405-F4B7-7B1E-203E-C31899E06CBE}"/>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A86AD642-C0D3-D469-CE9E-F01193BEE218}"/>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E9D6244E-8ACC-67B5-A649-FEE0998BF547}"/>
              </a:ext>
            </a:extLst>
          </p:cNvPr>
          <p:cNvSpPr>
            <a:spLocks noGrp="1"/>
          </p:cNvSpPr>
          <p:nvPr>
            <p:ph type="sldNum" sz="quarter" idx="12"/>
          </p:nvPr>
        </p:nvSpPr>
        <p:spPr>
          <a:ln/>
        </p:spPr>
        <p:txBody>
          <a:bodyPr/>
          <a:lstStyle>
            <a:lvl1pPr>
              <a:defRPr/>
            </a:lvl1pPr>
          </a:lstStyle>
          <a:p>
            <a:fld id="{31BBC9F8-36DB-B643-9A31-7E88C74D3400}" type="slidenum">
              <a:rPr altLang="en-US"/>
              <a:pPr/>
              <a:t>‹#›</a:t>
            </a:fld>
            <a:endParaRPr lang="zh-CN" altLang="en-US"/>
          </a:p>
        </p:txBody>
      </p:sp>
    </p:spTree>
    <p:extLst>
      <p:ext uri="{BB962C8B-B14F-4D97-AF65-F5344CB8AC3E}">
        <p14:creationId xmlns:p14="http://schemas.microsoft.com/office/powerpoint/2010/main" val="39939000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C9DE4261-AC19-2FE8-22CE-B56410EBC57E}"/>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BFDAFC17-D67C-CE18-0A73-A1A3E8A9F4A2}"/>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D3269EDB-0C03-E50D-8F65-9366309D1227}"/>
              </a:ext>
            </a:extLst>
          </p:cNvPr>
          <p:cNvSpPr>
            <a:spLocks noGrp="1"/>
          </p:cNvSpPr>
          <p:nvPr>
            <p:ph type="sldNum" sz="quarter" idx="12"/>
          </p:nvPr>
        </p:nvSpPr>
        <p:spPr>
          <a:ln/>
        </p:spPr>
        <p:txBody>
          <a:bodyPr/>
          <a:lstStyle>
            <a:lvl1pPr>
              <a:defRPr/>
            </a:lvl1pPr>
          </a:lstStyle>
          <a:p>
            <a:fld id="{36FDD971-6A5B-BF41-97DB-1DF37D0A9DCC}" type="slidenum">
              <a:rPr altLang="en-US"/>
              <a:pPr/>
              <a:t>‹#›</a:t>
            </a:fld>
            <a:endParaRPr lang="zh-CN" altLang="en-US"/>
          </a:p>
        </p:txBody>
      </p:sp>
    </p:spTree>
    <p:extLst>
      <p:ext uri="{BB962C8B-B14F-4D97-AF65-F5344CB8AC3E}">
        <p14:creationId xmlns:p14="http://schemas.microsoft.com/office/powerpoint/2010/main" val="38221924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F7580642-C79D-C6AF-A4E5-C77A0C55955B}"/>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4201402A-3E36-1889-A049-406B4B245F8E}"/>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FF7A7777-304E-F3B3-08E9-EB6B94F8F9F9}"/>
              </a:ext>
            </a:extLst>
          </p:cNvPr>
          <p:cNvSpPr>
            <a:spLocks noGrp="1"/>
          </p:cNvSpPr>
          <p:nvPr>
            <p:ph type="sldNum" sz="quarter" idx="12"/>
          </p:nvPr>
        </p:nvSpPr>
        <p:spPr>
          <a:ln/>
        </p:spPr>
        <p:txBody>
          <a:bodyPr/>
          <a:lstStyle>
            <a:lvl1pPr>
              <a:defRPr/>
            </a:lvl1pPr>
          </a:lstStyle>
          <a:p>
            <a:fld id="{04AE515E-022C-5B4D-B2A7-BBD0C1AAA938}" type="slidenum">
              <a:rPr altLang="en-US"/>
              <a:pPr/>
              <a:t>‹#›</a:t>
            </a:fld>
            <a:endParaRPr lang="zh-CN" altLang="en-US"/>
          </a:p>
        </p:txBody>
      </p:sp>
    </p:spTree>
    <p:extLst>
      <p:ext uri="{BB962C8B-B14F-4D97-AF65-F5344CB8AC3E}">
        <p14:creationId xmlns:p14="http://schemas.microsoft.com/office/powerpoint/2010/main" val="4405864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9CE9596B-68B2-5E2D-98C0-601241A08132}"/>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1028">
            <a:extLst>
              <a:ext uri="{FF2B5EF4-FFF2-40B4-BE49-F238E27FC236}">
                <a16:creationId xmlns:a16="http://schemas.microsoft.com/office/drawing/2014/main" id="{37C94FD2-C926-F599-0F31-70483170C2DA}"/>
              </a:ext>
            </a:extLst>
          </p:cNvPr>
          <p:cNvSpPr>
            <a:spLocks noGrp="1"/>
          </p:cNvSpPr>
          <p:nvPr>
            <p:ph type="ftr" sz="quarter" idx="11"/>
          </p:nvPr>
        </p:nvSpPr>
        <p:spPr>
          <a:ln/>
        </p:spPr>
        <p:txBody>
          <a:bodyPr/>
          <a:lstStyle>
            <a:lvl1pPr>
              <a:defRPr/>
            </a:lvl1pPr>
          </a:lstStyle>
          <a:p>
            <a:pPr>
              <a:defRPr/>
            </a:pPr>
            <a:endParaRPr lang="zh-CN" altLang="en-US"/>
          </a:p>
        </p:txBody>
      </p:sp>
      <p:sp>
        <p:nvSpPr>
          <p:cNvPr id="9" name="灯片编号占位符 1029">
            <a:extLst>
              <a:ext uri="{FF2B5EF4-FFF2-40B4-BE49-F238E27FC236}">
                <a16:creationId xmlns:a16="http://schemas.microsoft.com/office/drawing/2014/main" id="{74FF9A08-A2AA-3C96-3B9C-5B15866C903E}"/>
              </a:ext>
            </a:extLst>
          </p:cNvPr>
          <p:cNvSpPr>
            <a:spLocks noGrp="1"/>
          </p:cNvSpPr>
          <p:nvPr>
            <p:ph type="sldNum" sz="quarter" idx="12"/>
          </p:nvPr>
        </p:nvSpPr>
        <p:spPr>
          <a:ln/>
        </p:spPr>
        <p:txBody>
          <a:bodyPr/>
          <a:lstStyle>
            <a:lvl1pPr>
              <a:defRPr/>
            </a:lvl1pPr>
          </a:lstStyle>
          <a:p>
            <a:fld id="{903EC27E-697E-5044-BA79-8D4CA81C0FA1}" type="slidenum">
              <a:rPr altLang="en-US"/>
              <a:pPr/>
              <a:t>‹#›</a:t>
            </a:fld>
            <a:endParaRPr lang="zh-CN" altLang="en-US"/>
          </a:p>
        </p:txBody>
      </p:sp>
    </p:spTree>
    <p:extLst>
      <p:ext uri="{BB962C8B-B14F-4D97-AF65-F5344CB8AC3E}">
        <p14:creationId xmlns:p14="http://schemas.microsoft.com/office/powerpoint/2010/main" val="18567922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26BAD135-870C-5F5F-9D89-051B4020D03B}"/>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1028">
            <a:extLst>
              <a:ext uri="{FF2B5EF4-FFF2-40B4-BE49-F238E27FC236}">
                <a16:creationId xmlns:a16="http://schemas.microsoft.com/office/drawing/2014/main" id="{90560E7C-46C6-4CF2-D6F1-82B449A6919C}"/>
              </a:ext>
            </a:extLst>
          </p:cNvPr>
          <p:cNvSpPr>
            <a:spLocks noGrp="1"/>
          </p:cNvSpPr>
          <p:nvPr>
            <p:ph type="ftr" sz="quarter" idx="11"/>
          </p:nvPr>
        </p:nvSpPr>
        <p:spPr>
          <a:ln/>
        </p:spPr>
        <p:txBody>
          <a:bodyPr/>
          <a:lstStyle>
            <a:lvl1pPr>
              <a:defRPr/>
            </a:lvl1pPr>
          </a:lstStyle>
          <a:p>
            <a:pPr>
              <a:defRPr/>
            </a:pPr>
            <a:endParaRPr lang="zh-CN" altLang="en-US"/>
          </a:p>
        </p:txBody>
      </p:sp>
      <p:sp>
        <p:nvSpPr>
          <p:cNvPr id="5" name="灯片编号占位符 1029">
            <a:extLst>
              <a:ext uri="{FF2B5EF4-FFF2-40B4-BE49-F238E27FC236}">
                <a16:creationId xmlns:a16="http://schemas.microsoft.com/office/drawing/2014/main" id="{A55800B3-EB3C-40BE-94DD-7B6D72280CDF}"/>
              </a:ext>
            </a:extLst>
          </p:cNvPr>
          <p:cNvSpPr>
            <a:spLocks noGrp="1"/>
          </p:cNvSpPr>
          <p:nvPr>
            <p:ph type="sldNum" sz="quarter" idx="12"/>
          </p:nvPr>
        </p:nvSpPr>
        <p:spPr>
          <a:ln/>
        </p:spPr>
        <p:txBody>
          <a:bodyPr/>
          <a:lstStyle>
            <a:lvl1pPr>
              <a:defRPr/>
            </a:lvl1pPr>
          </a:lstStyle>
          <a:p>
            <a:fld id="{344551B3-466D-844E-A480-7D2CF880009F}" type="slidenum">
              <a:rPr altLang="en-US"/>
              <a:pPr/>
              <a:t>‹#›</a:t>
            </a:fld>
            <a:endParaRPr lang="zh-CN" altLang="en-US"/>
          </a:p>
        </p:txBody>
      </p:sp>
    </p:spTree>
    <p:extLst>
      <p:ext uri="{BB962C8B-B14F-4D97-AF65-F5344CB8AC3E}">
        <p14:creationId xmlns:p14="http://schemas.microsoft.com/office/powerpoint/2010/main" val="23352886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6DBA3844-5C90-67AD-E60A-59AF5CEBC25E}"/>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1028">
            <a:extLst>
              <a:ext uri="{FF2B5EF4-FFF2-40B4-BE49-F238E27FC236}">
                <a16:creationId xmlns:a16="http://schemas.microsoft.com/office/drawing/2014/main" id="{D05204AB-1587-B39D-13D2-52A960EAE43E}"/>
              </a:ext>
            </a:extLst>
          </p:cNvPr>
          <p:cNvSpPr>
            <a:spLocks noGrp="1"/>
          </p:cNvSpPr>
          <p:nvPr>
            <p:ph type="ftr" sz="quarter" idx="11"/>
          </p:nvPr>
        </p:nvSpPr>
        <p:spPr>
          <a:ln/>
        </p:spPr>
        <p:txBody>
          <a:bodyPr/>
          <a:lstStyle>
            <a:lvl1pPr>
              <a:defRPr/>
            </a:lvl1pPr>
          </a:lstStyle>
          <a:p>
            <a:pPr>
              <a:defRPr/>
            </a:pPr>
            <a:endParaRPr lang="zh-CN" altLang="en-US"/>
          </a:p>
        </p:txBody>
      </p:sp>
      <p:sp>
        <p:nvSpPr>
          <p:cNvPr id="4" name="灯片编号占位符 1029">
            <a:extLst>
              <a:ext uri="{FF2B5EF4-FFF2-40B4-BE49-F238E27FC236}">
                <a16:creationId xmlns:a16="http://schemas.microsoft.com/office/drawing/2014/main" id="{78F86FE6-046D-9237-07A2-1E1334500C0D}"/>
              </a:ext>
            </a:extLst>
          </p:cNvPr>
          <p:cNvSpPr>
            <a:spLocks noGrp="1"/>
          </p:cNvSpPr>
          <p:nvPr>
            <p:ph type="sldNum" sz="quarter" idx="12"/>
          </p:nvPr>
        </p:nvSpPr>
        <p:spPr>
          <a:ln/>
        </p:spPr>
        <p:txBody>
          <a:bodyPr/>
          <a:lstStyle>
            <a:lvl1pPr>
              <a:defRPr/>
            </a:lvl1pPr>
          </a:lstStyle>
          <a:p>
            <a:fld id="{B6173F71-C896-7F47-8A7C-75C1E9A0E632}" type="slidenum">
              <a:rPr altLang="en-US"/>
              <a:pPr/>
              <a:t>‹#›</a:t>
            </a:fld>
            <a:endParaRPr lang="zh-CN" altLang="en-US"/>
          </a:p>
        </p:txBody>
      </p:sp>
    </p:spTree>
    <p:extLst>
      <p:ext uri="{BB962C8B-B14F-4D97-AF65-F5344CB8AC3E}">
        <p14:creationId xmlns:p14="http://schemas.microsoft.com/office/powerpoint/2010/main" val="1565844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63746E3B-0ED6-AC84-E4D6-E9B8386B8951}"/>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DBE946F0-840B-2EED-0BF7-89C1AB06C299}"/>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60D90079-FAD2-2D67-E4B9-30A8FB02FE8E}"/>
              </a:ext>
            </a:extLst>
          </p:cNvPr>
          <p:cNvSpPr>
            <a:spLocks noGrp="1"/>
          </p:cNvSpPr>
          <p:nvPr>
            <p:ph type="sldNum" sz="quarter" idx="12"/>
          </p:nvPr>
        </p:nvSpPr>
        <p:spPr>
          <a:ln/>
        </p:spPr>
        <p:txBody>
          <a:bodyPr/>
          <a:lstStyle>
            <a:lvl1pPr>
              <a:defRPr/>
            </a:lvl1pPr>
          </a:lstStyle>
          <a:p>
            <a:fld id="{E31AF4ED-9991-2749-920F-0FFA6FD43061}" type="slidenum">
              <a:rPr altLang="en-US"/>
              <a:pPr/>
              <a:t>‹#›</a:t>
            </a:fld>
            <a:endParaRPr lang="zh-CN" altLang="en-US"/>
          </a:p>
        </p:txBody>
      </p:sp>
    </p:spTree>
    <p:extLst>
      <p:ext uri="{BB962C8B-B14F-4D97-AF65-F5344CB8AC3E}">
        <p14:creationId xmlns:p14="http://schemas.microsoft.com/office/powerpoint/2010/main" val="17622586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F6906D9B-8199-A61F-93CF-6663255DB720}"/>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3E984C54-CB95-6F7F-8ED7-E78BE63D08FE}"/>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F43B2E9F-0862-96BB-DA12-0F5FD407B9EA}"/>
              </a:ext>
            </a:extLst>
          </p:cNvPr>
          <p:cNvSpPr>
            <a:spLocks noGrp="1"/>
          </p:cNvSpPr>
          <p:nvPr>
            <p:ph type="sldNum" sz="quarter" idx="12"/>
          </p:nvPr>
        </p:nvSpPr>
        <p:spPr>
          <a:ln/>
        </p:spPr>
        <p:txBody>
          <a:bodyPr/>
          <a:lstStyle>
            <a:lvl1pPr>
              <a:defRPr/>
            </a:lvl1pPr>
          </a:lstStyle>
          <a:p>
            <a:fld id="{77B312D7-0877-A546-B69E-6A988C4870DF}" type="slidenum">
              <a:rPr altLang="en-US"/>
              <a:pPr/>
              <a:t>‹#›</a:t>
            </a:fld>
            <a:endParaRPr lang="zh-CN" altLang="en-US"/>
          </a:p>
        </p:txBody>
      </p:sp>
    </p:spTree>
    <p:extLst>
      <p:ext uri="{BB962C8B-B14F-4D97-AF65-F5344CB8AC3E}">
        <p14:creationId xmlns:p14="http://schemas.microsoft.com/office/powerpoint/2010/main" val="15569698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73F3ED92-BBB1-2D49-8C7E-6A7A6C0AB903}"/>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860CF66C-C7DE-D1D3-EDD7-E5112BB98188}"/>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F7F2F35B-FB32-B03B-1328-80F08AAB9FB4}"/>
              </a:ext>
            </a:extLst>
          </p:cNvPr>
          <p:cNvSpPr>
            <a:spLocks noGrp="1"/>
          </p:cNvSpPr>
          <p:nvPr>
            <p:ph type="sldNum" sz="quarter" idx="12"/>
          </p:nvPr>
        </p:nvSpPr>
        <p:spPr>
          <a:ln/>
        </p:spPr>
        <p:txBody>
          <a:bodyPr/>
          <a:lstStyle>
            <a:lvl1pPr>
              <a:defRPr/>
            </a:lvl1pPr>
          </a:lstStyle>
          <a:p>
            <a:fld id="{BBF7A077-1932-DA45-AC20-E0E88A078D5B}" type="slidenum">
              <a:rPr altLang="en-US"/>
              <a:pPr/>
              <a:t>‹#›</a:t>
            </a:fld>
            <a:endParaRPr lang="zh-CN" altLang="en-US"/>
          </a:p>
        </p:txBody>
      </p:sp>
    </p:spTree>
    <p:extLst>
      <p:ext uri="{BB962C8B-B14F-4D97-AF65-F5344CB8AC3E}">
        <p14:creationId xmlns:p14="http://schemas.microsoft.com/office/powerpoint/2010/main" val="11639340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B99F179C-CD04-096E-F050-1CC1DFDC601C}"/>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6E0E212C-EAE4-12B4-BE57-3DB37F3E1A3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4EDD681F-ED58-7B1D-8DB7-9C1C4A737F7B}"/>
              </a:ext>
            </a:extLst>
          </p:cNvPr>
          <p:cNvSpPr>
            <a:spLocks noGrp="1"/>
          </p:cNvSpPr>
          <p:nvPr>
            <p:ph type="sldNum" sz="quarter" idx="12"/>
          </p:nvPr>
        </p:nvSpPr>
        <p:spPr>
          <a:ln/>
        </p:spPr>
        <p:txBody>
          <a:bodyPr/>
          <a:lstStyle>
            <a:lvl1pPr>
              <a:defRPr/>
            </a:lvl1pPr>
          </a:lstStyle>
          <a:p>
            <a:fld id="{101C8F1B-79B9-C84D-9A51-6ED8DE2557FC}" type="slidenum">
              <a:rPr altLang="en-US"/>
              <a:pPr/>
              <a:t>‹#›</a:t>
            </a:fld>
            <a:endParaRPr lang="zh-CN" altLang="en-US"/>
          </a:p>
        </p:txBody>
      </p:sp>
    </p:spTree>
    <p:extLst>
      <p:ext uri="{BB962C8B-B14F-4D97-AF65-F5344CB8AC3E}">
        <p14:creationId xmlns:p14="http://schemas.microsoft.com/office/powerpoint/2010/main" val="15616940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ull Screen Image">
    <p:spTree>
      <p:nvGrpSpPr>
        <p:cNvPr id="1" name=""/>
        <p:cNvGrpSpPr/>
        <p:nvPr/>
      </p:nvGrpSpPr>
      <p:grpSpPr>
        <a:xfrm>
          <a:off x="0" y="0"/>
          <a:ext cx="0" cy="0"/>
          <a:chOff x="0" y="0"/>
          <a:chExt cx="0" cy="0"/>
        </a:xfrm>
      </p:grpSpPr>
      <p:cxnSp>
        <p:nvCxnSpPr>
          <p:cNvPr id="4" name="直接连接符 8">
            <a:extLst>
              <a:ext uri="{FF2B5EF4-FFF2-40B4-BE49-F238E27FC236}">
                <a16:creationId xmlns:a16="http://schemas.microsoft.com/office/drawing/2014/main" id="{A8A511B1-4B5A-D70B-3D6D-EFD9B6A756AA}"/>
              </a:ext>
            </a:extLst>
          </p:cNvPr>
          <p:cNvCxnSpPr/>
          <p:nvPr/>
        </p:nvCxnSpPr>
        <p:spPr>
          <a:xfrm flipV="1">
            <a:off x="35560" y="6525895"/>
            <a:ext cx="6480810" cy="2095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cxnSp>
        <p:nvCxnSpPr>
          <p:cNvPr id="5" name="直接连接符 9">
            <a:extLst>
              <a:ext uri="{FF2B5EF4-FFF2-40B4-BE49-F238E27FC236}">
                <a16:creationId xmlns:a16="http://schemas.microsoft.com/office/drawing/2014/main" id="{9A884165-8763-D88D-87F7-D65B8F1FC6EB}"/>
              </a:ext>
            </a:extLst>
          </p:cNvPr>
          <p:cNvCxnSpPr/>
          <p:nvPr/>
        </p:nvCxnSpPr>
        <p:spPr>
          <a:xfrm flipV="1">
            <a:off x="1115692" y="593722"/>
            <a:ext cx="8028305" cy="2730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22712980"/>
      </p:ext>
    </p:extLst>
  </p:cSld>
  <p:clrMapOvr>
    <a:masterClrMapping/>
  </p:clrMapOvr>
  <p:transition spd="slow" advClick="0" advTm="5000">
    <p:random/>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4.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A9FC475-C047-4D56-9206-FE401C970F66}"/>
              </a:ext>
            </a:extLst>
          </p:cNvPr>
          <p:cNvSpPr>
            <a:spLocks noGrp="1" noChangeArrowheads="1"/>
          </p:cNvSpPr>
          <p:nvPr>
            <p:ph type="title"/>
          </p:nvPr>
        </p:nvSpPr>
        <p:spPr bwMode="auto">
          <a:xfrm>
            <a:off x="471488" y="322263"/>
            <a:ext cx="64627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ltLang="zh-CN"/>
              <a:t>Mastertitelformat bearbeiten</a:t>
            </a:r>
            <a:br>
              <a:rPr lang="de-DE" altLang="zh-CN"/>
            </a:br>
            <a:endParaRPr lang="de-DE" altLang="zh-CN"/>
          </a:p>
        </p:txBody>
      </p:sp>
      <p:sp>
        <p:nvSpPr>
          <p:cNvPr id="3075" name="Rectangle 3">
            <a:extLst>
              <a:ext uri="{FF2B5EF4-FFF2-40B4-BE49-F238E27FC236}">
                <a16:creationId xmlns:a16="http://schemas.microsoft.com/office/drawing/2014/main" id="{622A6EA8-88BC-9245-F985-1D2F0519BDDF}"/>
              </a:ext>
            </a:extLst>
          </p:cNvPr>
          <p:cNvSpPr>
            <a:spLocks noGrp="1" noChangeArrowheads="1"/>
          </p:cNvSpPr>
          <p:nvPr>
            <p:ph type="body" idx="1"/>
          </p:nvPr>
        </p:nvSpPr>
        <p:spPr bwMode="auto">
          <a:xfrm>
            <a:off x="849313" y="1130300"/>
            <a:ext cx="6084887"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de-DE" altLang="zh-CN"/>
              <a:t>Mastertextformat bearbeiten</a:t>
            </a:r>
          </a:p>
          <a:p>
            <a:pPr lvl="1"/>
            <a:r>
              <a:rPr lang="de-DE" altLang="zh-CN"/>
              <a:t>Zweite Ebene</a:t>
            </a:r>
          </a:p>
          <a:p>
            <a:pPr lvl="2"/>
            <a:r>
              <a:rPr lang="de-DE" altLang="zh-CN"/>
              <a:t>Dritte Ebene</a:t>
            </a:r>
          </a:p>
          <a:p>
            <a:pPr lvl="3"/>
            <a:r>
              <a:rPr lang="de-DE" altLang="zh-CN"/>
              <a:t>Vierte Ebene</a:t>
            </a:r>
          </a:p>
          <a:p>
            <a:pPr lvl="4"/>
            <a:r>
              <a:rPr lang="de-DE" altLang="zh-CN"/>
              <a:t>Fünfte Ebene</a:t>
            </a:r>
          </a:p>
        </p:txBody>
      </p:sp>
      <p:sp>
        <p:nvSpPr>
          <p:cNvPr id="1030" name="Rectangle 6">
            <a:extLst>
              <a:ext uri="{FF2B5EF4-FFF2-40B4-BE49-F238E27FC236}">
                <a16:creationId xmlns:a16="http://schemas.microsoft.com/office/drawing/2014/main" id="{D64E03B0-51A5-BD97-B87D-F57EDCC49DA0}"/>
              </a:ext>
            </a:extLst>
          </p:cNvPr>
          <p:cNvSpPr>
            <a:spLocks noGrp="1" noChangeArrowheads="1"/>
          </p:cNvSpPr>
          <p:nvPr>
            <p:ph type="sldNum" sz="quarter" idx="4"/>
          </p:nvPr>
        </p:nvSpPr>
        <p:spPr bwMode="auto">
          <a:xfrm>
            <a:off x="179388" y="6597650"/>
            <a:ext cx="504825" cy="2159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ctr">
              <a:defRPr sz="900">
                <a:solidFill>
                  <a:srgbClr val="394073"/>
                </a:solidFill>
              </a:defRPr>
            </a:lvl1pPr>
          </a:lstStyle>
          <a:p>
            <a:fld id="{4C173B55-C875-334C-8852-E45576C6DE8A}" type="slidenum">
              <a:rPr lang="de-DE" altLang="zh-CN"/>
              <a:pPr/>
              <a:t>‹#›</a:t>
            </a:fld>
            <a:r>
              <a:rPr lang="de-DE" altLang="zh-CN"/>
              <a:t>/28</a:t>
            </a:r>
          </a:p>
        </p:txBody>
      </p:sp>
      <p:sp>
        <p:nvSpPr>
          <p:cNvPr id="1574" name="Rectangle 550">
            <a:extLst>
              <a:ext uri="{FF2B5EF4-FFF2-40B4-BE49-F238E27FC236}">
                <a16:creationId xmlns:a16="http://schemas.microsoft.com/office/drawing/2014/main" id="{8873D7B5-3A04-0F4C-3FDB-EF6E40976D71}"/>
              </a:ext>
            </a:extLst>
          </p:cNvPr>
          <p:cNvSpPr>
            <a:spLocks noGrp="1" noChangeArrowheads="1"/>
          </p:cNvSpPr>
          <p:nvPr>
            <p:ph type="ftr" sz="quarter" idx="3"/>
          </p:nvPr>
        </p:nvSpPr>
        <p:spPr bwMode="auto">
          <a:xfrm>
            <a:off x="2411413" y="6524625"/>
            <a:ext cx="4321175" cy="2603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120000"/>
              </a:lnSpc>
              <a:defRPr sz="1000">
                <a:latin typeface="Arial" charset="0"/>
              </a:defRPr>
            </a:lvl1pPr>
          </a:lstStyle>
          <a:p>
            <a:pPr>
              <a:defRPr/>
            </a:pPr>
            <a:r>
              <a:rPr lang="en-US"/>
              <a:t>Chapter 4 of Understanding Cryptography by Christof Paar and Jan Pelzl</a:t>
            </a:r>
            <a:endParaRPr lang="de-DE"/>
          </a:p>
        </p:txBody>
      </p:sp>
    </p:spTree>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 id="2147483913" r:id="rId12"/>
  </p:sldLayoutIdLst>
  <p:transition spd="slow"/>
  <p:hf hdr="0" dt="0"/>
  <p:txStyles>
    <p:titleStyle>
      <a:lvl1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mj-lt"/>
          <a:ea typeface="+mj-ea"/>
          <a:cs typeface="+mj-cs"/>
        </a:defRPr>
      </a:lvl1pPr>
      <a:lvl2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defRPr>
      </a:lvl2pPr>
      <a:lvl3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defRPr>
      </a:lvl3pPr>
      <a:lvl4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defRPr>
      </a:lvl4pPr>
      <a:lvl5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defRPr>
      </a:lvl5pPr>
      <a:lvl6pPr marL="8382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6pPr>
      <a:lvl7pPr marL="12954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7pPr>
      <a:lvl8pPr marL="17526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8pPr>
      <a:lvl9pPr marL="22098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9pPr>
    </p:titleStyle>
    <p:bodyStyle>
      <a:lvl1pPr marL="195263" indent="-1952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mn-ea"/>
          <a:cs typeface="+mn-cs"/>
        </a:defRPr>
      </a:lvl1pPr>
      <a:lvl2pPr marL="574675" indent="-18891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2pPr>
      <a:lvl3pPr marL="952500" indent="-187325"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3pPr>
      <a:lvl4pPr marL="1325563"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4pPr>
      <a:lvl5pPr marL="16986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5pPr>
      <a:lvl6pPr marL="21558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6pPr>
      <a:lvl7pPr marL="26130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7pPr>
      <a:lvl8pPr marL="30702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8pPr>
      <a:lvl9pPr marL="35274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10/13/24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9" name="TextBox 8"/>
          <p:cNvSpPr txBox="1"/>
          <p:nvPr userDrawn="1"/>
        </p:nvSpPr>
        <p:spPr>
          <a:xfrm>
            <a:off x="3727450" y="6378267"/>
            <a:ext cx="5130800" cy="276999"/>
          </a:xfrm>
          <a:prstGeom prst="rect">
            <a:avLst/>
          </a:prstGeom>
          <a:noFill/>
        </p:spPr>
        <p:txBody>
          <a:bodyPr wrap="square" rtlCol="0">
            <a:spAutoFit/>
          </a:bodyPr>
          <a:lstStyle/>
          <a:p>
            <a:pPr eaLnBrk="1" hangingPunct="1"/>
            <a:r>
              <a:rPr lang="en-US" altLang="en-US" sz="1200" dirty="0">
                <a:latin typeface="Verdana" panose="020B0604030504040204" pitchFamily="34" charset="0"/>
                <a:cs typeface="Arial" panose="020B0604020202020204" pitchFamily="34" charset="0"/>
              </a:rPr>
              <a:t>Copyright © 2020 Pearson Education, Inc. All Rights Reserved.</a:t>
            </a:r>
          </a:p>
        </p:txBody>
      </p:sp>
      <p:pic>
        <p:nvPicPr>
          <p:cNvPr id="10" name="Picture 9" descr="Pearson Logo"/>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435243864"/>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 id="2147483928" r:id="rId14"/>
    <p:sldLayoutId id="2147483929" r:id="rId15"/>
    <p:sldLayoutId id="2147483930" r:id="rId16"/>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40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97000"/>
            <a:ext cx="8229600" cy="5461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10/13/24</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
        <p:nvSpPr>
          <p:cNvPr id="7" name="TextBox 6"/>
          <p:cNvSpPr txBox="1"/>
          <p:nvPr userDrawn="1"/>
        </p:nvSpPr>
        <p:spPr>
          <a:xfrm>
            <a:off x="8495979" y="6589889"/>
            <a:ext cx="761747" cy="230832"/>
          </a:xfrm>
          <a:prstGeom prst="rect">
            <a:avLst/>
          </a:prstGeom>
          <a:noFill/>
        </p:spPr>
        <p:txBody>
          <a:bodyPr wrap="none" rtlCol="0">
            <a:spAutoFit/>
          </a:bodyPr>
          <a:lstStyle/>
          <a:p>
            <a:r>
              <a:rPr lang="en-US" sz="900" dirty="0"/>
              <a:t>Dan Boneh</a:t>
            </a:r>
          </a:p>
        </p:txBody>
      </p:sp>
    </p:spTree>
    <p:extLst>
      <p:ext uri="{BB962C8B-B14F-4D97-AF65-F5344CB8AC3E}">
        <p14:creationId xmlns:p14="http://schemas.microsoft.com/office/powerpoint/2010/main" val="1835665050"/>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 id="2147483945" r:id="rId14"/>
    <p:sldLayoutId id="2147483946" r:id="rId15"/>
    <p:sldLayoutId id="2147483947" r:id="rId16"/>
    <p:sldLayoutId id="2147483948"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 1025">
            <a:extLst>
              <a:ext uri="{FF2B5EF4-FFF2-40B4-BE49-F238E27FC236}">
                <a16:creationId xmlns:a16="http://schemas.microsoft.com/office/drawing/2014/main" id="{32F51B93-FA2A-312D-678F-6A540E0244F5}"/>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1026">
            <a:extLst>
              <a:ext uri="{FF2B5EF4-FFF2-40B4-BE49-F238E27FC236}">
                <a16:creationId xmlns:a16="http://schemas.microsoft.com/office/drawing/2014/main" id="{47011677-F5F1-F0B7-8A3D-2083ADFCDA9B}"/>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A412BF77-E9D6-05AF-CF28-D948C80ABBC1}"/>
              </a:ext>
            </a:extLst>
          </p:cNvPr>
          <p:cNvSpPr>
            <a:spLocks noGrp="1"/>
          </p:cNvSpPr>
          <p:nvPr>
            <p:ph type="dt" sz="half" idx="2"/>
          </p:nvPr>
        </p:nvSpPr>
        <p:spPr>
          <a:xfrm>
            <a:off x="457200" y="6245225"/>
            <a:ext cx="2133600" cy="476250"/>
          </a:xfrm>
          <a:prstGeom prst="rect">
            <a:avLst/>
          </a:prstGeom>
          <a:noFill/>
          <a:ln w="9525">
            <a:noFill/>
          </a:ln>
        </p:spPr>
        <p:txBody>
          <a:bodyPr/>
          <a:lstStyle>
            <a:lvl1pPr eaLnBrk="1" hangingPunct="1">
              <a:buFont typeface="Arial" panose="020B0604020202020204" pitchFamily="34" charset="0"/>
              <a:buNone/>
              <a:defRPr sz="1400" noProof="1"/>
            </a:lvl1pPr>
          </a:lstStyle>
          <a:p>
            <a:pPr>
              <a:defRPr/>
            </a:pPr>
            <a:endParaRPr lang="zh-CN" altLang="en-US"/>
          </a:p>
        </p:txBody>
      </p:sp>
      <p:sp>
        <p:nvSpPr>
          <p:cNvPr id="1029" name="页脚占位符 1028">
            <a:extLst>
              <a:ext uri="{FF2B5EF4-FFF2-40B4-BE49-F238E27FC236}">
                <a16:creationId xmlns:a16="http://schemas.microsoft.com/office/drawing/2014/main" id="{FD376C3F-6D5F-42AE-414B-3D306D153F8B}"/>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buFont typeface="Arial" panose="020B0604020202020204" pitchFamily="34" charset="0"/>
              <a:buNone/>
              <a:defRPr sz="1400" noProof="1"/>
            </a:lvl1pPr>
          </a:lstStyle>
          <a:p>
            <a:pPr>
              <a:defRPr/>
            </a:pPr>
            <a:endParaRPr lang="zh-CN" altLang="en-US"/>
          </a:p>
        </p:txBody>
      </p:sp>
      <p:sp>
        <p:nvSpPr>
          <p:cNvPr id="1030" name="灯片编号占位符 1029">
            <a:extLst>
              <a:ext uri="{FF2B5EF4-FFF2-40B4-BE49-F238E27FC236}">
                <a16:creationId xmlns:a16="http://schemas.microsoft.com/office/drawing/2014/main" id="{2B4648C6-09AD-31B1-0CAF-4B70CC8A28ED}"/>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noProof="1"/>
            </a:lvl1pPr>
          </a:lstStyle>
          <a:p>
            <a:fld id="{AD54BF72-0D8D-904D-AF5E-99FC1ABB1451}" type="slidenum">
              <a:rPr altLang="en-US"/>
              <a:pPr/>
              <a:t>‹#›</a:t>
            </a:fld>
            <a:endParaRPr lang="zh-CN" altLang="en-US"/>
          </a:p>
        </p:txBody>
      </p:sp>
    </p:spTree>
    <p:extLst>
      <p:ext uri="{BB962C8B-B14F-4D97-AF65-F5344CB8AC3E}">
        <p14:creationId xmlns:p14="http://schemas.microsoft.com/office/powerpoint/2010/main" val="1158081637"/>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 id="2147483961"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0.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7.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28.emf"/><Relationship Id="rId3" Type="http://schemas.openxmlformats.org/officeDocument/2006/relationships/image" Target="../media/image23.emf"/><Relationship Id="rId7" Type="http://schemas.openxmlformats.org/officeDocument/2006/relationships/image" Target="../media/image25.e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57.xml"/><Relationship Id="rId6" Type="http://schemas.openxmlformats.org/officeDocument/2006/relationships/oleObject" Target="../embeddings/oleObject5.bin"/><Relationship Id="rId11" Type="http://schemas.openxmlformats.org/officeDocument/2006/relationships/image" Target="../media/image27.emf"/><Relationship Id="rId5" Type="http://schemas.openxmlformats.org/officeDocument/2006/relationships/image" Target="../media/image24.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6.emf"/></Relationships>
</file>

<file path=ppt/slides/_rels/slide40.xml.rels><?xml version="1.0" encoding="UTF-8" standalone="yes"?>
<Relationships xmlns="http://schemas.openxmlformats.org/package/2006/relationships"><Relationship Id="rId8" Type="http://schemas.openxmlformats.org/officeDocument/2006/relationships/image" Target="../media/image31.emf"/><Relationship Id="rId13" Type="http://schemas.openxmlformats.org/officeDocument/2006/relationships/oleObject" Target="../embeddings/oleObject15.bin"/><Relationship Id="rId18" Type="http://schemas.openxmlformats.org/officeDocument/2006/relationships/image" Target="../media/image35.emf"/><Relationship Id="rId3" Type="http://schemas.openxmlformats.org/officeDocument/2006/relationships/image" Target="../media/image29.emf"/><Relationship Id="rId7" Type="http://schemas.openxmlformats.org/officeDocument/2006/relationships/oleObject" Target="../embeddings/oleObject12.bin"/><Relationship Id="rId12" Type="http://schemas.openxmlformats.org/officeDocument/2006/relationships/image" Target="../media/image33.emf"/><Relationship Id="rId17" Type="http://schemas.openxmlformats.org/officeDocument/2006/relationships/oleObject" Target="../embeddings/oleObject18.bin"/><Relationship Id="rId2" Type="http://schemas.openxmlformats.org/officeDocument/2006/relationships/oleObject" Target="../embeddings/oleObject9.bin"/><Relationship Id="rId16" Type="http://schemas.openxmlformats.org/officeDocument/2006/relationships/image" Target="../media/image34.emf"/><Relationship Id="rId20" Type="http://schemas.openxmlformats.org/officeDocument/2006/relationships/image" Target="../media/image36.emf"/><Relationship Id="rId1" Type="http://schemas.openxmlformats.org/officeDocument/2006/relationships/slideLayout" Target="../slideLayouts/slideLayout57.xml"/><Relationship Id="rId6" Type="http://schemas.openxmlformats.org/officeDocument/2006/relationships/image" Target="../media/image30.e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7.bin"/><Relationship Id="rId10" Type="http://schemas.openxmlformats.org/officeDocument/2006/relationships/image" Target="../media/image32.emf"/><Relationship Id="rId19" Type="http://schemas.openxmlformats.org/officeDocument/2006/relationships/oleObject" Target="../embeddings/oleObject19.bin"/><Relationship Id="rId4" Type="http://schemas.openxmlformats.org/officeDocument/2006/relationships/oleObject" Target="../embeddings/oleObject10.bin"/><Relationship Id="rId9" Type="http://schemas.openxmlformats.org/officeDocument/2006/relationships/oleObject" Target="../embeddings/oleObject13.bin"/><Relationship Id="rId14" Type="http://schemas.openxmlformats.org/officeDocument/2006/relationships/oleObject" Target="../embeddings/oleObject16.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oleObject" Target="../embeddings/oleObject26.bin"/><Relationship Id="rId18" Type="http://schemas.openxmlformats.org/officeDocument/2006/relationships/image" Target="../media/image44.emf"/><Relationship Id="rId3" Type="http://schemas.openxmlformats.org/officeDocument/2006/relationships/image" Target="../media/image37.emf"/><Relationship Id="rId7" Type="http://schemas.openxmlformats.org/officeDocument/2006/relationships/image" Target="../media/image39.emf"/><Relationship Id="rId12" Type="http://schemas.openxmlformats.org/officeDocument/2006/relationships/oleObject" Target="../embeddings/oleObject25.bin"/><Relationship Id="rId17" Type="http://schemas.openxmlformats.org/officeDocument/2006/relationships/oleObject" Target="../embeddings/oleObject28.bin"/><Relationship Id="rId2" Type="http://schemas.openxmlformats.org/officeDocument/2006/relationships/oleObject" Target="../embeddings/oleObject20.bin"/><Relationship Id="rId16" Type="http://schemas.openxmlformats.org/officeDocument/2006/relationships/image" Target="../media/image43.emf"/><Relationship Id="rId1" Type="http://schemas.openxmlformats.org/officeDocument/2006/relationships/slideLayout" Target="../slideLayouts/slideLayout57.xml"/><Relationship Id="rId6" Type="http://schemas.openxmlformats.org/officeDocument/2006/relationships/oleObject" Target="../embeddings/oleObject22.bin"/><Relationship Id="rId11" Type="http://schemas.openxmlformats.org/officeDocument/2006/relationships/image" Target="../media/image41.emf"/><Relationship Id="rId5" Type="http://schemas.openxmlformats.org/officeDocument/2006/relationships/image" Target="../media/image38.emf"/><Relationship Id="rId15" Type="http://schemas.openxmlformats.org/officeDocument/2006/relationships/oleObject" Target="../embeddings/oleObject27.bin"/><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40.emf"/><Relationship Id="rId14" Type="http://schemas.openxmlformats.org/officeDocument/2006/relationships/image" Target="../media/image42.e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50.emf"/><Relationship Id="rId3" Type="http://schemas.openxmlformats.org/officeDocument/2006/relationships/image" Target="../media/image45.emf"/><Relationship Id="rId7" Type="http://schemas.openxmlformats.org/officeDocument/2006/relationships/image" Target="../media/image47.e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57.xml"/><Relationship Id="rId6" Type="http://schemas.openxmlformats.org/officeDocument/2006/relationships/oleObject" Target="../embeddings/oleObject31.bin"/><Relationship Id="rId11" Type="http://schemas.openxmlformats.org/officeDocument/2006/relationships/image" Target="../media/image49.emf"/><Relationship Id="rId5" Type="http://schemas.openxmlformats.org/officeDocument/2006/relationships/image" Target="../media/image46.emf"/><Relationship Id="rId15" Type="http://schemas.openxmlformats.org/officeDocument/2006/relationships/image" Target="../media/image51.e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48.emf"/><Relationship Id="rId14" Type="http://schemas.openxmlformats.org/officeDocument/2006/relationships/oleObject" Target="../embeddings/oleObject35.bin"/></Relationships>
</file>

<file path=ppt/slides/_rels/slide4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36.bin"/><Relationship Id="rId1" Type="http://schemas.openxmlformats.org/officeDocument/2006/relationships/slideLayout" Target="../slideLayouts/slideLayout57.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58.emf"/><Relationship Id="rId3" Type="http://schemas.openxmlformats.org/officeDocument/2006/relationships/image" Target="../media/image53.emf"/><Relationship Id="rId7" Type="http://schemas.openxmlformats.org/officeDocument/2006/relationships/image" Target="../media/image55.e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57.xml"/><Relationship Id="rId6" Type="http://schemas.openxmlformats.org/officeDocument/2006/relationships/oleObject" Target="../embeddings/oleObject39.bin"/><Relationship Id="rId11" Type="http://schemas.openxmlformats.org/officeDocument/2006/relationships/image" Target="../media/image57.emf"/><Relationship Id="rId5" Type="http://schemas.openxmlformats.org/officeDocument/2006/relationships/image" Target="../media/image54.emf"/><Relationship Id="rId15" Type="http://schemas.openxmlformats.org/officeDocument/2006/relationships/image" Target="../media/image59.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56.emf"/><Relationship Id="rId14" Type="http://schemas.openxmlformats.org/officeDocument/2006/relationships/oleObject" Target="../embeddings/oleObject43.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65.emf"/><Relationship Id="rId18" Type="http://schemas.openxmlformats.org/officeDocument/2006/relationships/oleObject" Target="../embeddings/oleObject52.bin"/><Relationship Id="rId3" Type="http://schemas.openxmlformats.org/officeDocument/2006/relationships/image" Target="../media/image60.emf"/><Relationship Id="rId7" Type="http://schemas.openxmlformats.org/officeDocument/2006/relationships/image" Target="../media/image62.emf"/><Relationship Id="rId12" Type="http://schemas.openxmlformats.org/officeDocument/2006/relationships/oleObject" Target="../embeddings/oleObject49.bin"/><Relationship Id="rId17" Type="http://schemas.openxmlformats.org/officeDocument/2006/relationships/image" Target="../media/image67.emf"/><Relationship Id="rId2" Type="http://schemas.openxmlformats.org/officeDocument/2006/relationships/oleObject" Target="../embeddings/oleObject44.bin"/><Relationship Id="rId16" Type="http://schemas.openxmlformats.org/officeDocument/2006/relationships/oleObject" Target="../embeddings/oleObject51.bin"/><Relationship Id="rId1" Type="http://schemas.openxmlformats.org/officeDocument/2006/relationships/slideLayout" Target="../slideLayouts/slideLayout57.xml"/><Relationship Id="rId6" Type="http://schemas.openxmlformats.org/officeDocument/2006/relationships/oleObject" Target="../embeddings/oleObject46.bin"/><Relationship Id="rId11" Type="http://schemas.openxmlformats.org/officeDocument/2006/relationships/image" Target="../media/image64.emf"/><Relationship Id="rId5" Type="http://schemas.openxmlformats.org/officeDocument/2006/relationships/image" Target="../media/image61.emf"/><Relationship Id="rId15" Type="http://schemas.openxmlformats.org/officeDocument/2006/relationships/image" Target="../media/image66.emf"/><Relationship Id="rId10" Type="http://schemas.openxmlformats.org/officeDocument/2006/relationships/oleObject" Target="../embeddings/oleObject48.bin"/><Relationship Id="rId19" Type="http://schemas.openxmlformats.org/officeDocument/2006/relationships/image" Target="../media/image68.emf"/><Relationship Id="rId4" Type="http://schemas.openxmlformats.org/officeDocument/2006/relationships/oleObject" Target="../embeddings/oleObject45.bin"/><Relationship Id="rId9" Type="http://schemas.openxmlformats.org/officeDocument/2006/relationships/image" Target="../media/image63.emf"/><Relationship Id="rId14" Type="http://schemas.openxmlformats.org/officeDocument/2006/relationships/oleObject" Target="../embeddings/oleObject50.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74.emf"/><Relationship Id="rId18" Type="http://schemas.openxmlformats.org/officeDocument/2006/relationships/oleObject" Target="../embeddings/oleObject62.bin"/><Relationship Id="rId3" Type="http://schemas.openxmlformats.org/officeDocument/2006/relationships/image" Target="../media/image69.emf"/><Relationship Id="rId21" Type="http://schemas.openxmlformats.org/officeDocument/2006/relationships/image" Target="../media/image77.emf"/><Relationship Id="rId7" Type="http://schemas.openxmlformats.org/officeDocument/2006/relationships/image" Target="../media/image71.emf"/><Relationship Id="rId12" Type="http://schemas.openxmlformats.org/officeDocument/2006/relationships/oleObject" Target="../embeddings/oleObject58.bin"/><Relationship Id="rId17" Type="http://schemas.openxmlformats.org/officeDocument/2006/relationships/oleObject" Target="../embeddings/oleObject61.bin"/><Relationship Id="rId25" Type="http://schemas.openxmlformats.org/officeDocument/2006/relationships/image" Target="../media/image79.emf"/><Relationship Id="rId2" Type="http://schemas.openxmlformats.org/officeDocument/2006/relationships/oleObject" Target="../embeddings/oleObject53.bin"/><Relationship Id="rId16" Type="http://schemas.openxmlformats.org/officeDocument/2006/relationships/image" Target="../media/image75.emf"/><Relationship Id="rId20" Type="http://schemas.openxmlformats.org/officeDocument/2006/relationships/oleObject" Target="../embeddings/oleObject63.bin"/><Relationship Id="rId1" Type="http://schemas.openxmlformats.org/officeDocument/2006/relationships/slideLayout" Target="../slideLayouts/slideLayout57.xml"/><Relationship Id="rId6" Type="http://schemas.openxmlformats.org/officeDocument/2006/relationships/oleObject" Target="../embeddings/oleObject55.bin"/><Relationship Id="rId11" Type="http://schemas.openxmlformats.org/officeDocument/2006/relationships/image" Target="../media/image73.emf"/><Relationship Id="rId24" Type="http://schemas.openxmlformats.org/officeDocument/2006/relationships/oleObject" Target="../embeddings/oleObject65.bin"/><Relationship Id="rId5" Type="http://schemas.openxmlformats.org/officeDocument/2006/relationships/image" Target="../media/image70.emf"/><Relationship Id="rId15" Type="http://schemas.openxmlformats.org/officeDocument/2006/relationships/oleObject" Target="../embeddings/oleObject60.bin"/><Relationship Id="rId23" Type="http://schemas.openxmlformats.org/officeDocument/2006/relationships/image" Target="../media/image78.emf"/><Relationship Id="rId10" Type="http://schemas.openxmlformats.org/officeDocument/2006/relationships/oleObject" Target="../embeddings/oleObject57.bin"/><Relationship Id="rId19" Type="http://schemas.openxmlformats.org/officeDocument/2006/relationships/image" Target="../media/image76.emf"/><Relationship Id="rId4" Type="http://schemas.openxmlformats.org/officeDocument/2006/relationships/oleObject" Target="../embeddings/oleObject54.bin"/><Relationship Id="rId9" Type="http://schemas.openxmlformats.org/officeDocument/2006/relationships/image" Target="../media/image72.emf"/><Relationship Id="rId14" Type="http://schemas.openxmlformats.org/officeDocument/2006/relationships/oleObject" Target="../embeddings/oleObject59.bin"/><Relationship Id="rId22" Type="http://schemas.openxmlformats.org/officeDocument/2006/relationships/oleObject" Target="../embeddings/oleObject64.bin"/></Relationships>
</file>

<file path=ppt/slides/_rels/slide47.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oleObject" Target="../embeddings/oleObject66.bin"/><Relationship Id="rId1" Type="http://schemas.openxmlformats.org/officeDocument/2006/relationships/slideLayout" Target="../slideLayouts/slideLayout57.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86.emf"/><Relationship Id="rId18" Type="http://schemas.openxmlformats.org/officeDocument/2006/relationships/oleObject" Target="../embeddings/oleObject75.bin"/><Relationship Id="rId3" Type="http://schemas.openxmlformats.org/officeDocument/2006/relationships/image" Target="../media/image81.emf"/><Relationship Id="rId21" Type="http://schemas.openxmlformats.org/officeDocument/2006/relationships/image" Target="../media/image90.emf"/><Relationship Id="rId7" Type="http://schemas.openxmlformats.org/officeDocument/2006/relationships/image" Target="../media/image83.emf"/><Relationship Id="rId12" Type="http://schemas.openxmlformats.org/officeDocument/2006/relationships/oleObject" Target="../embeddings/oleObject72.bin"/><Relationship Id="rId17" Type="http://schemas.openxmlformats.org/officeDocument/2006/relationships/image" Target="../media/image88.emf"/><Relationship Id="rId2" Type="http://schemas.openxmlformats.org/officeDocument/2006/relationships/oleObject" Target="../embeddings/oleObject67.bin"/><Relationship Id="rId16" Type="http://schemas.openxmlformats.org/officeDocument/2006/relationships/oleObject" Target="../embeddings/oleObject74.bin"/><Relationship Id="rId20" Type="http://schemas.openxmlformats.org/officeDocument/2006/relationships/oleObject" Target="../embeddings/oleObject76.bin"/><Relationship Id="rId1" Type="http://schemas.openxmlformats.org/officeDocument/2006/relationships/slideLayout" Target="../slideLayouts/slideLayout57.xml"/><Relationship Id="rId6" Type="http://schemas.openxmlformats.org/officeDocument/2006/relationships/oleObject" Target="../embeddings/oleObject69.bin"/><Relationship Id="rId11" Type="http://schemas.openxmlformats.org/officeDocument/2006/relationships/image" Target="../media/image85.emf"/><Relationship Id="rId5" Type="http://schemas.openxmlformats.org/officeDocument/2006/relationships/image" Target="../media/image82.emf"/><Relationship Id="rId15" Type="http://schemas.openxmlformats.org/officeDocument/2006/relationships/image" Target="../media/image87.emf"/><Relationship Id="rId23" Type="http://schemas.openxmlformats.org/officeDocument/2006/relationships/image" Target="../media/image91.emf"/><Relationship Id="rId10" Type="http://schemas.openxmlformats.org/officeDocument/2006/relationships/oleObject" Target="../embeddings/oleObject71.bin"/><Relationship Id="rId19" Type="http://schemas.openxmlformats.org/officeDocument/2006/relationships/image" Target="../media/image89.emf"/><Relationship Id="rId4" Type="http://schemas.openxmlformats.org/officeDocument/2006/relationships/oleObject" Target="../embeddings/oleObject68.bin"/><Relationship Id="rId9" Type="http://schemas.openxmlformats.org/officeDocument/2006/relationships/image" Target="../media/image84.emf"/><Relationship Id="rId14" Type="http://schemas.openxmlformats.org/officeDocument/2006/relationships/oleObject" Target="../embeddings/oleObject73.bin"/><Relationship Id="rId22" Type="http://schemas.openxmlformats.org/officeDocument/2006/relationships/oleObject" Target="../embeddings/oleObject7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a:extLst>
              <a:ext uri="{FF2B5EF4-FFF2-40B4-BE49-F238E27FC236}">
                <a16:creationId xmlns:a16="http://schemas.microsoft.com/office/drawing/2014/main" id="{19772C0C-D0C1-39EF-0F1B-FF8D2C01B018}"/>
              </a:ext>
            </a:extLst>
          </p:cNvPr>
          <p:cNvSpPr>
            <a:spLocks noGrp="1" noChangeArrowheads="1"/>
          </p:cNvSpPr>
          <p:nvPr>
            <p:ph type="ctrTitle"/>
          </p:nvPr>
        </p:nvSpPr>
        <p:spPr>
          <a:xfrm>
            <a:off x="0" y="765175"/>
            <a:ext cx="9144000" cy="2303463"/>
          </a:xfrm>
        </p:spPr>
        <p:txBody>
          <a:bodyPr/>
          <a:lstStyle/>
          <a:p>
            <a:pPr algn="ctr">
              <a:buFont typeface="Webdings" pitchFamily="2" charset="2"/>
              <a:buNone/>
            </a:pPr>
            <a:r>
              <a:rPr lang="de-DE" altLang="zh-CN" sz="3200" dirty="0"/>
              <a:t>  </a:t>
            </a:r>
            <a:br>
              <a:rPr lang="de-DE" altLang="zh-CN" sz="1600" dirty="0"/>
            </a:br>
            <a:r>
              <a:rPr lang="de-DE" altLang="zh-CN" sz="3200" dirty="0"/>
              <a:t>Chapter 4 – The </a:t>
            </a:r>
            <a:r>
              <a:rPr lang="de-DE" altLang="zh-CN" sz="3200" dirty="0" err="1"/>
              <a:t>Advanced</a:t>
            </a:r>
            <a:r>
              <a:rPr lang="de-DE" altLang="zh-CN" sz="3200" dirty="0"/>
              <a:t> Encryption Standard (AES)</a:t>
            </a:r>
            <a:br>
              <a:rPr lang="de-DE" altLang="zh-CN" sz="3200" dirty="0"/>
            </a:br>
            <a:endParaRPr lang="de-DE" altLang="zh-CN" sz="1600"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ußzeilenplatzhalter 4">
            <a:extLst>
              <a:ext uri="{FF2B5EF4-FFF2-40B4-BE49-F238E27FC236}">
                <a16:creationId xmlns:a16="http://schemas.microsoft.com/office/drawing/2014/main" id="{EA7D7638-33F2-25ED-DFE5-0BF9E65390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18435" name="Rectangle 4">
            <a:extLst>
              <a:ext uri="{FF2B5EF4-FFF2-40B4-BE49-F238E27FC236}">
                <a16:creationId xmlns:a16="http://schemas.microsoft.com/office/drawing/2014/main" id="{EE5D39C8-CA57-2AB7-AB4B-B314D0154237}"/>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t>Content of this Chapter</a:t>
            </a:r>
          </a:p>
        </p:txBody>
      </p:sp>
      <p:sp>
        <p:nvSpPr>
          <p:cNvPr id="18436" name="Rectangle 7">
            <a:extLst>
              <a:ext uri="{FF2B5EF4-FFF2-40B4-BE49-F238E27FC236}">
                <a16:creationId xmlns:a16="http://schemas.microsoft.com/office/drawing/2014/main" id="{DF166F48-B4E0-013C-BF22-3B8B94F7F340}"/>
              </a:ext>
            </a:extLst>
          </p:cNvPr>
          <p:cNvSpPr>
            <a:spLocks noGrp="1" noChangeArrowheads="1"/>
          </p:cNvSpPr>
          <p:nvPr>
            <p:ph type="body" idx="1"/>
          </p:nvPr>
        </p:nvSpPr>
        <p:spPr>
          <a:xfrm>
            <a:off x="539750" y="1844675"/>
            <a:ext cx="7394575" cy="3616325"/>
          </a:xfrm>
          <a:noFill/>
        </p:spPr>
        <p:txBody>
          <a:bodyPr/>
          <a:lstStyle/>
          <a:p>
            <a:pPr marL="342900" indent="-342900"/>
            <a:r>
              <a:rPr lang="de-DE" altLang="zh-CN" sz="2000"/>
              <a:t>Overview of the AES algorithm</a:t>
            </a:r>
          </a:p>
          <a:p>
            <a:pPr marL="342900" indent="-342900"/>
            <a:r>
              <a:rPr lang="de-DE" altLang="zh-CN" sz="2000"/>
              <a:t>Internal structure of AES</a:t>
            </a:r>
          </a:p>
          <a:p>
            <a:pPr marL="720725" lvl="1" indent="-342900"/>
            <a:r>
              <a:rPr lang="de-DE" altLang="zh-CN" sz="2000"/>
              <a:t>Byte Substitution layer</a:t>
            </a:r>
          </a:p>
          <a:p>
            <a:pPr marL="720725" lvl="1" indent="-342900"/>
            <a:r>
              <a:rPr lang="de-DE" altLang="zh-CN" sz="2000"/>
              <a:t>Diffusion layer</a:t>
            </a:r>
          </a:p>
          <a:p>
            <a:pPr marL="720725" lvl="1" indent="-342900"/>
            <a:r>
              <a:rPr lang="de-DE" altLang="zh-CN" sz="2000"/>
              <a:t>Key Addition layer</a:t>
            </a:r>
          </a:p>
          <a:p>
            <a:pPr marL="720725" lvl="1" indent="-342900"/>
            <a:r>
              <a:rPr lang="de-DE" altLang="zh-CN" sz="2000"/>
              <a:t>Key schedule</a:t>
            </a:r>
          </a:p>
          <a:p>
            <a:pPr marL="342900" indent="-342900"/>
            <a:r>
              <a:rPr lang="de-DE" altLang="zh-CN" sz="2000"/>
              <a:t>Decryption</a:t>
            </a:r>
          </a:p>
          <a:p>
            <a:pPr marL="342900" indent="-342900"/>
            <a:r>
              <a:rPr lang="de-DE" altLang="zh-CN" sz="2000"/>
              <a:t>Practical issues</a:t>
            </a:r>
          </a:p>
        </p:txBody>
      </p:sp>
      <p:sp>
        <p:nvSpPr>
          <p:cNvPr id="18437" name="Foliennummernplatzhalter 6">
            <a:extLst>
              <a:ext uri="{FF2B5EF4-FFF2-40B4-BE49-F238E27FC236}">
                <a16:creationId xmlns:a16="http://schemas.microsoft.com/office/drawing/2014/main" id="{571B2CC1-131E-746D-AA9B-E94F1CFA80F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099D74-8E4A-364F-B7A7-60BD8B0C4C1E}" type="slidenum">
              <a:rPr lang="de-DE" altLang="zh-CN">
                <a:solidFill>
                  <a:srgbClr val="394073"/>
                </a:solidFill>
              </a:rPr>
              <a:pPr/>
              <a:t>2</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542F2C90-AD2D-8388-BCC6-E9EB9B96F365}"/>
                  </a:ext>
                </a:extLst>
              </p14:cNvPr>
              <p14:cNvContentPartPr/>
              <p14:nvPr/>
            </p14:nvContentPartPr>
            <p14:xfrm>
              <a:off x="760320" y="2082960"/>
              <a:ext cx="8319240" cy="2053080"/>
            </p14:xfrm>
          </p:contentPart>
        </mc:Choice>
        <mc:Fallback xmlns="">
          <p:pic>
            <p:nvPicPr>
              <p:cNvPr id="2" name="墨迹 1">
                <a:extLst>
                  <a:ext uri="{FF2B5EF4-FFF2-40B4-BE49-F238E27FC236}">
                    <a16:creationId xmlns:a16="http://schemas.microsoft.com/office/drawing/2014/main" id="{542F2C90-AD2D-8388-BCC6-E9EB9B96F365}"/>
                  </a:ext>
                </a:extLst>
              </p:cNvPr>
              <p:cNvPicPr/>
              <p:nvPr/>
            </p:nvPicPr>
            <p:blipFill>
              <a:blip r:embed="rId4"/>
              <a:stretch>
                <a:fillRect/>
              </a:stretch>
            </p:blipFill>
            <p:spPr>
              <a:xfrm>
                <a:off x="744120" y="2066760"/>
                <a:ext cx="8351640" cy="2085480"/>
              </a:xfrm>
              <a:prstGeom prst="rect">
                <a:avLst/>
              </a:prstGeom>
            </p:spPr>
          </p:pic>
        </mc:Fallback>
      </mc:AlternateContent>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ußzeilenplatzhalter 4">
            <a:extLst>
              <a:ext uri="{FF2B5EF4-FFF2-40B4-BE49-F238E27FC236}">
                <a16:creationId xmlns:a16="http://schemas.microsoft.com/office/drawing/2014/main" id="{9FEE5751-3742-7952-0B36-6C092626F2F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19459" name="Rectangle 4">
            <a:extLst>
              <a:ext uri="{FF2B5EF4-FFF2-40B4-BE49-F238E27FC236}">
                <a16:creationId xmlns:a16="http://schemas.microsoft.com/office/drawing/2014/main" id="{C1777B1F-59AA-2742-78DE-F745967B5413}"/>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t>Content of this Chapter</a:t>
            </a:r>
          </a:p>
        </p:txBody>
      </p:sp>
      <p:sp>
        <p:nvSpPr>
          <p:cNvPr id="19460" name="Rectangle 7">
            <a:extLst>
              <a:ext uri="{FF2B5EF4-FFF2-40B4-BE49-F238E27FC236}">
                <a16:creationId xmlns:a16="http://schemas.microsoft.com/office/drawing/2014/main" id="{A7E75630-8C13-D818-8DD9-A54F1B8BE772}"/>
              </a:ext>
            </a:extLst>
          </p:cNvPr>
          <p:cNvSpPr>
            <a:spLocks noGrp="1" noChangeArrowheads="1"/>
          </p:cNvSpPr>
          <p:nvPr>
            <p:ph type="body" idx="1"/>
          </p:nvPr>
        </p:nvSpPr>
        <p:spPr>
          <a:xfrm>
            <a:off x="539750" y="1844675"/>
            <a:ext cx="7394575" cy="4078288"/>
          </a:xfrm>
          <a:noFill/>
        </p:spPr>
        <p:txBody>
          <a:bodyPr/>
          <a:lstStyle/>
          <a:p>
            <a:pPr marL="342900" indent="-342900"/>
            <a:r>
              <a:rPr lang="de-DE" altLang="zh-CN" sz="2000" b="1"/>
              <a:t>Overview of the AES algorithm</a:t>
            </a:r>
          </a:p>
          <a:p>
            <a:pPr marL="342900" indent="-342900"/>
            <a:r>
              <a:rPr lang="de-DE" altLang="zh-CN" sz="2000"/>
              <a:t>Internal structure of AES</a:t>
            </a:r>
          </a:p>
          <a:p>
            <a:pPr marL="720725" lvl="1" indent="-342900"/>
            <a:r>
              <a:rPr lang="de-DE" altLang="zh-CN" sz="2000"/>
              <a:t>Byte Substitution layer</a:t>
            </a:r>
          </a:p>
          <a:p>
            <a:pPr marL="720725" lvl="1" indent="-342900"/>
            <a:r>
              <a:rPr lang="de-DE" altLang="zh-CN" sz="2000"/>
              <a:t>Diffusion layer</a:t>
            </a:r>
          </a:p>
          <a:p>
            <a:pPr marL="720725" lvl="1" indent="-342900"/>
            <a:r>
              <a:rPr lang="de-DE" altLang="zh-CN" sz="2000"/>
              <a:t>Key Addition layer</a:t>
            </a:r>
          </a:p>
          <a:p>
            <a:pPr marL="720725" lvl="1" indent="-342900"/>
            <a:r>
              <a:rPr lang="de-DE" altLang="zh-CN" sz="2000"/>
              <a:t>Key schedule</a:t>
            </a:r>
          </a:p>
          <a:p>
            <a:pPr marL="342900" indent="-342900"/>
            <a:r>
              <a:rPr lang="de-DE" altLang="zh-CN" sz="2000"/>
              <a:t>Decryption</a:t>
            </a:r>
          </a:p>
          <a:p>
            <a:pPr marL="342900" indent="-342900"/>
            <a:r>
              <a:rPr lang="de-DE" altLang="zh-CN" sz="2000"/>
              <a:t>Practical issues</a:t>
            </a:r>
          </a:p>
          <a:p>
            <a:pPr marL="342900" indent="-342900">
              <a:buFontTx/>
              <a:buNone/>
            </a:pPr>
            <a:endParaRPr lang="de-DE" altLang="zh-CN" sz="2000"/>
          </a:p>
        </p:txBody>
      </p:sp>
      <p:sp>
        <p:nvSpPr>
          <p:cNvPr id="19461" name="Foliennummernplatzhalter 6">
            <a:extLst>
              <a:ext uri="{FF2B5EF4-FFF2-40B4-BE49-F238E27FC236}">
                <a16:creationId xmlns:a16="http://schemas.microsoft.com/office/drawing/2014/main" id="{E3E45F73-1643-2AB9-EE89-2FA910C67D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E16C3A-566D-7F43-904C-52A6816A8DA5}" type="slidenum">
              <a:rPr lang="de-DE" altLang="zh-CN">
                <a:solidFill>
                  <a:srgbClr val="394073"/>
                </a:solidFill>
              </a:rPr>
              <a:pPr/>
              <a:t>3</a:t>
            </a:fld>
            <a:r>
              <a:rPr lang="de-DE" altLang="zh-CN">
                <a:solidFill>
                  <a:srgbClr val="394073"/>
                </a:solidFill>
              </a:rPr>
              <a:t>/28</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ußzeilenplatzhalter 4">
            <a:extLst>
              <a:ext uri="{FF2B5EF4-FFF2-40B4-BE49-F238E27FC236}">
                <a16:creationId xmlns:a16="http://schemas.microsoft.com/office/drawing/2014/main" id="{FA545A4F-E838-0FD3-54FF-EE6A687F30B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20483" name="Rectangle 2">
            <a:extLst>
              <a:ext uri="{FF2B5EF4-FFF2-40B4-BE49-F238E27FC236}">
                <a16:creationId xmlns:a16="http://schemas.microsoft.com/office/drawing/2014/main" id="{C4470C37-89AF-7D1C-32DF-B4204DB8A80B}"/>
              </a:ext>
            </a:extLst>
          </p:cNvPr>
          <p:cNvSpPr>
            <a:spLocks noGrp="1" noChangeArrowheads="1"/>
          </p:cNvSpPr>
          <p:nvPr>
            <p:ph type="title"/>
          </p:nvPr>
        </p:nvSpPr>
        <p:spPr/>
        <p:txBody>
          <a:bodyPr/>
          <a:lstStyle/>
          <a:p>
            <a:r>
              <a:rPr lang="de-DE" altLang="zh-CN"/>
              <a:t>Some Basic Facts</a:t>
            </a:r>
          </a:p>
        </p:txBody>
      </p:sp>
      <p:sp>
        <p:nvSpPr>
          <p:cNvPr id="46" name="Rectangle 5">
            <a:extLst>
              <a:ext uri="{FF2B5EF4-FFF2-40B4-BE49-F238E27FC236}">
                <a16:creationId xmlns:a16="http://schemas.microsoft.com/office/drawing/2014/main" id="{5EB63771-1139-48F2-6998-D286EC20FB3C}"/>
              </a:ext>
            </a:extLst>
          </p:cNvPr>
          <p:cNvSpPr txBox="1">
            <a:spLocks noChangeArrowheads="1"/>
          </p:cNvSpPr>
          <p:nvPr/>
        </p:nvSpPr>
        <p:spPr bwMode="auto">
          <a:xfrm>
            <a:off x="849313" y="1130300"/>
            <a:ext cx="7467600" cy="4186238"/>
          </a:xfrm>
          <a:prstGeom prst="rect">
            <a:avLst/>
          </a:prstGeom>
          <a:noFill/>
          <a:ln w="9525">
            <a:noFill/>
            <a:miter lim="800000"/>
            <a:headEnd/>
            <a:tailEnd/>
          </a:ln>
        </p:spPr>
        <p:txBody>
          <a:bodyPr lIns="0" tIns="0" rIns="0" bIns="0">
            <a:spAutoFit/>
          </a:bodyPr>
          <a:lstStyle/>
          <a:p>
            <a:pPr marL="195263" indent="-195263">
              <a:lnSpc>
                <a:spcPct val="125000"/>
              </a:lnSpc>
              <a:spcBef>
                <a:spcPct val="25000"/>
              </a:spcBef>
              <a:buClr>
                <a:srgbClr val="007AC2"/>
              </a:buClr>
              <a:buSzPct val="120000"/>
              <a:buFontTx/>
              <a:buChar char="•"/>
              <a:defRPr/>
            </a:pPr>
            <a:r>
              <a:rPr lang="en-US" sz="1600" kern="0" dirty="0">
                <a:latin typeface="+mn-lt"/>
              </a:rPr>
              <a:t>AES is the most widely used symmetric cipher today</a:t>
            </a:r>
          </a:p>
          <a:p>
            <a:pPr marL="195263" indent="-195263">
              <a:lnSpc>
                <a:spcPct val="125000"/>
              </a:lnSpc>
              <a:spcBef>
                <a:spcPct val="25000"/>
              </a:spcBef>
              <a:buClr>
                <a:srgbClr val="007AC2"/>
              </a:buClr>
              <a:buSzPct val="120000"/>
              <a:buFontTx/>
              <a:buChar char="•"/>
              <a:defRPr/>
            </a:pPr>
            <a:endParaRPr lang="en-US" sz="1600" kern="0" dirty="0">
              <a:latin typeface="+mn-lt"/>
            </a:endParaRPr>
          </a:p>
          <a:p>
            <a:pPr marL="195263" indent="-195263">
              <a:lnSpc>
                <a:spcPct val="125000"/>
              </a:lnSpc>
              <a:spcBef>
                <a:spcPct val="25000"/>
              </a:spcBef>
              <a:buClr>
                <a:srgbClr val="007AC2"/>
              </a:buClr>
              <a:buSzPct val="120000"/>
              <a:buFontTx/>
              <a:buChar char="•"/>
              <a:defRPr/>
            </a:pPr>
            <a:r>
              <a:rPr lang="en-US" sz="1600" kern="0" dirty="0">
                <a:latin typeface="+mn-lt"/>
              </a:rPr>
              <a:t> The algorithm for AES was chosen by the US </a:t>
            </a:r>
            <a:r>
              <a:rPr lang="en-US" sz="1600" i="1" kern="0" dirty="0">
                <a:latin typeface="+mn-lt"/>
              </a:rPr>
              <a:t>National Institute of Standards and Technology</a:t>
            </a:r>
            <a:r>
              <a:rPr lang="en-US" sz="1600" kern="0" dirty="0">
                <a:latin typeface="+mn-lt"/>
              </a:rPr>
              <a:t> (NIST) in a multi-year selection process</a:t>
            </a:r>
          </a:p>
          <a:p>
            <a:pPr marL="195263" indent="-195263">
              <a:lnSpc>
                <a:spcPct val="125000"/>
              </a:lnSpc>
              <a:spcBef>
                <a:spcPct val="25000"/>
              </a:spcBef>
              <a:buClr>
                <a:srgbClr val="007AC2"/>
              </a:buClr>
              <a:buSzPct val="120000"/>
              <a:buFontTx/>
              <a:buChar char="•"/>
              <a:defRPr/>
            </a:pPr>
            <a:endParaRPr lang="en-US" sz="1600" kern="0" dirty="0">
              <a:latin typeface="+mn-lt"/>
            </a:endParaRPr>
          </a:p>
          <a:p>
            <a:pPr marL="195263" indent="-195263">
              <a:lnSpc>
                <a:spcPct val="125000"/>
              </a:lnSpc>
              <a:spcBef>
                <a:spcPct val="25000"/>
              </a:spcBef>
              <a:buClr>
                <a:srgbClr val="007AC2"/>
              </a:buClr>
              <a:buSzPct val="120000"/>
              <a:buFontTx/>
              <a:buChar char="•"/>
              <a:defRPr/>
            </a:pPr>
            <a:r>
              <a:rPr lang="en-US" sz="1600" kern="0" dirty="0">
                <a:latin typeface="+mn-lt"/>
              </a:rPr>
              <a:t> The requirements for all AES candidate submissions were:</a:t>
            </a:r>
          </a:p>
          <a:p>
            <a:pPr marL="652463" lvl="1" indent="-195263">
              <a:lnSpc>
                <a:spcPct val="125000"/>
              </a:lnSpc>
              <a:spcBef>
                <a:spcPct val="25000"/>
              </a:spcBef>
              <a:buClr>
                <a:srgbClr val="007AC2"/>
              </a:buClr>
              <a:buSzPct val="120000"/>
              <a:buFontTx/>
              <a:buChar char="•"/>
              <a:defRPr/>
            </a:pPr>
            <a:r>
              <a:rPr lang="en-US" sz="1600" kern="0" dirty="0">
                <a:latin typeface="+mn-lt"/>
              </a:rPr>
              <a:t>Block cipher with </a:t>
            </a:r>
            <a:r>
              <a:rPr lang="en-US" sz="1600" b="1" kern="0" dirty="0">
                <a:latin typeface="+mn-lt"/>
              </a:rPr>
              <a:t>128-bit block size</a:t>
            </a:r>
          </a:p>
          <a:p>
            <a:pPr marL="652463" lvl="1" indent="-195263">
              <a:lnSpc>
                <a:spcPct val="125000"/>
              </a:lnSpc>
              <a:spcBef>
                <a:spcPct val="25000"/>
              </a:spcBef>
              <a:buClr>
                <a:srgbClr val="007AC2"/>
              </a:buClr>
              <a:buSzPct val="120000"/>
              <a:buFontTx/>
              <a:buChar char="•"/>
              <a:defRPr/>
            </a:pPr>
            <a:r>
              <a:rPr lang="en-US" sz="1600" b="1" kern="0" dirty="0">
                <a:latin typeface="+mn-lt"/>
              </a:rPr>
              <a:t>Three </a:t>
            </a:r>
            <a:r>
              <a:rPr lang="en-US" sz="1600" b="1" kern="0" dirty="0" err="1">
                <a:latin typeface="+mn-lt"/>
              </a:rPr>
              <a:t>supported</a:t>
            </a:r>
            <a:r>
              <a:rPr lang="en-US" sz="1600" b="1" kern="0" dirty="0">
                <a:latin typeface="+mn-lt"/>
              </a:rPr>
              <a:t> key lengths</a:t>
            </a:r>
            <a:r>
              <a:rPr lang="en-US" sz="1600" kern="0" dirty="0">
                <a:latin typeface="+mn-lt"/>
              </a:rPr>
              <a:t>:</a:t>
            </a:r>
            <a:r>
              <a:rPr lang="en-US" sz="1600" b="1" kern="0" dirty="0">
                <a:latin typeface="+mn-lt"/>
              </a:rPr>
              <a:t> </a:t>
            </a:r>
            <a:r>
              <a:rPr lang="en-US" sz="1600" kern="0" dirty="0">
                <a:latin typeface="+mn-lt"/>
              </a:rPr>
              <a:t>128, 192 and 256 bit</a:t>
            </a:r>
          </a:p>
          <a:p>
            <a:pPr marL="652463" lvl="1" indent="-195263">
              <a:lnSpc>
                <a:spcPct val="125000"/>
              </a:lnSpc>
              <a:spcBef>
                <a:spcPct val="25000"/>
              </a:spcBef>
              <a:buClr>
                <a:srgbClr val="007AC2"/>
              </a:buClr>
              <a:buSzPct val="120000"/>
              <a:buFontTx/>
              <a:buChar char="•"/>
              <a:defRPr/>
            </a:pPr>
            <a:r>
              <a:rPr lang="en-US" sz="1600" kern="0" dirty="0">
                <a:latin typeface="+mn-lt"/>
              </a:rPr>
              <a:t>Security </a:t>
            </a:r>
            <a:r>
              <a:rPr lang="en-US" sz="1600" kern="0" dirty="0" err="1">
                <a:latin typeface="+mn-lt"/>
              </a:rPr>
              <a:t>relativ</a:t>
            </a:r>
            <a:r>
              <a:rPr lang="en-US" sz="1600" kern="0" dirty="0">
                <a:latin typeface="+mn-lt"/>
              </a:rPr>
              <a:t>e to other submitted algorithms</a:t>
            </a:r>
          </a:p>
          <a:p>
            <a:pPr marL="652463" lvl="1" indent="-195263">
              <a:lnSpc>
                <a:spcPct val="125000"/>
              </a:lnSpc>
              <a:spcBef>
                <a:spcPct val="25000"/>
              </a:spcBef>
              <a:buClr>
                <a:srgbClr val="007AC2"/>
              </a:buClr>
              <a:buSzPct val="120000"/>
              <a:buFontTx/>
              <a:buChar char="•"/>
              <a:defRPr/>
            </a:pPr>
            <a:r>
              <a:rPr lang="en-US" sz="1600" b="1" kern="0" dirty="0">
                <a:latin typeface="+mn-lt"/>
              </a:rPr>
              <a:t>Efficiency</a:t>
            </a:r>
            <a:r>
              <a:rPr lang="en-US" sz="1600" kern="0" dirty="0">
                <a:latin typeface="+mn-lt"/>
              </a:rPr>
              <a:t> in software and hardware</a:t>
            </a:r>
          </a:p>
          <a:p>
            <a:pPr marL="195263" indent="-195263">
              <a:lnSpc>
                <a:spcPct val="125000"/>
              </a:lnSpc>
              <a:spcBef>
                <a:spcPct val="25000"/>
              </a:spcBef>
              <a:buClr>
                <a:srgbClr val="007AC2"/>
              </a:buClr>
              <a:buSzPct val="120000"/>
              <a:buFontTx/>
              <a:buChar char="•"/>
              <a:defRPr/>
            </a:pPr>
            <a:endParaRPr lang="en-US" sz="1600" kern="0" dirty="0">
              <a:latin typeface="+mn-lt"/>
            </a:endParaRPr>
          </a:p>
          <a:p>
            <a:pPr>
              <a:defRPr/>
            </a:pPr>
            <a:endParaRPr lang="en-US" sz="1600" i="1" kern="0" dirty="0">
              <a:latin typeface="+mn-lt"/>
            </a:endParaRPr>
          </a:p>
        </p:txBody>
      </p:sp>
      <p:sp>
        <p:nvSpPr>
          <p:cNvPr id="20485" name="Foliennummernplatzhalter 5">
            <a:extLst>
              <a:ext uri="{FF2B5EF4-FFF2-40B4-BE49-F238E27FC236}">
                <a16:creationId xmlns:a16="http://schemas.microsoft.com/office/drawing/2014/main" id="{DA54FBB8-E256-FA21-C259-9AA33F79F36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3F366F-4200-6B4F-8607-0F83BD559BCA}" type="slidenum">
              <a:rPr lang="de-DE" altLang="zh-CN">
                <a:solidFill>
                  <a:srgbClr val="394073"/>
                </a:solidFill>
              </a:rPr>
              <a:pPr/>
              <a:t>4</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FE9F0F3E-AD46-383C-41CD-B45C9D0BA2BE}"/>
                  </a:ext>
                </a:extLst>
              </p14:cNvPr>
              <p14:cNvContentPartPr/>
              <p14:nvPr/>
            </p14:nvContentPartPr>
            <p14:xfrm>
              <a:off x="1217880" y="100440"/>
              <a:ext cx="7707600" cy="2341800"/>
            </p14:xfrm>
          </p:contentPart>
        </mc:Choice>
        <mc:Fallback xmlns="">
          <p:pic>
            <p:nvPicPr>
              <p:cNvPr id="2" name="墨迹 1">
                <a:extLst>
                  <a:ext uri="{FF2B5EF4-FFF2-40B4-BE49-F238E27FC236}">
                    <a16:creationId xmlns:a16="http://schemas.microsoft.com/office/drawing/2014/main" id="{FE9F0F3E-AD46-383C-41CD-B45C9D0BA2BE}"/>
                  </a:ext>
                </a:extLst>
              </p:cNvPr>
              <p:cNvPicPr/>
              <p:nvPr/>
            </p:nvPicPr>
            <p:blipFill>
              <a:blip r:embed="rId4"/>
              <a:stretch>
                <a:fillRect/>
              </a:stretch>
            </p:blipFill>
            <p:spPr>
              <a:xfrm>
                <a:off x="1201680" y="84240"/>
                <a:ext cx="7740000" cy="2374200"/>
              </a:xfrm>
              <a:prstGeom prst="rect">
                <a:avLst/>
              </a:prstGeom>
            </p:spPr>
          </p:pic>
        </mc:Fallback>
      </mc:AlternateContent>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ußzeilenplatzhalter 4">
            <a:extLst>
              <a:ext uri="{FF2B5EF4-FFF2-40B4-BE49-F238E27FC236}">
                <a16:creationId xmlns:a16="http://schemas.microsoft.com/office/drawing/2014/main" id="{1F91E028-9BF2-827B-AFCD-BD122F19845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21507" name="Rectangle 4">
            <a:extLst>
              <a:ext uri="{FF2B5EF4-FFF2-40B4-BE49-F238E27FC236}">
                <a16:creationId xmlns:a16="http://schemas.microsoft.com/office/drawing/2014/main" id="{65DAF586-29CB-6E04-1177-9A8017FEE68F}"/>
              </a:ext>
            </a:extLst>
          </p:cNvPr>
          <p:cNvSpPr>
            <a:spLocks noGrp="1" noChangeArrowheads="1"/>
          </p:cNvSpPr>
          <p:nvPr>
            <p:ph type="title"/>
          </p:nvPr>
        </p:nvSpPr>
        <p:spPr/>
        <p:txBody>
          <a:bodyPr/>
          <a:lstStyle/>
          <a:p>
            <a:r>
              <a:rPr lang="de-DE" altLang="zh-CN"/>
              <a:t>Chronology of the AES Selection</a:t>
            </a:r>
          </a:p>
        </p:txBody>
      </p:sp>
      <p:sp>
        <p:nvSpPr>
          <p:cNvPr id="21508" name="Inhaltsplatzhalter 5">
            <a:extLst>
              <a:ext uri="{FF2B5EF4-FFF2-40B4-BE49-F238E27FC236}">
                <a16:creationId xmlns:a16="http://schemas.microsoft.com/office/drawing/2014/main" id="{293BA612-43CB-3637-D543-44CB6C093840}"/>
              </a:ext>
            </a:extLst>
          </p:cNvPr>
          <p:cNvSpPr>
            <a:spLocks noGrp="1"/>
          </p:cNvSpPr>
          <p:nvPr>
            <p:ph idx="1"/>
          </p:nvPr>
        </p:nvSpPr>
        <p:spPr>
          <a:xfrm>
            <a:off x="849313" y="1130300"/>
            <a:ext cx="7508875" cy="4554538"/>
          </a:xfrm>
        </p:spPr>
        <p:txBody>
          <a:bodyPr/>
          <a:lstStyle/>
          <a:p>
            <a:r>
              <a:rPr lang="de-DE" altLang="zh-CN"/>
              <a:t>The need for a new block cipher announced by NIST in January, 1997</a:t>
            </a:r>
          </a:p>
          <a:p>
            <a:endParaRPr lang="de-DE" altLang="zh-CN" sz="1000"/>
          </a:p>
          <a:p>
            <a:r>
              <a:rPr lang="de-DE" altLang="zh-CN"/>
              <a:t>15 candidates algorithms accepted in August, 1998</a:t>
            </a:r>
          </a:p>
          <a:p>
            <a:endParaRPr lang="de-DE" altLang="zh-CN" sz="1000"/>
          </a:p>
          <a:p>
            <a:r>
              <a:rPr lang="de-DE" altLang="zh-CN"/>
              <a:t>5 finalists announced in August, 1999:</a:t>
            </a:r>
          </a:p>
          <a:p>
            <a:pPr lvl="1"/>
            <a:r>
              <a:rPr lang="de-DE" altLang="zh-CN" i="1"/>
              <a:t>Mars</a:t>
            </a:r>
            <a:r>
              <a:rPr lang="de-DE" altLang="zh-CN"/>
              <a:t> – IBM Corporation</a:t>
            </a:r>
          </a:p>
          <a:p>
            <a:pPr lvl="1"/>
            <a:r>
              <a:rPr lang="de-DE" altLang="zh-CN" i="1"/>
              <a:t>RC6 </a:t>
            </a:r>
            <a:r>
              <a:rPr lang="de-DE" altLang="zh-CN"/>
              <a:t>– </a:t>
            </a:r>
            <a:r>
              <a:rPr lang="de-DE" altLang="zh-CN" i="1"/>
              <a:t>RSA</a:t>
            </a:r>
            <a:r>
              <a:rPr lang="de-DE" altLang="zh-CN"/>
              <a:t> Laboratories</a:t>
            </a:r>
          </a:p>
          <a:p>
            <a:pPr lvl="1"/>
            <a:r>
              <a:rPr lang="de-DE" altLang="zh-CN" i="1"/>
              <a:t>Rijndael </a:t>
            </a:r>
            <a:r>
              <a:rPr lang="de-DE" altLang="zh-CN"/>
              <a:t>– J. Daemen &amp; V. Rijmen</a:t>
            </a:r>
          </a:p>
          <a:p>
            <a:pPr lvl="1"/>
            <a:r>
              <a:rPr lang="de-DE" altLang="zh-CN" i="1"/>
              <a:t>Serpent </a:t>
            </a:r>
            <a:r>
              <a:rPr lang="de-DE" altLang="zh-CN"/>
              <a:t>– Eli Biham et al.</a:t>
            </a:r>
          </a:p>
          <a:p>
            <a:pPr lvl="1"/>
            <a:r>
              <a:rPr lang="de-DE" altLang="zh-CN" i="1"/>
              <a:t>Twofish </a:t>
            </a:r>
            <a:r>
              <a:rPr lang="de-DE" altLang="zh-CN"/>
              <a:t>– B. Schneier et al.</a:t>
            </a:r>
          </a:p>
          <a:p>
            <a:endParaRPr lang="de-DE" altLang="zh-CN" sz="1000"/>
          </a:p>
          <a:p>
            <a:r>
              <a:rPr lang="de-DE" altLang="zh-CN"/>
              <a:t>In October 2000, </a:t>
            </a:r>
            <a:r>
              <a:rPr lang="de-DE" altLang="zh-CN" i="1"/>
              <a:t>Rijndael</a:t>
            </a:r>
            <a:r>
              <a:rPr lang="de-DE" altLang="zh-CN"/>
              <a:t> was chosen as the AES</a:t>
            </a:r>
          </a:p>
          <a:p>
            <a:endParaRPr lang="de-DE" altLang="zh-CN" sz="1000"/>
          </a:p>
          <a:p>
            <a:r>
              <a:rPr lang="de-DE" altLang="zh-CN"/>
              <a:t>AES was formally approved as a US federal standard in November 2001</a:t>
            </a:r>
          </a:p>
        </p:txBody>
      </p:sp>
      <p:sp>
        <p:nvSpPr>
          <p:cNvPr id="21509" name="Foliennummernplatzhalter 6">
            <a:extLst>
              <a:ext uri="{FF2B5EF4-FFF2-40B4-BE49-F238E27FC236}">
                <a16:creationId xmlns:a16="http://schemas.microsoft.com/office/drawing/2014/main" id="{7B0471FF-9904-D2E2-6319-198DCEC8C1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7045C16-691E-844D-96C7-A3F2B4AFDA6E}" type="slidenum">
              <a:rPr lang="de-DE" altLang="zh-CN">
                <a:solidFill>
                  <a:srgbClr val="394073"/>
                </a:solidFill>
              </a:rPr>
              <a:pPr/>
              <a:t>5</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190B1F47-1CF0-153D-8AD3-E87F6C026805}"/>
                  </a:ext>
                </a:extLst>
              </p14:cNvPr>
              <p14:cNvContentPartPr/>
              <p14:nvPr/>
            </p14:nvContentPartPr>
            <p14:xfrm>
              <a:off x="842760" y="2880"/>
              <a:ext cx="7998480" cy="5722200"/>
            </p14:xfrm>
          </p:contentPart>
        </mc:Choice>
        <mc:Fallback xmlns="">
          <p:pic>
            <p:nvPicPr>
              <p:cNvPr id="2" name="墨迹 1">
                <a:extLst>
                  <a:ext uri="{FF2B5EF4-FFF2-40B4-BE49-F238E27FC236}">
                    <a16:creationId xmlns:a16="http://schemas.microsoft.com/office/drawing/2014/main" id="{190B1F47-1CF0-153D-8AD3-E87F6C026805}"/>
                  </a:ext>
                </a:extLst>
              </p:cNvPr>
              <p:cNvPicPr/>
              <p:nvPr/>
            </p:nvPicPr>
            <p:blipFill>
              <a:blip r:embed="rId4"/>
              <a:stretch>
                <a:fillRect/>
              </a:stretch>
            </p:blipFill>
            <p:spPr>
              <a:xfrm>
                <a:off x="826560" y="-13320"/>
                <a:ext cx="8030880" cy="5754600"/>
              </a:xfrm>
              <a:prstGeom prst="rect">
                <a:avLst/>
              </a:prstGeom>
            </p:spPr>
          </p:pic>
        </mc:Fallback>
      </mc:AlternateContent>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el 1">
            <a:extLst>
              <a:ext uri="{FF2B5EF4-FFF2-40B4-BE49-F238E27FC236}">
                <a16:creationId xmlns:a16="http://schemas.microsoft.com/office/drawing/2014/main" id="{347A5FEE-239B-A0C8-36EF-04F8827CDF12}"/>
              </a:ext>
            </a:extLst>
          </p:cNvPr>
          <p:cNvSpPr>
            <a:spLocks noGrp="1"/>
          </p:cNvSpPr>
          <p:nvPr>
            <p:ph type="title"/>
          </p:nvPr>
        </p:nvSpPr>
        <p:spPr/>
        <p:txBody>
          <a:bodyPr/>
          <a:lstStyle/>
          <a:p>
            <a:r>
              <a:rPr lang="de-DE" altLang="zh-CN"/>
              <a:t>AES: Overview</a:t>
            </a:r>
          </a:p>
        </p:txBody>
      </p:sp>
      <p:sp>
        <p:nvSpPr>
          <p:cNvPr id="22531" name="Inhaltsplatzhalter 2">
            <a:extLst>
              <a:ext uri="{FF2B5EF4-FFF2-40B4-BE49-F238E27FC236}">
                <a16:creationId xmlns:a16="http://schemas.microsoft.com/office/drawing/2014/main" id="{65945D8D-9E9F-F8C4-480F-7A6565FFF278}"/>
              </a:ext>
            </a:extLst>
          </p:cNvPr>
          <p:cNvSpPr>
            <a:spLocks noGrp="1"/>
          </p:cNvSpPr>
          <p:nvPr>
            <p:ph idx="1"/>
          </p:nvPr>
        </p:nvSpPr>
        <p:spPr>
          <a:xfrm>
            <a:off x="849313" y="1130300"/>
            <a:ext cx="6084887" cy="2892425"/>
          </a:xfrm>
        </p:spPr>
        <p:txBody>
          <a:bodyPr/>
          <a:lstStyle/>
          <a:p>
            <a:endParaRPr lang="de-DE" altLang="zh-CN"/>
          </a:p>
          <a:p>
            <a:endParaRPr lang="de-DE" altLang="zh-CN"/>
          </a:p>
          <a:p>
            <a:endParaRPr lang="de-DE" altLang="zh-CN"/>
          </a:p>
          <a:p>
            <a:endParaRPr lang="de-DE" altLang="zh-CN"/>
          </a:p>
          <a:p>
            <a:endParaRPr lang="de-DE" altLang="zh-CN"/>
          </a:p>
          <a:p>
            <a:endParaRPr lang="de-DE" altLang="zh-CN"/>
          </a:p>
          <a:p>
            <a:endParaRPr lang="de-DE" altLang="zh-CN"/>
          </a:p>
          <a:p>
            <a:pPr>
              <a:buFontTx/>
              <a:buNone/>
            </a:pPr>
            <a:r>
              <a:rPr lang="de-DE" altLang="zh-CN"/>
              <a:t>The number of rounds depends on the chosen key length:</a:t>
            </a:r>
          </a:p>
        </p:txBody>
      </p:sp>
      <p:sp>
        <p:nvSpPr>
          <p:cNvPr id="22532" name="Fußzeilenplatzhalter 4">
            <a:extLst>
              <a:ext uri="{FF2B5EF4-FFF2-40B4-BE49-F238E27FC236}">
                <a16:creationId xmlns:a16="http://schemas.microsoft.com/office/drawing/2014/main" id="{CA23D6F7-AFE8-DA4D-C865-B73D4C41B2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pic>
        <p:nvPicPr>
          <p:cNvPr id="22533" name="Picture 2" descr="E:\Uni\Cryptobook\grundlagen_krypto\graphics\rijndael_princ.png">
            <a:extLst>
              <a:ext uri="{FF2B5EF4-FFF2-40B4-BE49-F238E27FC236}">
                <a16:creationId xmlns:a16="http://schemas.microsoft.com/office/drawing/2014/main" id="{E2371C75-0798-F845-D486-86D98AA28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089025"/>
            <a:ext cx="289560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elle 6">
            <a:extLst>
              <a:ext uri="{FF2B5EF4-FFF2-40B4-BE49-F238E27FC236}">
                <a16:creationId xmlns:a16="http://schemas.microsoft.com/office/drawing/2014/main" id="{2F734A96-EDB2-ADC7-AA3A-32B2B4346516}"/>
              </a:ext>
            </a:extLst>
          </p:cNvPr>
          <p:cNvGraphicFramePr>
            <a:graphicFrameLocks noGrp="1"/>
          </p:cNvGraphicFramePr>
          <p:nvPr/>
        </p:nvGraphicFramePr>
        <p:xfrm>
          <a:off x="1524000" y="4375150"/>
          <a:ext cx="6096000" cy="1482724"/>
        </p:xfrm>
        <a:graphic>
          <a:graphicData uri="http://schemas.openxmlformats.org/drawingml/2006/table">
            <a:tbl>
              <a:tblPr firstRow="1" bandRow="1">
                <a:tableStyleId>{9D7B26C5-4107-4FEC-AEDC-1716B250A1EF}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681">
                <a:tc>
                  <a:txBody>
                    <a:bodyPr/>
                    <a:lstStyle/>
                    <a:p>
                      <a:pPr algn="ctr"/>
                      <a:r>
                        <a:rPr lang="de-DE" sz="1600" dirty="0"/>
                        <a:t>Key </a:t>
                      </a:r>
                      <a:r>
                        <a:rPr lang="de-DE" sz="1600" dirty="0" err="1"/>
                        <a:t>length</a:t>
                      </a:r>
                      <a:r>
                        <a:rPr lang="de-DE" sz="1600" baseline="0" dirty="0"/>
                        <a:t> (</a:t>
                      </a:r>
                      <a:r>
                        <a:rPr lang="de-DE" sz="1600" baseline="0" dirty="0" err="1"/>
                        <a:t>bits</a:t>
                      </a:r>
                      <a:r>
                        <a:rPr lang="de-DE" sz="1600" baseline="0" dirty="0"/>
                        <a:t>)</a:t>
                      </a:r>
                      <a:endParaRPr lang="de-DE" sz="1600" dirty="0"/>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de-DE" sz="1600" dirty="0" err="1"/>
                        <a:t>Number</a:t>
                      </a:r>
                      <a:r>
                        <a:rPr lang="de-DE" sz="1600" baseline="0" dirty="0"/>
                        <a:t> </a:t>
                      </a:r>
                      <a:r>
                        <a:rPr lang="de-DE" sz="1600" baseline="0" dirty="0" err="1"/>
                        <a:t>of</a:t>
                      </a:r>
                      <a:r>
                        <a:rPr lang="de-DE" sz="1600" baseline="0" dirty="0"/>
                        <a:t> </a:t>
                      </a:r>
                      <a:r>
                        <a:rPr lang="de-DE" sz="1600" baseline="0" dirty="0" err="1"/>
                        <a:t>rounds</a:t>
                      </a:r>
                      <a:endParaRPr lang="de-DE" sz="1600" dirty="0"/>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681">
                <a:tc>
                  <a:txBody>
                    <a:bodyPr/>
                    <a:lstStyle/>
                    <a:p>
                      <a:pPr algn="ctr"/>
                      <a:r>
                        <a:rPr lang="de-DE" sz="1600" dirty="0"/>
                        <a:t>128</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de-DE" sz="1600" dirty="0"/>
                        <a:t>10</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681">
                <a:tc>
                  <a:txBody>
                    <a:bodyPr/>
                    <a:lstStyle/>
                    <a:p>
                      <a:pPr algn="ctr"/>
                      <a:r>
                        <a:rPr lang="de-DE" sz="1600" dirty="0"/>
                        <a:t>192</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de-DE" sz="1600" dirty="0"/>
                        <a:t>12</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681">
                <a:tc>
                  <a:txBody>
                    <a:bodyPr/>
                    <a:lstStyle/>
                    <a:p>
                      <a:pPr algn="ctr"/>
                      <a:r>
                        <a:rPr lang="de-DE" sz="1600" dirty="0"/>
                        <a:t>256</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de-DE" sz="1600" dirty="0"/>
                        <a:t>14</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2551" name="Foliennummernplatzhalter 8">
            <a:extLst>
              <a:ext uri="{FF2B5EF4-FFF2-40B4-BE49-F238E27FC236}">
                <a16:creationId xmlns:a16="http://schemas.microsoft.com/office/drawing/2014/main" id="{96A15BB7-5238-6444-BE64-8668A3120FA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B31424-8030-C94F-887F-A2FE4FBD2C1D}" type="slidenum">
              <a:rPr lang="de-DE" altLang="zh-CN">
                <a:solidFill>
                  <a:srgbClr val="394073"/>
                </a:solidFill>
              </a:rPr>
              <a:pPr/>
              <a:t>6</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242C926-BBA7-5132-21D7-1420E3CC224C}"/>
                  </a:ext>
                </a:extLst>
              </p14:cNvPr>
              <p14:cNvContentPartPr/>
              <p14:nvPr/>
            </p14:nvContentPartPr>
            <p14:xfrm>
              <a:off x="566640" y="711720"/>
              <a:ext cx="8392320" cy="3773160"/>
            </p14:xfrm>
          </p:contentPart>
        </mc:Choice>
        <mc:Fallback xmlns="">
          <p:pic>
            <p:nvPicPr>
              <p:cNvPr id="2" name="墨迹 1">
                <a:extLst>
                  <a:ext uri="{FF2B5EF4-FFF2-40B4-BE49-F238E27FC236}">
                    <a16:creationId xmlns:a16="http://schemas.microsoft.com/office/drawing/2014/main" id="{A242C926-BBA7-5132-21D7-1420E3CC224C}"/>
                  </a:ext>
                </a:extLst>
              </p:cNvPr>
              <p:cNvPicPr/>
              <p:nvPr/>
            </p:nvPicPr>
            <p:blipFill>
              <a:blip r:embed="rId4"/>
              <a:stretch>
                <a:fillRect/>
              </a:stretch>
            </p:blipFill>
            <p:spPr>
              <a:xfrm>
                <a:off x="550440" y="695520"/>
                <a:ext cx="8424720" cy="3805560"/>
              </a:xfrm>
              <a:prstGeom prst="rect">
                <a:avLst/>
              </a:prstGeom>
            </p:spPr>
          </p:pic>
        </mc:Fallback>
      </mc:AlternateContent>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el 1">
            <a:extLst>
              <a:ext uri="{FF2B5EF4-FFF2-40B4-BE49-F238E27FC236}">
                <a16:creationId xmlns:a16="http://schemas.microsoft.com/office/drawing/2014/main" id="{C9644848-457C-BBE3-3EB2-D708EC15A3E8}"/>
              </a:ext>
            </a:extLst>
          </p:cNvPr>
          <p:cNvSpPr>
            <a:spLocks noGrp="1"/>
          </p:cNvSpPr>
          <p:nvPr>
            <p:ph type="title"/>
          </p:nvPr>
        </p:nvSpPr>
        <p:spPr/>
        <p:txBody>
          <a:bodyPr/>
          <a:lstStyle/>
          <a:p>
            <a:r>
              <a:rPr lang="de-DE" altLang="zh-CN"/>
              <a:t>AES: Overview</a:t>
            </a:r>
          </a:p>
        </p:txBody>
      </p:sp>
      <p:pic>
        <p:nvPicPr>
          <p:cNvPr id="23555" name="Inhaltsplatzhalter 5" descr="rijndael_flow.png">
            <a:extLst>
              <a:ext uri="{FF2B5EF4-FFF2-40B4-BE49-F238E27FC236}">
                <a16:creationId xmlns:a16="http://schemas.microsoft.com/office/drawing/2014/main" id="{975F2469-208D-8E9F-F572-8E9913CDE3E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332288" y="911225"/>
            <a:ext cx="3740150" cy="5446713"/>
          </a:xfrm>
        </p:spPr>
      </p:pic>
      <p:sp>
        <p:nvSpPr>
          <p:cNvPr id="23556" name="Fußzeilenplatzhalter 4">
            <a:extLst>
              <a:ext uri="{FF2B5EF4-FFF2-40B4-BE49-F238E27FC236}">
                <a16:creationId xmlns:a16="http://schemas.microsoft.com/office/drawing/2014/main" id="{8CF66145-AF18-9E90-9B08-B67B13F3E7A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6" name="Inhaltsplatzhalter 5">
            <a:extLst>
              <a:ext uri="{FF2B5EF4-FFF2-40B4-BE49-F238E27FC236}">
                <a16:creationId xmlns:a16="http://schemas.microsoft.com/office/drawing/2014/main" id="{1EFE788D-5198-7139-DF49-E8ACCAFE99D7}"/>
              </a:ext>
            </a:extLst>
          </p:cNvPr>
          <p:cNvSpPr txBox="1">
            <a:spLocks/>
          </p:cNvSpPr>
          <p:nvPr/>
        </p:nvSpPr>
        <p:spPr bwMode="auto">
          <a:xfrm>
            <a:off x="849313" y="1130300"/>
            <a:ext cx="7508875" cy="1416050"/>
          </a:xfrm>
          <a:prstGeom prst="rect">
            <a:avLst/>
          </a:prstGeom>
          <a:noFill/>
          <a:ln w="9525">
            <a:noFill/>
            <a:miter lim="800000"/>
            <a:headEnd/>
            <a:tailEnd/>
          </a:ln>
        </p:spPr>
        <p:txBody>
          <a:bodyPr lIns="0" tIns="0" rIns="0" bIns="0">
            <a:spAutoFit/>
          </a:bodyPr>
          <a:lstStyle/>
          <a:p>
            <a:pPr marL="195263" indent="-195263">
              <a:lnSpc>
                <a:spcPct val="125000"/>
              </a:lnSpc>
              <a:spcBef>
                <a:spcPct val="25000"/>
              </a:spcBef>
              <a:buClr>
                <a:srgbClr val="007AC2"/>
              </a:buClr>
              <a:buSzPct val="120000"/>
              <a:buFontTx/>
              <a:buChar char="•"/>
              <a:defRPr/>
            </a:pPr>
            <a:r>
              <a:rPr lang="de-DE" sz="1600" kern="0" dirty="0" err="1">
                <a:latin typeface="+mn-lt"/>
              </a:rPr>
              <a:t>Iterated</a:t>
            </a:r>
            <a:r>
              <a:rPr lang="de-DE" sz="1600" kern="0" dirty="0">
                <a:latin typeface="+mn-lt"/>
              </a:rPr>
              <a:t> </a:t>
            </a:r>
            <a:r>
              <a:rPr lang="de-DE" sz="1600" kern="0" dirty="0" err="1">
                <a:latin typeface="+mn-lt"/>
              </a:rPr>
              <a:t>cipher</a:t>
            </a:r>
            <a:r>
              <a:rPr lang="de-DE" sz="1600" kern="0" dirty="0">
                <a:latin typeface="+mn-lt"/>
              </a:rPr>
              <a:t> </a:t>
            </a:r>
            <a:r>
              <a:rPr lang="de-DE" sz="1600" kern="0" dirty="0" err="1">
                <a:latin typeface="+mn-lt"/>
              </a:rPr>
              <a:t>with</a:t>
            </a:r>
            <a:r>
              <a:rPr lang="de-DE" sz="1600" kern="0" dirty="0">
                <a:latin typeface="+mn-lt"/>
              </a:rPr>
              <a:t> 10/12/14 </a:t>
            </a:r>
            <a:r>
              <a:rPr lang="de-DE" sz="1600" kern="0" dirty="0" err="1">
                <a:latin typeface="+mn-lt"/>
              </a:rPr>
              <a:t>rounds</a:t>
            </a: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buFontTx/>
              <a:buChar char="•"/>
              <a:defRPr/>
            </a:pPr>
            <a:r>
              <a:rPr lang="de-DE" sz="1600" kern="0" dirty="0" err="1">
                <a:latin typeface="+mn-lt"/>
              </a:rPr>
              <a:t>Each</a:t>
            </a:r>
            <a:r>
              <a:rPr lang="de-DE" sz="1600" kern="0" dirty="0">
                <a:latin typeface="+mn-lt"/>
              </a:rPr>
              <a:t> </a:t>
            </a:r>
            <a:r>
              <a:rPr lang="de-DE" sz="1600" kern="0" dirty="0" err="1">
                <a:latin typeface="+mn-lt"/>
              </a:rPr>
              <a:t>round</a:t>
            </a:r>
            <a:r>
              <a:rPr lang="de-DE" sz="1600" kern="0" dirty="0">
                <a:latin typeface="+mn-lt"/>
              </a:rPr>
              <a:t> </a:t>
            </a:r>
            <a:r>
              <a:rPr lang="de-DE" sz="1600" kern="0" dirty="0" err="1">
                <a:latin typeface="+mn-lt"/>
              </a:rPr>
              <a:t>consists</a:t>
            </a:r>
            <a:r>
              <a:rPr lang="de-DE" sz="1600" kern="0" dirty="0">
                <a:latin typeface="+mn-lt"/>
              </a:rPr>
              <a:t> </a:t>
            </a:r>
            <a:r>
              <a:rPr lang="de-DE" sz="1600" kern="0" dirty="0" err="1">
                <a:latin typeface="+mn-lt"/>
              </a:rPr>
              <a:t>of</a:t>
            </a:r>
            <a:r>
              <a:rPr lang="de-DE" sz="1600" kern="0" dirty="0">
                <a:latin typeface="+mn-lt"/>
              </a:rPr>
              <a:t> </a:t>
            </a:r>
            <a:r>
              <a:rPr lang="en-US" sz="1600" kern="0" dirty="0">
                <a:latin typeface="+mn-lt"/>
              </a:rPr>
              <a:t>“Layers”</a:t>
            </a:r>
          </a:p>
          <a:p>
            <a:pPr marL="195263" indent="-195263">
              <a:lnSpc>
                <a:spcPct val="125000"/>
              </a:lnSpc>
              <a:spcBef>
                <a:spcPct val="25000"/>
              </a:spcBef>
              <a:buClr>
                <a:srgbClr val="007AC2"/>
              </a:buClr>
              <a:buSzPct val="120000"/>
              <a:defRPr/>
            </a:pPr>
            <a:endParaRPr lang="de-DE" sz="1600" kern="0" dirty="0">
              <a:latin typeface="+mn-lt"/>
            </a:endParaRPr>
          </a:p>
        </p:txBody>
      </p:sp>
      <p:sp>
        <p:nvSpPr>
          <p:cNvPr id="23558" name="Foliennummernplatzhalter 7">
            <a:extLst>
              <a:ext uri="{FF2B5EF4-FFF2-40B4-BE49-F238E27FC236}">
                <a16:creationId xmlns:a16="http://schemas.microsoft.com/office/drawing/2014/main" id="{F4D66BD1-4609-6A92-1486-C44494AF2F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C1B62A-E98C-4641-B87A-841C8E0865FC}" type="slidenum">
              <a:rPr lang="de-DE" altLang="zh-CN">
                <a:solidFill>
                  <a:srgbClr val="394073"/>
                </a:solidFill>
              </a:rPr>
              <a:pPr/>
              <a:t>7</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27A6C7C6-FF80-357F-4806-D1C4D2F1C60F}"/>
                  </a:ext>
                </a:extLst>
              </p14:cNvPr>
              <p14:cNvContentPartPr/>
              <p14:nvPr/>
            </p14:nvContentPartPr>
            <p14:xfrm>
              <a:off x="1421280" y="349200"/>
              <a:ext cx="3191760" cy="1598040"/>
            </p14:xfrm>
          </p:contentPart>
        </mc:Choice>
        <mc:Fallback xmlns="">
          <p:pic>
            <p:nvPicPr>
              <p:cNvPr id="2" name="墨迹 1">
                <a:extLst>
                  <a:ext uri="{FF2B5EF4-FFF2-40B4-BE49-F238E27FC236}">
                    <a16:creationId xmlns:a16="http://schemas.microsoft.com/office/drawing/2014/main" id="{27A6C7C6-FF80-357F-4806-D1C4D2F1C60F}"/>
                  </a:ext>
                </a:extLst>
              </p:cNvPr>
              <p:cNvPicPr/>
              <p:nvPr/>
            </p:nvPicPr>
            <p:blipFill>
              <a:blip r:embed="rId4"/>
              <a:stretch>
                <a:fillRect/>
              </a:stretch>
            </p:blipFill>
            <p:spPr>
              <a:xfrm>
                <a:off x="1405080" y="333000"/>
                <a:ext cx="3224160" cy="1630440"/>
              </a:xfrm>
              <a:prstGeom prst="rect">
                <a:avLst/>
              </a:prstGeom>
            </p:spPr>
          </p:pic>
        </mc:Fallback>
      </mc:AlternateContent>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ußzeilenplatzhalter 4">
            <a:extLst>
              <a:ext uri="{FF2B5EF4-FFF2-40B4-BE49-F238E27FC236}">
                <a16:creationId xmlns:a16="http://schemas.microsoft.com/office/drawing/2014/main" id="{87C00359-4921-2BE3-D745-757EE04F3E3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24579" name="Rectangle 4">
            <a:extLst>
              <a:ext uri="{FF2B5EF4-FFF2-40B4-BE49-F238E27FC236}">
                <a16:creationId xmlns:a16="http://schemas.microsoft.com/office/drawing/2014/main" id="{F037C4D8-17F8-0A63-68A8-3C1F735B9A5A}"/>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t>Content of this Chapter</a:t>
            </a:r>
          </a:p>
        </p:txBody>
      </p:sp>
      <p:sp>
        <p:nvSpPr>
          <p:cNvPr id="24580" name="Rectangle 7">
            <a:extLst>
              <a:ext uri="{FF2B5EF4-FFF2-40B4-BE49-F238E27FC236}">
                <a16:creationId xmlns:a16="http://schemas.microsoft.com/office/drawing/2014/main" id="{5C855ACF-55D6-2B7B-2171-8B89BA172C98}"/>
              </a:ext>
            </a:extLst>
          </p:cNvPr>
          <p:cNvSpPr>
            <a:spLocks noGrp="1" noChangeArrowheads="1"/>
          </p:cNvSpPr>
          <p:nvPr>
            <p:ph type="body" idx="1"/>
          </p:nvPr>
        </p:nvSpPr>
        <p:spPr>
          <a:xfrm>
            <a:off x="539750" y="1844675"/>
            <a:ext cx="7394575" cy="3616325"/>
          </a:xfrm>
          <a:noFill/>
        </p:spPr>
        <p:txBody>
          <a:bodyPr/>
          <a:lstStyle/>
          <a:p>
            <a:pPr marL="342900" indent="-342900"/>
            <a:r>
              <a:rPr lang="de-DE" altLang="zh-CN" sz="2000"/>
              <a:t>Overview of the AES algorithm</a:t>
            </a:r>
          </a:p>
          <a:p>
            <a:pPr marL="342900" indent="-342900"/>
            <a:r>
              <a:rPr lang="de-DE" altLang="zh-CN" sz="2000" b="1"/>
              <a:t>Internal structure of AES</a:t>
            </a:r>
          </a:p>
          <a:p>
            <a:pPr marL="720725" lvl="1" indent="-342900"/>
            <a:r>
              <a:rPr lang="de-DE" altLang="zh-CN" sz="2000"/>
              <a:t>Byte Substitution layer</a:t>
            </a:r>
          </a:p>
          <a:p>
            <a:pPr marL="720725" lvl="1" indent="-342900"/>
            <a:r>
              <a:rPr lang="de-DE" altLang="zh-CN" sz="2000"/>
              <a:t>Diffusion layer</a:t>
            </a:r>
          </a:p>
          <a:p>
            <a:pPr marL="720725" lvl="1" indent="-342900"/>
            <a:r>
              <a:rPr lang="de-DE" altLang="zh-CN" sz="2000"/>
              <a:t>Key Addition layer</a:t>
            </a:r>
          </a:p>
          <a:p>
            <a:pPr marL="720725" lvl="1" indent="-342900"/>
            <a:r>
              <a:rPr lang="de-DE" altLang="zh-CN" sz="2000"/>
              <a:t>Key schedule</a:t>
            </a:r>
          </a:p>
          <a:p>
            <a:pPr marL="342900" indent="-342900"/>
            <a:r>
              <a:rPr lang="de-DE" altLang="zh-CN" sz="2000"/>
              <a:t>Decryption</a:t>
            </a:r>
          </a:p>
          <a:p>
            <a:pPr marL="342900" indent="-342900"/>
            <a:r>
              <a:rPr lang="de-DE" altLang="zh-CN" sz="2000"/>
              <a:t>Practical issues</a:t>
            </a:r>
          </a:p>
        </p:txBody>
      </p:sp>
      <p:sp>
        <p:nvSpPr>
          <p:cNvPr id="24581" name="Foliennummernplatzhalter 6">
            <a:extLst>
              <a:ext uri="{FF2B5EF4-FFF2-40B4-BE49-F238E27FC236}">
                <a16:creationId xmlns:a16="http://schemas.microsoft.com/office/drawing/2014/main" id="{87F115ED-3BAD-7348-DF63-12B23B5516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0C8763-A698-864F-8135-90187E7B1E98}" type="slidenum">
              <a:rPr lang="de-DE" altLang="zh-CN">
                <a:solidFill>
                  <a:srgbClr val="394073"/>
                </a:solidFill>
              </a:rPr>
              <a:pPr/>
              <a:t>8</a:t>
            </a:fld>
            <a:r>
              <a:rPr lang="de-DE" altLang="zh-CN">
                <a:solidFill>
                  <a:srgbClr val="394073"/>
                </a:solidFill>
              </a:rPr>
              <a:t>/28</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el 1">
            <a:extLst>
              <a:ext uri="{FF2B5EF4-FFF2-40B4-BE49-F238E27FC236}">
                <a16:creationId xmlns:a16="http://schemas.microsoft.com/office/drawing/2014/main" id="{25B47CF8-3159-A046-CDC7-9DCA7325D78E}"/>
              </a:ext>
            </a:extLst>
          </p:cNvPr>
          <p:cNvSpPr>
            <a:spLocks noGrp="1"/>
          </p:cNvSpPr>
          <p:nvPr>
            <p:ph type="title"/>
          </p:nvPr>
        </p:nvSpPr>
        <p:spPr/>
        <p:txBody>
          <a:bodyPr/>
          <a:lstStyle/>
          <a:p>
            <a:r>
              <a:rPr lang="de-DE" altLang="zh-CN"/>
              <a:t>Internal Structure of AES</a:t>
            </a:r>
          </a:p>
        </p:txBody>
      </p:sp>
      <p:sp>
        <p:nvSpPr>
          <p:cNvPr id="25603" name="Inhaltsplatzhalter 2">
            <a:extLst>
              <a:ext uri="{FF2B5EF4-FFF2-40B4-BE49-F238E27FC236}">
                <a16:creationId xmlns:a16="http://schemas.microsoft.com/office/drawing/2014/main" id="{1B506312-B8B5-F445-97AB-6F428DF2FFCC}"/>
              </a:ext>
            </a:extLst>
          </p:cNvPr>
          <p:cNvSpPr>
            <a:spLocks noGrp="1"/>
          </p:cNvSpPr>
          <p:nvPr>
            <p:ph idx="1"/>
          </p:nvPr>
        </p:nvSpPr>
        <p:spPr>
          <a:xfrm>
            <a:off x="849313" y="1928813"/>
            <a:ext cx="7294562" cy="2892425"/>
          </a:xfrm>
        </p:spPr>
        <p:txBody>
          <a:bodyPr/>
          <a:lstStyle/>
          <a:p>
            <a:r>
              <a:rPr lang="de-DE" altLang="zh-CN"/>
              <a:t>AES is a byte-oriented cipher</a:t>
            </a:r>
          </a:p>
          <a:p>
            <a:r>
              <a:rPr lang="de-DE" altLang="zh-CN"/>
              <a:t>The state </a:t>
            </a:r>
            <a:r>
              <a:rPr lang="de-DE" altLang="zh-CN" i="1"/>
              <a:t>A</a:t>
            </a:r>
            <a:r>
              <a:rPr lang="de-DE" altLang="zh-CN"/>
              <a:t> (i.e., the 128-bit data path) can be arranged in a 4x4 matrix:</a:t>
            </a:r>
          </a:p>
          <a:p>
            <a:endParaRPr lang="de-DE" altLang="zh-CN"/>
          </a:p>
          <a:p>
            <a:endParaRPr lang="de-DE" altLang="zh-CN"/>
          </a:p>
          <a:p>
            <a:endParaRPr lang="de-DE" altLang="zh-CN"/>
          </a:p>
          <a:p>
            <a:endParaRPr lang="de-DE" altLang="zh-CN"/>
          </a:p>
          <a:p>
            <a:endParaRPr lang="de-DE" altLang="zh-CN"/>
          </a:p>
          <a:p>
            <a:pPr>
              <a:buFontTx/>
              <a:buNone/>
            </a:pPr>
            <a:r>
              <a:rPr lang="de-DE" altLang="zh-CN"/>
              <a:t>	with </a:t>
            </a:r>
            <a:r>
              <a:rPr lang="de-DE" altLang="zh-CN" i="1"/>
              <a:t>A</a:t>
            </a:r>
            <a:r>
              <a:rPr lang="de-DE" altLang="zh-CN" sz="1800" baseline="-25000"/>
              <a:t>0</a:t>
            </a:r>
            <a:r>
              <a:rPr lang="de-DE" altLang="zh-CN" i="1"/>
              <a:t>,…, A</a:t>
            </a:r>
            <a:r>
              <a:rPr lang="de-DE" altLang="zh-CN" sz="1800" i="1" baseline="-25000"/>
              <a:t>15</a:t>
            </a:r>
            <a:r>
              <a:rPr lang="de-DE" altLang="zh-CN" i="1"/>
              <a:t> </a:t>
            </a:r>
            <a:r>
              <a:rPr lang="de-DE" altLang="zh-CN"/>
              <a:t>denoting the 16-byte input of AES </a:t>
            </a:r>
            <a:endParaRPr lang="de-DE" altLang="zh-CN" i="1"/>
          </a:p>
        </p:txBody>
      </p:sp>
      <p:sp>
        <p:nvSpPr>
          <p:cNvPr id="25604" name="Fußzeilenplatzhalter 4">
            <a:extLst>
              <a:ext uri="{FF2B5EF4-FFF2-40B4-BE49-F238E27FC236}">
                <a16:creationId xmlns:a16="http://schemas.microsoft.com/office/drawing/2014/main" id="{F7F9AE35-D7A4-6BE8-714F-702CFA77C9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graphicFrame>
        <p:nvGraphicFramePr>
          <p:cNvPr id="6" name="Tabelle 5">
            <a:extLst>
              <a:ext uri="{FF2B5EF4-FFF2-40B4-BE49-F238E27FC236}">
                <a16:creationId xmlns:a16="http://schemas.microsoft.com/office/drawing/2014/main" id="{163BB51F-E147-6CDB-8EF4-F2692BB49D88}"/>
              </a:ext>
            </a:extLst>
          </p:cNvPr>
          <p:cNvGraphicFramePr>
            <a:graphicFrameLocks noGrp="1"/>
          </p:cNvGraphicFramePr>
          <p:nvPr/>
        </p:nvGraphicFramePr>
        <p:xfrm>
          <a:off x="3571875" y="2873375"/>
          <a:ext cx="2000252" cy="1341440"/>
        </p:xfrm>
        <a:graphic>
          <a:graphicData uri="http://schemas.openxmlformats.org/drawingml/2006/table">
            <a:tbl>
              <a:tblPr firstRow="1" bandRow="1">
                <a:effectLst/>
                <a:tableStyleId>{5940675A-B579-460E-94D1-54222C63F5DA}</a:tableStyleId>
              </a:tblPr>
              <a:tblGrid>
                <a:gridCol w="500063">
                  <a:extLst>
                    <a:ext uri="{9D8B030D-6E8A-4147-A177-3AD203B41FA5}">
                      <a16:colId xmlns:a16="http://schemas.microsoft.com/office/drawing/2014/main" val="20000"/>
                    </a:ext>
                  </a:extLst>
                </a:gridCol>
                <a:gridCol w="500063">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500063">
                  <a:extLst>
                    <a:ext uri="{9D8B030D-6E8A-4147-A177-3AD203B41FA5}">
                      <a16:colId xmlns:a16="http://schemas.microsoft.com/office/drawing/2014/main" val="20003"/>
                    </a:ext>
                  </a:extLst>
                </a:gridCol>
              </a:tblGrid>
              <a:tr h="335360">
                <a:tc>
                  <a:txBody>
                    <a:bodyPr/>
                    <a:lstStyle/>
                    <a:p>
                      <a:pPr algn="l"/>
                      <a:r>
                        <a:rPr lang="de-DE" sz="1600" i="1" dirty="0"/>
                        <a:t>A</a:t>
                      </a:r>
                      <a:r>
                        <a:rPr lang="de-DE" sz="1800" baseline="-25000" dirty="0"/>
                        <a:t>0</a:t>
                      </a:r>
                      <a:endParaRPr lang="de-DE" sz="1600" baseline="-25000" dirty="0"/>
                    </a:p>
                  </a:txBody>
                  <a:tcPr marL="91439" marR="91439" marT="45731" marB="45731" anchor="ctr"/>
                </a:tc>
                <a:tc>
                  <a:txBody>
                    <a:bodyPr/>
                    <a:lstStyle/>
                    <a:p>
                      <a:pPr algn="l"/>
                      <a:r>
                        <a:rPr lang="de-DE" sz="1600" i="1" dirty="0"/>
                        <a:t>A</a:t>
                      </a:r>
                      <a:r>
                        <a:rPr lang="de-DE" sz="1800" baseline="-25000" dirty="0"/>
                        <a:t>4</a:t>
                      </a:r>
                      <a:endParaRPr lang="de-DE" sz="1600" baseline="-25000" dirty="0"/>
                    </a:p>
                  </a:txBody>
                  <a:tcPr marL="91439" marR="91439" marT="45731" marB="45731" anchor="ctr"/>
                </a:tc>
                <a:tc>
                  <a:txBody>
                    <a:bodyPr/>
                    <a:lstStyle/>
                    <a:p>
                      <a:pPr algn="l"/>
                      <a:r>
                        <a:rPr lang="de-DE" sz="1600" i="1" dirty="0"/>
                        <a:t>A</a:t>
                      </a:r>
                      <a:r>
                        <a:rPr lang="de-DE" sz="1800" baseline="-25000" dirty="0"/>
                        <a:t>8</a:t>
                      </a:r>
                      <a:endParaRPr lang="de-DE" sz="1600" baseline="-25000" dirty="0"/>
                    </a:p>
                  </a:txBody>
                  <a:tcPr marL="91439" marR="91439" marT="45731" marB="45731" anchor="ctr"/>
                </a:tc>
                <a:tc>
                  <a:txBody>
                    <a:bodyPr/>
                    <a:lstStyle/>
                    <a:p>
                      <a:pPr algn="l"/>
                      <a:r>
                        <a:rPr lang="de-DE" sz="1600" i="1" dirty="0"/>
                        <a:t>A</a:t>
                      </a:r>
                      <a:r>
                        <a:rPr lang="de-DE" sz="1800" baseline="-25000" dirty="0"/>
                        <a:t>12</a:t>
                      </a:r>
                      <a:endParaRPr lang="de-DE" sz="1600" baseline="-25000" dirty="0"/>
                    </a:p>
                  </a:txBody>
                  <a:tcPr marL="91439" marR="91439" marT="45731" marB="45731" anchor="ctr"/>
                </a:tc>
                <a:extLst>
                  <a:ext uri="{0D108BD9-81ED-4DB2-BD59-A6C34878D82A}">
                    <a16:rowId xmlns:a16="http://schemas.microsoft.com/office/drawing/2014/main" val="10000"/>
                  </a:ext>
                </a:extLst>
              </a:tr>
              <a:tr h="335360">
                <a:tc>
                  <a:txBody>
                    <a:bodyPr/>
                    <a:lstStyle/>
                    <a:p>
                      <a:pPr algn="l"/>
                      <a:r>
                        <a:rPr lang="de-DE" sz="1600" i="1" dirty="0"/>
                        <a:t>A</a:t>
                      </a:r>
                      <a:r>
                        <a:rPr lang="de-DE" sz="1800" baseline="-25000" dirty="0"/>
                        <a:t>1</a:t>
                      </a:r>
                      <a:endParaRPr lang="de-DE" sz="1600" baseline="-25000" dirty="0"/>
                    </a:p>
                  </a:txBody>
                  <a:tcPr marL="91439" marR="91439" marT="45731" marB="45731" anchor="ctr"/>
                </a:tc>
                <a:tc>
                  <a:txBody>
                    <a:bodyPr/>
                    <a:lstStyle/>
                    <a:p>
                      <a:pPr algn="l"/>
                      <a:r>
                        <a:rPr lang="de-DE" sz="1600" i="1" dirty="0"/>
                        <a:t>A</a:t>
                      </a:r>
                      <a:r>
                        <a:rPr lang="de-DE" sz="1800" baseline="-25000" dirty="0"/>
                        <a:t>5</a:t>
                      </a:r>
                      <a:endParaRPr lang="de-DE" sz="1600" baseline="-25000" dirty="0"/>
                    </a:p>
                  </a:txBody>
                  <a:tcPr marL="91439" marR="91439" marT="45731" marB="45731" anchor="ctr"/>
                </a:tc>
                <a:tc>
                  <a:txBody>
                    <a:bodyPr/>
                    <a:lstStyle/>
                    <a:p>
                      <a:pPr algn="l"/>
                      <a:r>
                        <a:rPr lang="de-DE" sz="1600" i="1" dirty="0"/>
                        <a:t>A</a:t>
                      </a:r>
                      <a:r>
                        <a:rPr lang="de-DE" sz="1800" baseline="-25000" dirty="0"/>
                        <a:t>9</a:t>
                      </a:r>
                      <a:endParaRPr lang="de-DE" sz="1600" baseline="-25000" dirty="0"/>
                    </a:p>
                  </a:txBody>
                  <a:tcPr marL="91439" marR="91439" marT="45731" marB="45731" anchor="ctr"/>
                </a:tc>
                <a:tc>
                  <a:txBody>
                    <a:bodyPr/>
                    <a:lstStyle/>
                    <a:p>
                      <a:pPr algn="l"/>
                      <a:r>
                        <a:rPr lang="de-DE" sz="1600" i="1" dirty="0"/>
                        <a:t>A</a:t>
                      </a:r>
                      <a:r>
                        <a:rPr lang="de-DE" sz="1800" baseline="-25000" dirty="0"/>
                        <a:t>13</a:t>
                      </a:r>
                      <a:endParaRPr lang="de-DE" sz="1600" baseline="-25000" dirty="0"/>
                    </a:p>
                  </a:txBody>
                  <a:tcPr marL="91439" marR="91439" marT="45731" marB="45731" anchor="ctr"/>
                </a:tc>
                <a:extLst>
                  <a:ext uri="{0D108BD9-81ED-4DB2-BD59-A6C34878D82A}">
                    <a16:rowId xmlns:a16="http://schemas.microsoft.com/office/drawing/2014/main" val="10001"/>
                  </a:ext>
                </a:extLst>
              </a:tr>
              <a:tr h="335360">
                <a:tc>
                  <a:txBody>
                    <a:bodyPr/>
                    <a:lstStyle/>
                    <a:p>
                      <a:pPr algn="l"/>
                      <a:r>
                        <a:rPr lang="de-DE" sz="1600" i="1" dirty="0"/>
                        <a:t>A</a:t>
                      </a:r>
                      <a:r>
                        <a:rPr lang="de-DE" sz="1800" baseline="-25000" dirty="0"/>
                        <a:t>2</a:t>
                      </a:r>
                      <a:endParaRPr lang="de-DE" sz="1600" baseline="-25000" dirty="0"/>
                    </a:p>
                  </a:txBody>
                  <a:tcPr marL="91439" marR="91439" marT="45731" marB="45731" anchor="ctr"/>
                </a:tc>
                <a:tc>
                  <a:txBody>
                    <a:bodyPr/>
                    <a:lstStyle/>
                    <a:p>
                      <a:pPr algn="l"/>
                      <a:r>
                        <a:rPr lang="de-DE" sz="1600" i="1" dirty="0"/>
                        <a:t>A</a:t>
                      </a:r>
                      <a:r>
                        <a:rPr lang="de-DE" sz="1800" baseline="-25000" dirty="0"/>
                        <a:t>6</a:t>
                      </a:r>
                      <a:endParaRPr lang="de-DE" sz="1600" baseline="-25000" dirty="0"/>
                    </a:p>
                  </a:txBody>
                  <a:tcPr marL="91439" marR="91439" marT="45731" marB="45731" anchor="ctr"/>
                </a:tc>
                <a:tc>
                  <a:txBody>
                    <a:bodyPr/>
                    <a:lstStyle/>
                    <a:p>
                      <a:pPr algn="l"/>
                      <a:r>
                        <a:rPr lang="de-DE" sz="1600" i="1" dirty="0"/>
                        <a:t>A</a:t>
                      </a:r>
                      <a:r>
                        <a:rPr lang="de-DE" sz="1800" baseline="-25000" dirty="0"/>
                        <a:t>10</a:t>
                      </a:r>
                    </a:p>
                  </a:txBody>
                  <a:tcPr marL="91439" marR="91439" marT="45731" marB="45731" anchor="ctr"/>
                </a:tc>
                <a:tc>
                  <a:txBody>
                    <a:bodyPr/>
                    <a:lstStyle/>
                    <a:p>
                      <a:pPr algn="l"/>
                      <a:r>
                        <a:rPr lang="de-DE" sz="1600" i="1" dirty="0"/>
                        <a:t>A</a:t>
                      </a:r>
                      <a:r>
                        <a:rPr lang="de-DE" sz="1800" baseline="-25000" dirty="0"/>
                        <a:t>14</a:t>
                      </a:r>
                    </a:p>
                  </a:txBody>
                  <a:tcPr marL="91439" marR="91439" marT="45731" marB="45731" anchor="ctr"/>
                </a:tc>
                <a:extLst>
                  <a:ext uri="{0D108BD9-81ED-4DB2-BD59-A6C34878D82A}">
                    <a16:rowId xmlns:a16="http://schemas.microsoft.com/office/drawing/2014/main" val="10002"/>
                  </a:ext>
                </a:extLst>
              </a:tr>
              <a:tr h="335360">
                <a:tc>
                  <a:txBody>
                    <a:bodyPr/>
                    <a:lstStyle/>
                    <a:p>
                      <a:pPr algn="l"/>
                      <a:r>
                        <a:rPr lang="de-DE" sz="1600" i="1" dirty="0"/>
                        <a:t>A</a:t>
                      </a:r>
                      <a:r>
                        <a:rPr lang="de-DE" sz="1800" baseline="-25000" dirty="0"/>
                        <a:t>3</a:t>
                      </a:r>
                      <a:endParaRPr lang="de-DE" sz="1600" baseline="-25000" dirty="0"/>
                    </a:p>
                  </a:txBody>
                  <a:tcPr marL="91439" marR="91439" marT="45731" marB="45731" anchor="ctr"/>
                </a:tc>
                <a:tc>
                  <a:txBody>
                    <a:bodyPr/>
                    <a:lstStyle/>
                    <a:p>
                      <a:pPr algn="l"/>
                      <a:r>
                        <a:rPr lang="de-DE" sz="1600" i="1" dirty="0"/>
                        <a:t>A</a:t>
                      </a:r>
                      <a:r>
                        <a:rPr lang="de-DE" sz="1800" baseline="-25000" dirty="0"/>
                        <a:t>7</a:t>
                      </a:r>
                      <a:endParaRPr lang="de-DE" sz="1600" baseline="-25000" dirty="0"/>
                    </a:p>
                  </a:txBody>
                  <a:tcPr marL="91439" marR="91439" marT="45731" marB="45731" anchor="ctr"/>
                </a:tc>
                <a:tc>
                  <a:txBody>
                    <a:bodyPr/>
                    <a:lstStyle/>
                    <a:p>
                      <a:pPr algn="l"/>
                      <a:r>
                        <a:rPr lang="de-DE" sz="1600" i="1" dirty="0"/>
                        <a:t>A</a:t>
                      </a:r>
                      <a:r>
                        <a:rPr lang="de-DE" sz="1800" baseline="-25000" dirty="0"/>
                        <a:t>11</a:t>
                      </a:r>
                      <a:endParaRPr lang="de-DE" sz="1600" baseline="-25000" dirty="0"/>
                    </a:p>
                  </a:txBody>
                  <a:tcPr marL="91439" marR="91439" marT="45731" marB="45731" anchor="ctr"/>
                </a:tc>
                <a:tc>
                  <a:txBody>
                    <a:bodyPr/>
                    <a:lstStyle/>
                    <a:p>
                      <a:pPr algn="l"/>
                      <a:r>
                        <a:rPr lang="de-DE" sz="1600" i="1" dirty="0"/>
                        <a:t>A</a:t>
                      </a:r>
                      <a:r>
                        <a:rPr lang="de-DE" sz="1800" baseline="-25000" dirty="0"/>
                        <a:t>15</a:t>
                      </a:r>
                      <a:endParaRPr lang="de-DE" sz="1600" baseline="-25000" dirty="0"/>
                    </a:p>
                  </a:txBody>
                  <a:tcPr marL="91439" marR="91439" marT="45731" marB="45731" anchor="ctr"/>
                </a:tc>
                <a:extLst>
                  <a:ext uri="{0D108BD9-81ED-4DB2-BD59-A6C34878D82A}">
                    <a16:rowId xmlns:a16="http://schemas.microsoft.com/office/drawing/2014/main" val="10003"/>
                  </a:ext>
                </a:extLst>
              </a:tr>
            </a:tbl>
          </a:graphicData>
        </a:graphic>
      </p:graphicFrame>
      <p:sp>
        <p:nvSpPr>
          <p:cNvPr id="25632" name="Foliennummernplatzhalter 7">
            <a:extLst>
              <a:ext uri="{FF2B5EF4-FFF2-40B4-BE49-F238E27FC236}">
                <a16:creationId xmlns:a16="http://schemas.microsoft.com/office/drawing/2014/main" id="{9EEEC19F-C11E-9A76-C08A-53327BB4EBE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D24D8B-D674-B548-9F4C-7B0EC9E08A4F}" type="slidenum">
              <a:rPr lang="de-DE" altLang="zh-CN">
                <a:solidFill>
                  <a:srgbClr val="394073"/>
                </a:solidFill>
              </a:rPr>
              <a:pPr/>
              <a:t>9</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555BA23-5797-C56C-A638-66FF39121684}"/>
                  </a:ext>
                </a:extLst>
              </p14:cNvPr>
              <p14:cNvContentPartPr/>
              <p14:nvPr/>
            </p14:nvContentPartPr>
            <p14:xfrm>
              <a:off x="929520" y="663480"/>
              <a:ext cx="6807600" cy="2439720"/>
            </p14:xfrm>
          </p:contentPart>
        </mc:Choice>
        <mc:Fallback xmlns="">
          <p:pic>
            <p:nvPicPr>
              <p:cNvPr id="2" name="墨迹 1">
                <a:extLst>
                  <a:ext uri="{FF2B5EF4-FFF2-40B4-BE49-F238E27FC236}">
                    <a16:creationId xmlns:a16="http://schemas.microsoft.com/office/drawing/2014/main" id="{F555BA23-5797-C56C-A638-66FF39121684}"/>
                  </a:ext>
                </a:extLst>
              </p:cNvPr>
              <p:cNvPicPr/>
              <p:nvPr/>
            </p:nvPicPr>
            <p:blipFill>
              <a:blip r:embed="rId3"/>
              <a:stretch>
                <a:fillRect/>
              </a:stretch>
            </p:blipFill>
            <p:spPr>
              <a:xfrm>
                <a:off x="913320" y="647280"/>
                <a:ext cx="6840000" cy="2472120"/>
              </a:xfrm>
              <a:prstGeom prst="rect">
                <a:avLst/>
              </a:prstGeom>
            </p:spPr>
          </p:pic>
        </mc:Fallback>
      </mc:AlternateContent>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el 1">
            <a:extLst>
              <a:ext uri="{FF2B5EF4-FFF2-40B4-BE49-F238E27FC236}">
                <a16:creationId xmlns:a16="http://schemas.microsoft.com/office/drawing/2014/main" id="{174E7E0F-679A-56B5-5251-6676B0ED924F}"/>
              </a:ext>
            </a:extLst>
          </p:cNvPr>
          <p:cNvSpPr>
            <a:spLocks noGrp="1"/>
          </p:cNvSpPr>
          <p:nvPr>
            <p:ph type="title"/>
          </p:nvPr>
        </p:nvSpPr>
        <p:spPr/>
        <p:txBody>
          <a:bodyPr/>
          <a:lstStyle/>
          <a:p>
            <a:r>
              <a:rPr lang="de-DE" altLang="zh-CN"/>
              <a:t>Internal Structure of AES</a:t>
            </a:r>
          </a:p>
        </p:txBody>
      </p:sp>
      <p:pic>
        <p:nvPicPr>
          <p:cNvPr id="26627" name="Inhaltsplatzhalter 5" descr="aes_round.png">
            <a:extLst>
              <a:ext uri="{FF2B5EF4-FFF2-40B4-BE49-F238E27FC236}">
                <a16:creationId xmlns:a16="http://schemas.microsoft.com/office/drawing/2014/main" id="{6EC6F4ED-4738-3FFD-85D3-F7FC6525DE7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305050" y="1643063"/>
            <a:ext cx="4533900" cy="3795712"/>
          </a:xfrm>
        </p:spPr>
      </p:pic>
      <p:sp>
        <p:nvSpPr>
          <p:cNvPr id="26628" name="Fußzeilenplatzhalter 4">
            <a:extLst>
              <a:ext uri="{FF2B5EF4-FFF2-40B4-BE49-F238E27FC236}">
                <a16:creationId xmlns:a16="http://schemas.microsoft.com/office/drawing/2014/main" id="{A201D085-135E-8343-4AFB-8BE749B53C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8" name="Inhaltsplatzhalter 5">
            <a:extLst>
              <a:ext uri="{FF2B5EF4-FFF2-40B4-BE49-F238E27FC236}">
                <a16:creationId xmlns:a16="http://schemas.microsoft.com/office/drawing/2014/main" id="{1F1BE7D9-C507-61A8-0306-D49228289E63}"/>
              </a:ext>
            </a:extLst>
          </p:cNvPr>
          <p:cNvSpPr txBox="1">
            <a:spLocks/>
          </p:cNvSpPr>
          <p:nvPr/>
        </p:nvSpPr>
        <p:spPr bwMode="auto">
          <a:xfrm>
            <a:off x="849313" y="1130300"/>
            <a:ext cx="7508875" cy="5016500"/>
          </a:xfrm>
          <a:prstGeom prst="rect">
            <a:avLst/>
          </a:prstGeom>
          <a:noFill/>
          <a:ln w="9525">
            <a:noFill/>
            <a:miter lim="800000"/>
            <a:headEnd/>
            <a:tailEnd/>
          </a:ln>
        </p:spPr>
        <p:txBody>
          <a:bodyPr lIns="0" tIns="0" rIns="0" bIns="0">
            <a:spAutoFit/>
          </a:bodyPr>
          <a:lstStyle/>
          <a:p>
            <a:pPr marL="195263" indent="-195263">
              <a:lnSpc>
                <a:spcPct val="125000"/>
              </a:lnSpc>
              <a:spcBef>
                <a:spcPct val="25000"/>
              </a:spcBef>
              <a:buClr>
                <a:srgbClr val="007AC2"/>
              </a:buClr>
              <a:buSzPct val="120000"/>
              <a:buFont typeface="Arial" pitchFamily="34" charset="0"/>
              <a:buChar char="•"/>
              <a:defRPr/>
            </a:pPr>
            <a:r>
              <a:rPr lang="de-DE" sz="1600" kern="0" dirty="0" err="1">
                <a:latin typeface="+mn-lt"/>
              </a:rPr>
              <a:t>Round</a:t>
            </a:r>
            <a:r>
              <a:rPr lang="de-DE" sz="1600" kern="0" dirty="0">
                <a:latin typeface="+mn-lt"/>
              </a:rPr>
              <a:t> </a:t>
            </a:r>
            <a:r>
              <a:rPr lang="de-DE" sz="1600" kern="0" dirty="0" err="1">
                <a:latin typeface="+mn-lt"/>
              </a:rPr>
              <a:t>function</a:t>
            </a:r>
            <a:r>
              <a:rPr lang="de-DE" sz="1600" kern="0" dirty="0">
                <a:latin typeface="+mn-lt"/>
              </a:rPr>
              <a:t> </a:t>
            </a:r>
            <a:r>
              <a:rPr lang="de-DE" sz="1600" kern="0" dirty="0" err="1">
                <a:latin typeface="+mn-lt"/>
              </a:rPr>
              <a:t>for</a:t>
            </a:r>
            <a:r>
              <a:rPr lang="de-DE" sz="1600" kern="0" dirty="0">
                <a:latin typeface="+mn-lt"/>
              </a:rPr>
              <a:t> </a:t>
            </a:r>
            <a:r>
              <a:rPr lang="de-DE" sz="1600" kern="0" dirty="0" err="1">
                <a:latin typeface="+mn-lt"/>
              </a:rPr>
              <a:t>rounds</a:t>
            </a:r>
            <a:r>
              <a:rPr lang="de-DE" sz="1600" kern="0" dirty="0">
                <a:latin typeface="+mn-lt"/>
              </a:rPr>
              <a:t> 1,2,…,</a:t>
            </a:r>
            <a:r>
              <a:rPr lang="de-DE" sz="1600" i="1" kern="0" dirty="0">
                <a:latin typeface="+mn-lt"/>
              </a:rPr>
              <a:t>n</a:t>
            </a:r>
            <a:r>
              <a:rPr lang="de-DE" i="1" kern="0" baseline="-25000" dirty="0">
                <a:latin typeface="+mn-lt"/>
              </a:rPr>
              <a:t>r</a:t>
            </a:r>
            <a:r>
              <a:rPr lang="de-DE" kern="0" baseline="-25000" dirty="0">
                <a:latin typeface="+mn-lt"/>
              </a:rPr>
              <a:t>-1</a:t>
            </a:r>
            <a:r>
              <a:rPr lang="de-DE" sz="1600" kern="0" dirty="0">
                <a:latin typeface="+mn-lt"/>
              </a:rPr>
              <a:t>:</a:t>
            </a:r>
          </a:p>
          <a:p>
            <a:pPr marL="195263" indent="-195263">
              <a:lnSpc>
                <a:spcPct val="125000"/>
              </a:lnSpc>
              <a:spcBef>
                <a:spcPct val="25000"/>
              </a:spcBef>
              <a:buClr>
                <a:srgbClr val="007AC2"/>
              </a:buClr>
              <a:buSzPct val="120000"/>
              <a:buFont typeface="Arial" pitchFamily="34" charset="0"/>
              <a:buChar char="•"/>
              <a:defRPr/>
            </a:pP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28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r>
              <a:rPr lang="de-DE" sz="1600" kern="0" dirty="0">
                <a:latin typeface="+mn-lt"/>
              </a:rPr>
              <a:t>Note: In </a:t>
            </a:r>
            <a:r>
              <a:rPr lang="de-DE" sz="1600" kern="0" dirty="0" err="1">
                <a:latin typeface="+mn-lt"/>
              </a:rPr>
              <a:t>the</a:t>
            </a:r>
            <a:r>
              <a:rPr lang="de-DE" sz="1600" kern="0" dirty="0">
                <a:latin typeface="+mn-lt"/>
              </a:rPr>
              <a:t> last </a:t>
            </a:r>
            <a:r>
              <a:rPr lang="de-DE" sz="1600" kern="0" dirty="0" err="1">
                <a:latin typeface="+mn-lt"/>
              </a:rPr>
              <a:t>round</a:t>
            </a:r>
            <a:r>
              <a:rPr lang="de-DE" sz="1600" kern="0" dirty="0">
                <a:latin typeface="+mn-lt"/>
              </a:rPr>
              <a:t>, </a:t>
            </a:r>
            <a:r>
              <a:rPr lang="de-DE" sz="1600" kern="0" dirty="0" err="1">
                <a:latin typeface="+mn-lt"/>
              </a:rPr>
              <a:t>the</a:t>
            </a:r>
            <a:r>
              <a:rPr lang="de-DE" sz="1600" kern="0" dirty="0">
                <a:latin typeface="+mn-lt"/>
              </a:rPr>
              <a:t> </a:t>
            </a:r>
            <a:r>
              <a:rPr lang="de-DE" sz="1600" kern="0" dirty="0" err="1">
                <a:latin typeface="+mn-lt"/>
              </a:rPr>
              <a:t>MixColumn</a:t>
            </a:r>
            <a:r>
              <a:rPr lang="de-DE" sz="1600" kern="0" dirty="0">
                <a:latin typeface="+mn-lt"/>
              </a:rPr>
              <a:t> </a:t>
            </a:r>
            <a:r>
              <a:rPr lang="de-DE" sz="1600" kern="0" dirty="0" err="1">
                <a:latin typeface="+mn-lt"/>
              </a:rPr>
              <a:t>tansformation</a:t>
            </a:r>
            <a:r>
              <a:rPr lang="de-DE" sz="1600" kern="0" dirty="0">
                <a:latin typeface="+mn-lt"/>
              </a:rPr>
              <a:t> </a:t>
            </a:r>
            <a:r>
              <a:rPr lang="de-DE" sz="1600" kern="0" dirty="0" err="1">
                <a:latin typeface="+mn-lt"/>
              </a:rPr>
              <a:t>is</a:t>
            </a:r>
            <a:r>
              <a:rPr lang="de-DE" sz="1600" kern="0" dirty="0">
                <a:latin typeface="+mn-lt"/>
              </a:rPr>
              <a:t> </a:t>
            </a:r>
            <a:r>
              <a:rPr lang="de-DE" sz="1600" kern="0" dirty="0" err="1">
                <a:latin typeface="+mn-lt"/>
              </a:rPr>
              <a:t>omitted</a:t>
            </a:r>
            <a:endParaRPr lang="de-DE" sz="1600" kern="0" dirty="0">
              <a:latin typeface="+mn-lt"/>
            </a:endParaRPr>
          </a:p>
        </p:txBody>
      </p:sp>
      <p:sp>
        <p:nvSpPr>
          <p:cNvPr id="26630" name="Foliennummernplatzhalter 8">
            <a:extLst>
              <a:ext uri="{FF2B5EF4-FFF2-40B4-BE49-F238E27FC236}">
                <a16:creationId xmlns:a16="http://schemas.microsoft.com/office/drawing/2014/main" id="{E9882028-4759-7BC7-E571-ACF2E4EF346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0F05D6-AF14-8349-ADED-F324350C3A31}" type="slidenum">
              <a:rPr lang="de-DE" altLang="zh-CN">
                <a:solidFill>
                  <a:srgbClr val="394073"/>
                </a:solidFill>
              </a:rPr>
              <a:pPr/>
              <a:t>10</a:t>
            </a:fld>
            <a:r>
              <a:rPr lang="de-DE" altLang="zh-CN">
                <a:solidFill>
                  <a:srgbClr val="394073"/>
                </a:solidFill>
              </a:rPr>
              <a:t>/28</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C959F-E48B-E6FC-58F6-1C12BCF8048D}"/>
              </a:ext>
            </a:extLst>
          </p:cNvPr>
          <p:cNvSpPr>
            <a:spLocks noGrp="1"/>
          </p:cNvSpPr>
          <p:nvPr>
            <p:ph type="title"/>
          </p:nvPr>
        </p:nvSpPr>
        <p:spPr/>
        <p:txBody>
          <a:bodyPr/>
          <a:lstStyle/>
          <a:p>
            <a:r>
              <a:rPr kumimoji="1" lang="en-US" altLang="zh-CN" dirty="0"/>
              <a:t>A Brief Introduction to Galois Fields</a:t>
            </a:r>
            <a:endParaRPr kumimoji="1" lang="zh-CN" altLang="en-US" dirty="0"/>
          </a:p>
        </p:txBody>
      </p:sp>
      <p:sp>
        <p:nvSpPr>
          <p:cNvPr id="3" name="内容占位符 2">
            <a:extLst>
              <a:ext uri="{FF2B5EF4-FFF2-40B4-BE49-F238E27FC236}">
                <a16:creationId xmlns:a16="http://schemas.microsoft.com/office/drawing/2014/main" id="{8EA58F58-7026-FA3A-88BC-79C0595137C9}"/>
              </a:ext>
            </a:extLst>
          </p:cNvPr>
          <p:cNvSpPr>
            <a:spLocks noGrp="1"/>
          </p:cNvSpPr>
          <p:nvPr>
            <p:ph idx="1"/>
          </p:nvPr>
        </p:nvSpPr>
        <p:spPr>
          <a:xfrm>
            <a:off x="849313" y="1130300"/>
            <a:ext cx="6084887" cy="277512"/>
          </a:xfrm>
        </p:spPr>
        <p:txBody>
          <a:bodyPr/>
          <a:lstStyle/>
          <a:p>
            <a:r>
              <a:rPr kumimoji="1" lang="en-US" altLang="zh-CN" dirty="0"/>
              <a:t>Refer to Section 4.3 of our textbook</a:t>
            </a:r>
            <a:endParaRPr kumimoji="1" lang="zh-CN" altLang="en-US" dirty="0"/>
          </a:p>
        </p:txBody>
      </p:sp>
      <p:sp>
        <p:nvSpPr>
          <p:cNvPr id="4" name="灯片编号占位符 3">
            <a:extLst>
              <a:ext uri="{FF2B5EF4-FFF2-40B4-BE49-F238E27FC236}">
                <a16:creationId xmlns:a16="http://schemas.microsoft.com/office/drawing/2014/main" id="{4E018D69-0F6C-27B2-6B21-F779A0665462}"/>
              </a:ext>
            </a:extLst>
          </p:cNvPr>
          <p:cNvSpPr>
            <a:spLocks noGrp="1"/>
          </p:cNvSpPr>
          <p:nvPr>
            <p:ph type="sldNum" sz="quarter" idx="10"/>
          </p:nvPr>
        </p:nvSpPr>
        <p:spPr/>
        <p:txBody>
          <a:bodyPr/>
          <a:lstStyle/>
          <a:p>
            <a:fld id="{C04A429D-1A72-B741-A373-41F01AA41349}" type="slidenum">
              <a:rPr lang="de-DE" altLang="zh-CN" smtClean="0"/>
              <a:pPr/>
              <a:t>11</a:t>
            </a:fld>
            <a:r>
              <a:rPr lang="de-DE" altLang="zh-CN"/>
              <a:t>/28</a:t>
            </a:r>
          </a:p>
        </p:txBody>
      </p:sp>
      <p:sp>
        <p:nvSpPr>
          <p:cNvPr id="5" name="页脚占位符 4">
            <a:extLst>
              <a:ext uri="{FF2B5EF4-FFF2-40B4-BE49-F238E27FC236}">
                <a16:creationId xmlns:a16="http://schemas.microsoft.com/office/drawing/2014/main" id="{B53287C0-EC88-681C-BE45-566A0FAAECE6}"/>
              </a:ext>
            </a:extLst>
          </p:cNvPr>
          <p:cNvSpPr>
            <a:spLocks noGrp="1"/>
          </p:cNvSpPr>
          <p:nvPr>
            <p:ph type="ftr" sz="quarter" idx="11"/>
          </p:nvPr>
        </p:nvSpPr>
        <p:spPr/>
        <p:txBody>
          <a:bodyPr/>
          <a:lstStyle/>
          <a:p>
            <a:pPr>
              <a:defRPr/>
            </a:pPr>
            <a:r>
              <a:rPr lang="de-DE"/>
              <a:t>Chapter 4 of </a:t>
            </a:r>
            <a:r>
              <a:rPr lang="de-DE" i="1"/>
              <a:t>Understanding Cryptography</a:t>
            </a:r>
            <a:r>
              <a:rPr lang="de-DE"/>
              <a:t> by Christof Paar and Jan Pelzl</a:t>
            </a:r>
          </a:p>
        </p:txBody>
      </p:sp>
    </p:spTree>
    <p:extLst>
      <p:ext uri="{BB962C8B-B14F-4D97-AF65-F5344CB8AC3E}">
        <p14:creationId xmlns:p14="http://schemas.microsoft.com/office/powerpoint/2010/main" val="105139817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el 1">
            <a:extLst>
              <a:ext uri="{FF2B5EF4-FFF2-40B4-BE49-F238E27FC236}">
                <a16:creationId xmlns:a16="http://schemas.microsoft.com/office/drawing/2014/main" id="{42323505-836A-0A0B-3EBA-4233B73A92DD}"/>
              </a:ext>
            </a:extLst>
          </p:cNvPr>
          <p:cNvSpPr>
            <a:spLocks noGrp="1"/>
          </p:cNvSpPr>
          <p:nvPr>
            <p:ph type="title"/>
          </p:nvPr>
        </p:nvSpPr>
        <p:spPr/>
        <p:txBody>
          <a:bodyPr/>
          <a:lstStyle/>
          <a:p>
            <a:r>
              <a:rPr lang="de-DE" altLang="zh-CN"/>
              <a:t>Byte Substitution Layer</a:t>
            </a:r>
          </a:p>
        </p:txBody>
      </p:sp>
      <p:sp>
        <p:nvSpPr>
          <p:cNvPr id="27651" name="Inhaltsplatzhalter 2">
            <a:extLst>
              <a:ext uri="{FF2B5EF4-FFF2-40B4-BE49-F238E27FC236}">
                <a16:creationId xmlns:a16="http://schemas.microsoft.com/office/drawing/2014/main" id="{36B939D3-8240-4383-E24B-17A34544CF7B}"/>
              </a:ext>
            </a:extLst>
          </p:cNvPr>
          <p:cNvSpPr>
            <a:spLocks noGrp="1"/>
          </p:cNvSpPr>
          <p:nvPr>
            <p:ph idx="1"/>
          </p:nvPr>
        </p:nvSpPr>
        <p:spPr>
          <a:xfrm>
            <a:off x="849313" y="1130300"/>
            <a:ext cx="6294437" cy="5140325"/>
          </a:xfrm>
        </p:spPr>
        <p:txBody>
          <a:bodyPr/>
          <a:lstStyle/>
          <a:p>
            <a:r>
              <a:rPr lang="de-DE" altLang="zh-CN"/>
              <a:t>The Byte Substitution layer consists of 16 </a:t>
            </a:r>
            <a:r>
              <a:rPr lang="de-DE" altLang="zh-CN" b="1"/>
              <a:t>S-Boxes</a:t>
            </a:r>
            <a:r>
              <a:rPr lang="de-DE" altLang="zh-CN"/>
              <a:t> with the following properties:</a:t>
            </a:r>
          </a:p>
          <a:p>
            <a:pPr lvl="1">
              <a:buFontTx/>
              <a:buNone/>
            </a:pPr>
            <a:r>
              <a:rPr lang="de-DE" altLang="zh-CN"/>
              <a:t>The S-Boxes are</a:t>
            </a:r>
          </a:p>
          <a:p>
            <a:pPr lvl="1"/>
            <a:r>
              <a:rPr lang="de-DE" altLang="zh-CN" b="1"/>
              <a:t>identical</a:t>
            </a:r>
          </a:p>
          <a:p>
            <a:pPr lvl="1"/>
            <a:r>
              <a:rPr lang="de-DE" altLang="zh-CN"/>
              <a:t>the only </a:t>
            </a:r>
            <a:r>
              <a:rPr lang="de-DE" altLang="zh-CN" b="1"/>
              <a:t>nonlinear</a:t>
            </a:r>
            <a:r>
              <a:rPr lang="de-DE" altLang="zh-CN"/>
              <a:t> elements of AES, i.e.,</a:t>
            </a:r>
            <a:br>
              <a:rPr lang="de-DE" altLang="zh-CN"/>
            </a:br>
            <a:r>
              <a:rPr lang="de-DE" altLang="zh-CN"/>
              <a:t>ByteSub(</a:t>
            </a:r>
            <a:r>
              <a:rPr lang="de-DE" altLang="zh-CN" i="1"/>
              <a:t>A</a:t>
            </a:r>
            <a:r>
              <a:rPr lang="de-DE" altLang="zh-CN" sz="1800" i="1" baseline="-25000"/>
              <a:t>i</a:t>
            </a:r>
            <a:r>
              <a:rPr lang="de-DE" altLang="zh-CN"/>
              <a:t>) + ByteSub(</a:t>
            </a:r>
            <a:r>
              <a:rPr lang="de-DE" altLang="zh-CN" i="1"/>
              <a:t>A</a:t>
            </a:r>
            <a:r>
              <a:rPr lang="de-DE" altLang="zh-CN" sz="1800" i="1" baseline="-25000"/>
              <a:t>j</a:t>
            </a:r>
            <a:r>
              <a:rPr lang="de-DE" altLang="zh-CN"/>
              <a:t>) ≠ ByteSub(</a:t>
            </a:r>
            <a:r>
              <a:rPr lang="de-DE" altLang="zh-CN" i="1"/>
              <a:t>A</a:t>
            </a:r>
            <a:r>
              <a:rPr lang="de-DE" altLang="zh-CN" sz="1800" i="1" baseline="-25000"/>
              <a:t>i</a:t>
            </a:r>
            <a:r>
              <a:rPr lang="de-DE" altLang="zh-CN"/>
              <a:t> + </a:t>
            </a:r>
            <a:r>
              <a:rPr lang="de-DE" altLang="zh-CN" i="1"/>
              <a:t>A</a:t>
            </a:r>
            <a:r>
              <a:rPr lang="de-DE" altLang="zh-CN" sz="1800" i="1" baseline="-25000"/>
              <a:t>j</a:t>
            </a:r>
            <a:r>
              <a:rPr lang="de-DE" altLang="zh-CN"/>
              <a:t>), for </a:t>
            </a:r>
            <a:r>
              <a:rPr lang="de-DE" altLang="zh-CN" i="1"/>
              <a:t>i,j </a:t>
            </a:r>
            <a:r>
              <a:rPr lang="de-DE" altLang="zh-CN"/>
              <a:t>= 0,…,15</a:t>
            </a:r>
          </a:p>
          <a:p>
            <a:pPr lvl="1"/>
            <a:r>
              <a:rPr lang="de-DE" altLang="zh-CN" b="1"/>
              <a:t>bijective</a:t>
            </a:r>
            <a:r>
              <a:rPr lang="de-DE" altLang="zh-CN"/>
              <a:t>, i.e., there exists a one-to-one mapping of input and output bytes</a:t>
            </a:r>
            <a:br>
              <a:rPr lang="de-DE" altLang="zh-CN"/>
            </a:br>
            <a:r>
              <a:rPr lang="en-US" altLang="zh-CN">
                <a:solidFill>
                  <a:srgbClr val="FF0000"/>
                </a:solidFill>
                <a:ea typeface="宋体" panose="02010600030101010101" pitchFamily="2" charset="-122"/>
                <a:sym typeface="Symbol" pitchFamily="2" charset="2"/>
              </a:rPr>
              <a:t> </a:t>
            </a:r>
            <a:r>
              <a:rPr lang="en-US" altLang="zh-CN">
                <a:ea typeface="宋体" panose="02010600030101010101" pitchFamily="2" charset="-122"/>
                <a:sym typeface="Symbol" pitchFamily="2" charset="2"/>
              </a:rPr>
              <a:t></a:t>
            </a:r>
            <a:r>
              <a:rPr lang="de-DE" altLang="zh-CN"/>
              <a:t> S-Box can be uniquely reversed</a:t>
            </a:r>
          </a:p>
          <a:p>
            <a:endParaRPr lang="de-DE" altLang="zh-CN"/>
          </a:p>
          <a:p>
            <a:r>
              <a:rPr lang="de-DE" altLang="zh-CN"/>
              <a:t>In software implementations, the S-Box is usually realized as a lookup table</a:t>
            </a:r>
          </a:p>
          <a:p>
            <a:pPr lvl="1"/>
            <a:endParaRPr lang="de-DE" altLang="zh-CN"/>
          </a:p>
          <a:p>
            <a:endParaRPr lang="de-DE" altLang="zh-CN"/>
          </a:p>
          <a:p>
            <a:endParaRPr lang="de-DE" altLang="zh-CN"/>
          </a:p>
        </p:txBody>
      </p:sp>
      <p:sp>
        <p:nvSpPr>
          <p:cNvPr id="27652" name="Fußzeilenplatzhalter 4">
            <a:extLst>
              <a:ext uri="{FF2B5EF4-FFF2-40B4-BE49-F238E27FC236}">
                <a16:creationId xmlns:a16="http://schemas.microsoft.com/office/drawing/2014/main" id="{C75D974B-0064-C0DB-0603-1D7657E853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27653" name="Inhaltsplatzhalter 5" descr="aes_round.png">
            <a:extLst>
              <a:ext uri="{FF2B5EF4-FFF2-40B4-BE49-F238E27FC236}">
                <a16:creationId xmlns:a16="http://schemas.microsoft.com/office/drawing/2014/main" id="{85EF8350-AD4E-77CB-0819-999B82A334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357188"/>
            <a:ext cx="2108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Rechteck 7">
            <a:extLst>
              <a:ext uri="{FF2B5EF4-FFF2-40B4-BE49-F238E27FC236}">
                <a16:creationId xmlns:a16="http://schemas.microsoft.com/office/drawing/2014/main" id="{D56ADBF9-CA7A-EEEA-2724-362A47F7D617}"/>
              </a:ext>
            </a:extLst>
          </p:cNvPr>
          <p:cNvSpPr>
            <a:spLocks noChangeArrowheads="1"/>
          </p:cNvSpPr>
          <p:nvPr/>
        </p:nvSpPr>
        <p:spPr bwMode="auto">
          <a:xfrm>
            <a:off x="6500813" y="428625"/>
            <a:ext cx="250031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solidFill>
                <a:srgbClr val="FF0000"/>
              </a:solidFill>
            </a:endParaRPr>
          </a:p>
        </p:txBody>
      </p:sp>
      <p:sp>
        <p:nvSpPr>
          <p:cNvPr id="27655" name="Rechteck 8">
            <a:extLst>
              <a:ext uri="{FF2B5EF4-FFF2-40B4-BE49-F238E27FC236}">
                <a16:creationId xmlns:a16="http://schemas.microsoft.com/office/drawing/2014/main" id="{0B43E532-A99E-FC44-B470-56FCA23CF0EA}"/>
              </a:ext>
            </a:extLst>
          </p:cNvPr>
          <p:cNvSpPr>
            <a:spLocks noChangeArrowheads="1"/>
          </p:cNvSpPr>
          <p:nvPr/>
        </p:nvSpPr>
        <p:spPr bwMode="auto">
          <a:xfrm>
            <a:off x="6543675" y="485775"/>
            <a:ext cx="2314575" cy="13335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7656" name="Foliennummernplatzhalter 9">
            <a:extLst>
              <a:ext uri="{FF2B5EF4-FFF2-40B4-BE49-F238E27FC236}">
                <a16:creationId xmlns:a16="http://schemas.microsoft.com/office/drawing/2014/main" id="{54552686-3DB2-BFEA-6506-DF311F23EB7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676F9A-9968-AE47-BE45-595A9DA4CE41}" type="slidenum">
              <a:rPr lang="de-DE" altLang="zh-CN">
                <a:solidFill>
                  <a:srgbClr val="394073"/>
                </a:solidFill>
              </a:rPr>
              <a:pPr/>
              <a:t>12</a:t>
            </a:fld>
            <a:r>
              <a:rPr lang="de-DE" altLang="zh-CN">
                <a:solidFill>
                  <a:srgbClr val="394073"/>
                </a:solidFill>
              </a:rPr>
              <a:t>/28</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2C0C2-F052-1032-45E2-976AEF4342B1}"/>
            </a:ext>
          </a:extLst>
        </p:cNvPr>
        <p:cNvGrpSpPr/>
        <p:nvPr/>
      </p:nvGrpSpPr>
      <p:grpSpPr>
        <a:xfrm>
          <a:off x="0" y="0"/>
          <a:ext cx="0" cy="0"/>
          <a:chOff x="0" y="0"/>
          <a:chExt cx="0" cy="0"/>
        </a:xfrm>
      </p:grpSpPr>
      <p:sp>
        <p:nvSpPr>
          <p:cNvPr id="27650" name="Titel 1">
            <a:extLst>
              <a:ext uri="{FF2B5EF4-FFF2-40B4-BE49-F238E27FC236}">
                <a16:creationId xmlns:a16="http://schemas.microsoft.com/office/drawing/2014/main" id="{0C37963B-026F-FBDE-2667-C60A6AFED7D6}"/>
              </a:ext>
            </a:extLst>
          </p:cNvPr>
          <p:cNvSpPr>
            <a:spLocks noGrp="1"/>
          </p:cNvSpPr>
          <p:nvPr>
            <p:ph type="title"/>
          </p:nvPr>
        </p:nvSpPr>
        <p:spPr/>
        <p:txBody>
          <a:bodyPr/>
          <a:lstStyle/>
          <a:p>
            <a:r>
              <a:rPr lang="en" altLang="zh-CN" dirty="0">
                <a:effectLst/>
                <a:latin typeface="Helvetica" pitchFamily="2" charset="0"/>
              </a:rPr>
              <a:t>AES S-box</a:t>
            </a:r>
            <a:endParaRPr lang="de-DE" altLang="zh-CN" dirty="0"/>
          </a:p>
        </p:txBody>
      </p:sp>
      <p:sp>
        <p:nvSpPr>
          <p:cNvPr id="27651" name="Inhaltsplatzhalter 2">
            <a:extLst>
              <a:ext uri="{FF2B5EF4-FFF2-40B4-BE49-F238E27FC236}">
                <a16:creationId xmlns:a16="http://schemas.microsoft.com/office/drawing/2014/main" id="{33FEF5AD-9F13-E2A8-6835-0791475F11E9}"/>
              </a:ext>
            </a:extLst>
          </p:cNvPr>
          <p:cNvSpPr>
            <a:spLocks noGrp="1"/>
          </p:cNvSpPr>
          <p:nvPr>
            <p:ph idx="1"/>
          </p:nvPr>
        </p:nvSpPr>
        <p:spPr>
          <a:xfrm>
            <a:off x="849313" y="836712"/>
            <a:ext cx="6294437" cy="595228"/>
          </a:xfrm>
        </p:spPr>
        <p:txBody>
          <a:bodyPr/>
          <a:lstStyle/>
          <a:p>
            <a:r>
              <a:rPr lang="en" altLang="zh-CN" dirty="0">
                <a:effectLst/>
                <a:latin typeface="Helvetica" pitchFamily="2" charset="0"/>
              </a:rPr>
              <a:t>Example 4.8. Let’s assume the input byte to the S-box is </a:t>
            </a:r>
            <a:r>
              <a:rPr lang="en" altLang="zh-CN" i="1" dirty="0">
                <a:effectLst/>
                <a:latin typeface="Helvetica" pitchFamily="2" charset="0"/>
              </a:rPr>
              <a:t>A</a:t>
            </a:r>
            <a:r>
              <a:rPr lang="en" altLang="zh-CN" i="1" baseline="-25000" dirty="0">
                <a:effectLst/>
                <a:latin typeface="Helvetica" pitchFamily="2" charset="0"/>
              </a:rPr>
              <a:t>i</a:t>
            </a:r>
            <a:r>
              <a:rPr lang="en" altLang="zh-CN" dirty="0">
                <a:effectLst/>
                <a:latin typeface="Helvetica" pitchFamily="2" charset="0"/>
              </a:rPr>
              <a:t> = (</a:t>
            </a:r>
            <a:r>
              <a:rPr lang="en" altLang="zh-CN" i="1" dirty="0">
                <a:effectLst/>
                <a:latin typeface="Helvetica" pitchFamily="2" charset="0"/>
              </a:rPr>
              <a:t>C</a:t>
            </a:r>
            <a:r>
              <a:rPr lang="en" altLang="zh-CN" dirty="0">
                <a:effectLst/>
                <a:latin typeface="Helvetica" pitchFamily="2" charset="0"/>
              </a:rPr>
              <a:t>2)</a:t>
            </a:r>
            <a:r>
              <a:rPr lang="en" altLang="zh-CN" baseline="-25000" dirty="0">
                <a:effectLst/>
                <a:latin typeface="Helvetica" pitchFamily="2" charset="0"/>
              </a:rPr>
              <a:t>hex</a:t>
            </a:r>
            <a:r>
              <a:rPr lang="en" altLang="zh-CN" dirty="0">
                <a:effectLst/>
                <a:latin typeface="Helvetica" pitchFamily="2" charset="0"/>
              </a:rPr>
              <a:t>, then the substituted value is </a:t>
            </a:r>
            <a:r>
              <a:rPr lang="en" altLang="zh-CN" i="1" dirty="0">
                <a:effectLst/>
                <a:latin typeface="Helvetica" pitchFamily="2" charset="0"/>
              </a:rPr>
              <a:t>S</a:t>
            </a:r>
            <a:r>
              <a:rPr lang="en" altLang="zh-CN" dirty="0">
                <a:effectLst/>
                <a:latin typeface="Helvetica" pitchFamily="2" charset="0"/>
              </a:rPr>
              <a:t>((</a:t>
            </a:r>
            <a:r>
              <a:rPr lang="en" altLang="zh-CN" i="1" dirty="0">
                <a:effectLst/>
                <a:latin typeface="Helvetica" pitchFamily="2" charset="0"/>
              </a:rPr>
              <a:t>C</a:t>
            </a:r>
            <a:r>
              <a:rPr lang="en" altLang="zh-CN" dirty="0">
                <a:effectLst/>
                <a:latin typeface="Helvetica" pitchFamily="2" charset="0"/>
              </a:rPr>
              <a:t>2)</a:t>
            </a:r>
            <a:r>
              <a:rPr lang="en" altLang="zh-CN" baseline="-25000" dirty="0">
                <a:effectLst/>
                <a:latin typeface="Helvetica" pitchFamily="2" charset="0"/>
              </a:rPr>
              <a:t>hex</a:t>
            </a:r>
            <a:r>
              <a:rPr lang="en" altLang="zh-CN" dirty="0">
                <a:effectLst/>
                <a:latin typeface="Helvetica" pitchFamily="2" charset="0"/>
              </a:rPr>
              <a:t>) = (25)</a:t>
            </a:r>
            <a:r>
              <a:rPr lang="en" altLang="zh-CN" baseline="-25000" dirty="0">
                <a:effectLst/>
                <a:latin typeface="Helvetica" pitchFamily="2" charset="0"/>
              </a:rPr>
              <a:t>hex</a:t>
            </a:r>
          </a:p>
        </p:txBody>
      </p:sp>
      <p:sp>
        <p:nvSpPr>
          <p:cNvPr id="27652" name="Fußzeilenplatzhalter 4">
            <a:extLst>
              <a:ext uri="{FF2B5EF4-FFF2-40B4-BE49-F238E27FC236}">
                <a16:creationId xmlns:a16="http://schemas.microsoft.com/office/drawing/2014/main" id="{FC2B5B42-0C5C-5DDA-D7C6-AE4B223DE2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dirty="0"/>
              <a:t>Chapter 4 </a:t>
            </a:r>
            <a:r>
              <a:rPr lang="de-DE" altLang="zh-CN" dirty="0" err="1"/>
              <a:t>of</a:t>
            </a:r>
            <a:r>
              <a:rPr lang="de-DE" altLang="zh-CN" dirty="0"/>
              <a:t> </a:t>
            </a:r>
            <a:r>
              <a:rPr lang="de-DE" altLang="zh-CN" i="1" dirty="0"/>
              <a:t>Understanding </a:t>
            </a:r>
            <a:r>
              <a:rPr lang="de-DE" altLang="zh-CN" i="1" dirty="0" err="1"/>
              <a:t>Cryptography</a:t>
            </a:r>
            <a:r>
              <a:rPr lang="de-DE" altLang="zh-CN" dirty="0"/>
              <a:t> </a:t>
            </a:r>
            <a:r>
              <a:rPr lang="de-DE" altLang="zh-CN" dirty="0" err="1"/>
              <a:t>by</a:t>
            </a:r>
            <a:r>
              <a:rPr lang="de-DE" altLang="zh-CN" dirty="0"/>
              <a:t> Christof Paar and Jan Pelzl</a:t>
            </a:r>
          </a:p>
        </p:txBody>
      </p:sp>
      <p:sp>
        <p:nvSpPr>
          <p:cNvPr id="27654" name="Rechteck 7">
            <a:extLst>
              <a:ext uri="{FF2B5EF4-FFF2-40B4-BE49-F238E27FC236}">
                <a16:creationId xmlns:a16="http://schemas.microsoft.com/office/drawing/2014/main" id="{767D82D8-51F9-7680-68F2-0090C68FF616}"/>
              </a:ext>
            </a:extLst>
          </p:cNvPr>
          <p:cNvSpPr>
            <a:spLocks noChangeArrowheads="1"/>
          </p:cNvSpPr>
          <p:nvPr/>
        </p:nvSpPr>
        <p:spPr bwMode="auto">
          <a:xfrm>
            <a:off x="6500813" y="428625"/>
            <a:ext cx="250031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solidFill>
                <a:srgbClr val="FF0000"/>
              </a:solidFill>
            </a:endParaRPr>
          </a:p>
        </p:txBody>
      </p:sp>
      <p:sp>
        <p:nvSpPr>
          <p:cNvPr id="27656" name="Foliennummernplatzhalter 9">
            <a:extLst>
              <a:ext uri="{FF2B5EF4-FFF2-40B4-BE49-F238E27FC236}">
                <a16:creationId xmlns:a16="http://schemas.microsoft.com/office/drawing/2014/main" id="{7B09A2C5-25E7-DA94-27FA-457F5BBA72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676F9A-9968-AE47-BE45-595A9DA4CE41}" type="slidenum">
              <a:rPr lang="de-DE" altLang="zh-CN">
                <a:solidFill>
                  <a:srgbClr val="394073"/>
                </a:solidFill>
              </a:rPr>
              <a:pPr/>
              <a:t>13</a:t>
            </a:fld>
            <a:r>
              <a:rPr lang="de-DE" altLang="zh-CN">
                <a:solidFill>
                  <a:srgbClr val="394073"/>
                </a:solidFill>
              </a:rPr>
              <a:t>/28</a:t>
            </a:r>
          </a:p>
        </p:txBody>
      </p:sp>
      <p:pic>
        <p:nvPicPr>
          <p:cNvPr id="7" name="图片 6">
            <a:extLst>
              <a:ext uri="{FF2B5EF4-FFF2-40B4-BE49-F238E27FC236}">
                <a16:creationId xmlns:a16="http://schemas.microsoft.com/office/drawing/2014/main" id="{42890AE7-4BC3-C01D-E1CA-2A9B247D6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681" y="1715714"/>
            <a:ext cx="5981700" cy="4038600"/>
          </a:xfrm>
          <a:prstGeom prst="rect">
            <a:avLst/>
          </a:prstGeom>
        </p:spPr>
      </p:pic>
    </p:spTree>
    <p:extLst>
      <p:ext uri="{BB962C8B-B14F-4D97-AF65-F5344CB8AC3E}">
        <p14:creationId xmlns:p14="http://schemas.microsoft.com/office/powerpoint/2010/main" val="55048096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4FE4-190E-994D-EF05-7C0CA1E4726A}"/>
            </a:ext>
          </a:extLst>
        </p:cNvPr>
        <p:cNvGrpSpPr/>
        <p:nvPr/>
      </p:nvGrpSpPr>
      <p:grpSpPr>
        <a:xfrm>
          <a:off x="0" y="0"/>
          <a:ext cx="0" cy="0"/>
          <a:chOff x="0" y="0"/>
          <a:chExt cx="0" cy="0"/>
        </a:xfrm>
      </p:grpSpPr>
      <p:sp>
        <p:nvSpPr>
          <p:cNvPr id="27650" name="Titel 1">
            <a:extLst>
              <a:ext uri="{FF2B5EF4-FFF2-40B4-BE49-F238E27FC236}">
                <a16:creationId xmlns:a16="http://schemas.microsoft.com/office/drawing/2014/main" id="{B47063A7-6AF4-A5A9-1230-5C31A1422D0F}"/>
              </a:ext>
            </a:extLst>
          </p:cNvPr>
          <p:cNvSpPr>
            <a:spLocks noGrp="1"/>
          </p:cNvSpPr>
          <p:nvPr>
            <p:ph type="title"/>
          </p:nvPr>
        </p:nvSpPr>
        <p:spPr/>
        <p:txBody>
          <a:bodyPr/>
          <a:lstStyle/>
          <a:p>
            <a:r>
              <a:rPr lang="en" altLang="zh-CN" dirty="0">
                <a:effectLst/>
                <a:latin typeface="Helvetica" pitchFamily="2" charset="0"/>
              </a:rPr>
              <a:t>The two operations within the AES S-box</a:t>
            </a:r>
            <a:endParaRPr lang="de-DE" altLang="zh-CN" dirty="0"/>
          </a:p>
        </p:txBody>
      </p:sp>
      <p:sp>
        <p:nvSpPr>
          <p:cNvPr id="27651" name="Inhaltsplatzhalter 2">
            <a:extLst>
              <a:ext uri="{FF2B5EF4-FFF2-40B4-BE49-F238E27FC236}">
                <a16:creationId xmlns:a16="http://schemas.microsoft.com/office/drawing/2014/main" id="{77374E95-E6EF-F4F2-472C-84C840079F61}"/>
              </a:ext>
            </a:extLst>
          </p:cNvPr>
          <p:cNvSpPr>
            <a:spLocks noGrp="1"/>
          </p:cNvSpPr>
          <p:nvPr>
            <p:ph idx="1"/>
          </p:nvPr>
        </p:nvSpPr>
        <p:spPr>
          <a:xfrm>
            <a:off x="827584" y="860975"/>
            <a:ext cx="7344816" cy="592983"/>
          </a:xfrm>
        </p:spPr>
        <p:txBody>
          <a:bodyPr/>
          <a:lstStyle/>
          <a:p>
            <a:r>
              <a:rPr lang="en" altLang="zh-CN" dirty="0">
                <a:effectLst/>
                <a:latin typeface="Helvetica" pitchFamily="2" charset="0"/>
              </a:rPr>
              <a:t>An AES S-box can be viewed as a twostep mathematical transformation, as shown in the following Figure</a:t>
            </a:r>
            <a:endParaRPr lang="de-DE" altLang="zh-CN" dirty="0"/>
          </a:p>
        </p:txBody>
      </p:sp>
      <p:sp>
        <p:nvSpPr>
          <p:cNvPr id="27652" name="Fußzeilenplatzhalter 4">
            <a:extLst>
              <a:ext uri="{FF2B5EF4-FFF2-40B4-BE49-F238E27FC236}">
                <a16:creationId xmlns:a16="http://schemas.microsoft.com/office/drawing/2014/main" id="{573BEC0F-1562-0961-0AB2-D17D20D3886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27654" name="Rechteck 7">
            <a:extLst>
              <a:ext uri="{FF2B5EF4-FFF2-40B4-BE49-F238E27FC236}">
                <a16:creationId xmlns:a16="http://schemas.microsoft.com/office/drawing/2014/main" id="{3259D868-68D7-B9DB-C88F-FC3B23E5CAEC}"/>
              </a:ext>
            </a:extLst>
          </p:cNvPr>
          <p:cNvSpPr>
            <a:spLocks noChangeArrowheads="1"/>
          </p:cNvSpPr>
          <p:nvPr/>
        </p:nvSpPr>
        <p:spPr bwMode="auto">
          <a:xfrm>
            <a:off x="6500813" y="428625"/>
            <a:ext cx="250031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solidFill>
                <a:srgbClr val="FF0000"/>
              </a:solidFill>
            </a:endParaRPr>
          </a:p>
        </p:txBody>
      </p:sp>
      <p:sp>
        <p:nvSpPr>
          <p:cNvPr id="27656" name="Foliennummernplatzhalter 9">
            <a:extLst>
              <a:ext uri="{FF2B5EF4-FFF2-40B4-BE49-F238E27FC236}">
                <a16:creationId xmlns:a16="http://schemas.microsoft.com/office/drawing/2014/main" id="{326D17E7-F880-2035-75D3-EDA4F34750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676F9A-9968-AE47-BE45-595A9DA4CE41}" type="slidenum">
              <a:rPr lang="de-DE" altLang="zh-CN">
                <a:solidFill>
                  <a:srgbClr val="394073"/>
                </a:solidFill>
              </a:rPr>
              <a:pPr/>
              <a:t>14</a:t>
            </a:fld>
            <a:r>
              <a:rPr lang="de-DE" altLang="zh-CN">
                <a:solidFill>
                  <a:srgbClr val="394073"/>
                </a:solidFill>
              </a:rPr>
              <a:t>/28</a:t>
            </a:r>
          </a:p>
        </p:txBody>
      </p:sp>
      <p:pic>
        <p:nvPicPr>
          <p:cNvPr id="2" name="内容占位符 8">
            <a:extLst>
              <a:ext uri="{FF2B5EF4-FFF2-40B4-BE49-F238E27FC236}">
                <a16:creationId xmlns:a16="http://schemas.microsoft.com/office/drawing/2014/main" id="{E0F7A49C-B287-D54F-E4F6-4F132606FE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32358" y="1556792"/>
            <a:ext cx="6084887" cy="127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0F284279-E5F8-D7FA-CBDE-6D11CF9E03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896" y="3140968"/>
            <a:ext cx="5040560" cy="2571949"/>
          </a:xfrm>
          <a:prstGeom prst="rect">
            <a:avLst/>
          </a:prstGeom>
        </p:spPr>
      </p:pic>
      <mc:AlternateContent xmlns:mc="http://schemas.openxmlformats.org/markup-compatibility/2006">
        <mc:Choice xmlns:a14="http://schemas.microsoft.com/office/drawing/2010/main" Requires="a14">
          <p:sp>
            <p:nvSpPr>
              <p:cNvPr id="5" name="Inhaltsplatzhalter 2">
                <a:extLst>
                  <a:ext uri="{FF2B5EF4-FFF2-40B4-BE49-F238E27FC236}">
                    <a16:creationId xmlns:a16="http://schemas.microsoft.com/office/drawing/2014/main" id="{5582AF6E-0DE4-196C-4494-18AF485FF05C}"/>
                  </a:ext>
                </a:extLst>
              </p:cNvPr>
              <p:cNvSpPr txBox="1">
                <a:spLocks/>
              </p:cNvSpPr>
              <p:nvPr/>
            </p:nvSpPr>
            <p:spPr bwMode="auto">
              <a:xfrm>
                <a:off x="251520" y="3284984"/>
                <a:ext cx="3096343" cy="21503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195263" indent="-1952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mn-ea"/>
                    <a:cs typeface="+mn-cs"/>
                  </a:defRPr>
                </a:lvl1pPr>
                <a:lvl2pPr marL="574675" indent="-18891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2pPr>
                <a:lvl3pPr marL="952500" indent="-187325"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3pPr>
                <a:lvl4pPr marL="1325563"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4pPr>
                <a:lvl5pPr marL="16986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5pPr>
                <a:lvl6pPr marL="21558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6pPr>
                <a:lvl7pPr marL="26130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7pPr>
                <a:lvl8pPr marL="30702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8pPr>
                <a:lvl9pPr marL="35274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9pPr>
              </a:lstStyle>
              <a:p>
                <a:r>
                  <a:rPr lang="en" altLang="zh-CN" dirty="0">
                    <a:effectLst/>
                    <a:latin typeface="Helvetica" pitchFamily="2" charset="0"/>
                  </a:rPr>
                  <a:t>For each input element </a:t>
                </a:r>
                <a14:m>
                  <m:oMath xmlns:m="http://schemas.openxmlformats.org/officeDocument/2006/math">
                    <m:sSub>
                      <m:sSubPr>
                        <m:ctrlPr>
                          <a:rPr lang="en" altLang="zh-CN" i="1" dirty="0" smtClean="0">
                            <a:effectLst/>
                            <a:latin typeface="Cambria Math" panose="02040503050406030204" pitchFamily="18" charset="0"/>
                          </a:rPr>
                        </m:ctrlPr>
                      </m:sSubPr>
                      <m:e>
                        <m:r>
                          <a:rPr lang="en-US" altLang="zh-CN" b="0" i="1" dirty="0" smtClean="0">
                            <a:effectLst/>
                            <a:latin typeface="Cambria Math" panose="02040503050406030204" pitchFamily="18" charset="0"/>
                          </a:rPr>
                          <m:t>𝐴</m:t>
                        </m:r>
                      </m:e>
                      <m:sub>
                        <m:r>
                          <a:rPr lang="en-US" altLang="zh-CN" b="0" i="1" dirty="0" smtClean="0">
                            <a:effectLst/>
                            <a:latin typeface="Cambria Math" panose="02040503050406030204" pitchFamily="18" charset="0"/>
                          </a:rPr>
                          <m:t>𝑖</m:t>
                        </m:r>
                      </m:sub>
                    </m:sSub>
                  </m:oMath>
                </a14:m>
                <a:r>
                  <a:rPr lang="en" altLang="zh-CN" dirty="0">
                    <a:effectLst/>
                    <a:latin typeface="Helvetica" pitchFamily="2" charset="0"/>
                  </a:rPr>
                  <a:t>, the inverse is computed: </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sup>
                    </m:sSubSup>
                    <m:r>
                      <a:rPr lang="en" altLang="zh-CN" i="1" smtClean="0">
                        <a:latin typeface="Cambria Math" panose="02040503050406030204" pitchFamily="18" charset="0"/>
                      </a:rPr>
                      <m:t>=</m:t>
                    </m:r>
                  </m:oMath>
                </a14:m>
                <a:r>
                  <a:rPr lang="en-US" altLang="zh-CN" dirty="0"/>
                  <a:t> </a:t>
                </a:r>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𝐴</m:t>
                        </m:r>
                      </m:e>
                      <m:sub>
                        <m:r>
                          <a:rPr lang="en-US" altLang="zh-CN" i="1">
                            <a:latin typeface="Cambria Math" panose="02040503050406030204" pitchFamily="18" charset="0"/>
                          </a:rPr>
                          <m:t>𝑖</m:t>
                        </m:r>
                      </m:sub>
                      <m:sup>
                        <m:r>
                          <a:rPr lang="en-US" altLang="zh-CN" b="0" i="1" smtClean="0">
                            <a:latin typeface="Cambria Math" panose="02040503050406030204" pitchFamily="18" charset="0"/>
                          </a:rPr>
                          <m:t>−1</m:t>
                        </m:r>
                      </m:sup>
                    </m:sSubSup>
                  </m:oMath>
                </a14:m>
                <a:r>
                  <a:rPr lang="en" altLang="zh-CN" dirty="0">
                    <a:effectLst/>
                    <a:latin typeface="Helvetica" pitchFamily="2" charset="0"/>
                  </a:rPr>
                  <a:t>, where both </a:t>
                </a:r>
                <a14:m>
                  <m:oMath xmlns:m="http://schemas.openxmlformats.org/officeDocument/2006/math">
                    <m:sSub>
                      <m:sSubPr>
                        <m:ctrlPr>
                          <a:rPr lang="en"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oMath>
                </a14:m>
                <a:r>
                  <a:rPr lang="en" altLang="zh-CN" dirty="0">
                    <a:effectLst/>
                    <a:latin typeface="Helvetica" pitchFamily="2" charset="0"/>
                  </a:rPr>
                  <a:t>and </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𝐵</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oMath>
                </a14:m>
                <a:r>
                  <a:rPr lang="en" altLang="zh-CN" dirty="0">
                    <a:effectLst/>
                    <a:latin typeface="Helvetica" pitchFamily="2" charset="0"/>
                  </a:rPr>
                  <a:t> are considered elements in the field </a:t>
                </a:r>
                <a:r>
                  <a:rPr lang="en" altLang="zh-CN" i="1" dirty="0">
                    <a:effectLst/>
                    <a:latin typeface="Helvetica" pitchFamily="2" charset="0"/>
                  </a:rPr>
                  <a:t>GF</a:t>
                </a:r>
                <a:r>
                  <a:rPr lang="en" altLang="zh-CN" dirty="0">
                    <a:effectLst/>
                    <a:latin typeface="Helvetica" pitchFamily="2" charset="0"/>
                  </a:rPr>
                  <a:t>(2</a:t>
                </a:r>
                <a:r>
                  <a:rPr lang="en" altLang="zh-CN" baseline="30000" dirty="0">
                    <a:effectLst/>
                    <a:latin typeface="Helvetica" pitchFamily="2" charset="0"/>
                  </a:rPr>
                  <a:t>8</a:t>
                </a:r>
                <a:r>
                  <a:rPr lang="en" altLang="zh-CN" dirty="0">
                    <a:effectLst/>
                    <a:latin typeface="Helvetica" pitchFamily="2" charset="0"/>
                  </a:rPr>
                  <a:t>) with the fixed irreducible polynomial </a:t>
                </a:r>
                <a:r>
                  <a:rPr lang="en" altLang="zh-CN" i="1" dirty="0">
                    <a:effectLst/>
                    <a:latin typeface="Helvetica" pitchFamily="2" charset="0"/>
                  </a:rPr>
                  <a:t>P</a:t>
                </a:r>
                <a:r>
                  <a:rPr lang="en" altLang="zh-CN" dirty="0">
                    <a:effectLst/>
                    <a:latin typeface="Helvetica" pitchFamily="2" charset="0"/>
                  </a:rPr>
                  <a:t>(</a:t>
                </a:r>
                <a:r>
                  <a:rPr lang="en" altLang="zh-CN" i="1" dirty="0">
                    <a:effectLst/>
                    <a:latin typeface="Helvetica" pitchFamily="2" charset="0"/>
                  </a:rPr>
                  <a:t>x</a:t>
                </a:r>
                <a:r>
                  <a:rPr lang="en" altLang="zh-CN" dirty="0">
                    <a:effectLst/>
                    <a:latin typeface="Helvetica" pitchFamily="2" charset="0"/>
                  </a:rPr>
                  <a:t>) = </a:t>
                </a:r>
                <a:r>
                  <a:rPr lang="en" altLang="zh-CN" i="1" dirty="0">
                    <a:effectLst/>
                    <a:latin typeface="Helvetica" pitchFamily="2" charset="0"/>
                  </a:rPr>
                  <a:t>x</a:t>
                </a:r>
                <a:r>
                  <a:rPr lang="en" altLang="zh-CN" baseline="30000" dirty="0">
                    <a:effectLst/>
                    <a:latin typeface="Helvetica" pitchFamily="2" charset="0"/>
                  </a:rPr>
                  <a:t>8</a:t>
                </a:r>
                <a:r>
                  <a:rPr lang="en" altLang="zh-CN" dirty="0">
                    <a:effectLst/>
                    <a:latin typeface="Helvetica" pitchFamily="2" charset="0"/>
                  </a:rPr>
                  <a:t>+</a:t>
                </a:r>
                <a:r>
                  <a:rPr lang="en" altLang="zh-CN" i="1" dirty="0">
                    <a:effectLst/>
                    <a:latin typeface="Helvetica" pitchFamily="2" charset="0"/>
                  </a:rPr>
                  <a:t>x</a:t>
                </a:r>
                <a:r>
                  <a:rPr lang="en" altLang="zh-CN" baseline="30000" dirty="0">
                    <a:effectLst/>
                    <a:latin typeface="Helvetica" pitchFamily="2" charset="0"/>
                  </a:rPr>
                  <a:t>4</a:t>
                </a:r>
                <a:r>
                  <a:rPr lang="en" altLang="zh-CN" dirty="0">
                    <a:effectLst/>
                    <a:latin typeface="Helvetica" pitchFamily="2" charset="0"/>
                  </a:rPr>
                  <a:t>+</a:t>
                </a:r>
                <a:r>
                  <a:rPr lang="en" altLang="zh-CN" i="1" dirty="0">
                    <a:effectLst/>
                    <a:latin typeface="Helvetica" pitchFamily="2" charset="0"/>
                  </a:rPr>
                  <a:t>x</a:t>
                </a:r>
                <a:r>
                  <a:rPr lang="en" altLang="zh-CN" baseline="30000" dirty="0">
                    <a:effectLst/>
                    <a:latin typeface="Helvetica" pitchFamily="2" charset="0"/>
                  </a:rPr>
                  <a:t>3</a:t>
                </a:r>
                <a:r>
                  <a:rPr lang="en" altLang="zh-CN" dirty="0">
                    <a:effectLst/>
                    <a:latin typeface="Helvetica" pitchFamily="2" charset="0"/>
                  </a:rPr>
                  <a:t>+</a:t>
                </a:r>
                <a:r>
                  <a:rPr lang="en" altLang="zh-CN" i="1" dirty="0">
                    <a:effectLst/>
                    <a:latin typeface="Helvetica" pitchFamily="2" charset="0"/>
                  </a:rPr>
                  <a:t>x</a:t>
                </a:r>
                <a:r>
                  <a:rPr lang="en" altLang="zh-CN" dirty="0">
                    <a:effectLst/>
                    <a:latin typeface="Helvetica" pitchFamily="2" charset="0"/>
                  </a:rPr>
                  <a:t>+1.</a:t>
                </a:r>
              </a:p>
            </p:txBody>
          </p:sp>
        </mc:Choice>
        <mc:Fallback>
          <p:sp>
            <p:nvSpPr>
              <p:cNvPr id="5" name="Inhaltsplatzhalter 2">
                <a:extLst>
                  <a:ext uri="{FF2B5EF4-FFF2-40B4-BE49-F238E27FC236}">
                    <a16:creationId xmlns:a16="http://schemas.microsoft.com/office/drawing/2014/main" id="{5582AF6E-0DE4-196C-4494-18AF485FF05C}"/>
                  </a:ext>
                </a:extLst>
              </p:cNvPr>
              <p:cNvSpPr txBox="1">
                <a:spLocks noRot="1" noChangeAspect="1" noMove="1" noResize="1" noEditPoints="1" noAdjustHandles="1" noChangeArrowheads="1" noChangeShapeType="1" noTextEdit="1"/>
              </p:cNvSpPr>
              <p:nvPr/>
            </p:nvSpPr>
            <p:spPr bwMode="auto">
              <a:xfrm>
                <a:off x="251520" y="3284984"/>
                <a:ext cx="3096343" cy="2150397"/>
              </a:xfrm>
              <a:prstGeom prst="rect">
                <a:avLst/>
              </a:prstGeom>
              <a:blipFill>
                <a:blip r:embed="rId4"/>
                <a:stretch>
                  <a:fillRect l="-3673" t="-1170" r="-4490" b="-40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48050122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el 1">
            <a:extLst>
              <a:ext uri="{FF2B5EF4-FFF2-40B4-BE49-F238E27FC236}">
                <a16:creationId xmlns:a16="http://schemas.microsoft.com/office/drawing/2014/main" id="{88F6AC68-40E0-DABC-C354-B72AAE19386A}"/>
              </a:ext>
            </a:extLst>
          </p:cNvPr>
          <p:cNvSpPr>
            <a:spLocks noGrp="1"/>
          </p:cNvSpPr>
          <p:nvPr>
            <p:ph type="title"/>
          </p:nvPr>
        </p:nvSpPr>
        <p:spPr/>
        <p:txBody>
          <a:bodyPr/>
          <a:lstStyle/>
          <a:p>
            <a:r>
              <a:rPr lang="de-DE" altLang="zh-CN"/>
              <a:t>Diffusion Layer</a:t>
            </a:r>
          </a:p>
        </p:txBody>
      </p:sp>
      <p:sp>
        <p:nvSpPr>
          <p:cNvPr id="28675" name="Inhaltsplatzhalter 2">
            <a:extLst>
              <a:ext uri="{FF2B5EF4-FFF2-40B4-BE49-F238E27FC236}">
                <a16:creationId xmlns:a16="http://schemas.microsoft.com/office/drawing/2014/main" id="{85D3046A-EEF0-70F6-07C6-BE10107D613C}"/>
              </a:ext>
            </a:extLst>
          </p:cNvPr>
          <p:cNvSpPr>
            <a:spLocks noGrp="1"/>
          </p:cNvSpPr>
          <p:nvPr>
            <p:ph idx="1"/>
          </p:nvPr>
        </p:nvSpPr>
        <p:spPr>
          <a:xfrm>
            <a:off x="849313" y="1130300"/>
            <a:ext cx="7723187" cy="4016375"/>
          </a:xfrm>
        </p:spPr>
        <p:txBody>
          <a:bodyPr/>
          <a:lstStyle/>
          <a:p>
            <a:pPr>
              <a:buFontTx/>
              <a:buNone/>
            </a:pPr>
            <a:r>
              <a:rPr lang="de-DE" altLang="zh-CN"/>
              <a:t>The Diffusion layer </a:t>
            </a:r>
          </a:p>
          <a:p>
            <a:pPr>
              <a:buFontTx/>
              <a:buNone/>
            </a:pPr>
            <a:endParaRPr lang="de-DE" altLang="zh-CN" sz="600"/>
          </a:p>
          <a:p>
            <a:r>
              <a:rPr lang="de-DE" altLang="zh-CN"/>
              <a:t>provides diffusion over all input state bits</a:t>
            </a:r>
            <a:endParaRPr lang="de-DE" altLang="zh-CN" i="1" baseline="-25000"/>
          </a:p>
          <a:p>
            <a:endParaRPr lang="de-DE" altLang="zh-CN"/>
          </a:p>
          <a:p>
            <a:r>
              <a:rPr lang="de-DE" altLang="zh-CN"/>
              <a:t>consists of two sublayers:</a:t>
            </a:r>
          </a:p>
          <a:p>
            <a:pPr lvl="1"/>
            <a:r>
              <a:rPr lang="de-DE" altLang="zh-CN" b="1"/>
              <a:t>ShiftRows Sublayer</a:t>
            </a:r>
            <a:r>
              <a:rPr lang="de-DE" altLang="zh-CN"/>
              <a:t>: Permutation of the data on a byte level</a:t>
            </a:r>
          </a:p>
          <a:p>
            <a:pPr lvl="1"/>
            <a:r>
              <a:rPr lang="de-DE" altLang="zh-CN" b="1"/>
              <a:t>MixColumn Sublayer</a:t>
            </a:r>
            <a:r>
              <a:rPr lang="de-DE" altLang="zh-CN"/>
              <a:t>: Matrix operation which combines (</a:t>
            </a:r>
            <a:r>
              <a:rPr lang="en-US" altLang="zh-CN">
                <a:ea typeface="宋体" panose="02010600030101010101" pitchFamily="2" charset="-122"/>
              </a:rPr>
              <a:t>“mixes”)</a:t>
            </a:r>
            <a:r>
              <a:rPr lang="de-DE" altLang="zh-CN"/>
              <a:t> blocks of four bytes</a:t>
            </a:r>
          </a:p>
          <a:p>
            <a:endParaRPr lang="de-DE" altLang="zh-CN"/>
          </a:p>
          <a:p>
            <a:r>
              <a:rPr lang="de-DE" altLang="zh-CN"/>
              <a:t>performs a linear operation on state matrices </a:t>
            </a:r>
            <a:r>
              <a:rPr lang="de-DE" altLang="zh-CN" i="1"/>
              <a:t>A</a:t>
            </a:r>
            <a:r>
              <a:rPr lang="de-DE" altLang="zh-CN"/>
              <a:t>, </a:t>
            </a:r>
            <a:r>
              <a:rPr lang="de-DE" altLang="zh-CN" i="1"/>
              <a:t>B</a:t>
            </a:r>
            <a:r>
              <a:rPr lang="de-DE" altLang="zh-CN"/>
              <a:t>, i.e.,</a:t>
            </a:r>
            <a:br>
              <a:rPr lang="de-DE" altLang="zh-CN"/>
            </a:br>
            <a:r>
              <a:rPr lang="de-DE" altLang="zh-CN"/>
              <a:t>	          DIFF(</a:t>
            </a:r>
            <a:r>
              <a:rPr lang="de-DE" altLang="zh-CN" i="1"/>
              <a:t>A</a:t>
            </a:r>
            <a:r>
              <a:rPr lang="de-DE" altLang="zh-CN"/>
              <a:t>) + DIFF(</a:t>
            </a:r>
            <a:r>
              <a:rPr lang="de-DE" altLang="zh-CN" i="1"/>
              <a:t>B</a:t>
            </a:r>
            <a:r>
              <a:rPr lang="de-DE" altLang="zh-CN"/>
              <a:t>) = DIFF(</a:t>
            </a:r>
            <a:r>
              <a:rPr lang="de-DE" altLang="zh-CN" i="1"/>
              <a:t>A</a:t>
            </a:r>
            <a:r>
              <a:rPr lang="de-DE" altLang="zh-CN"/>
              <a:t> + </a:t>
            </a:r>
            <a:r>
              <a:rPr lang="de-DE" altLang="zh-CN" i="1"/>
              <a:t>B</a:t>
            </a:r>
            <a:r>
              <a:rPr lang="de-DE" altLang="zh-CN"/>
              <a:t>)</a:t>
            </a:r>
          </a:p>
          <a:p>
            <a:endParaRPr lang="de-DE" altLang="zh-CN"/>
          </a:p>
        </p:txBody>
      </p:sp>
      <p:sp>
        <p:nvSpPr>
          <p:cNvPr id="28676" name="Fußzeilenplatzhalter 4">
            <a:extLst>
              <a:ext uri="{FF2B5EF4-FFF2-40B4-BE49-F238E27FC236}">
                <a16:creationId xmlns:a16="http://schemas.microsoft.com/office/drawing/2014/main" id="{36581D14-25E2-2175-77E7-ACB9ECF101D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28677" name="Inhaltsplatzhalter 5" descr="aes_round.png">
            <a:extLst>
              <a:ext uri="{FF2B5EF4-FFF2-40B4-BE49-F238E27FC236}">
                <a16:creationId xmlns:a16="http://schemas.microsoft.com/office/drawing/2014/main" id="{9ECEDFF1-0C17-A415-3D68-9BDA50AD94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357188"/>
            <a:ext cx="2108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Rechteck 8">
            <a:extLst>
              <a:ext uri="{FF2B5EF4-FFF2-40B4-BE49-F238E27FC236}">
                <a16:creationId xmlns:a16="http://schemas.microsoft.com/office/drawing/2014/main" id="{9702670D-3C62-89E4-4B7A-E6AE00F5E201}"/>
              </a:ext>
            </a:extLst>
          </p:cNvPr>
          <p:cNvSpPr>
            <a:spLocks noChangeArrowheads="1"/>
          </p:cNvSpPr>
          <p:nvPr/>
        </p:nvSpPr>
        <p:spPr bwMode="auto">
          <a:xfrm>
            <a:off x="6543675" y="636588"/>
            <a:ext cx="2314575" cy="86995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8679" name="Foliennummernplatzhalter 8">
            <a:extLst>
              <a:ext uri="{FF2B5EF4-FFF2-40B4-BE49-F238E27FC236}">
                <a16:creationId xmlns:a16="http://schemas.microsoft.com/office/drawing/2014/main" id="{BBF311DE-E03A-880D-F371-6213472516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396DB10-42BC-7046-99B7-3BB9BB12247A}" type="slidenum">
              <a:rPr lang="de-DE" altLang="zh-CN">
                <a:solidFill>
                  <a:srgbClr val="394073"/>
                </a:solidFill>
              </a:rPr>
              <a:pPr/>
              <a:t>15</a:t>
            </a:fld>
            <a:r>
              <a:rPr lang="de-DE" altLang="zh-CN">
                <a:solidFill>
                  <a:srgbClr val="394073"/>
                </a:solidFill>
              </a:rPr>
              <a:t>/28</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Inhaltsplatzhalter 5" descr="aes_round.png">
            <a:extLst>
              <a:ext uri="{FF2B5EF4-FFF2-40B4-BE49-F238E27FC236}">
                <a16:creationId xmlns:a16="http://schemas.microsoft.com/office/drawing/2014/main" id="{F9082A0D-732C-E251-4E61-5439A4DAD4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357188"/>
            <a:ext cx="2108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el 1">
            <a:extLst>
              <a:ext uri="{FF2B5EF4-FFF2-40B4-BE49-F238E27FC236}">
                <a16:creationId xmlns:a16="http://schemas.microsoft.com/office/drawing/2014/main" id="{FCEFB0CF-AC84-2693-AE0D-82B6693D4312}"/>
              </a:ext>
            </a:extLst>
          </p:cNvPr>
          <p:cNvSpPr>
            <a:spLocks noGrp="1"/>
          </p:cNvSpPr>
          <p:nvPr>
            <p:ph type="title"/>
          </p:nvPr>
        </p:nvSpPr>
        <p:spPr/>
        <p:txBody>
          <a:bodyPr/>
          <a:lstStyle/>
          <a:p>
            <a:r>
              <a:rPr lang="de-DE" altLang="zh-CN"/>
              <a:t>ShiftRows Sublayer</a:t>
            </a:r>
          </a:p>
        </p:txBody>
      </p:sp>
      <p:sp>
        <p:nvSpPr>
          <p:cNvPr id="29700" name="Inhaltsplatzhalter 2">
            <a:extLst>
              <a:ext uri="{FF2B5EF4-FFF2-40B4-BE49-F238E27FC236}">
                <a16:creationId xmlns:a16="http://schemas.microsoft.com/office/drawing/2014/main" id="{CAFF1892-2A88-EE7C-528E-3C7070FE260D}"/>
              </a:ext>
            </a:extLst>
          </p:cNvPr>
          <p:cNvSpPr>
            <a:spLocks noGrp="1"/>
          </p:cNvSpPr>
          <p:nvPr>
            <p:ph idx="1"/>
          </p:nvPr>
        </p:nvSpPr>
        <p:spPr>
          <a:xfrm>
            <a:off x="849313" y="1130300"/>
            <a:ext cx="6084887" cy="2892425"/>
          </a:xfrm>
        </p:spPr>
        <p:txBody>
          <a:bodyPr/>
          <a:lstStyle/>
          <a:p>
            <a:r>
              <a:rPr lang="de-DE" altLang="zh-CN"/>
              <a:t>Rows of the state matrix are shifted cyclically:</a:t>
            </a:r>
          </a:p>
          <a:p>
            <a:endParaRPr lang="de-DE" altLang="zh-CN"/>
          </a:p>
          <a:p>
            <a:pPr>
              <a:buFontTx/>
              <a:buNone/>
            </a:pPr>
            <a:r>
              <a:rPr lang="de-DE" altLang="zh-CN"/>
              <a:t>		Input matrix </a:t>
            </a:r>
          </a:p>
          <a:p>
            <a:pPr>
              <a:buFontTx/>
              <a:buNone/>
            </a:pPr>
            <a:endParaRPr lang="de-DE" altLang="zh-CN"/>
          </a:p>
          <a:p>
            <a:pPr>
              <a:buFontTx/>
              <a:buNone/>
            </a:pPr>
            <a:endParaRPr lang="de-DE" altLang="zh-CN"/>
          </a:p>
          <a:p>
            <a:pPr>
              <a:buFontTx/>
              <a:buNone/>
            </a:pPr>
            <a:endParaRPr lang="de-DE" altLang="zh-CN"/>
          </a:p>
          <a:p>
            <a:pPr>
              <a:buFontTx/>
              <a:buNone/>
            </a:pPr>
            <a:endParaRPr lang="de-DE" altLang="zh-CN"/>
          </a:p>
          <a:p>
            <a:pPr>
              <a:buFontTx/>
              <a:buNone/>
            </a:pPr>
            <a:r>
              <a:rPr lang="de-DE" altLang="zh-CN"/>
              <a:t>		Output matrix			</a:t>
            </a:r>
          </a:p>
        </p:txBody>
      </p:sp>
      <p:sp>
        <p:nvSpPr>
          <p:cNvPr id="29701" name="Fußzeilenplatzhalter 4">
            <a:extLst>
              <a:ext uri="{FF2B5EF4-FFF2-40B4-BE49-F238E27FC236}">
                <a16:creationId xmlns:a16="http://schemas.microsoft.com/office/drawing/2014/main" id="{2E53653E-E86C-5A4E-A76D-FE0222E194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29702" name="Rechteck 8">
            <a:extLst>
              <a:ext uri="{FF2B5EF4-FFF2-40B4-BE49-F238E27FC236}">
                <a16:creationId xmlns:a16="http://schemas.microsoft.com/office/drawing/2014/main" id="{AB8F74C9-DE1D-C8FF-965B-D09F668751CD}"/>
              </a:ext>
            </a:extLst>
          </p:cNvPr>
          <p:cNvSpPr>
            <a:spLocks noChangeArrowheads="1"/>
          </p:cNvSpPr>
          <p:nvPr/>
        </p:nvSpPr>
        <p:spPr bwMode="auto">
          <a:xfrm>
            <a:off x="6543675" y="636588"/>
            <a:ext cx="2314575" cy="86995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9703" name="Rechteck 8">
            <a:extLst>
              <a:ext uri="{FF2B5EF4-FFF2-40B4-BE49-F238E27FC236}">
                <a16:creationId xmlns:a16="http://schemas.microsoft.com/office/drawing/2014/main" id="{D01A7295-935D-BCA6-3DD7-F2E9E0AF0766}"/>
              </a:ext>
            </a:extLst>
          </p:cNvPr>
          <p:cNvSpPr>
            <a:spLocks noChangeArrowheads="1"/>
          </p:cNvSpPr>
          <p:nvPr/>
        </p:nvSpPr>
        <p:spPr bwMode="auto">
          <a:xfrm>
            <a:off x="6553200" y="642938"/>
            <a:ext cx="2297113" cy="508000"/>
          </a:xfrm>
          <a:prstGeom prst="rect">
            <a:avLst/>
          </a:prstGeom>
          <a:solidFill>
            <a:srgbClr val="FFFF00">
              <a:alpha val="10196"/>
            </a:srgbClr>
          </a:solidFill>
          <a:ln w="9525" algn="ctr">
            <a:solidFill>
              <a:schemeClr val="bg1"/>
            </a:solidFill>
            <a:round/>
            <a:headEnd/>
            <a:tailEnd/>
          </a:ln>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graphicFrame>
        <p:nvGraphicFramePr>
          <p:cNvPr id="11" name="Tabelle 10">
            <a:extLst>
              <a:ext uri="{FF2B5EF4-FFF2-40B4-BE49-F238E27FC236}">
                <a16:creationId xmlns:a16="http://schemas.microsoft.com/office/drawing/2014/main" id="{53BE4FDC-7180-02B1-BAD4-6D275AE65868}"/>
              </a:ext>
            </a:extLst>
          </p:cNvPr>
          <p:cNvGraphicFramePr>
            <a:graphicFrameLocks noGrp="1"/>
          </p:cNvGraphicFramePr>
          <p:nvPr/>
        </p:nvGraphicFramePr>
        <p:xfrm>
          <a:off x="3571875" y="1785938"/>
          <a:ext cx="2000252" cy="1341436"/>
        </p:xfrm>
        <a:graphic>
          <a:graphicData uri="http://schemas.openxmlformats.org/drawingml/2006/table">
            <a:tbl>
              <a:tblPr firstRow="1" bandRow="1">
                <a:effectLst/>
                <a:tableStyleId>{5940675A-B579-460E-94D1-54222C63F5DA}</a:tableStyleId>
              </a:tblPr>
              <a:tblGrid>
                <a:gridCol w="500063">
                  <a:extLst>
                    <a:ext uri="{9D8B030D-6E8A-4147-A177-3AD203B41FA5}">
                      <a16:colId xmlns:a16="http://schemas.microsoft.com/office/drawing/2014/main" val="20000"/>
                    </a:ext>
                  </a:extLst>
                </a:gridCol>
                <a:gridCol w="500063">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500063">
                  <a:extLst>
                    <a:ext uri="{9D8B030D-6E8A-4147-A177-3AD203B41FA5}">
                      <a16:colId xmlns:a16="http://schemas.microsoft.com/office/drawing/2014/main" val="20003"/>
                    </a:ext>
                  </a:extLst>
                </a:gridCol>
              </a:tblGrid>
              <a:tr h="335359">
                <a:tc>
                  <a:txBody>
                    <a:bodyPr/>
                    <a:lstStyle/>
                    <a:p>
                      <a:pPr algn="l"/>
                      <a:r>
                        <a:rPr lang="de-DE" sz="1600" i="1" dirty="0"/>
                        <a:t>B</a:t>
                      </a:r>
                      <a:r>
                        <a:rPr lang="de-DE" sz="1800" baseline="-25000" dirty="0"/>
                        <a:t>0</a:t>
                      </a:r>
                      <a:endParaRPr lang="de-DE" sz="1600" baseline="-25000" dirty="0"/>
                    </a:p>
                  </a:txBody>
                  <a:tcPr marL="91439" marR="91439" marT="45731" marB="45731" anchor="ctr"/>
                </a:tc>
                <a:tc>
                  <a:txBody>
                    <a:bodyPr/>
                    <a:lstStyle/>
                    <a:p>
                      <a:pPr algn="l"/>
                      <a:r>
                        <a:rPr lang="de-DE" sz="1600" i="1" dirty="0"/>
                        <a:t>B</a:t>
                      </a:r>
                      <a:r>
                        <a:rPr lang="de-DE" sz="1800" baseline="-25000" dirty="0"/>
                        <a:t>4</a:t>
                      </a:r>
                      <a:endParaRPr lang="de-DE" sz="1600" baseline="-25000" dirty="0"/>
                    </a:p>
                  </a:txBody>
                  <a:tcPr marL="91439" marR="91439" marT="45731" marB="45731" anchor="ctr"/>
                </a:tc>
                <a:tc>
                  <a:txBody>
                    <a:bodyPr/>
                    <a:lstStyle/>
                    <a:p>
                      <a:pPr algn="l"/>
                      <a:r>
                        <a:rPr lang="de-DE" sz="1600" i="1" dirty="0"/>
                        <a:t>B</a:t>
                      </a:r>
                      <a:r>
                        <a:rPr lang="de-DE" sz="1800" baseline="-25000" dirty="0"/>
                        <a:t>8</a:t>
                      </a:r>
                      <a:endParaRPr lang="de-DE" sz="1600" baseline="-25000" dirty="0"/>
                    </a:p>
                  </a:txBody>
                  <a:tcPr marL="91439" marR="91439" marT="45731" marB="45731" anchor="ctr"/>
                </a:tc>
                <a:tc>
                  <a:txBody>
                    <a:bodyPr/>
                    <a:lstStyle/>
                    <a:p>
                      <a:pPr algn="l"/>
                      <a:r>
                        <a:rPr lang="de-DE" sz="1600" i="1" dirty="0"/>
                        <a:t>B</a:t>
                      </a:r>
                      <a:r>
                        <a:rPr lang="de-DE" sz="1800" baseline="-25000" dirty="0"/>
                        <a:t>12</a:t>
                      </a:r>
                      <a:endParaRPr lang="de-DE" sz="1600" baseline="-25000" dirty="0"/>
                    </a:p>
                  </a:txBody>
                  <a:tcPr marL="91439" marR="91439" marT="45731" marB="45731" anchor="ctr"/>
                </a:tc>
                <a:extLst>
                  <a:ext uri="{0D108BD9-81ED-4DB2-BD59-A6C34878D82A}">
                    <a16:rowId xmlns:a16="http://schemas.microsoft.com/office/drawing/2014/main" val="10000"/>
                  </a:ext>
                </a:extLst>
              </a:tr>
              <a:tr h="335359">
                <a:tc>
                  <a:txBody>
                    <a:bodyPr/>
                    <a:lstStyle/>
                    <a:p>
                      <a:pPr algn="l"/>
                      <a:r>
                        <a:rPr lang="de-DE" sz="1600" i="1" dirty="0"/>
                        <a:t>B</a:t>
                      </a:r>
                      <a:r>
                        <a:rPr lang="de-DE" sz="1800" baseline="-25000" dirty="0"/>
                        <a:t>1</a:t>
                      </a:r>
                      <a:endParaRPr lang="de-DE" sz="1600" baseline="-25000" dirty="0"/>
                    </a:p>
                  </a:txBody>
                  <a:tcPr marL="91439" marR="91439" marT="45731" marB="45731" anchor="ctr"/>
                </a:tc>
                <a:tc>
                  <a:txBody>
                    <a:bodyPr/>
                    <a:lstStyle/>
                    <a:p>
                      <a:pPr algn="l"/>
                      <a:r>
                        <a:rPr lang="de-DE" sz="1600" i="1" dirty="0"/>
                        <a:t>B</a:t>
                      </a:r>
                      <a:r>
                        <a:rPr lang="de-DE" sz="1800" baseline="-25000" dirty="0"/>
                        <a:t>5</a:t>
                      </a:r>
                      <a:endParaRPr lang="de-DE" sz="1600" baseline="-25000" dirty="0"/>
                    </a:p>
                  </a:txBody>
                  <a:tcPr marL="91439" marR="91439" marT="45731" marB="45731" anchor="ctr"/>
                </a:tc>
                <a:tc>
                  <a:txBody>
                    <a:bodyPr/>
                    <a:lstStyle/>
                    <a:p>
                      <a:pPr algn="l"/>
                      <a:r>
                        <a:rPr lang="de-DE" sz="1600" i="1" dirty="0"/>
                        <a:t>B</a:t>
                      </a:r>
                      <a:r>
                        <a:rPr lang="de-DE" sz="1800" baseline="-25000" dirty="0"/>
                        <a:t>9</a:t>
                      </a:r>
                      <a:endParaRPr lang="de-DE" sz="1600" baseline="-25000" dirty="0"/>
                    </a:p>
                  </a:txBody>
                  <a:tcPr marL="91439" marR="91439" marT="45731" marB="45731" anchor="ctr"/>
                </a:tc>
                <a:tc>
                  <a:txBody>
                    <a:bodyPr/>
                    <a:lstStyle/>
                    <a:p>
                      <a:pPr algn="l"/>
                      <a:r>
                        <a:rPr lang="de-DE" sz="1600" i="1" dirty="0"/>
                        <a:t>B</a:t>
                      </a:r>
                      <a:r>
                        <a:rPr lang="de-DE" sz="1800" baseline="-25000" dirty="0"/>
                        <a:t>13</a:t>
                      </a:r>
                      <a:endParaRPr lang="de-DE" sz="1600" baseline="-25000" dirty="0"/>
                    </a:p>
                  </a:txBody>
                  <a:tcPr marL="91439" marR="91439" marT="45731" marB="45731" anchor="ctr"/>
                </a:tc>
                <a:extLst>
                  <a:ext uri="{0D108BD9-81ED-4DB2-BD59-A6C34878D82A}">
                    <a16:rowId xmlns:a16="http://schemas.microsoft.com/office/drawing/2014/main" val="10001"/>
                  </a:ext>
                </a:extLst>
              </a:tr>
              <a:tr h="335359">
                <a:tc>
                  <a:txBody>
                    <a:bodyPr/>
                    <a:lstStyle/>
                    <a:p>
                      <a:pPr algn="l"/>
                      <a:r>
                        <a:rPr lang="de-DE" sz="1600" i="1" dirty="0"/>
                        <a:t>B</a:t>
                      </a:r>
                      <a:r>
                        <a:rPr lang="de-DE" sz="1800" baseline="-25000" dirty="0"/>
                        <a:t>2</a:t>
                      </a:r>
                      <a:endParaRPr lang="de-DE" sz="1600" baseline="-25000" dirty="0"/>
                    </a:p>
                  </a:txBody>
                  <a:tcPr marL="91439" marR="91439" marT="45731" marB="45731" anchor="ctr"/>
                </a:tc>
                <a:tc>
                  <a:txBody>
                    <a:bodyPr/>
                    <a:lstStyle/>
                    <a:p>
                      <a:pPr algn="l"/>
                      <a:r>
                        <a:rPr lang="de-DE" sz="1600" i="1" dirty="0"/>
                        <a:t>B</a:t>
                      </a:r>
                      <a:r>
                        <a:rPr lang="de-DE" sz="1800" baseline="-25000" dirty="0"/>
                        <a:t>6</a:t>
                      </a:r>
                      <a:endParaRPr lang="de-DE" sz="1600" baseline="-25000" dirty="0"/>
                    </a:p>
                  </a:txBody>
                  <a:tcPr marL="91439" marR="91439" marT="45731" marB="45731" anchor="ctr"/>
                </a:tc>
                <a:tc>
                  <a:txBody>
                    <a:bodyPr/>
                    <a:lstStyle/>
                    <a:p>
                      <a:pPr algn="l"/>
                      <a:r>
                        <a:rPr lang="de-DE" sz="1600" i="1" dirty="0"/>
                        <a:t>B</a:t>
                      </a:r>
                      <a:r>
                        <a:rPr lang="de-DE" sz="1800" baseline="-25000" dirty="0"/>
                        <a:t>10</a:t>
                      </a:r>
                    </a:p>
                  </a:txBody>
                  <a:tcPr marL="91439" marR="91439" marT="45731" marB="45731" anchor="ctr"/>
                </a:tc>
                <a:tc>
                  <a:txBody>
                    <a:bodyPr/>
                    <a:lstStyle/>
                    <a:p>
                      <a:pPr algn="l"/>
                      <a:r>
                        <a:rPr lang="de-DE" sz="1600" i="1" dirty="0"/>
                        <a:t>B</a:t>
                      </a:r>
                      <a:r>
                        <a:rPr lang="de-DE" sz="1800" baseline="-25000" dirty="0"/>
                        <a:t>14</a:t>
                      </a:r>
                    </a:p>
                  </a:txBody>
                  <a:tcPr marL="91439" marR="91439" marT="45731" marB="45731" anchor="ctr"/>
                </a:tc>
                <a:extLst>
                  <a:ext uri="{0D108BD9-81ED-4DB2-BD59-A6C34878D82A}">
                    <a16:rowId xmlns:a16="http://schemas.microsoft.com/office/drawing/2014/main" val="10002"/>
                  </a:ext>
                </a:extLst>
              </a:tr>
              <a:tr h="335359">
                <a:tc>
                  <a:txBody>
                    <a:bodyPr/>
                    <a:lstStyle/>
                    <a:p>
                      <a:pPr algn="l"/>
                      <a:r>
                        <a:rPr lang="de-DE" sz="1600" i="1" dirty="0"/>
                        <a:t>B</a:t>
                      </a:r>
                      <a:r>
                        <a:rPr lang="de-DE" sz="1800" baseline="-25000" dirty="0"/>
                        <a:t>3</a:t>
                      </a:r>
                      <a:endParaRPr lang="de-DE" sz="1600" baseline="-25000" dirty="0"/>
                    </a:p>
                  </a:txBody>
                  <a:tcPr marL="91439" marR="91439" marT="45731" marB="45731" anchor="ctr"/>
                </a:tc>
                <a:tc>
                  <a:txBody>
                    <a:bodyPr/>
                    <a:lstStyle/>
                    <a:p>
                      <a:pPr algn="l"/>
                      <a:r>
                        <a:rPr lang="de-DE" sz="1600" i="1" dirty="0"/>
                        <a:t>B</a:t>
                      </a:r>
                      <a:r>
                        <a:rPr lang="de-DE" sz="1800" baseline="-25000" dirty="0"/>
                        <a:t>7</a:t>
                      </a:r>
                      <a:endParaRPr lang="de-DE" sz="1600" baseline="-25000" dirty="0"/>
                    </a:p>
                  </a:txBody>
                  <a:tcPr marL="91439" marR="91439" marT="45731" marB="45731" anchor="ctr"/>
                </a:tc>
                <a:tc>
                  <a:txBody>
                    <a:bodyPr/>
                    <a:lstStyle/>
                    <a:p>
                      <a:pPr algn="l"/>
                      <a:r>
                        <a:rPr lang="de-DE" sz="1600" i="1" dirty="0"/>
                        <a:t>B</a:t>
                      </a:r>
                      <a:r>
                        <a:rPr lang="de-DE" sz="1800" baseline="-25000" dirty="0"/>
                        <a:t>11</a:t>
                      </a:r>
                      <a:endParaRPr lang="de-DE" sz="1600" baseline="-25000" dirty="0"/>
                    </a:p>
                  </a:txBody>
                  <a:tcPr marL="91439" marR="91439" marT="45731" marB="45731" anchor="ctr"/>
                </a:tc>
                <a:tc>
                  <a:txBody>
                    <a:bodyPr/>
                    <a:lstStyle/>
                    <a:p>
                      <a:pPr algn="l"/>
                      <a:r>
                        <a:rPr lang="de-DE" sz="1600" i="1" dirty="0"/>
                        <a:t>B</a:t>
                      </a:r>
                      <a:r>
                        <a:rPr lang="de-DE" sz="1800" baseline="-25000" dirty="0"/>
                        <a:t>15</a:t>
                      </a:r>
                      <a:endParaRPr lang="de-DE" sz="1600" baseline="-25000" dirty="0"/>
                    </a:p>
                  </a:txBody>
                  <a:tcPr marL="91439" marR="91439" marT="45731" marB="45731" anchor="ctr"/>
                </a:tc>
                <a:extLst>
                  <a:ext uri="{0D108BD9-81ED-4DB2-BD59-A6C34878D82A}">
                    <a16:rowId xmlns:a16="http://schemas.microsoft.com/office/drawing/2014/main" val="10003"/>
                  </a:ext>
                </a:extLst>
              </a:tr>
            </a:tbl>
          </a:graphicData>
        </a:graphic>
      </p:graphicFrame>
      <p:graphicFrame>
        <p:nvGraphicFramePr>
          <p:cNvPr id="12" name="Tabelle 11">
            <a:extLst>
              <a:ext uri="{FF2B5EF4-FFF2-40B4-BE49-F238E27FC236}">
                <a16:creationId xmlns:a16="http://schemas.microsoft.com/office/drawing/2014/main" id="{C273280D-099E-FC58-9CDB-F336E76B5BF6}"/>
              </a:ext>
            </a:extLst>
          </p:cNvPr>
          <p:cNvGraphicFramePr>
            <a:graphicFrameLocks noGrp="1"/>
          </p:cNvGraphicFramePr>
          <p:nvPr/>
        </p:nvGraphicFramePr>
        <p:xfrm>
          <a:off x="3571875" y="3659188"/>
          <a:ext cx="2000252" cy="1341436"/>
        </p:xfrm>
        <a:graphic>
          <a:graphicData uri="http://schemas.openxmlformats.org/drawingml/2006/table">
            <a:tbl>
              <a:tblPr firstRow="1" bandRow="1">
                <a:effectLst/>
                <a:tableStyleId>{5940675A-B579-460E-94D1-54222C63F5DA}</a:tableStyleId>
              </a:tblPr>
              <a:tblGrid>
                <a:gridCol w="500063">
                  <a:extLst>
                    <a:ext uri="{9D8B030D-6E8A-4147-A177-3AD203B41FA5}">
                      <a16:colId xmlns:a16="http://schemas.microsoft.com/office/drawing/2014/main" val="20000"/>
                    </a:ext>
                  </a:extLst>
                </a:gridCol>
                <a:gridCol w="500063">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500063">
                  <a:extLst>
                    <a:ext uri="{9D8B030D-6E8A-4147-A177-3AD203B41FA5}">
                      <a16:colId xmlns:a16="http://schemas.microsoft.com/office/drawing/2014/main" val="20003"/>
                    </a:ext>
                  </a:extLst>
                </a:gridCol>
              </a:tblGrid>
              <a:tr h="335359">
                <a:tc>
                  <a:txBody>
                    <a:bodyPr/>
                    <a:lstStyle/>
                    <a:p>
                      <a:pPr algn="l"/>
                      <a:r>
                        <a:rPr lang="de-DE" sz="1600" i="1" dirty="0"/>
                        <a:t>B</a:t>
                      </a:r>
                      <a:r>
                        <a:rPr lang="de-DE" sz="1800" baseline="-25000" dirty="0"/>
                        <a:t>0</a:t>
                      </a:r>
                      <a:endParaRPr lang="de-DE" sz="1600" baseline="-25000" dirty="0"/>
                    </a:p>
                  </a:txBody>
                  <a:tcPr marL="91439" marR="91439" marT="45731" marB="45731" anchor="ctr"/>
                </a:tc>
                <a:tc>
                  <a:txBody>
                    <a:bodyPr/>
                    <a:lstStyle/>
                    <a:p>
                      <a:pPr algn="l"/>
                      <a:r>
                        <a:rPr lang="de-DE" sz="1600" i="1" dirty="0"/>
                        <a:t>B</a:t>
                      </a:r>
                      <a:r>
                        <a:rPr lang="de-DE" sz="1800" baseline="-25000" dirty="0"/>
                        <a:t>4</a:t>
                      </a:r>
                      <a:endParaRPr lang="de-DE" sz="1600" baseline="-25000" dirty="0"/>
                    </a:p>
                  </a:txBody>
                  <a:tcPr marL="91439" marR="91439" marT="45731" marB="45731" anchor="ctr"/>
                </a:tc>
                <a:tc>
                  <a:txBody>
                    <a:bodyPr/>
                    <a:lstStyle/>
                    <a:p>
                      <a:pPr algn="l"/>
                      <a:r>
                        <a:rPr lang="de-DE" sz="1600" i="1" dirty="0"/>
                        <a:t>B</a:t>
                      </a:r>
                      <a:r>
                        <a:rPr lang="de-DE" sz="1800" baseline="-25000" dirty="0"/>
                        <a:t>8</a:t>
                      </a:r>
                      <a:endParaRPr lang="de-DE" sz="1600" baseline="-25000" dirty="0"/>
                    </a:p>
                  </a:txBody>
                  <a:tcPr marL="91439" marR="91439" marT="45731" marB="45731" anchor="ctr"/>
                </a:tc>
                <a:tc>
                  <a:txBody>
                    <a:bodyPr/>
                    <a:lstStyle/>
                    <a:p>
                      <a:pPr algn="l"/>
                      <a:r>
                        <a:rPr lang="de-DE" sz="1600" i="1" dirty="0"/>
                        <a:t>B</a:t>
                      </a:r>
                      <a:r>
                        <a:rPr lang="de-DE" sz="1800" baseline="-25000" dirty="0"/>
                        <a:t>12</a:t>
                      </a:r>
                      <a:endParaRPr lang="de-DE" sz="1600" baseline="-25000" dirty="0"/>
                    </a:p>
                  </a:txBody>
                  <a:tcPr marL="91439" marR="91439" marT="45731" marB="45731" anchor="ctr"/>
                </a:tc>
                <a:extLst>
                  <a:ext uri="{0D108BD9-81ED-4DB2-BD59-A6C34878D82A}">
                    <a16:rowId xmlns:a16="http://schemas.microsoft.com/office/drawing/2014/main" val="10000"/>
                  </a:ext>
                </a:extLst>
              </a:tr>
              <a:tr h="335359">
                <a:tc>
                  <a:txBody>
                    <a:bodyPr/>
                    <a:lstStyle/>
                    <a:p>
                      <a:pPr algn="l"/>
                      <a:r>
                        <a:rPr lang="de-DE" sz="1600" i="1" dirty="0"/>
                        <a:t>B</a:t>
                      </a:r>
                      <a:r>
                        <a:rPr lang="de-DE" sz="1800" i="1" baseline="-25000" dirty="0"/>
                        <a:t>5</a:t>
                      </a:r>
                      <a:endParaRPr lang="de-DE" sz="1600" baseline="-25000" dirty="0"/>
                    </a:p>
                  </a:txBody>
                  <a:tcPr marL="91439" marR="91439" marT="45731" marB="45731" anchor="ctr"/>
                </a:tc>
                <a:tc>
                  <a:txBody>
                    <a:bodyPr/>
                    <a:lstStyle/>
                    <a:p>
                      <a:pPr algn="l"/>
                      <a:r>
                        <a:rPr lang="de-DE" sz="1600" i="1" dirty="0"/>
                        <a:t>B</a:t>
                      </a:r>
                      <a:r>
                        <a:rPr lang="de-DE" sz="1800" i="1" baseline="-25000" dirty="0"/>
                        <a:t>9</a:t>
                      </a:r>
                      <a:endParaRPr lang="de-DE" sz="1600" baseline="-25000" dirty="0"/>
                    </a:p>
                  </a:txBody>
                  <a:tcPr marL="91439" marR="91439" marT="45731" marB="45731" anchor="ctr"/>
                </a:tc>
                <a:tc>
                  <a:txBody>
                    <a:bodyPr/>
                    <a:lstStyle/>
                    <a:p>
                      <a:pPr algn="l"/>
                      <a:r>
                        <a:rPr lang="de-DE" sz="1600" i="1" dirty="0"/>
                        <a:t>B</a:t>
                      </a:r>
                      <a:r>
                        <a:rPr lang="de-DE" sz="1800" i="1" baseline="-25000" dirty="0"/>
                        <a:t>13</a:t>
                      </a:r>
                      <a:endParaRPr lang="de-DE" sz="1600" baseline="-25000" dirty="0"/>
                    </a:p>
                  </a:txBody>
                  <a:tcPr marL="91439" marR="91439" marT="45731" marB="45731" anchor="ctr"/>
                </a:tc>
                <a:tc>
                  <a:txBody>
                    <a:bodyPr/>
                    <a:lstStyle/>
                    <a:p>
                      <a:pPr algn="l"/>
                      <a:r>
                        <a:rPr lang="de-DE" sz="1600" i="1" dirty="0"/>
                        <a:t>B</a:t>
                      </a:r>
                      <a:r>
                        <a:rPr lang="de-DE" sz="1800" i="1" baseline="-25000" dirty="0"/>
                        <a:t>1</a:t>
                      </a:r>
                      <a:endParaRPr lang="de-DE" sz="1600" baseline="-25000" dirty="0"/>
                    </a:p>
                  </a:txBody>
                  <a:tcPr marL="91439" marR="91439" marT="45731" marB="45731" anchor="ctr"/>
                </a:tc>
                <a:extLst>
                  <a:ext uri="{0D108BD9-81ED-4DB2-BD59-A6C34878D82A}">
                    <a16:rowId xmlns:a16="http://schemas.microsoft.com/office/drawing/2014/main" val="10001"/>
                  </a:ext>
                </a:extLst>
              </a:tr>
              <a:tr h="335359">
                <a:tc>
                  <a:txBody>
                    <a:bodyPr/>
                    <a:lstStyle/>
                    <a:p>
                      <a:pPr algn="l"/>
                      <a:r>
                        <a:rPr lang="de-DE" sz="1600" i="1" dirty="0"/>
                        <a:t>B</a:t>
                      </a:r>
                      <a:r>
                        <a:rPr lang="de-DE" sz="1800" i="1" baseline="-25000" dirty="0"/>
                        <a:t>10</a:t>
                      </a:r>
                      <a:endParaRPr lang="de-DE" sz="1600" baseline="-25000" dirty="0"/>
                    </a:p>
                  </a:txBody>
                  <a:tcPr marL="91439" marR="91439" marT="45731" marB="45731" anchor="ctr"/>
                </a:tc>
                <a:tc>
                  <a:txBody>
                    <a:bodyPr/>
                    <a:lstStyle/>
                    <a:p>
                      <a:pPr algn="l"/>
                      <a:r>
                        <a:rPr lang="de-DE" sz="1600" i="1" dirty="0"/>
                        <a:t>B</a:t>
                      </a:r>
                      <a:r>
                        <a:rPr lang="de-DE" sz="1800" i="1" baseline="-25000" dirty="0"/>
                        <a:t>14</a:t>
                      </a:r>
                      <a:endParaRPr lang="de-DE" sz="1600" baseline="-25000" dirty="0"/>
                    </a:p>
                  </a:txBody>
                  <a:tcPr marL="91439" marR="91439" marT="45731" marB="45731" anchor="ctr"/>
                </a:tc>
                <a:tc>
                  <a:txBody>
                    <a:bodyPr/>
                    <a:lstStyle/>
                    <a:p>
                      <a:pPr algn="l"/>
                      <a:r>
                        <a:rPr lang="de-DE" sz="1600" i="1" dirty="0"/>
                        <a:t>B</a:t>
                      </a:r>
                      <a:r>
                        <a:rPr lang="de-DE" sz="1800" i="1" baseline="-25000" dirty="0"/>
                        <a:t>2</a:t>
                      </a:r>
                      <a:endParaRPr lang="de-DE" sz="1800" baseline="-25000" dirty="0"/>
                    </a:p>
                  </a:txBody>
                  <a:tcPr marL="91439" marR="91439" marT="45731" marB="45731" anchor="ctr"/>
                </a:tc>
                <a:tc>
                  <a:txBody>
                    <a:bodyPr/>
                    <a:lstStyle/>
                    <a:p>
                      <a:pPr algn="l"/>
                      <a:r>
                        <a:rPr lang="de-DE" sz="1600" i="1" dirty="0"/>
                        <a:t>B</a:t>
                      </a:r>
                      <a:r>
                        <a:rPr lang="de-DE" sz="1800" i="1" baseline="-25000" dirty="0"/>
                        <a:t>6</a:t>
                      </a:r>
                      <a:endParaRPr lang="de-DE" sz="1800" baseline="-25000" dirty="0"/>
                    </a:p>
                  </a:txBody>
                  <a:tcPr marL="91439" marR="91439" marT="45731" marB="45731" anchor="ctr"/>
                </a:tc>
                <a:extLst>
                  <a:ext uri="{0D108BD9-81ED-4DB2-BD59-A6C34878D82A}">
                    <a16:rowId xmlns:a16="http://schemas.microsoft.com/office/drawing/2014/main" val="10002"/>
                  </a:ext>
                </a:extLst>
              </a:tr>
              <a:tr h="335359">
                <a:tc>
                  <a:txBody>
                    <a:bodyPr/>
                    <a:lstStyle/>
                    <a:p>
                      <a:pPr algn="l"/>
                      <a:r>
                        <a:rPr lang="de-DE" sz="1600" i="1" dirty="0"/>
                        <a:t>B</a:t>
                      </a:r>
                      <a:r>
                        <a:rPr lang="de-DE" sz="1800" i="1" baseline="-25000" dirty="0"/>
                        <a:t>15</a:t>
                      </a:r>
                      <a:endParaRPr lang="de-DE" sz="1600" baseline="-25000" dirty="0"/>
                    </a:p>
                  </a:txBody>
                  <a:tcPr marL="91439" marR="91439" marT="45731" marB="45731" anchor="ctr"/>
                </a:tc>
                <a:tc>
                  <a:txBody>
                    <a:bodyPr/>
                    <a:lstStyle/>
                    <a:p>
                      <a:pPr algn="l"/>
                      <a:r>
                        <a:rPr lang="de-DE" sz="1600" i="1" dirty="0"/>
                        <a:t>B</a:t>
                      </a:r>
                      <a:r>
                        <a:rPr lang="de-DE" sz="1800" i="1" baseline="-25000" dirty="0"/>
                        <a:t>3</a:t>
                      </a:r>
                      <a:endParaRPr lang="de-DE" sz="1600" baseline="-25000" dirty="0"/>
                    </a:p>
                  </a:txBody>
                  <a:tcPr marL="91439" marR="91439" marT="45731" marB="45731" anchor="ctr"/>
                </a:tc>
                <a:tc>
                  <a:txBody>
                    <a:bodyPr/>
                    <a:lstStyle/>
                    <a:p>
                      <a:pPr algn="l"/>
                      <a:r>
                        <a:rPr lang="de-DE" sz="1600" i="1" dirty="0"/>
                        <a:t>B</a:t>
                      </a:r>
                      <a:r>
                        <a:rPr lang="de-DE" sz="1800" i="1" baseline="-25000" dirty="0"/>
                        <a:t>7</a:t>
                      </a:r>
                      <a:endParaRPr lang="de-DE" sz="1600" baseline="-25000" dirty="0"/>
                    </a:p>
                  </a:txBody>
                  <a:tcPr marL="91439" marR="91439" marT="45731" marB="45731" anchor="ctr"/>
                </a:tc>
                <a:tc>
                  <a:txBody>
                    <a:bodyPr/>
                    <a:lstStyle/>
                    <a:p>
                      <a:pPr algn="l"/>
                      <a:r>
                        <a:rPr lang="de-DE" sz="1600" i="1" dirty="0"/>
                        <a:t>B</a:t>
                      </a:r>
                      <a:r>
                        <a:rPr lang="de-DE" sz="1800" baseline="-25000" dirty="0"/>
                        <a:t>11</a:t>
                      </a:r>
                      <a:endParaRPr lang="de-DE" sz="1600" baseline="-25000" dirty="0"/>
                    </a:p>
                  </a:txBody>
                  <a:tcPr marL="91439" marR="91439" marT="45731" marB="45731" anchor="ctr"/>
                </a:tc>
                <a:extLst>
                  <a:ext uri="{0D108BD9-81ED-4DB2-BD59-A6C34878D82A}">
                    <a16:rowId xmlns:a16="http://schemas.microsoft.com/office/drawing/2014/main" val="10003"/>
                  </a:ext>
                </a:extLst>
              </a:tr>
            </a:tbl>
          </a:graphicData>
        </a:graphic>
      </p:graphicFrame>
      <p:sp>
        <p:nvSpPr>
          <p:cNvPr id="29758" name="Textfeld 12">
            <a:extLst>
              <a:ext uri="{FF2B5EF4-FFF2-40B4-BE49-F238E27FC236}">
                <a16:creationId xmlns:a16="http://schemas.microsoft.com/office/drawing/2014/main" id="{33297D00-1916-74AF-021D-E81745DF290F}"/>
              </a:ext>
            </a:extLst>
          </p:cNvPr>
          <p:cNvSpPr txBox="1">
            <a:spLocks noChangeArrowheads="1"/>
          </p:cNvSpPr>
          <p:nvPr/>
        </p:nvSpPr>
        <p:spPr bwMode="auto">
          <a:xfrm>
            <a:off x="5006975" y="3660775"/>
            <a:ext cx="320833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sz="1600"/>
              <a:t>	no shift</a:t>
            </a:r>
          </a:p>
          <a:p>
            <a:endParaRPr lang="de-DE" altLang="zh-CN" sz="600"/>
          </a:p>
          <a:p>
            <a:r>
              <a:rPr lang="de-DE" altLang="zh-CN" sz="1600"/>
              <a:t>           ← 	one position left shift</a:t>
            </a:r>
          </a:p>
          <a:p>
            <a:endParaRPr lang="de-DE" altLang="zh-CN" sz="600"/>
          </a:p>
          <a:p>
            <a:r>
              <a:rPr lang="de-DE" altLang="zh-CN" sz="1600"/>
              <a:t>           ← 	two positions left shift</a:t>
            </a:r>
          </a:p>
          <a:p>
            <a:endParaRPr lang="de-DE" altLang="zh-CN" sz="600"/>
          </a:p>
          <a:p>
            <a:r>
              <a:rPr lang="de-DE" altLang="zh-CN" sz="1600"/>
              <a:t>           ← 	three positions left shift</a:t>
            </a:r>
          </a:p>
        </p:txBody>
      </p:sp>
      <p:sp>
        <p:nvSpPr>
          <p:cNvPr id="29759" name="Foliennummernplatzhalter 13">
            <a:extLst>
              <a:ext uri="{FF2B5EF4-FFF2-40B4-BE49-F238E27FC236}">
                <a16:creationId xmlns:a16="http://schemas.microsoft.com/office/drawing/2014/main" id="{6B98B1C7-609E-A0E4-E418-CF58D6EC987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B11711C-8006-0D4D-B040-E5923F3C45C3}" type="slidenum">
              <a:rPr lang="de-DE" altLang="zh-CN">
                <a:solidFill>
                  <a:srgbClr val="394073"/>
                </a:solidFill>
              </a:rPr>
              <a:pPr/>
              <a:t>16</a:t>
            </a:fld>
            <a:r>
              <a:rPr lang="de-DE" altLang="zh-CN">
                <a:solidFill>
                  <a:srgbClr val="394073"/>
                </a:solidFill>
              </a:rPr>
              <a:t>/28</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20627791-54A5-4509-94E2-7631407A912E}"/>
                  </a:ext>
                </a:extLst>
              </p14:cNvPr>
              <p14:cNvContentPartPr/>
              <p14:nvPr/>
            </p14:nvContentPartPr>
            <p14:xfrm>
              <a:off x="687960" y="652680"/>
              <a:ext cx="7704000" cy="4324320"/>
            </p14:xfrm>
          </p:contentPart>
        </mc:Choice>
        <mc:Fallback xmlns="">
          <p:pic>
            <p:nvPicPr>
              <p:cNvPr id="2" name="墨迹 1">
                <a:extLst>
                  <a:ext uri="{FF2B5EF4-FFF2-40B4-BE49-F238E27FC236}">
                    <a16:creationId xmlns:a16="http://schemas.microsoft.com/office/drawing/2014/main" id="{20627791-54A5-4509-94E2-7631407A912E}"/>
                  </a:ext>
                </a:extLst>
              </p:cNvPr>
              <p:cNvPicPr/>
              <p:nvPr/>
            </p:nvPicPr>
            <p:blipFill>
              <a:blip r:embed="rId4"/>
              <a:stretch>
                <a:fillRect/>
              </a:stretch>
            </p:blipFill>
            <p:spPr>
              <a:xfrm>
                <a:off x="671760" y="636480"/>
                <a:ext cx="7736400" cy="4356720"/>
              </a:xfrm>
              <a:prstGeom prst="rect">
                <a:avLst/>
              </a:prstGeom>
            </p:spPr>
          </p:pic>
        </mc:Fallback>
      </mc:AlternateContent>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el 1">
            <a:extLst>
              <a:ext uri="{FF2B5EF4-FFF2-40B4-BE49-F238E27FC236}">
                <a16:creationId xmlns:a16="http://schemas.microsoft.com/office/drawing/2014/main" id="{900C41A7-CBF3-9FFA-B3B0-B87D18CF94AB}"/>
              </a:ext>
            </a:extLst>
          </p:cNvPr>
          <p:cNvSpPr>
            <a:spLocks noGrp="1"/>
          </p:cNvSpPr>
          <p:nvPr>
            <p:ph type="title"/>
          </p:nvPr>
        </p:nvSpPr>
        <p:spPr/>
        <p:txBody>
          <a:bodyPr/>
          <a:lstStyle/>
          <a:p>
            <a:r>
              <a:rPr lang="de-DE" altLang="zh-CN"/>
              <a:t>MixColumn Sublayer</a:t>
            </a:r>
          </a:p>
        </p:txBody>
      </p:sp>
      <p:sp>
        <p:nvSpPr>
          <p:cNvPr id="1028" name="Inhaltsplatzhalter 2">
            <a:extLst>
              <a:ext uri="{FF2B5EF4-FFF2-40B4-BE49-F238E27FC236}">
                <a16:creationId xmlns:a16="http://schemas.microsoft.com/office/drawing/2014/main" id="{B769F503-F267-D167-DB18-54AB59491007}"/>
              </a:ext>
            </a:extLst>
          </p:cNvPr>
          <p:cNvSpPr>
            <a:spLocks noGrp="1"/>
          </p:cNvSpPr>
          <p:nvPr>
            <p:ph idx="1"/>
          </p:nvPr>
        </p:nvSpPr>
        <p:spPr>
          <a:xfrm>
            <a:off x="849313" y="1130300"/>
            <a:ext cx="7437437" cy="5294313"/>
          </a:xfrm>
        </p:spPr>
        <p:txBody>
          <a:bodyPr/>
          <a:lstStyle/>
          <a:p>
            <a:r>
              <a:rPr lang="de-DE" altLang="zh-CN"/>
              <a:t>Linear transformation which mixes each column of the</a:t>
            </a:r>
            <a:br>
              <a:rPr lang="de-DE" altLang="zh-CN"/>
            </a:br>
            <a:r>
              <a:rPr lang="de-DE" altLang="zh-CN"/>
              <a:t>state matrix</a:t>
            </a:r>
          </a:p>
          <a:p>
            <a:endParaRPr lang="de-DE" altLang="zh-CN"/>
          </a:p>
          <a:p>
            <a:r>
              <a:rPr lang="de-DE" altLang="zh-CN"/>
              <a:t>Each 4-byte column is considered as a vector and multiplied</a:t>
            </a:r>
            <a:br>
              <a:rPr lang="de-DE" altLang="zh-CN"/>
            </a:br>
            <a:r>
              <a:rPr lang="de-DE" altLang="zh-CN"/>
              <a:t>by a fixed 4x4 matrix, e.g.,</a:t>
            </a:r>
          </a:p>
          <a:p>
            <a:endParaRPr lang="de-DE" altLang="zh-CN"/>
          </a:p>
          <a:p>
            <a:endParaRPr lang="de-DE" altLang="zh-CN"/>
          </a:p>
          <a:p>
            <a:endParaRPr lang="de-DE" altLang="zh-CN"/>
          </a:p>
          <a:p>
            <a:endParaRPr lang="de-DE" altLang="zh-CN"/>
          </a:p>
          <a:p>
            <a:endParaRPr lang="de-DE" altLang="zh-CN"/>
          </a:p>
          <a:p>
            <a:pPr>
              <a:buFontTx/>
              <a:buNone/>
            </a:pPr>
            <a:r>
              <a:rPr lang="de-DE" altLang="zh-CN"/>
              <a:t>	where 01, 02 and 03 are given in hexadecimal notation</a:t>
            </a:r>
          </a:p>
          <a:p>
            <a:endParaRPr lang="de-DE" altLang="zh-CN"/>
          </a:p>
          <a:p>
            <a:r>
              <a:rPr lang="de-DE" altLang="zh-CN"/>
              <a:t>All arithmetic is done in the Galois field </a:t>
            </a:r>
            <a:r>
              <a:rPr lang="de-DE" altLang="zh-CN" i="1"/>
              <a:t>GF</a:t>
            </a:r>
            <a:r>
              <a:rPr lang="de-DE" altLang="zh-CN"/>
              <a:t>(2</a:t>
            </a:r>
            <a:r>
              <a:rPr lang="de-DE" altLang="zh-CN" sz="1800" baseline="30000"/>
              <a:t>8</a:t>
            </a:r>
            <a:r>
              <a:rPr lang="de-DE" altLang="zh-CN"/>
              <a:t>) (</a:t>
            </a:r>
            <a:r>
              <a:rPr lang="en-US" altLang="zh-CN">
                <a:ea typeface="宋体" panose="02010600030101010101" pitchFamily="2" charset="-122"/>
              </a:rPr>
              <a:t>for more information see Chapter 4.3 in </a:t>
            </a:r>
            <a:r>
              <a:rPr lang="en-US" altLang="zh-CN" i="1">
                <a:ea typeface="宋体" panose="02010600030101010101" pitchFamily="2" charset="-122"/>
              </a:rPr>
              <a:t>Understanding Cryptography</a:t>
            </a:r>
            <a:r>
              <a:rPr lang="en-US" altLang="zh-CN">
                <a:ea typeface="宋体" panose="02010600030101010101" pitchFamily="2" charset="-122"/>
              </a:rPr>
              <a:t>)</a:t>
            </a:r>
            <a:endParaRPr lang="de-DE" altLang="zh-CN"/>
          </a:p>
          <a:p>
            <a:endParaRPr lang="de-DE" altLang="zh-CN"/>
          </a:p>
        </p:txBody>
      </p:sp>
      <p:sp>
        <p:nvSpPr>
          <p:cNvPr id="1029" name="Fußzeilenplatzhalter 4">
            <a:extLst>
              <a:ext uri="{FF2B5EF4-FFF2-40B4-BE49-F238E27FC236}">
                <a16:creationId xmlns:a16="http://schemas.microsoft.com/office/drawing/2014/main" id="{C773FBB7-3DF6-29F7-098A-AFF06BBFD1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1030" name="Inhaltsplatzhalter 5" descr="aes_round.png">
            <a:extLst>
              <a:ext uri="{FF2B5EF4-FFF2-40B4-BE49-F238E27FC236}">
                <a16:creationId xmlns:a16="http://schemas.microsoft.com/office/drawing/2014/main" id="{C358B994-49EA-408A-A57D-C2FEFED83B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357188"/>
            <a:ext cx="2108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hteck 8">
            <a:extLst>
              <a:ext uri="{FF2B5EF4-FFF2-40B4-BE49-F238E27FC236}">
                <a16:creationId xmlns:a16="http://schemas.microsoft.com/office/drawing/2014/main" id="{2681103F-5292-296F-F47E-0E98592D003A}"/>
              </a:ext>
            </a:extLst>
          </p:cNvPr>
          <p:cNvSpPr>
            <a:spLocks noChangeArrowheads="1"/>
          </p:cNvSpPr>
          <p:nvPr/>
        </p:nvSpPr>
        <p:spPr bwMode="auto">
          <a:xfrm>
            <a:off x="6543675" y="636588"/>
            <a:ext cx="2314575" cy="869950"/>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1032" name="Rechteck 8">
            <a:extLst>
              <a:ext uri="{FF2B5EF4-FFF2-40B4-BE49-F238E27FC236}">
                <a16:creationId xmlns:a16="http://schemas.microsoft.com/office/drawing/2014/main" id="{9F4F6B3E-E7A4-6260-49E1-057CBA19A929}"/>
              </a:ext>
            </a:extLst>
          </p:cNvPr>
          <p:cNvSpPr>
            <a:spLocks noChangeArrowheads="1"/>
          </p:cNvSpPr>
          <p:nvPr/>
        </p:nvSpPr>
        <p:spPr bwMode="auto">
          <a:xfrm>
            <a:off x="6553200" y="1109663"/>
            <a:ext cx="2297113" cy="390525"/>
          </a:xfrm>
          <a:prstGeom prst="rect">
            <a:avLst/>
          </a:prstGeom>
          <a:solidFill>
            <a:srgbClr val="FFFF00">
              <a:alpha val="10196"/>
            </a:srgbClr>
          </a:solidFill>
          <a:ln w="9525" algn="ctr">
            <a:solidFill>
              <a:schemeClr val="bg1"/>
            </a:solidFill>
            <a:round/>
            <a:headEnd/>
            <a:tailEnd/>
          </a:ln>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graphicFrame>
        <p:nvGraphicFramePr>
          <p:cNvPr id="1026" name="Object 2">
            <a:extLst>
              <a:ext uri="{FF2B5EF4-FFF2-40B4-BE49-F238E27FC236}">
                <a16:creationId xmlns:a16="http://schemas.microsoft.com/office/drawing/2014/main" id="{D3659F10-4E59-20C6-65C7-160E34BD234E}"/>
              </a:ext>
            </a:extLst>
          </p:cNvPr>
          <p:cNvGraphicFramePr>
            <a:graphicFrameLocks noChangeAspect="1"/>
          </p:cNvGraphicFramePr>
          <p:nvPr/>
        </p:nvGraphicFramePr>
        <p:xfrm>
          <a:off x="2940050" y="3071813"/>
          <a:ext cx="3263900" cy="1350962"/>
        </p:xfrm>
        <a:graphic>
          <a:graphicData uri="http://schemas.openxmlformats.org/presentationml/2006/ole">
            <mc:AlternateContent xmlns:mc="http://schemas.openxmlformats.org/markup-compatibility/2006">
              <mc:Choice xmlns:v="urn:schemas-microsoft-com:vml" Requires="v">
                <p:oleObj name="Formel" r:id="rId3" imgW="67881500" imgH="28092400" progId="Equation.3">
                  <p:embed/>
                </p:oleObj>
              </mc:Choice>
              <mc:Fallback>
                <p:oleObj name="Formel" r:id="rId3" imgW="67881500" imgH="28092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0050" y="3071813"/>
                        <a:ext cx="3263900" cy="1350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3" name="Foliennummernplatzhalter 10">
            <a:extLst>
              <a:ext uri="{FF2B5EF4-FFF2-40B4-BE49-F238E27FC236}">
                <a16:creationId xmlns:a16="http://schemas.microsoft.com/office/drawing/2014/main" id="{45701876-D651-95BA-C69C-D7600D558E3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841CD9-2421-A645-B636-C69134713CBB}" type="slidenum">
              <a:rPr lang="de-DE" altLang="zh-CN">
                <a:solidFill>
                  <a:srgbClr val="394073"/>
                </a:solidFill>
              </a:rPr>
              <a:pPr/>
              <a:t>17</a:t>
            </a:fld>
            <a:r>
              <a:rPr lang="de-DE" altLang="zh-CN">
                <a:solidFill>
                  <a:srgbClr val="394073"/>
                </a:solidFill>
              </a:rPr>
              <a:t>/28</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el 1">
            <a:extLst>
              <a:ext uri="{FF2B5EF4-FFF2-40B4-BE49-F238E27FC236}">
                <a16:creationId xmlns:a16="http://schemas.microsoft.com/office/drawing/2014/main" id="{31E3CAD9-75A9-AD87-A791-DD9F5F071ADB}"/>
              </a:ext>
            </a:extLst>
          </p:cNvPr>
          <p:cNvSpPr>
            <a:spLocks noGrp="1"/>
          </p:cNvSpPr>
          <p:nvPr>
            <p:ph type="title"/>
          </p:nvPr>
        </p:nvSpPr>
        <p:spPr/>
        <p:txBody>
          <a:bodyPr/>
          <a:lstStyle/>
          <a:p>
            <a:r>
              <a:rPr lang="de-DE" altLang="zh-CN"/>
              <a:t>Key Addition Layer</a:t>
            </a:r>
          </a:p>
        </p:txBody>
      </p:sp>
      <p:sp>
        <p:nvSpPr>
          <p:cNvPr id="30723" name="Inhaltsplatzhalter 2">
            <a:extLst>
              <a:ext uri="{FF2B5EF4-FFF2-40B4-BE49-F238E27FC236}">
                <a16:creationId xmlns:a16="http://schemas.microsoft.com/office/drawing/2014/main" id="{C01FFA69-27D0-E087-A10C-3AA3977AA1D6}"/>
              </a:ext>
            </a:extLst>
          </p:cNvPr>
          <p:cNvSpPr>
            <a:spLocks noGrp="1"/>
          </p:cNvSpPr>
          <p:nvPr>
            <p:ph idx="1"/>
          </p:nvPr>
        </p:nvSpPr>
        <p:spPr>
          <a:xfrm>
            <a:off x="849313" y="2093913"/>
            <a:ext cx="6084887" cy="2478087"/>
          </a:xfrm>
        </p:spPr>
        <p:txBody>
          <a:bodyPr/>
          <a:lstStyle/>
          <a:p>
            <a:r>
              <a:rPr lang="de-DE" altLang="zh-CN"/>
              <a:t>Inputs: </a:t>
            </a:r>
          </a:p>
          <a:p>
            <a:pPr lvl="1"/>
            <a:r>
              <a:rPr lang="de-DE" altLang="zh-CN"/>
              <a:t>16-byte state matrix </a:t>
            </a:r>
            <a:r>
              <a:rPr lang="de-DE" altLang="zh-CN" i="1"/>
              <a:t>C</a:t>
            </a:r>
          </a:p>
          <a:p>
            <a:pPr lvl="1"/>
            <a:r>
              <a:rPr lang="de-DE" altLang="zh-CN"/>
              <a:t>16-byte subkey </a:t>
            </a:r>
            <a:r>
              <a:rPr lang="de-DE" altLang="zh-CN" i="1"/>
              <a:t>k</a:t>
            </a:r>
            <a:r>
              <a:rPr lang="de-DE" altLang="zh-CN" sz="1800" i="1" baseline="-25000"/>
              <a:t>i</a:t>
            </a:r>
          </a:p>
          <a:p>
            <a:endParaRPr lang="de-DE" altLang="zh-CN"/>
          </a:p>
          <a:p>
            <a:r>
              <a:rPr lang="de-DE" altLang="zh-CN"/>
              <a:t>Output: </a:t>
            </a:r>
            <a:r>
              <a:rPr lang="de-DE" altLang="zh-CN" i="1"/>
              <a:t>C </a:t>
            </a:r>
            <a:r>
              <a:rPr lang="de-DE" altLang="zh-CN">
                <a:sym typeface="Symbol" pitchFamily="2" charset="2"/>
              </a:rPr>
              <a:t> </a:t>
            </a:r>
            <a:r>
              <a:rPr lang="de-DE" altLang="zh-CN" i="1">
                <a:sym typeface="Symbol" pitchFamily="2" charset="2"/>
              </a:rPr>
              <a:t>k</a:t>
            </a:r>
            <a:r>
              <a:rPr lang="de-DE" altLang="zh-CN" sz="1800" i="1" baseline="-25000">
                <a:sym typeface="Symbol" pitchFamily="2" charset="2"/>
              </a:rPr>
              <a:t>i</a:t>
            </a:r>
            <a:r>
              <a:rPr lang="de-DE" altLang="zh-CN" sz="1400">
                <a:sym typeface="Symbol" pitchFamily="2" charset="2"/>
              </a:rPr>
              <a:t> </a:t>
            </a:r>
            <a:endParaRPr lang="de-DE" altLang="zh-CN">
              <a:sym typeface="Symbol" pitchFamily="2" charset="2"/>
            </a:endParaRPr>
          </a:p>
          <a:p>
            <a:endParaRPr lang="de-DE" altLang="zh-CN" sz="1400" i="1">
              <a:sym typeface="Symbol" pitchFamily="2" charset="2"/>
            </a:endParaRPr>
          </a:p>
          <a:p>
            <a:r>
              <a:rPr lang="de-DE" altLang="zh-CN"/>
              <a:t>The subkeys are generated in the key schedule</a:t>
            </a:r>
          </a:p>
        </p:txBody>
      </p:sp>
      <p:sp>
        <p:nvSpPr>
          <p:cNvPr id="30724" name="Fußzeilenplatzhalter 4">
            <a:extLst>
              <a:ext uri="{FF2B5EF4-FFF2-40B4-BE49-F238E27FC236}">
                <a16:creationId xmlns:a16="http://schemas.microsoft.com/office/drawing/2014/main" id="{C2FC492B-C667-9A48-895D-31C54C7AFA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30725" name="Inhaltsplatzhalter 5" descr="aes_round.png">
            <a:extLst>
              <a:ext uri="{FF2B5EF4-FFF2-40B4-BE49-F238E27FC236}">
                <a16:creationId xmlns:a16="http://schemas.microsoft.com/office/drawing/2014/main" id="{ADB33B5A-B197-4157-B041-90C5967D88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357188"/>
            <a:ext cx="21082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hteck 8">
            <a:extLst>
              <a:ext uri="{FF2B5EF4-FFF2-40B4-BE49-F238E27FC236}">
                <a16:creationId xmlns:a16="http://schemas.microsoft.com/office/drawing/2014/main" id="{4FBFCD42-0A47-F0DA-5FF2-A4E8D947596A}"/>
              </a:ext>
            </a:extLst>
          </p:cNvPr>
          <p:cNvSpPr>
            <a:spLocks noChangeArrowheads="1"/>
          </p:cNvSpPr>
          <p:nvPr/>
        </p:nvSpPr>
        <p:spPr bwMode="auto">
          <a:xfrm>
            <a:off x="6543675" y="1866900"/>
            <a:ext cx="2314575" cy="276225"/>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30727" name="Foliennummernplatzhalter 8">
            <a:extLst>
              <a:ext uri="{FF2B5EF4-FFF2-40B4-BE49-F238E27FC236}">
                <a16:creationId xmlns:a16="http://schemas.microsoft.com/office/drawing/2014/main" id="{691D9616-2077-F5EF-7ADA-54231E97C0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CCF405-8B0B-B247-B29C-D3C6D03A4A2A}" type="slidenum">
              <a:rPr lang="de-DE" altLang="zh-CN">
                <a:solidFill>
                  <a:srgbClr val="394073"/>
                </a:solidFill>
              </a:rPr>
              <a:pPr/>
              <a:t>18</a:t>
            </a:fld>
            <a:r>
              <a:rPr lang="de-DE" altLang="zh-CN">
                <a:solidFill>
                  <a:srgbClr val="394073"/>
                </a:solidFill>
              </a:rPr>
              <a:t>/28</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a:extLst>
              <a:ext uri="{FF2B5EF4-FFF2-40B4-BE49-F238E27FC236}">
                <a16:creationId xmlns:a16="http://schemas.microsoft.com/office/drawing/2014/main" id="{A86BD319-AB4E-6D73-AD12-DB0541E92FE5}"/>
              </a:ext>
            </a:extLst>
          </p:cNvPr>
          <p:cNvSpPr>
            <a:spLocks noGrp="1"/>
          </p:cNvSpPr>
          <p:nvPr>
            <p:ph type="title"/>
          </p:nvPr>
        </p:nvSpPr>
        <p:spPr/>
        <p:txBody>
          <a:bodyPr/>
          <a:lstStyle/>
          <a:p>
            <a:r>
              <a:rPr lang="de-DE" altLang="zh-CN"/>
              <a:t>Key Schedule</a:t>
            </a:r>
          </a:p>
        </p:txBody>
      </p:sp>
      <p:sp>
        <p:nvSpPr>
          <p:cNvPr id="31747" name="Inhaltsplatzhalter 2">
            <a:extLst>
              <a:ext uri="{FF2B5EF4-FFF2-40B4-BE49-F238E27FC236}">
                <a16:creationId xmlns:a16="http://schemas.microsoft.com/office/drawing/2014/main" id="{26757A02-A909-0A59-954C-DF58F405FCAB}"/>
              </a:ext>
            </a:extLst>
          </p:cNvPr>
          <p:cNvSpPr>
            <a:spLocks noGrp="1"/>
          </p:cNvSpPr>
          <p:nvPr>
            <p:ph idx="1"/>
          </p:nvPr>
        </p:nvSpPr>
        <p:spPr>
          <a:xfrm>
            <a:off x="849313" y="1130300"/>
            <a:ext cx="7151687" cy="5416550"/>
          </a:xfrm>
        </p:spPr>
        <p:txBody>
          <a:bodyPr/>
          <a:lstStyle/>
          <a:p>
            <a:r>
              <a:rPr lang="de-DE" altLang="zh-CN"/>
              <a:t>Subkeys are derived recursively from the original 128/192/256-bit input key</a:t>
            </a:r>
          </a:p>
          <a:p>
            <a:endParaRPr lang="de-DE" altLang="zh-CN"/>
          </a:p>
          <a:p>
            <a:r>
              <a:rPr lang="de-DE" altLang="zh-CN"/>
              <a:t>Each round has 1 subkey, plus 1 subkey at the beginning of AES</a:t>
            </a:r>
          </a:p>
          <a:p>
            <a:endParaRPr lang="de-DE" altLang="zh-CN"/>
          </a:p>
          <a:p>
            <a:endParaRPr lang="de-DE" altLang="zh-CN"/>
          </a:p>
          <a:p>
            <a:endParaRPr lang="de-DE" altLang="zh-CN"/>
          </a:p>
          <a:p>
            <a:endParaRPr lang="de-DE" altLang="zh-CN"/>
          </a:p>
          <a:p>
            <a:endParaRPr lang="de-DE" altLang="zh-CN"/>
          </a:p>
          <a:p>
            <a:pPr>
              <a:buFontTx/>
              <a:buNone/>
            </a:pPr>
            <a:endParaRPr lang="de-DE" altLang="zh-CN"/>
          </a:p>
          <a:p>
            <a:pPr>
              <a:buFontTx/>
              <a:buNone/>
            </a:pPr>
            <a:endParaRPr lang="de-DE" altLang="zh-CN"/>
          </a:p>
          <a:p>
            <a:r>
              <a:rPr lang="de-DE" altLang="zh-CN"/>
              <a:t>Key whitening: Subkey is used both at the input and output of AES</a:t>
            </a:r>
            <a:br>
              <a:rPr lang="de-DE" altLang="zh-CN"/>
            </a:br>
            <a:r>
              <a:rPr lang="en-US" altLang="zh-CN">
                <a:ea typeface="宋体" panose="02010600030101010101" pitchFamily="2" charset="-122"/>
                <a:sym typeface="Symbol" pitchFamily="2" charset="2"/>
              </a:rPr>
              <a:t> </a:t>
            </a:r>
            <a:r>
              <a:rPr lang="de-DE" altLang="zh-CN"/>
              <a:t> # subkeys = # rounds + 1 </a:t>
            </a:r>
          </a:p>
          <a:p>
            <a:endParaRPr lang="de-DE" altLang="zh-CN"/>
          </a:p>
          <a:p>
            <a:r>
              <a:rPr lang="de-DE" altLang="zh-CN"/>
              <a:t>There are different key schedules for the different key sizes</a:t>
            </a:r>
          </a:p>
          <a:p>
            <a:pPr>
              <a:buFontTx/>
              <a:buNone/>
            </a:pPr>
            <a:endParaRPr lang="de-DE" altLang="zh-CN"/>
          </a:p>
        </p:txBody>
      </p:sp>
      <p:sp>
        <p:nvSpPr>
          <p:cNvPr id="31748" name="Fußzeilenplatzhalter 4">
            <a:extLst>
              <a:ext uri="{FF2B5EF4-FFF2-40B4-BE49-F238E27FC236}">
                <a16:creationId xmlns:a16="http://schemas.microsoft.com/office/drawing/2014/main" id="{430DF635-A43B-3476-69F5-68EFE14005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graphicFrame>
        <p:nvGraphicFramePr>
          <p:cNvPr id="7" name="Tabelle 6">
            <a:extLst>
              <a:ext uri="{FF2B5EF4-FFF2-40B4-BE49-F238E27FC236}">
                <a16:creationId xmlns:a16="http://schemas.microsoft.com/office/drawing/2014/main" id="{F4D95165-0186-628F-C94B-66EB06752EED}"/>
              </a:ext>
            </a:extLst>
          </p:cNvPr>
          <p:cNvGraphicFramePr>
            <a:graphicFrameLocks noGrp="1"/>
          </p:cNvGraphicFramePr>
          <p:nvPr/>
        </p:nvGraphicFramePr>
        <p:xfrm>
          <a:off x="1524000" y="2857500"/>
          <a:ext cx="6096000" cy="1482724"/>
        </p:xfrm>
        <a:graphic>
          <a:graphicData uri="http://schemas.openxmlformats.org/drawingml/2006/table">
            <a:tbl>
              <a:tblPr firstRow="1" bandRow="1">
                <a:tableStyleId>{9D7B26C5-4107-4FEC-AEDC-1716B250A1EF}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681">
                <a:tc>
                  <a:txBody>
                    <a:bodyPr/>
                    <a:lstStyle/>
                    <a:p>
                      <a:pPr algn="ctr"/>
                      <a:r>
                        <a:rPr lang="de-DE" sz="1600" dirty="0"/>
                        <a:t>Key </a:t>
                      </a:r>
                      <a:r>
                        <a:rPr lang="de-DE" sz="1600" dirty="0" err="1"/>
                        <a:t>length</a:t>
                      </a:r>
                      <a:r>
                        <a:rPr lang="de-DE" sz="1600" baseline="0" dirty="0"/>
                        <a:t> (</a:t>
                      </a:r>
                      <a:r>
                        <a:rPr lang="de-DE" sz="1600" baseline="0" dirty="0" err="1"/>
                        <a:t>bits</a:t>
                      </a:r>
                      <a:r>
                        <a:rPr lang="de-DE" sz="1600" baseline="0" dirty="0"/>
                        <a:t>)</a:t>
                      </a:r>
                      <a:endParaRPr lang="de-DE" sz="1600" dirty="0"/>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600" dirty="0" err="1"/>
                        <a:t>Number</a:t>
                      </a:r>
                      <a:r>
                        <a:rPr lang="de-DE" sz="1600" baseline="0" dirty="0"/>
                        <a:t> </a:t>
                      </a:r>
                      <a:r>
                        <a:rPr lang="de-DE" sz="1600" baseline="0" dirty="0" err="1"/>
                        <a:t>of</a:t>
                      </a:r>
                      <a:r>
                        <a:rPr lang="de-DE" sz="1600" baseline="0" dirty="0"/>
                        <a:t> </a:t>
                      </a:r>
                      <a:r>
                        <a:rPr lang="de-DE" sz="1600" baseline="0" dirty="0" err="1"/>
                        <a:t>subkeys</a:t>
                      </a:r>
                      <a:endParaRPr lang="de-DE" sz="1600" dirty="0"/>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681">
                <a:tc>
                  <a:txBody>
                    <a:bodyPr/>
                    <a:lstStyle/>
                    <a:p>
                      <a:pPr algn="ctr"/>
                      <a:r>
                        <a:rPr lang="de-DE" sz="1600" dirty="0"/>
                        <a:t>128</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600" dirty="0"/>
                        <a:t>11</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681">
                <a:tc>
                  <a:txBody>
                    <a:bodyPr/>
                    <a:lstStyle/>
                    <a:p>
                      <a:pPr algn="ctr"/>
                      <a:r>
                        <a:rPr lang="de-DE" sz="1600" dirty="0"/>
                        <a:t>192</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600" dirty="0"/>
                        <a:t>13</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681">
                <a:tc>
                  <a:txBody>
                    <a:bodyPr/>
                    <a:lstStyle/>
                    <a:p>
                      <a:pPr algn="ctr"/>
                      <a:r>
                        <a:rPr lang="de-DE" sz="1600" dirty="0"/>
                        <a:t>256</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600" dirty="0"/>
                        <a:t>15</a:t>
                      </a:r>
                    </a:p>
                  </a:txBody>
                  <a:tcPr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1766" name="Foliennummernplatzhalter 8">
            <a:extLst>
              <a:ext uri="{FF2B5EF4-FFF2-40B4-BE49-F238E27FC236}">
                <a16:creationId xmlns:a16="http://schemas.microsoft.com/office/drawing/2014/main" id="{C9B5A38D-A606-539D-8D38-99E2F27A74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448DB7-D5E8-474A-8181-984F0C154CAE}" type="slidenum">
              <a:rPr lang="de-DE" altLang="zh-CN">
                <a:solidFill>
                  <a:srgbClr val="394073"/>
                </a:solidFill>
              </a:rPr>
              <a:pPr/>
              <a:t>19</a:t>
            </a:fld>
            <a:r>
              <a:rPr lang="de-DE" altLang="zh-CN">
                <a:solidFill>
                  <a:srgbClr val="394073"/>
                </a:solidFill>
              </a:rPr>
              <a:t>/28</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a:extLst>
              <a:ext uri="{FF2B5EF4-FFF2-40B4-BE49-F238E27FC236}">
                <a16:creationId xmlns:a16="http://schemas.microsoft.com/office/drawing/2014/main" id="{92008178-F012-029D-32F2-F775EB91E3D8}"/>
              </a:ext>
            </a:extLst>
          </p:cNvPr>
          <p:cNvSpPr>
            <a:spLocks noGrp="1"/>
          </p:cNvSpPr>
          <p:nvPr>
            <p:ph type="title"/>
          </p:nvPr>
        </p:nvSpPr>
        <p:spPr/>
        <p:txBody>
          <a:bodyPr/>
          <a:lstStyle/>
          <a:p>
            <a:r>
              <a:rPr lang="de-DE" altLang="zh-CN"/>
              <a:t>Key Schedule</a:t>
            </a:r>
          </a:p>
        </p:txBody>
      </p:sp>
      <p:sp>
        <p:nvSpPr>
          <p:cNvPr id="32771" name="Inhaltsplatzhalter 2">
            <a:extLst>
              <a:ext uri="{FF2B5EF4-FFF2-40B4-BE49-F238E27FC236}">
                <a16:creationId xmlns:a16="http://schemas.microsoft.com/office/drawing/2014/main" id="{09F84809-732C-A90F-6424-C6E2110F425B}"/>
              </a:ext>
            </a:extLst>
          </p:cNvPr>
          <p:cNvSpPr>
            <a:spLocks noGrp="1"/>
          </p:cNvSpPr>
          <p:nvPr>
            <p:ph idx="1"/>
          </p:nvPr>
        </p:nvSpPr>
        <p:spPr>
          <a:xfrm>
            <a:off x="849313" y="1130300"/>
            <a:ext cx="6084887" cy="277813"/>
          </a:xfrm>
        </p:spPr>
        <p:txBody>
          <a:bodyPr/>
          <a:lstStyle/>
          <a:p>
            <a:pPr>
              <a:buFontTx/>
              <a:buNone/>
            </a:pPr>
            <a:r>
              <a:rPr lang="de-DE" altLang="zh-CN"/>
              <a:t>Example: Key schedule for 128-bit key AES</a:t>
            </a:r>
          </a:p>
        </p:txBody>
      </p:sp>
      <p:sp>
        <p:nvSpPr>
          <p:cNvPr id="32772" name="Fußzeilenplatzhalter 4">
            <a:extLst>
              <a:ext uri="{FF2B5EF4-FFF2-40B4-BE49-F238E27FC236}">
                <a16:creationId xmlns:a16="http://schemas.microsoft.com/office/drawing/2014/main" id="{D4142ED0-9087-4BD5-C79E-21CCF9D64CB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32773" name="Picture 4" descr="E:\Uni\Cryptobook\grundlagen_krypto\graphics\aes_keyschedule_without_g.png">
            <a:extLst>
              <a:ext uri="{FF2B5EF4-FFF2-40B4-BE49-F238E27FC236}">
                <a16:creationId xmlns:a16="http://schemas.microsoft.com/office/drawing/2014/main" id="{CE1D97CC-EA12-93F8-2B41-28AF876A1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504950"/>
            <a:ext cx="3143250"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Inhaltsplatzhalter 2">
            <a:extLst>
              <a:ext uri="{FF2B5EF4-FFF2-40B4-BE49-F238E27FC236}">
                <a16:creationId xmlns:a16="http://schemas.microsoft.com/office/drawing/2014/main" id="{21C6901C-54CD-4901-F759-6338C61B11B8}"/>
              </a:ext>
            </a:extLst>
          </p:cNvPr>
          <p:cNvSpPr txBox="1">
            <a:spLocks/>
          </p:cNvSpPr>
          <p:nvPr/>
        </p:nvSpPr>
        <p:spPr bwMode="auto">
          <a:xfrm>
            <a:off x="4786313" y="2193925"/>
            <a:ext cx="4000500" cy="2400300"/>
          </a:xfrm>
          <a:prstGeom prst="rect">
            <a:avLst/>
          </a:prstGeom>
          <a:noFill/>
          <a:ln w="9525">
            <a:noFill/>
            <a:miter lim="800000"/>
            <a:headEnd/>
            <a:tailEnd/>
          </a:ln>
        </p:spPr>
        <p:txBody>
          <a:bodyPr lIns="0" tIns="0" rIns="0" bIns="0">
            <a:spAutoFit/>
          </a:bodyPr>
          <a:lstStyle/>
          <a:p>
            <a:pPr marL="195263" indent="-195263">
              <a:lnSpc>
                <a:spcPct val="125000"/>
              </a:lnSpc>
              <a:spcBef>
                <a:spcPct val="25000"/>
              </a:spcBef>
              <a:buClr>
                <a:srgbClr val="007AC2"/>
              </a:buClr>
              <a:buSzPct val="120000"/>
              <a:buFont typeface="Arial" pitchFamily="34" charset="0"/>
              <a:buChar char="•"/>
              <a:defRPr/>
            </a:pPr>
            <a:r>
              <a:rPr lang="de-DE" sz="1600" kern="0" dirty="0">
                <a:latin typeface="+mn-lt"/>
              </a:rPr>
              <a:t>Word-</a:t>
            </a:r>
            <a:r>
              <a:rPr lang="de-DE" sz="1600" kern="0" dirty="0" err="1">
                <a:latin typeface="+mn-lt"/>
              </a:rPr>
              <a:t>oriented</a:t>
            </a:r>
            <a:r>
              <a:rPr lang="de-DE" sz="1600" kern="0" dirty="0">
                <a:latin typeface="+mn-lt"/>
              </a:rPr>
              <a:t>: 1 </a:t>
            </a:r>
            <a:r>
              <a:rPr lang="de-DE" sz="1600" kern="0" dirty="0" err="1">
                <a:latin typeface="+mn-lt"/>
              </a:rPr>
              <a:t>word</a:t>
            </a:r>
            <a:r>
              <a:rPr lang="de-DE" sz="1600" kern="0" dirty="0">
                <a:latin typeface="+mn-lt"/>
              </a:rPr>
              <a:t> = 32 </a:t>
            </a:r>
            <a:r>
              <a:rPr lang="de-DE" sz="1600" kern="0" dirty="0" err="1">
                <a:latin typeface="+mn-lt"/>
              </a:rPr>
              <a:t>bits</a:t>
            </a: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r>
              <a:rPr lang="de-DE" sz="1600" kern="0" dirty="0">
                <a:latin typeface="+mn-lt"/>
              </a:rPr>
              <a:t>11 </a:t>
            </a:r>
            <a:r>
              <a:rPr lang="de-DE" sz="1600" kern="0" dirty="0" err="1">
                <a:latin typeface="+mn-lt"/>
              </a:rPr>
              <a:t>subkeys</a:t>
            </a:r>
            <a:r>
              <a:rPr lang="de-DE" sz="1600" kern="0" dirty="0">
                <a:latin typeface="+mn-lt"/>
              </a:rPr>
              <a:t> </a:t>
            </a:r>
            <a:r>
              <a:rPr lang="de-DE" sz="1600" kern="0" dirty="0" err="1">
                <a:latin typeface="+mn-lt"/>
              </a:rPr>
              <a:t>are</a:t>
            </a:r>
            <a:r>
              <a:rPr lang="de-DE" sz="1600" kern="0" dirty="0">
                <a:latin typeface="+mn-lt"/>
              </a:rPr>
              <a:t> </a:t>
            </a:r>
            <a:r>
              <a:rPr lang="de-DE" sz="1600" kern="0" dirty="0" err="1">
                <a:latin typeface="+mn-lt"/>
              </a:rPr>
              <a:t>stored</a:t>
            </a:r>
            <a:r>
              <a:rPr lang="de-DE" sz="1600" kern="0" dirty="0">
                <a:latin typeface="+mn-lt"/>
              </a:rPr>
              <a:t> in </a:t>
            </a:r>
            <a:r>
              <a:rPr lang="de-DE" sz="1600" i="1" kern="0" dirty="0">
                <a:latin typeface="+mn-lt"/>
              </a:rPr>
              <a:t>W[0]…W[3], W[4]…W[7], … , W[40]…W[43]</a:t>
            </a:r>
            <a:endParaRPr lang="de-DE" sz="1600" kern="0" dirty="0">
              <a:latin typeface="+mn-lt"/>
            </a:endParaRPr>
          </a:p>
          <a:p>
            <a:pPr marL="195263" indent="-195263">
              <a:lnSpc>
                <a:spcPct val="125000"/>
              </a:lnSpc>
              <a:spcBef>
                <a:spcPct val="25000"/>
              </a:spcBef>
              <a:buClr>
                <a:srgbClr val="007AC2"/>
              </a:buClr>
              <a:buSzPct val="120000"/>
              <a:buFont typeface="Arial" pitchFamily="34" charset="0"/>
              <a:buChar char="•"/>
              <a:defRPr/>
            </a:pPr>
            <a:endParaRPr lang="de-DE" sz="1600" i="1" kern="0" dirty="0">
              <a:latin typeface="+mn-lt"/>
            </a:endParaRPr>
          </a:p>
          <a:p>
            <a:pPr marL="195263" indent="-195263">
              <a:lnSpc>
                <a:spcPct val="125000"/>
              </a:lnSpc>
              <a:spcBef>
                <a:spcPct val="25000"/>
              </a:spcBef>
              <a:buClr>
                <a:srgbClr val="007AC2"/>
              </a:buClr>
              <a:buSzPct val="120000"/>
              <a:buFont typeface="Arial" pitchFamily="34" charset="0"/>
              <a:buChar char="•"/>
              <a:defRPr/>
            </a:pPr>
            <a:r>
              <a:rPr lang="de-DE" sz="1600" kern="0" dirty="0">
                <a:latin typeface="+mn-lt"/>
              </a:rPr>
              <a:t>First </a:t>
            </a:r>
            <a:r>
              <a:rPr lang="de-DE" sz="1600" kern="0" dirty="0" err="1">
                <a:latin typeface="+mn-lt"/>
              </a:rPr>
              <a:t>subkey</a:t>
            </a:r>
            <a:r>
              <a:rPr lang="de-DE" sz="1600" kern="0" dirty="0">
                <a:latin typeface="+mn-lt"/>
              </a:rPr>
              <a:t> </a:t>
            </a:r>
            <a:r>
              <a:rPr lang="de-DE" sz="1600" i="1" kern="0" dirty="0">
                <a:latin typeface="+mn-lt"/>
              </a:rPr>
              <a:t>W[0]</a:t>
            </a:r>
            <a:r>
              <a:rPr lang="de-DE" sz="1600" kern="0" dirty="0">
                <a:latin typeface="+mn-lt"/>
              </a:rPr>
              <a:t>…</a:t>
            </a:r>
            <a:r>
              <a:rPr lang="de-DE" sz="1600" i="1" kern="0" dirty="0">
                <a:latin typeface="+mn-lt"/>
              </a:rPr>
              <a:t>W[3]</a:t>
            </a:r>
            <a:r>
              <a:rPr lang="de-DE" sz="1600" kern="0" dirty="0">
                <a:latin typeface="+mn-lt"/>
              </a:rPr>
              <a:t> </a:t>
            </a:r>
            <a:r>
              <a:rPr lang="de-DE" sz="1600" kern="0" dirty="0" err="1">
                <a:latin typeface="+mn-lt"/>
              </a:rPr>
              <a:t>is</a:t>
            </a:r>
            <a:r>
              <a:rPr lang="de-DE" sz="1600" kern="0" dirty="0">
                <a:latin typeface="+mn-lt"/>
              </a:rPr>
              <a:t> </a:t>
            </a:r>
            <a:r>
              <a:rPr lang="de-DE" sz="1600" kern="0" dirty="0" err="1">
                <a:latin typeface="+mn-lt"/>
              </a:rPr>
              <a:t>the</a:t>
            </a:r>
            <a:r>
              <a:rPr lang="de-DE" sz="1600" kern="0" dirty="0">
                <a:latin typeface="+mn-lt"/>
              </a:rPr>
              <a:t> original AES </a:t>
            </a:r>
            <a:r>
              <a:rPr lang="de-DE" sz="1600" kern="0" dirty="0" err="1">
                <a:latin typeface="+mn-lt"/>
              </a:rPr>
              <a:t>key</a:t>
            </a:r>
            <a:endParaRPr lang="de-DE" sz="1600" kern="0" dirty="0">
              <a:latin typeface="+mn-lt"/>
            </a:endParaRPr>
          </a:p>
        </p:txBody>
      </p:sp>
      <p:sp>
        <p:nvSpPr>
          <p:cNvPr id="32775" name="Foliennummernplatzhalter 8">
            <a:extLst>
              <a:ext uri="{FF2B5EF4-FFF2-40B4-BE49-F238E27FC236}">
                <a16:creationId xmlns:a16="http://schemas.microsoft.com/office/drawing/2014/main" id="{307BF752-52EE-2837-1531-40716D113AC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A3766A-B960-A947-9B2D-A884A3A204DB}" type="slidenum">
              <a:rPr lang="de-DE" altLang="zh-CN">
                <a:solidFill>
                  <a:srgbClr val="394073"/>
                </a:solidFill>
              </a:rPr>
              <a:pPr/>
              <a:t>20</a:t>
            </a:fld>
            <a:r>
              <a:rPr lang="de-DE" altLang="zh-CN">
                <a:solidFill>
                  <a:srgbClr val="394073"/>
                </a:solidFill>
              </a:rPr>
              <a:t>/28</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el 1">
            <a:extLst>
              <a:ext uri="{FF2B5EF4-FFF2-40B4-BE49-F238E27FC236}">
                <a16:creationId xmlns:a16="http://schemas.microsoft.com/office/drawing/2014/main" id="{28770BAD-5436-936C-C4EF-1C7069EA9300}"/>
              </a:ext>
            </a:extLst>
          </p:cNvPr>
          <p:cNvSpPr>
            <a:spLocks noGrp="1"/>
          </p:cNvSpPr>
          <p:nvPr>
            <p:ph type="title"/>
          </p:nvPr>
        </p:nvSpPr>
        <p:spPr/>
        <p:txBody>
          <a:bodyPr/>
          <a:lstStyle/>
          <a:p>
            <a:r>
              <a:rPr lang="de-DE" altLang="zh-CN"/>
              <a:t>Key Schedule</a:t>
            </a:r>
          </a:p>
        </p:txBody>
      </p:sp>
      <p:sp>
        <p:nvSpPr>
          <p:cNvPr id="33795" name="Inhaltsplatzhalter 2">
            <a:extLst>
              <a:ext uri="{FF2B5EF4-FFF2-40B4-BE49-F238E27FC236}">
                <a16:creationId xmlns:a16="http://schemas.microsoft.com/office/drawing/2014/main" id="{1EAF407E-4581-B7E7-9053-666BCA9AFBC1}"/>
              </a:ext>
            </a:extLst>
          </p:cNvPr>
          <p:cNvSpPr>
            <a:spLocks noGrp="1"/>
          </p:cNvSpPr>
          <p:nvPr>
            <p:ph idx="1"/>
          </p:nvPr>
        </p:nvSpPr>
        <p:spPr>
          <a:xfrm>
            <a:off x="849313" y="1130300"/>
            <a:ext cx="7651750" cy="4670425"/>
          </a:xfrm>
        </p:spPr>
        <p:txBody>
          <a:bodyPr/>
          <a:lstStyle/>
          <a:p>
            <a:r>
              <a:rPr lang="de-DE" altLang="zh-CN"/>
              <a:t>Function </a:t>
            </a:r>
            <a:r>
              <a:rPr lang="de-DE" altLang="zh-CN" i="1"/>
              <a:t>g</a:t>
            </a:r>
            <a:r>
              <a:rPr lang="de-DE" altLang="zh-CN"/>
              <a:t> rotates its four input bytes and performs a bytewise S-Box substitution</a:t>
            </a:r>
            <a:br>
              <a:rPr lang="de-DE" altLang="zh-CN"/>
            </a:br>
            <a:r>
              <a:rPr lang="en-US" altLang="zh-CN">
                <a:ea typeface="宋体" panose="02010600030101010101" pitchFamily="2" charset="-122"/>
                <a:sym typeface="Symbol" pitchFamily="2" charset="2"/>
              </a:rPr>
              <a:t>  nonlinearity</a:t>
            </a:r>
            <a:endParaRPr lang="de-DE" altLang="zh-CN"/>
          </a:p>
          <a:p>
            <a:endParaRPr lang="de-DE" altLang="zh-CN"/>
          </a:p>
          <a:p>
            <a:r>
              <a:rPr lang="de-DE" altLang="zh-CN"/>
              <a:t>The round coefficient </a:t>
            </a:r>
            <a:r>
              <a:rPr lang="de-DE" altLang="zh-CN" i="1"/>
              <a:t>RC </a:t>
            </a:r>
            <a:r>
              <a:rPr lang="de-DE" altLang="zh-CN"/>
              <a:t>is only added to the leftmost </a:t>
            </a:r>
            <a:br>
              <a:rPr lang="de-DE" altLang="zh-CN"/>
            </a:br>
            <a:r>
              <a:rPr lang="de-DE" altLang="zh-CN"/>
              <a:t>byte and varies from round to round:</a:t>
            </a:r>
            <a:br>
              <a:rPr lang="de-DE" altLang="zh-CN"/>
            </a:br>
            <a:br>
              <a:rPr lang="de-DE" altLang="zh-CN"/>
            </a:br>
            <a:r>
              <a:rPr lang="de-DE" altLang="zh-CN"/>
              <a:t>	</a:t>
            </a:r>
            <a:r>
              <a:rPr lang="de-DE" altLang="zh-CN" i="1"/>
              <a:t>RC</a:t>
            </a:r>
            <a:r>
              <a:rPr lang="de-DE" altLang="zh-CN"/>
              <a:t>[1]</a:t>
            </a:r>
            <a:r>
              <a:rPr lang="de-DE" altLang="zh-CN" i="1"/>
              <a:t> = x</a:t>
            </a:r>
            <a:r>
              <a:rPr lang="de-DE" altLang="zh-CN" sz="1800" baseline="30000"/>
              <a:t>0</a:t>
            </a:r>
            <a:r>
              <a:rPr lang="de-DE" altLang="zh-CN" i="1"/>
              <a:t> = </a:t>
            </a:r>
            <a:r>
              <a:rPr lang="de-DE" altLang="zh-CN"/>
              <a:t>(00000001)</a:t>
            </a:r>
            <a:r>
              <a:rPr lang="de-DE" altLang="zh-CN" sz="1800" baseline="-25000"/>
              <a:t>2</a:t>
            </a:r>
            <a:br>
              <a:rPr lang="de-DE" altLang="zh-CN" i="1"/>
            </a:br>
            <a:r>
              <a:rPr lang="de-DE" altLang="zh-CN" i="1"/>
              <a:t>	RC</a:t>
            </a:r>
            <a:r>
              <a:rPr lang="de-DE" altLang="zh-CN"/>
              <a:t>[2]</a:t>
            </a:r>
            <a:r>
              <a:rPr lang="de-DE" altLang="zh-CN" i="1"/>
              <a:t> = x</a:t>
            </a:r>
            <a:r>
              <a:rPr lang="de-DE" altLang="zh-CN" sz="1800" baseline="30000"/>
              <a:t>1</a:t>
            </a:r>
            <a:r>
              <a:rPr lang="de-DE" altLang="zh-CN" i="1"/>
              <a:t> = </a:t>
            </a:r>
            <a:r>
              <a:rPr lang="de-DE" altLang="zh-CN"/>
              <a:t>(00000010)</a:t>
            </a:r>
            <a:r>
              <a:rPr lang="de-DE" altLang="zh-CN" sz="1800" baseline="-25000"/>
              <a:t>2</a:t>
            </a:r>
            <a:br>
              <a:rPr lang="de-DE" altLang="zh-CN" i="1"/>
            </a:br>
            <a:r>
              <a:rPr lang="de-DE" altLang="zh-CN" i="1"/>
              <a:t>	RC</a:t>
            </a:r>
            <a:r>
              <a:rPr lang="de-DE" altLang="zh-CN"/>
              <a:t>[3] </a:t>
            </a:r>
            <a:r>
              <a:rPr lang="de-DE" altLang="zh-CN" i="1"/>
              <a:t>= x</a:t>
            </a:r>
            <a:r>
              <a:rPr lang="de-DE" altLang="zh-CN" sz="1800" baseline="30000"/>
              <a:t>2</a:t>
            </a:r>
            <a:r>
              <a:rPr lang="de-DE" altLang="zh-CN" i="1"/>
              <a:t> = </a:t>
            </a:r>
            <a:r>
              <a:rPr lang="de-DE" altLang="zh-CN"/>
              <a:t>(00000100)</a:t>
            </a:r>
            <a:r>
              <a:rPr lang="de-DE" altLang="zh-CN" sz="1800" baseline="-25000"/>
              <a:t>2</a:t>
            </a:r>
            <a:br>
              <a:rPr lang="de-DE" altLang="zh-CN" i="1"/>
            </a:br>
            <a:r>
              <a:rPr lang="de-DE" altLang="zh-CN" i="1"/>
              <a:t>	</a:t>
            </a:r>
            <a:r>
              <a:rPr lang="de-DE" altLang="zh-CN"/>
              <a:t>...</a:t>
            </a:r>
            <a:br>
              <a:rPr lang="de-DE" altLang="zh-CN"/>
            </a:br>
            <a:r>
              <a:rPr lang="de-DE" altLang="zh-CN"/>
              <a:t>	</a:t>
            </a:r>
            <a:r>
              <a:rPr lang="de-DE" altLang="zh-CN" i="1"/>
              <a:t>RC</a:t>
            </a:r>
            <a:r>
              <a:rPr lang="de-DE" altLang="zh-CN"/>
              <a:t>[10]</a:t>
            </a:r>
            <a:r>
              <a:rPr lang="de-DE" altLang="zh-CN" i="1"/>
              <a:t> = x</a:t>
            </a:r>
            <a:r>
              <a:rPr lang="de-DE" altLang="zh-CN" sz="1800" baseline="30000"/>
              <a:t>9</a:t>
            </a:r>
            <a:r>
              <a:rPr lang="de-DE" altLang="zh-CN" i="1"/>
              <a:t> = </a:t>
            </a:r>
            <a:r>
              <a:rPr lang="de-DE" altLang="zh-CN"/>
              <a:t>(00110110)</a:t>
            </a:r>
            <a:r>
              <a:rPr lang="de-DE" altLang="zh-CN" sz="1800" baseline="-25000"/>
              <a:t>2</a:t>
            </a:r>
          </a:p>
          <a:p>
            <a:endParaRPr lang="de-DE" altLang="zh-CN"/>
          </a:p>
          <a:p>
            <a:r>
              <a:rPr lang="de-DE" altLang="zh-CN" i="1"/>
              <a:t>x</a:t>
            </a:r>
            <a:r>
              <a:rPr lang="de-DE" altLang="zh-CN" sz="1800" i="1" baseline="30000"/>
              <a:t>i</a:t>
            </a:r>
            <a:r>
              <a:rPr lang="de-DE" altLang="zh-CN"/>
              <a:t> represents an element in a Galois field </a:t>
            </a:r>
            <a:br>
              <a:rPr lang="de-DE" altLang="zh-CN"/>
            </a:br>
            <a:r>
              <a:rPr lang="de-DE" altLang="zh-CN"/>
              <a:t>(again, cf. Chapter 4.3 of </a:t>
            </a:r>
            <a:r>
              <a:rPr lang="de-DE" altLang="zh-CN" i="1"/>
              <a:t>Understanding Cryptography</a:t>
            </a:r>
            <a:r>
              <a:rPr lang="de-DE" altLang="zh-CN"/>
              <a:t>)</a:t>
            </a:r>
          </a:p>
        </p:txBody>
      </p:sp>
      <p:sp>
        <p:nvSpPr>
          <p:cNvPr id="33796" name="Fußzeilenplatzhalter 4">
            <a:extLst>
              <a:ext uri="{FF2B5EF4-FFF2-40B4-BE49-F238E27FC236}">
                <a16:creationId xmlns:a16="http://schemas.microsoft.com/office/drawing/2014/main" id="{BD1DA5B9-D8A3-CC8C-A307-E67EEC607D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33797" name="Picture 2" descr="E:\Uni\Cryptobook\grundlagen_krypto\graphics\aes_keyschedule_g_function.png">
            <a:extLst>
              <a:ext uri="{FF2B5EF4-FFF2-40B4-BE49-F238E27FC236}">
                <a16:creationId xmlns:a16="http://schemas.microsoft.com/office/drawing/2014/main" id="{4572C0FF-B1DD-F51E-5FA4-F1AECA268D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2188" y="1785938"/>
            <a:ext cx="2557462"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Foliennummernplatzhalter 7">
            <a:extLst>
              <a:ext uri="{FF2B5EF4-FFF2-40B4-BE49-F238E27FC236}">
                <a16:creationId xmlns:a16="http://schemas.microsoft.com/office/drawing/2014/main" id="{A7035AA9-C0CE-0FD5-C709-815E553A92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73AC97-205D-C847-834C-5FBA22C0F881}" type="slidenum">
              <a:rPr lang="de-DE" altLang="zh-CN">
                <a:solidFill>
                  <a:srgbClr val="394073"/>
                </a:solidFill>
              </a:rPr>
              <a:pPr/>
              <a:t>21</a:t>
            </a:fld>
            <a:r>
              <a:rPr lang="de-DE" altLang="zh-CN">
                <a:solidFill>
                  <a:srgbClr val="394073"/>
                </a:solidFill>
              </a:rPr>
              <a:t>/28</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ußzeilenplatzhalter 4">
            <a:extLst>
              <a:ext uri="{FF2B5EF4-FFF2-40B4-BE49-F238E27FC236}">
                <a16:creationId xmlns:a16="http://schemas.microsoft.com/office/drawing/2014/main" id="{E51CE45B-1FD7-7751-09E3-7D1C7EAF12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34819" name="Rectangle 4">
            <a:extLst>
              <a:ext uri="{FF2B5EF4-FFF2-40B4-BE49-F238E27FC236}">
                <a16:creationId xmlns:a16="http://schemas.microsoft.com/office/drawing/2014/main" id="{6C19A902-A066-BF4E-7443-4DAE11D3F017}"/>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t>Content of this Chapter</a:t>
            </a:r>
          </a:p>
        </p:txBody>
      </p:sp>
      <p:sp>
        <p:nvSpPr>
          <p:cNvPr id="34820" name="Rectangle 7">
            <a:extLst>
              <a:ext uri="{FF2B5EF4-FFF2-40B4-BE49-F238E27FC236}">
                <a16:creationId xmlns:a16="http://schemas.microsoft.com/office/drawing/2014/main" id="{EC385834-C94C-26A2-FB06-0DE0FE8D214A}"/>
              </a:ext>
            </a:extLst>
          </p:cNvPr>
          <p:cNvSpPr>
            <a:spLocks noGrp="1" noChangeArrowheads="1"/>
          </p:cNvSpPr>
          <p:nvPr>
            <p:ph type="body" idx="1"/>
          </p:nvPr>
        </p:nvSpPr>
        <p:spPr>
          <a:xfrm>
            <a:off x="539750" y="1844675"/>
            <a:ext cx="7394575" cy="3616325"/>
          </a:xfrm>
          <a:noFill/>
        </p:spPr>
        <p:txBody>
          <a:bodyPr/>
          <a:lstStyle/>
          <a:p>
            <a:pPr marL="342900" indent="-342900"/>
            <a:r>
              <a:rPr lang="de-DE" altLang="zh-CN" sz="2000"/>
              <a:t>Overview of the AES algorithm</a:t>
            </a:r>
          </a:p>
          <a:p>
            <a:pPr marL="342900" indent="-342900"/>
            <a:r>
              <a:rPr lang="de-DE" altLang="zh-CN" sz="2000"/>
              <a:t>Internal structure of AES</a:t>
            </a:r>
          </a:p>
          <a:p>
            <a:pPr marL="720725" lvl="1" indent="-342900"/>
            <a:r>
              <a:rPr lang="de-DE" altLang="zh-CN" sz="2000"/>
              <a:t>Byte Substitution layer</a:t>
            </a:r>
          </a:p>
          <a:p>
            <a:pPr marL="720725" lvl="1" indent="-342900"/>
            <a:r>
              <a:rPr lang="de-DE" altLang="zh-CN" sz="2000"/>
              <a:t>Diffusion layer</a:t>
            </a:r>
          </a:p>
          <a:p>
            <a:pPr marL="720725" lvl="1" indent="-342900"/>
            <a:r>
              <a:rPr lang="de-DE" altLang="zh-CN" sz="2000"/>
              <a:t>Key Addition layer</a:t>
            </a:r>
          </a:p>
          <a:p>
            <a:pPr marL="720725" lvl="1" indent="-342900"/>
            <a:r>
              <a:rPr lang="de-DE" altLang="zh-CN" sz="2000"/>
              <a:t>Key schedule</a:t>
            </a:r>
          </a:p>
          <a:p>
            <a:pPr marL="342900" indent="-342900"/>
            <a:r>
              <a:rPr lang="de-DE" altLang="zh-CN" sz="2000" b="1"/>
              <a:t>Decryption</a:t>
            </a:r>
          </a:p>
          <a:p>
            <a:pPr marL="342900" indent="-342900"/>
            <a:r>
              <a:rPr lang="de-DE" altLang="zh-CN" sz="2000"/>
              <a:t>Practical issues</a:t>
            </a:r>
          </a:p>
        </p:txBody>
      </p:sp>
      <p:sp>
        <p:nvSpPr>
          <p:cNvPr id="34821" name="Foliennummernplatzhalter 6">
            <a:extLst>
              <a:ext uri="{FF2B5EF4-FFF2-40B4-BE49-F238E27FC236}">
                <a16:creationId xmlns:a16="http://schemas.microsoft.com/office/drawing/2014/main" id="{8D3FD0E7-36F4-E715-0952-1DB8CBE9FB5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82B269-CDA9-A541-8B38-AA901C057C83}" type="slidenum">
              <a:rPr lang="de-DE" altLang="zh-CN">
                <a:solidFill>
                  <a:srgbClr val="394073"/>
                </a:solidFill>
              </a:rPr>
              <a:pPr/>
              <a:t>22</a:t>
            </a:fld>
            <a:r>
              <a:rPr lang="de-DE" altLang="zh-CN">
                <a:solidFill>
                  <a:srgbClr val="394073"/>
                </a:solidFill>
              </a:rPr>
              <a:t>/28</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el 1">
            <a:extLst>
              <a:ext uri="{FF2B5EF4-FFF2-40B4-BE49-F238E27FC236}">
                <a16:creationId xmlns:a16="http://schemas.microsoft.com/office/drawing/2014/main" id="{9BB36717-68B8-EC9F-107E-9FAFF09AD5AA}"/>
              </a:ext>
            </a:extLst>
          </p:cNvPr>
          <p:cNvSpPr>
            <a:spLocks noGrp="1"/>
          </p:cNvSpPr>
          <p:nvPr>
            <p:ph type="title"/>
          </p:nvPr>
        </p:nvSpPr>
        <p:spPr/>
        <p:txBody>
          <a:bodyPr/>
          <a:lstStyle/>
          <a:p>
            <a:r>
              <a:rPr lang="de-DE" altLang="zh-CN"/>
              <a:t>Decryption</a:t>
            </a:r>
          </a:p>
        </p:txBody>
      </p:sp>
      <p:sp>
        <p:nvSpPr>
          <p:cNvPr id="35843" name="Inhaltsplatzhalter 2">
            <a:extLst>
              <a:ext uri="{FF2B5EF4-FFF2-40B4-BE49-F238E27FC236}">
                <a16:creationId xmlns:a16="http://schemas.microsoft.com/office/drawing/2014/main" id="{78584DEA-A22B-F16D-691E-96A37CC74F5E}"/>
              </a:ext>
            </a:extLst>
          </p:cNvPr>
          <p:cNvSpPr>
            <a:spLocks noGrp="1"/>
          </p:cNvSpPr>
          <p:nvPr>
            <p:ph idx="1"/>
          </p:nvPr>
        </p:nvSpPr>
        <p:spPr>
          <a:xfrm>
            <a:off x="4429125" y="1458913"/>
            <a:ext cx="4572000" cy="3940175"/>
          </a:xfrm>
        </p:spPr>
        <p:txBody>
          <a:bodyPr/>
          <a:lstStyle/>
          <a:p>
            <a:r>
              <a:rPr lang="de-DE" altLang="zh-CN"/>
              <a:t>AES is not based on a Feistel network</a:t>
            </a:r>
          </a:p>
          <a:p>
            <a:pPr>
              <a:buFontTx/>
              <a:buNone/>
            </a:pPr>
            <a:r>
              <a:rPr lang="en-US" altLang="zh-CN">
                <a:ea typeface="宋体" panose="02010600030101010101" pitchFamily="2" charset="-122"/>
                <a:sym typeface="Symbol" pitchFamily="2" charset="2"/>
              </a:rPr>
              <a:t>  </a:t>
            </a:r>
            <a:r>
              <a:rPr lang="de-DE" altLang="zh-CN"/>
              <a:t>All layers must be inverted for decryption:</a:t>
            </a:r>
          </a:p>
          <a:p>
            <a:pPr lvl="1"/>
            <a:endParaRPr lang="de-DE" altLang="zh-CN"/>
          </a:p>
          <a:p>
            <a:pPr lvl="1"/>
            <a:r>
              <a:rPr lang="de-DE" altLang="zh-CN"/>
              <a:t>MixColumn layer → </a:t>
            </a:r>
            <a:r>
              <a:rPr lang="de-DE" altLang="zh-CN" b="1"/>
              <a:t>Inv MixColumn layer</a:t>
            </a:r>
          </a:p>
          <a:p>
            <a:pPr lvl="1"/>
            <a:endParaRPr lang="de-DE" altLang="zh-CN"/>
          </a:p>
          <a:p>
            <a:pPr lvl="1"/>
            <a:r>
              <a:rPr lang="de-DE" altLang="zh-CN"/>
              <a:t>ShiftRows layer→ </a:t>
            </a:r>
            <a:r>
              <a:rPr lang="de-DE" altLang="zh-CN" b="1"/>
              <a:t>Inv ShiftRows layer</a:t>
            </a:r>
            <a:endParaRPr lang="de-DE" altLang="zh-CN"/>
          </a:p>
          <a:p>
            <a:pPr lvl="1"/>
            <a:endParaRPr lang="de-DE" altLang="zh-CN"/>
          </a:p>
          <a:p>
            <a:pPr lvl="1"/>
            <a:r>
              <a:rPr lang="de-DE" altLang="zh-CN"/>
              <a:t>Byte Substitution layer → </a:t>
            </a:r>
            <a:r>
              <a:rPr lang="de-DE" altLang="zh-CN" b="1"/>
              <a:t>Inv Byte Substitution layer</a:t>
            </a:r>
          </a:p>
          <a:p>
            <a:pPr lvl="1"/>
            <a:endParaRPr lang="de-DE" altLang="zh-CN"/>
          </a:p>
          <a:p>
            <a:pPr lvl="1"/>
            <a:r>
              <a:rPr lang="de-DE" altLang="zh-CN"/>
              <a:t>Key Addition layer is its own inverse</a:t>
            </a:r>
          </a:p>
        </p:txBody>
      </p:sp>
      <p:sp>
        <p:nvSpPr>
          <p:cNvPr id="35844" name="Fußzeilenplatzhalter 4">
            <a:extLst>
              <a:ext uri="{FF2B5EF4-FFF2-40B4-BE49-F238E27FC236}">
                <a16:creationId xmlns:a16="http://schemas.microsoft.com/office/drawing/2014/main" id="{E120A459-F5B9-2E01-20D4-9B30A0497ED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pic>
        <p:nvPicPr>
          <p:cNvPr id="35845" name="Picture 6" descr="E:\Uni\Cryptobook\grundlagen_krypto\graphics\rijndael_invflow.png">
            <a:extLst>
              <a:ext uri="{FF2B5EF4-FFF2-40B4-BE49-F238E27FC236}">
                <a16:creationId xmlns:a16="http://schemas.microsoft.com/office/drawing/2014/main" id="{8F11C3E1-CE80-F4CC-BE3C-4DCB28961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88" y="928688"/>
            <a:ext cx="3997325"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Foliennummernplatzhalter 7">
            <a:extLst>
              <a:ext uri="{FF2B5EF4-FFF2-40B4-BE49-F238E27FC236}">
                <a16:creationId xmlns:a16="http://schemas.microsoft.com/office/drawing/2014/main" id="{B8E2A236-26F4-7BF7-93D2-8BC5599F51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B547AA5-BF8A-E641-A376-2C793E543706}" type="slidenum">
              <a:rPr lang="de-DE" altLang="zh-CN">
                <a:solidFill>
                  <a:srgbClr val="394073"/>
                </a:solidFill>
              </a:rPr>
              <a:pPr/>
              <a:t>23</a:t>
            </a:fld>
            <a:r>
              <a:rPr lang="de-DE" altLang="zh-CN">
                <a:solidFill>
                  <a:srgbClr val="394073"/>
                </a:solidFill>
              </a:rPr>
              <a:t>/28</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el 1">
            <a:extLst>
              <a:ext uri="{FF2B5EF4-FFF2-40B4-BE49-F238E27FC236}">
                <a16:creationId xmlns:a16="http://schemas.microsoft.com/office/drawing/2014/main" id="{A9DD8F61-6FB5-3E6B-F2E1-D3F792978196}"/>
              </a:ext>
            </a:extLst>
          </p:cNvPr>
          <p:cNvSpPr>
            <a:spLocks noGrp="1"/>
          </p:cNvSpPr>
          <p:nvPr>
            <p:ph type="title"/>
          </p:nvPr>
        </p:nvSpPr>
        <p:spPr/>
        <p:txBody>
          <a:bodyPr/>
          <a:lstStyle/>
          <a:p>
            <a:r>
              <a:rPr lang="de-DE" altLang="zh-CN"/>
              <a:t>Decryption</a:t>
            </a:r>
          </a:p>
        </p:txBody>
      </p:sp>
      <p:sp>
        <p:nvSpPr>
          <p:cNvPr id="2052" name="Inhaltsplatzhalter 2">
            <a:extLst>
              <a:ext uri="{FF2B5EF4-FFF2-40B4-BE49-F238E27FC236}">
                <a16:creationId xmlns:a16="http://schemas.microsoft.com/office/drawing/2014/main" id="{F0B3CA3C-34B1-920D-A10C-14D424C580CD}"/>
              </a:ext>
            </a:extLst>
          </p:cNvPr>
          <p:cNvSpPr>
            <a:spLocks noGrp="1"/>
          </p:cNvSpPr>
          <p:nvPr>
            <p:ph idx="1"/>
          </p:nvPr>
        </p:nvSpPr>
        <p:spPr>
          <a:xfrm>
            <a:off x="785813" y="1143000"/>
            <a:ext cx="7215187" cy="4246563"/>
          </a:xfrm>
        </p:spPr>
        <p:txBody>
          <a:bodyPr/>
          <a:lstStyle/>
          <a:p>
            <a:r>
              <a:rPr lang="de-DE" altLang="zh-CN" b="1"/>
              <a:t>Inv MixColumn layer</a:t>
            </a:r>
            <a:r>
              <a:rPr lang="de-DE" altLang="zh-CN"/>
              <a:t>:</a:t>
            </a:r>
          </a:p>
          <a:p>
            <a:pPr lvl="1"/>
            <a:r>
              <a:rPr lang="de-DE" altLang="zh-CN"/>
              <a:t>To reverse the MixColumn operation, each column of the state matrix </a:t>
            </a:r>
            <a:r>
              <a:rPr lang="de-DE" altLang="zh-CN" i="1"/>
              <a:t>C</a:t>
            </a:r>
            <a:r>
              <a:rPr lang="de-DE" altLang="zh-CN"/>
              <a:t> must be multiplied with the </a:t>
            </a:r>
            <a:r>
              <a:rPr lang="de-DE" altLang="zh-CN" b="1"/>
              <a:t>inverse of the 4x4 matrix</a:t>
            </a:r>
            <a:r>
              <a:rPr lang="de-DE" altLang="zh-CN"/>
              <a:t>, e.g.,</a:t>
            </a:r>
          </a:p>
          <a:p>
            <a:pPr lvl="1"/>
            <a:endParaRPr lang="de-DE" altLang="zh-CN"/>
          </a:p>
          <a:p>
            <a:pPr lvl="1"/>
            <a:endParaRPr lang="de-DE" altLang="zh-CN"/>
          </a:p>
          <a:p>
            <a:pPr lvl="1"/>
            <a:endParaRPr lang="de-DE" altLang="zh-CN"/>
          </a:p>
          <a:p>
            <a:pPr lvl="1"/>
            <a:endParaRPr lang="de-DE" altLang="zh-CN"/>
          </a:p>
          <a:p>
            <a:pPr lvl="1"/>
            <a:endParaRPr lang="de-DE" altLang="zh-CN"/>
          </a:p>
          <a:p>
            <a:pPr lvl="1">
              <a:buFontTx/>
              <a:buNone/>
            </a:pPr>
            <a:r>
              <a:rPr lang="de-DE" altLang="zh-CN"/>
              <a:t>	 where 09, 0</a:t>
            </a:r>
            <a:r>
              <a:rPr lang="de-DE" altLang="zh-CN" i="1"/>
              <a:t>B, 0D</a:t>
            </a:r>
            <a:r>
              <a:rPr lang="de-DE" altLang="zh-CN"/>
              <a:t> and 0</a:t>
            </a:r>
            <a:r>
              <a:rPr lang="de-DE" altLang="zh-CN" i="1"/>
              <a:t>E</a:t>
            </a:r>
            <a:r>
              <a:rPr lang="de-DE" altLang="zh-CN"/>
              <a:t> are given in hexadecimal notation</a:t>
            </a:r>
          </a:p>
          <a:p>
            <a:pPr lvl="1">
              <a:buFontTx/>
              <a:buNone/>
            </a:pPr>
            <a:endParaRPr lang="de-DE" altLang="zh-CN"/>
          </a:p>
          <a:p>
            <a:r>
              <a:rPr lang="de-DE" altLang="zh-CN"/>
              <a:t>Again, all arithmetic is done in the Galois field </a:t>
            </a:r>
            <a:r>
              <a:rPr lang="de-DE" altLang="zh-CN" i="1"/>
              <a:t>GF</a:t>
            </a:r>
            <a:r>
              <a:rPr lang="de-DE" altLang="zh-CN"/>
              <a:t>(2</a:t>
            </a:r>
            <a:r>
              <a:rPr lang="de-DE" altLang="zh-CN" sz="2400" baseline="30000"/>
              <a:t>8</a:t>
            </a:r>
            <a:r>
              <a:rPr lang="de-DE" altLang="zh-CN"/>
              <a:t>) (</a:t>
            </a:r>
            <a:r>
              <a:rPr lang="en-US" altLang="zh-CN">
                <a:ea typeface="宋体" panose="02010600030101010101" pitchFamily="2" charset="-122"/>
              </a:rPr>
              <a:t>for more information see Chapter 4.3 in </a:t>
            </a:r>
            <a:r>
              <a:rPr lang="en-US" altLang="zh-CN" i="1">
                <a:ea typeface="宋体" panose="02010600030101010101" pitchFamily="2" charset="-122"/>
              </a:rPr>
              <a:t>Understanding Cryptography</a:t>
            </a:r>
            <a:r>
              <a:rPr lang="en-US" altLang="zh-CN">
                <a:ea typeface="宋体" panose="02010600030101010101" pitchFamily="2" charset="-122"/>
              </a:rPr>
              <a:t>)</a:t>
            </a:r>
            <a:endParaRPr lang="de-DE" altLang="zh-CN"/>
          </a:p>
        </p:txBody>
      </p:sp>
      <p:sp>
        <p:nvSpPr>
          <p:cNvPr id="2053" name="Fußzeilenplatzhalter 4">
            <a:extLst>
              <a:ext uri="{FF2B5EF4-FFF2-40B4-BE49-F238E27FC236}">
                <a16:creationId xmlns:a16="http://schemas.microsoft.com/office/drawing/2014/main" id="{4BD5563E-1C6E-9951-D178-3BD02633873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graphicFrame>
        <p:nvGraphicFramePr>
          <p:cNvPr id="2050" name="Object 3">
            <a:extLst>
              <a:ext uri="{FF2B5EF4-FFF2-40B4-BE49-F238E27FC236}">
                <a16:creationId xmlns:a16="http://schemas.microsoft.com/office/drawing/2014/main" id="{6D7C9355-C093-E228-9F0F-6D6E591026CE}"/>
              </a:ext>
            </a:extLst>
          </p:cNvPr>
          <p:cNvGraphicFramePr>
            <a:graphicFrameLocks noChangeAspect="1"/>
          </p:cNvGraphicFramePr>
          <p:nvPr/>
        </p:nvGraphicFramePr>
        <p:xfrm>
          <a:off x="2905125" y="2428875"/>
          <a:ext cx="3333750" cy="1350963"/>
        </p:xfrm>
        <a:graphic>
          <a:graphicData uri="http://schemas.openxmlformats.org/presentationml/2006/ole">
            <mc:AlternateContent xmlns:mc="http://schemas.openxmlformats.org/markup-compatibility/2006">
              <mc:Choice xmlns:v="urn:schemas-microsoft-com:vml" Requires="v">
                <p:oleObj name="Formel" r:id="rId2" imgW="69342000" imgH="28092400" progId="Equation.3">
                  <p:embed/>
                </p:oleObj>
              </mc:Choice>
              <mc:Fallback>
                <p:oleObj name="Formel" r:id="rId2" imgW="69342000" imgH="280924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25" y="2428875"/>
                        <a:ext cx="3333750" cy="1350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Foliennummernplatzhalter 7">
            <a:extLst>
              <a:ext uri="{FF2B5EF4-FFF2-40B4-BE49-F238E27FC236}">
                <a16:creationId xmlns:a16="http://schemas.microsoft.com/office/drawing/2014/main" id="{1F68D3D4-68D9-7541-6698-36135DCA22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5E9B19-DB08-6442-BBC7-BDBE73B6B48A}" type="slidenum">
              <a:rPr lang="de-DE" altLang="zh-CN">
                <a:solidFill>
                  <a:srgbClr val="394073"/>
                </a:solidFill>
              </a:rPr>
              <a:pPr/>
              <a:t>24</a:t>
            </a:fld>
            <a:r>
              <a:rPr lang="de-DE" altLang="zh-CN">
                <a:solidFill>
                  <a:srgbClr val="394073"/>
                </a:solidFill>
              </a:rPr>
              <a:t>/28</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el 1">
            <a:extLst>
              <a:ext uri="{FF2B5EF4-FFF2-40B4-BE49-F238E27FC236}">
                <a16:creationId xmlns:a16="http://schemas.microsoft.com/office/drawing/2014/main" id="{DF033328-8689-FBDC-8DED-C0AC4FAE3055}"/>
              </a:ext>
            </a:extLst>
          </p:cNvPr>
          <p:cNvSpPr>
            <a:spLocks noGrp="1"/>
          </p:cNvSpPr>
          <p:nvPr>
            <p:ph type="title"/>
          </p:nvPr>
        </p:nvSpPr>
        <p:spPr/>
        <p:txBody>
          <a:bodyPr/>
          <a:lstStyle/>
          <a:p>
            <a:r>
              <a:rPr lang="de-DE" altLang="zh-CN"/>
              <a:t>Decryption</a:t>
            </a:r>
          </a:p>
        </p:txBody>
      </p:sp>
      <p:sp>
        <p:nvSpPr>
          <p:cNvPr id="36867" name="Inhaltsplatzhalter 2">
            <a:extLst>
              <a:ext uri="{FF2B5EF4-FFF2-40B4-BE49-F238E27FC236}">
                <a16:creationId xmlns:a16="http://schemas.microsoft.com/office/drawing/2014/main" id="{DC14FE59-75BC-43D1-03F8-1423257000FE}"/>
              </a:ext>
            </a:extLst>
          </p:cNvPr>
          <p:cNvSpPr>
            <a:spLocks noGrp="1"/>
          </p:cNvSpPr>
          <p:nvPr>
            <p:ph idx="1"/>
          </p:nvPr>
        </p:nvSpPr>
        <p:spPr>
          <a:xfrm>
            <a:off x="849313" y="1130300"/>
            <a:ext cx="7437437" cy="3262313"/>
          </a:xfrm>
        </p:spPr>
        <p:txBody>
          <a:bodyPr/>
          <a:lstStyle/>
          <a:p>
            <a:r>
              <a:rPr lang="de-DE" altLang="zh-CN" b="1"/>
              <a:t>Inv ShiftRows layer</a:t>
            </a:r>
            <a:r>
              <a:rPr lang="de-DE" altLang="zh-CN"/>
              <a:t>: </a:t>
            </a:r>
          </a:p>
          <a:p>
            <a:pPr lvl="1"/>
            <a:r>
              <a:rPr lang="de-DE" altLang="zh-CN"/>
              <a:t>All rows of the state matrix </a:t>
            </a:r>
            <a:r>
              <a:rPr lang="de-DE" altLang="zh-CN" i="1"/>
              <a:t>B</a:t>
            </a:r>
            <a:r>
              <a:rPr lang="de-DE" altLang="zh-CN"/>
              <a:t> are shifted to the opposite direction:</a:t>
            </a:r>
          </a:p>
          <a:p>
            <a:pPr lvl="1"/>
            <a:endParaRPr lang="de-DE" altLang="zh-CN"/>
          </a:p>
          <a:p>
            <a:pPr lvl="1">
              <a:buFontTx/>
              <a:buNone/>
            </a:pPr>
            <a:r>
              <a:rPr lang="de-DE" altLang="zh-CN"/>
              <a:t>		Input matrix</a:t>
            </a:r>
          </a:p>
          <a:p>
            <a:pPr lvl="1">
              <a:buFontTx/>
              <a:buNone/>
            </a:pPr>
            <a:endParaRPr lang="de-DE" altLang="zh-CN"/>
          </a:p>
          <a:p>
            <a:pPr lvl="1">
              <a:buFontTx/>
              <a:buNone/>
            </a:pPr>
            <a:endParaRPr lang="de-DE" altLang="zh-CN"/>
          </a:p>
          <a:p>
            <a:pPr lvl="1">
              <a:buFontTx/>
              <a:buNone/>
            </a:pPr>
            <a:endParaRPr lang="de-DE" altLang="zh-CN"/>
          </a:p>
          <a:p>
            <a:pPr lvl="1">
              <a:buFontTx/>
              <a:buNone/>
            </a:pPr>
            <a:endParaRPr lang="de-DE" altLang="zh-CN"/>
          </a:p>
          <a:p>
            <a:pPr lvl="1">
              <a:buFontTx/>
              <a:buNone/>
            </a:pPr>
            <a:r>
              <a:rPr lang="de-DE" altLang="zh-CN"/>
              <a:t>		Output matrix</a:t>
            </a:r>
          </a:p>
        </p:txBody>
      </p:sp>
      <p:sp>
        <p:nvSpPr>
          <p:cNvPr id="36868" name="Fußzeilenplatzhalter 4">
            <a:extLst>
              <a:ext uri="{FF2B5EF4-FFF2-40B4-BE49-F238E27FC236}">
                <a16:creationId xmlns:a16="http://schemas.microsoft.com/office/drawing/2014/main" id="{F1A16FF9-DA76-3157-3CE7-75BA4DAB32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graphicFrame>
        <p:nvGraphicFramePr>
          <p:cNvPr id="6" name="Tabelle 5">
            <a:extLst>
              <a:ext uri="{FF2B5EF4-FFF2-40B4-BE49-F238E27FC236}">
                <a16:creationId xmlns:a16="http://schemas.microsoft.com/office/drawing/2014/main" id="{53FEC27C-BDD8-731C-350A-E55083FFFB79}"/>
              </a:ext>
            </a:extLst>
          </p:cNvPr>
          <p:cNvGraphicFramePr>
            <a:graphicFrameLocks noGrp="1"/>
          </p:cNvGraphicFramePr>
          <p:nvPr/>
        </p:nvGraphicFramePr>
        <p:xfrm>
          <a:off x="3571875" y="2168525"/>
          <a:ext cx="2000252" cy="1341440"/>
        </p:xfrm>
        <a:graphic>
          <a:graphicData uri="http://schemas.openxmlformats.org/drawingml/2006/table">
            <a:tbl>
              <a:tblPr firstRow="1" bandRow="1">
                <a:effectLst/>
                <a:tableStyleId>{5940675A-B579-460E-94D1-54222C63F5DA}</a:tableStyleId>
              </a:tblPr>
              <a:tblGrid>
                <a:gridCol w="500063">
                  <a:extLst>
                    <a:ext uri="{9D8B030D-6E8A-4147-A177-3AD203B41FA5}">
                      <a16:colId xmlns:a16="http://schemas.microsoft.com/office/drawing/2014/main" val="20000"/>
                    </a:ext>
                  </a:extLst>
                </a:gridCol>
                <a:gridCol w="500063">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500063">
                  <a:extLst>
                    <a:ext uri="{9D8B030D-6E8A-4147-A177-3AD203B41FA5}">
                      <a16:colId xmlns:a16="http://schemas.microsoft.com/office/drawing/2014/main" val="20003"/>
                    </a:ext>
                  </a:extLst>
                </a:gridCol>
              </a:tblGrid>
              <a:tr h="335360">
                <a:tc>
                  <a:txBody>
                    <a:bodyPr/>
                    <a:lstStyle/>
                    <a:p>
                      <a:pPr algn="l"/>
                      <a:r>
                        <a:rPr lang="de-DE" sz="1600" i="1" dirty="0"/>
                        <a:t>B</a:t>
                      </a:r>
                      <a:r>
                        <a:rPr lang="de-DE" sz="1800" baseline="-25000" dirty="0"/>
                        <a:t>0</a:t>
                      </a:r>
                      <a:endParaRPr lang="de-DE" sz="1600" baseline="-25000" dirty="0"/>
                    </a:p>
                  </a:txBody>
                  <a:tcPr marL="91439" marR="91439" marT="45731" marB="45731" anchor="ctr"/>
                </a:tc>
                <a:tc>
                  <a:txBody>
                    <a:bodyPr/>
                    <a:lstStyle/>
                    <a:p>
                      <a:pPr algn="l"/>
                      <a:r>
                        <a:rPr lang="de-DE" sz="1600" i="1" dirty="0"/>
                        <a:t>B</a:t>
                      </a:r>
                      <a:r>
                        <a:rPr lang="de-DE" sz="1800" baseline="-25000" dirty="0"/>
                        <a:t>4</a:t>
                      </a:r>
                      <a:endParaRPr lang="de-DE" sz="1600" baseline="-25000" dirty="0"/>
                    </a:p>
                  </a:txBody>
                  <a:tcPr marL="91439" marR="91439" marT="45731" marB="45731" anchor="ctr"/>
                </a:tc>
                <a:tc>
                  <a:txBody>
                    <a:bodyPr/>
                    <a:lstStyle/>
                    <a:p>
                      <a:pPr algn="l"/>
                      <a:r>
                        <a:rPr lang="de-DE" sz="1600" i="1" dirty="0"/>
                        <a:t>B</a:t>
                      </a:r>
                      <a:r>
                        <a:rPr lang="de-DE" sz="1800" baseline="-25000" dirty="0"/>
                        <a:t>8</a:t>
                      </a:r>
                      <a:endParaRPr lang="de-DE" sz="1600" baseline="-25000" dirty="0"/>
                    </a:p>
                  </a:txBody>
                  <a:tcPr marL="91439" marR="91439" marT="45731" marB="45731" anchor="ctr"/>
                </a:tc>
                <a:tc>
                  <a:txBody>
                    <a:bodyPr/>
                    <a:lstStyle/>
                    <a:p>
                      <a:pPr algn="l"/>
                      <a:r>
                        <a:rPr lang="de-DE" sz="1600" i="1" dirty="0"/>
                        <a:t>B</a:t>
                      </a:r>
                      <a:r>
                        <a:rPr lang="de-DE" sz="1800" baseline="-25000" dirty="0"/>
                        <a:t>12</a:t>
                      </a:r>
                      <a:endParaRPr lang="de-DE" sz="1600" baseline="-25000" dirty="0"/>
                    </a:p>
                  </a:txBody>
                  <a:tcPr marL="91439" marR="91439" marT="45731" marB="45731" anchor="ctr"/>
                </a:tc>
                <a:extLst>
                  <a:ext uri="{0D108BD9-81ED-4DB2-BD59-A6C34878D82A}">
                    <a16:rowId xmlns:a16="http://schemas.microsoft.com/office/drawing/2014/main" val="10000"/>
                  </a:ext>
                </a:extLst>
              </a:tr>
              <a:tr h="335360">
                <a:tc>
                  <a:txBody>
                    <a:bodyPr/>
                    <a:lstStyle/>
                    <a:p>
                      <a:pPr algn="l"/>
                      <a:r>
                        <a:rPr lang="de-DE" sz="1600" i="1" dirty="0"/>
                        <a:t>B</a:t>
                      </a:r>
                      <a:r>
                        <a:rPr lang="de-DE" sz="1800" baseline="-25000" dirty="0"/>
                        <a:t>1</a:t>
                      </a:r>
                      <a:endParaRPr lang="de-DE" sz="1600" baseline="-25000" dirty="0"/>
                    </a:p>
                  </a:txBody>
                  <a:tcPr marL="91439" marR="91439" marT="45731" marB="45731" anchor="ctr"/>
                </a:tc>
                <a:tc>
                  <a:txBody>
                    <a:bodyPr/>
                    <a:lstStyle/>
                    <a:p>
                      <a:pPr algn="l"/>
                      <a:r>
                        <a:rPr lang="de-DE" sz="1600" i="1" dirty="0"/>
                        <a:t>B</a:t>
                      </a:r>
                      <a:r>
                        <a:rPr lang="de-DE" sz="1800" baseline="-25000" dirty="0"/>
                        <a:t>5</a:t>
                      </a:r>
                      <a:endParaRPr lang="de-DE" sz="1600" baseline="-25000" dirty="0"/>
                    </a:p>
                  </a:txBody>
                  <a:tcPr marL="91439" marR="91439" marT="45731" marB="45731" anchor="ctr"/>
                </a:tc>
                <a:tc>
                  <a:txBody>
                    <a:bodyPr/>
                    <a:lstStyle/>
                    <a:p>
                      <a:pPr algn="l"/>
                      <a:r>
                        <a:rPr lang="de-DE" sz="1600" i="1" dirty="0"/>
                        <a:t>B</a:t>
                      </a:r>
                      <a:r>
                        <a:rPr lang="de-DE" sz="1800" baseline="-25000" dirty="0"/>
                        <a:t>9</a:t>
                      </a:r>
                      <a:endParaRPr lang="de-DE" sz="1600" baseline="-25000" dirty="0"/>
                    </a:p>
                  </a:txBody>
                  <a:tcPr marL="91439" marR="91439" marT="45731" marB="45731" anchor="ctr"/>
                </a:tc>
                <a:tc>
                  <a:txBody>
                    <a:bodyPr/>
                    <a:lstStyle/>
                    <a:p>
                      <a:pPr algn="l"/>
                      <a:r>
                        <a:rPr lang="de-DE" sz="1600" i="1" dirty="0"/>
                        <a:t>B</a:t>
                      </a:r>
                      <a:r>
                        <a:rPr lang="de-DE" sz="1800" baseline="-25000" dirty="0"/>
                        <a:t>13</a:t>
                      </a:r>
                      <a:endParaRPr lang="de-DE" sz="1600" baseline="-25000" dirty="0"/>
                    </a:p>
                  </a:txBody>
                  <a:tcPr marL="91439" marR="91439" marT="45731" marB="45731" anchor="ctr"/>
                </a:tc>
                <a:extLst>
                  <a:ext uri="{0D108BD9-81ED-4DB2-BD59-A6C34878D82A}">
                    <a16:rowId xmlns:a16="http://schemas.microsoft.com/office/drawing/2014/main" val="10001"/>
                  </a:ext>
                </a:extLst>
              </a:tr>
              <a:tr h="335360">
                <a:tc>
                  <a:txBody>
                    <a:bodyPr/>
                    <a:lstStyle/>
                    <a:p>
                      <a:pPr algn="l"/>
                      <a:r>
                        <a:rPr lang="de-DE" sz="1600" i="1" dirty="0"/>
                        <a:t>B</a:t>
                      </a:r>
                      <a:r>
                        <a:rPr lang="de-DE" sz="1800" baseline="-25000" dirty="0"/>
                        <a:t>2</a:t>
                      </a:r>
                      <a:endParaRPr lang="de-DE" sz="1600" baseline="-25000" dirty="0"/>
                    </a:p>
                  </a:txBody>
                  <a:tcPr marL="91439" marR="91439" marT="45731" marB="45731" anchor="ctr"/>
                </a:tc>
                <a:tc>
                  <a:txBody>
                    <a:bodyPr/>
                    <a:lstStyle/>
                    <a:p>
                      <a:pPr algn="l"/>
                      <a:r>
                        <a:rPr lang="de-DE" sz="1600" i="1" dirty="0"/>
                        <a:t>B</a:t>
                      </a:r>
                      <a:r>
                        <a:rPr lang="de-DE" sz="1800" baseline="-25000" dirty="0"/>
                        <a:t>6</a:t>
                      </a:r>
                      <a:endParaRPr lang="de-DE" sz="1600" baseline="-25000" dirty="0"/>
                    </a:p>
                  </a:txBody>
                  <a:tcPr marL="91439" marR="91439" marT="45731" marB="45731" anchor="ctr"/>
                </a:tc>
                <a:tc>
                  <a:txBody>
                    <a:bodyPr/>
                    <a:lstStyle/>
                    <a:p>
                      <a:pPr algn="l"/>
                      <a:r>
                        <a:rPr lang="de-DE" sz="1600" i="1" dirty="0"/>
                        <a:t>B</a:t>
                      </a:r>
                      <a:r>
                        <a:rPr lang="de-DE" sz="1800" baseline="-25000" dirty="0"/>
                        <a:t>10</a:t>
                      </a:r>
                    </a:p>
                  </a:txBody>
                  <a:tcPr marL="91439" marR="91439" marT="45731" marB="45731" anchor="ctr"/>
                </a:tc>
                <a:tc>
                  <a:txBody>
                    <a:bodyPr/>
                    <a:lstStyle/>
                    <a:p>
                      <a:pPr algn="l"/>
                      <a:r>
                        <a:rPr lang="de-DE" sz="1600" i="1" dirty="0"/>
                        <a:t>B</a:t>
                      </a:r>
                      <a:r>
                        <a:rPr lang="de-DE" sz="1800" baseline="-25000" dirty="0"/>
                        <a:t>14</a:t>
                      </a:r>
                    </a:p>
                  </a:txBody>
                  <a:tcPr marL="91439" marR="91439" marT="45731" marB="45731" anchor="ctr"/>
                </a:tc>
                <a:extLst>
                  <a:ext uri="{0D108BD9-81ED-4DB2-BD59-A6C34878D82A}">
                    <a16:rowId xmlns:a16="http://schemas.microsoft.com/office/drawing/2014/main" val="10002"/>
                  </a:ext>
                </a:extLst>
              </a:tr>
              <a:tr h="335360">
                <a:tc>
                  <a:txBody>
                    <a:bodyPr/>
                    <a:lstStyle/>
                    <a:p>
                      <a:pPr algn="l"/>
                      <a:r>
                        <a:rPr lang="de-DE" sz="1600" i="1" dirty="0"/>
                        <a:t>B</a:t>
                      </a:r>
                      <a:r>
                        <a:rPr lang="de-DE" sz="1800" baseline="-25000" dirty="0"/>
                        <a:t>3</a:t>
                      </a:r>
                      <a:endParaRPr lang="de-DE" sz="1600" baseline="-25000" dirty="0"/>
                    </a:p>
                  </a:txBody>
                  <a:tcPr marL="91439" marR="91439" marT="45731" marB="45731" anchor="ctr"/>
                </a:tc>
                <a:tc>
                  <a:txBody>
                    <a:bodyPr/>
                    <a:lstStyle/>
                    <a:p>
                      <a:pPr algn="l"/>
                      <a:r>
                        <a:rPr lang="de-DE" sz="1600" i="1" dirty="0"/>
                        <a:t>B</a:t>
                      </a:r>
                      <a:r>
                        <a:rPr lang="de-DE" sz="1800" baseline="-25000" dirty="0"/>
                        <a:t>7</a:t>
                      </a:r>
                      <a:endParaRPr lang="de-DE" sz="1600" baseline="-25000" dirty="0"/>
                    </a:p>
                  </a:txBody>
                  <a:tcPr marL="91439" marR="91439" marT="45731" marB="45731" anchor="ctr"/>
                </a:tc>
                <a:tc>
                  <a:txBody>
                    <a:bodyPr/>
                    <a:lstStyle/>
                    <a:p>
                      <a:pPr algn="l"/>
                      <a:r>
                        <a:rPr lang="de-DE" sz="1600" i="1" dirty="0"/>
                        <a:t>B</a:t>
                      </a:r>
                      <a:r>
                        <a:rPr lang="de-DE" sz="1800" baseline="-25000" dirty="0"/>
                        <a:t>11</a:t>
                      </a:r>
                      <a:endParaRPr lang="de-DE" sz="1600" baseline="-25000" dirty="0"/>
                    </a:p>
                  </a:txBody>
                  <a:tcPr marL="91439" marR="91439" marT="45731" marB="45731" anchor="ctr"/>
                </a:tc>
                <a:tc>
                  <a:txBody>
                    <a:bodyPr/>
                    <a:lstStyle/>
                    <a:p>
                      <a:pPr algn="l"/>
                      <a:r>
                        <a:rPr lang="de-DE" sz="1600" i="1" dirty="0"/>
                        <a:t>B</a:t>
                      </a:r>
                      <a:r>
                        <a:rPr lang="de-DE" sz="1800" baseline="-25000" dirty="0"/>
                        <a:t>15</a:t>
                      </a:r>
                      <a:endParaRPr lang="de-DE" sz="1600" baseline="-25000" dirty="0"/>
                    </a:p>
                  </a:txBody>
                  <a:tcPr marL="91439" marR="91439" marT="45731" marB="45731" anchor="ctr"/>
                </a:tc>
                <a:extLst>
                  <a:ext uri="{0D108BD9-81ED-4DB2-BD59-A6C34878D82A}">
                    <a16:rowId xmlns:a16="http://schemas.microsoft.com/office/drawing/2014/main" val="10003"/>
                  </a:ext>
                </a:extLst>
              </a:tr>
            </a:tbl>
          </a:graphicData>
        </a:graphic>
      </p:graphicFrame>
      <p:graphicFrame>
        <p:nvGraphicFramePr>
          <p:cNvPr id="7" name="Tabelle 6">
            <a:extLst>
              <a:ext uri="{FF2B5EF4-FFF2-40B4-BE49-F238E27FC236}">
                <a16:creationId xmlns:a16="http://schemas.microsoft.com/office/drawing/2014/main" id="{5FA6A9C9-FB38-1260-F931-5751B842A514}"/>
              </a:ext>
            </a:extLst>
          </p:cNvPr>
          <p:cNvGraphicFramePr>
            <a:graphicFrameLocks noGrp="1"/>
          </p:cNvGraphicFramePr>
          <p:nvPr/>
        </p:nvGraphicFramePr>
        <p:xfrm>
          <a:off x="3571875" y="4041775"/>
          <a:ext cx="2000252" cy="1341440"/>
        </p:xfrm>
        <a:graphic>
          <a:graphicData uri="http://schemas.openxmlformats.org/drawingml/2006/table">
            <a:tbl>
              <a:tblPr firstRow="1" bandRow="1">
                <a:effectLst/>
                <a:tableStyleId>{5940675A-B579-460E-94D1-54222C63F5DA}</a:tableStyleId>
              </a:tblPr>
              <a:tblGrid>
                <a:gridCol w="500063">
                  <a:extLst>
                    <a:ext uri="{9D8B030D-6E8A-4147-A177-3AD203B41FA5}">
                      <a16:colId xmlns:a16="http://schemas.microsoft.com/office/drawing/2014/main" val="20000"/>
                    </a:ext>
                  </a:extLst>
                </a:gridCol>
                <a:gridCol w="500063">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500063">
                  <a:extLst>
                    <a:ext uri="{9D8B030D-6E8A-4147-A177-3AD203B41FA5}">
                      <a16:colId xmlns:a16="http://schemas.microsoft.com/office/drawing/2014/main" val="20003"/>
                    </a:ext>
                  </a:extLst>
                </a:gridCol>
              </a:tblGrid>
              <a:tr h="335360">
                <a:tc>
                  <a:txBody>
                    <a:bodyPr/>
                    <a:lstStyle/>
                    <a:p>
                      <a:pPr algn="l"/>
                      <a:r>
                        <a:rPr lang="de-DE" sz="1600" i="1" dirty="0"/>
                        <a:t>B</a:t>
                      </a:r>
                      <a:r>
                        <a:rPr lang="de-DE" sz="1800" baseline="-25000" dirty="0"/>
                        <a:t>0</a:t>
                      </a:r>
                      <a:endParaRPr lang="de-DE" sz="1600" baseline="-25000" dirty="0"/>
                    </a:p>
                  </a:txBody>
                  <a:tcPr marL="91439" marR="91439" marT="45731" marB="45731" anchor="ctr"/>
                </a:tc>
                <a:tc>
                  <a:txBody>
                    <a:bodyPr/>
                    <a:lstStyle/>
                    <a:p>
                      <a:pPr algn="l"/>
                      <a:r>
                        <a:rPr lang="de-DE" sz="1600" i="1" dirty="0"/>
                        <a:t>B</a:t>
                      </a:r>
                      <a:r>
                        <a:rPr lang="de-DE" sz="1800" baseline="-25000" dirty="0"/>
                        <a:t>4</a:t>
                      </a:r>
                      <a:endParaRPr lang="de-DE" sz="1600" baseline="-25000" dirty="0"/>
                    </a:p>
                  </a:txBody>
                  <a:tcPr marL="91439" marR="91439" marT="45731" marB="45731" anchor="ctr"/>
                </a:tc>
                <a:tc>
                  <a:txBody>
                    <a:bodyPr/>
                    <a:lstStyle/>
                    <a:p>
                      <a:pPr algn="l"/>
                      <a:r>
                        <a:rPr lang="de-DE" sz="1600" i="1" dirty="0"/>
                        <a:t>B</a:t>
                      </a:r>
                      <a:r>
                        <a:rPr lang="de-DE" sz="1800" baseline="-25000" dirty="0"/>
                        <a:t>8</a:t>
                      </a:r>
                      <a:endParaRPr lang="de-DE" sz="1600" baseline="-25000" dirty="0"/>
                    </a:p>
                  </a:txBody>
                  <a:tcPr marL="91439" marR="91439" marT="45731" marB="45731" anchor="ctr"/>
                </a:tc>
                <a:tc>
                  <a:txBody>
                    <a:bodyPr/>
                    <a:lstStyle/>
                    <a:p>
                      <a:pPr algn="l"/>
                      <a:r>
                        <a:rPr lang="de-DE" sz="1600" i="1" dirty="0"/>
                        <a:t>B</a:t>
                      </a:r>
                      <a:r>
                        <a:rPr lang="de-DE" sz="1800" baseline="-25000" dirty="0"/>
                        <a:t>12</a:t>
                      </a:r>
                      <a:endParaRPr lang="de-DE" sz="1600" baseline="-25000" dirty="0"/>
                    </a:p>
                  </a:txBody>
                  <a:tcPr marL="91439" marR="91439" marT="45731" marB="45731" anchor="ctr"/>
                </a:tc>
                <a:extLst>
                  <a:ext uri="{0D108BD9-81ED-4DB2-BD59-A6C34878D82A}">
                    <a16:rowId xmlns:a16="http://schemas.microsoft.com/office/drawing/2014/main" val="10000"/>
                  </a:ext>
                </a:extLst>
              </a:tr>
              <a:tr h="335360">
                <a:tc>
                  <a:txBody>
                    <a:bodyPr/>
                    <a:lstStyle/>
                    <a:p>
                      <a:pPr algn="l"/>
                      <a:r>
                        <a:rPr lang="de-DE" sz="1600" i="1" dirty="0"/>
                        <a:t>B</a:t>
                      </a:r>
                      <a:r>
                        <a:rPr lang="de-DE" sz="1800" i="1" baseline="-25000" dirty="0"/>
                        <a:t>13</a:t>
                      </a:r>
                      <a:endParaRPr lang="de-DE" sz="1600" baseline="-25000" dirty="0"/>
                    </a:p>
                  </a:txBody>
                  <a:tcPr marL="91439" marR="91439" marT="45731" marB="45731" anchor="ctr"/>
                </a:tc>
                <a:tc>
                  <a:txBody>
                    <a:bodyPr/>
                    <a:lstStyle/>
                    <a:p>
                      <a:pPr algn="l"/>
                      <a:r>
                        <a:rPr lang="de-DE" sz="1600" i="1" dirty="0"/>
                        <a:t>B</a:t>
                      </a:r>
                      <a:r>
                        <a:rPr lang="de-DE" sz="1800" i="1" baseline="-25000" dirty="0"/>
                        <a:t>1</a:t>
                      </a:r>
                      <a:endParaRPr lang="de-DE" sz="1600" baseline="-25000" dirty="0"/>
                    </a:p>
                  </a:txBody>
                  <a:tcPr marL="91439" marR="91439" marT="45731" marB="45731" anchor="ctr"/>
                </a:tc>
                <a:tc>
                  <a:txBody>
                    <a:bodyPr/>
                    <a:lstStyle/>
                    <a:p>
                      <a:pPr algn="l"/>
                      <a:r>
                        <a:rPr lang="de-DE" sz="1600" i="1" dirty="0"/>
                        <a:t>B</a:t>
                      </a:r>
                      <a:r>
                        <a:rPr lang="de-DE" sz="1800" i="1" baseline="-25000" dirty="0"/>
                        <a:t>5</a:t>
                      </a:r>
                      <a:endParaRPr lang="de-DE" sz="1600" baseline="-25000" dirty="0"/>
                    </a:p>
                  </a:txBody>
                  <a:tcPr marL="91439" marR="91439" marT="45731" marB="45731" anchor="ctr"/>
                </a:tc>
                <a:tc>
                  <a:txBody>
                    <a:bodyPr/>
                    <a:lstStyle/>
                    <a:p>
                      <a:pPr algn="l"/>
                      <a:r>
                        <a:rPr lang="de-DE" sz="1600" i="1" dirty="0"/>
                        <a:t>B</a:t>
                      </a:r>
                      <a:r>
                        <a:rPr lang="de-DE" sz="1800" i="1" baseline="-25000" dirty="0"/>
                        <a:t>9</a:t>
                      </a:r>
                      <a:endParaRPr lang="de-DE" sz="1600" baseline="-25000" dirty="0"/>
                    </a:p>
                  </a:txBody>
                  <a:tcPr marL="91439" marR="91439" marT="45731" marB="45731" anchor="ctr"/>
                </a:tc>
                <a:extLst>
                  <a:ext uri="{0D108BD9-81ED-4DB2-BD59-A6C34878D82A}">
                    <a16:rowId xmlns:a16="http://schemas.microsoft.com/office/drawing/2014/main" val="10001"/>
                  </a:ext>
                </a:extLst>
              </a:tr>
              <a:tr h="335360">
                <a:tc>
                  <a:txBody>
                    <a:bodyPr/>
                    <a:lstStyle/>
                    <a:p>
                      <a:pPr algn="l"/>
                      <a:r>
                        <a:rPr lang="de-DE" sz="1600" i="1" dirty="0"/>
                        <a:t>B</a:t>
                      </a:r>
                      <a:r>
                        <a:rPr lang="de-DE" sz="1800" i="1" baseline="-25000" dirty="0"/>
                        <a:t>10</a:t>
                      </a:r>
                      <a:endParaRPr lang="de-DE" sz="1600" baseline="-25000" dirty="0"/>
                    </a:p>
                  </a:txBody>
                  <a:tcPr marL="91439" marR="91439" marT="45731" marB="45731" anchor="ctr"/>
                </a:tc>
                <a:tc>
                  <a:txBody>
                    <a:bodyPr/>
                    <a:lstStyle/>
                    <a:p>
                      <a:pPr algn="l"/>
                      <a:r>
                        <a:rPr lang="de-DE" sz="1600" i="1" dirty="0"/>
                        <a:t>B</a:t>
                      </a:r>
                      <a:r>
                        <a:rPr lang="de-DE" sz="1800" i="1" baseline="-25000" dirty="0"/>
                        <a:t>14</a:t>
                      </a:r>
                      <a:endParaRPr lang="de-DE" sz="1600" baseline="-25000" dirty="0"/>
                    </a:p>
                  </a:txBody>
                  <a:tcPr marL="91439" marR="91439" marT="45731" marB="45731" anchor="ctr"/>
                </a:tc>
                <a:tc>
                  <a:txBody>
                    <a:bodyPr/>
                    <a:lstStyle/>
                    <a:p>
                      <a:pPr algn="l"/>
                      <a:r>
                        <a:rPr lang="de-DE" sz="1600" i="1" dirty="0"/>
                        <a:t>B</a:t>
                      </a:r>
                      <a:r>
                        <a:rPr lang="de-DE" sz="1800" i="1" baseline="-25000" dirty="0"/>
                        <a:t>2</a:t>
                      </a:r>
                      <a:endParaRPr lang="de-DE" sz="1800" baseline="-25000" dirty="0"/>
                    </a:p>
                  </a:txBody>
                  <a:tcPr marL="91439" marR="91439" marT="45731" marB="45731" anchor="ctr"/>
                </a:tc>
                <a:tc>
                  <a:txBody>
                    <a:bodyPr/>
                    <a:lstStyle/>
                    <a:p>
                      <a:pPr algn="l"/>
                      <a:r>
                        <a:rPr lang="de-DE" sz="1600" i="1" dirty="0"/>
                        <a:t>B</a:t>
                      </a:r>
                      <a:r>
                        <a:rPr lang="de-DE" sz="1800" i="1" baseline="-25000" dirty="0"/>
                        <a:t>6</a:t>
                      </a:r>
                      <a:endParaRPr lang="de-DE" sz="1800" baseline="-25000" dirty="0"/>
                    </a:p>
                  </a:txBody>
                  <a:tcPr marL="91439" marR="91439" marT="45731" marB="45731" anchor="ctr"/>
                </a:tc>
                <a:extLst>
                  <a:ext uri="{0D108BD9-81ED-4DB2-BD59-A6C34878D82A}">
                    <a16:rowId xmlns:a16="http://schemas.microsoft.com/office/drawing/2014/main" val="10002"/>
                  </a:ext>
                </a:extLst>
              </a:tr>
              <a:tr h="335360">
                <a:tc>
                  <a:txBody>
                    <a:bodyPr/>
                    <a:lstStyle/>
                    <a:p>
                      <a:pPr algn="l"/>
                      <a:r>
                        <a:rPr lang="de-DE" sz="1600" i="1" dirty="0"/>
                        <a:t>B</a:t>
                      </a:r>
                      <a:r>
                        <a:rPr lang="de-DE" sz="1800" i="1" baseline="-25000" dirty="0"/>
                        <a:t>7</a:t>
                      </a:r>
                      <a:endParaRPr lang="de-DE" sz="1600" baseline="-25000" dirty="0"/>
                    </a:p>
                  </a:txBody>
                  <a:tcPr marL="91439" marR="91439" marT="45731" marB="45731" anchor="ctr"/>
                </a:tc>
                <a:tc>
                  <a:txBody>
                    <a:bodyPr/>
                    <a:lstStyle/>
                    <a:p>
                      <a:pPr algn="l"/>
                      <a:r>
                        <a:rPr lang="de-DE" sz="1600" i="1" dirty="0"/>
                        <a:t>B</a:t>
                      </a:r>
                      <a:r>
                        <a:rPr lang="de-DE" sz="1800" i="1" baseline="-25000" dirty="0"/>
                        <a:t>11</a:t>
                      </a:r>
                      <a:endParaRPr lang="de-DE" sz="1600" baseline="-25000" dirty="0"/>
                    </a:p>
                  </a:txBody>
                  <a:tcPr marL="91439" marR="91439" marT="45731" marB="45731" anchor="ctr"/>
                </a:tc>
                <a:tc>
                  <a:txBody>
                    <a:bodyPr/>
                    <a:lstStyle/>
                    <a:p>
                      <a:pPr algn="l"/>
                      <a:r>
                        <a:rPr lang="de-DE" sz="1600" i="1" dirty="0"/>
                        <a:t>B</a:t>
                      </a:r>
                      <a:r>
                        <a:rPr lang="de-DE" sz="1800" i="1" baseline="-25000" dirty="0"/>
                        <a:t>15</a:t>
                      </a:r>
                      <a:endParaRPr lang="de-DE" sz="1600" baseline="-25000" dirty="0"/>
                    </a:p>
                  </a:txBody>
                  <a:tcPr marL="91439" marR="91439" marT="45731" marB="45731" anchor="ctr"/>
                </a:tc>
                <a:tc>
                  <a:txBody>
                    <a:bodyPr/>
                    <a:lstStyle/>
                    <a:p>
                      <a:pPr algn="l"/>
                      <a:r>
                        <a:rPr lang="de-DE" sz="1600" i="1" dirty="0"/>
                        <a:t>B</a:t>
                      </a:r>
                      <a:r>
                        <a:rPr lang="de-DE" sz="1800" baseline="-25000" dirty="0"/>
                        <a:t>3</a:t>
                      </a:r>
                      <a:endParaRPr lang="de-DE" sz="1600" baseline="-25000" dirty="0"/>
                    </a:p>
                  </a:txBody>
                  <a:tcPr marL="91439" marR="91439" marT="45731" marB="45731" anchor="ctr"/>
                </a:tc>
                <a:extLst>
                  <a:ext uri="{0D108BD9-81ED-4DB2-BD59-A6C34878D82A}">
                    <a16:rowId xmlns:a16="http://schemas.microsoft.com/office/drawing/2014/main" val="10003"/>
                  </a:ext>
                </a:extLst>
              </a:tr>
            </a:tbl>
          </a:graphicData>
        </a:graphic>
      </p:graphicFrame>
      <p:sp>
        <p:nvSpPr>
          <p:cNvPr id="36923" name="Textfeld 12">
            <a:extLst>
              <a:ext uri="{FF2B5EF4-FFF2-40B4-BE49-F238E27FC236}">
                <a16:creationId xmlns:a16="http://schemas.microsoft.com/office/drawing/2014/main" id="{33E81617-5ACB-928D-1C9C-C3378A505C7C}"/>
              </a:ext>
            </a:extLst>
          </p:cNvPr>
          <p:cNvSpPr txBox="1">
            <a:spLocks noChangeArrowheads="1"/>
          </p:cNvSpPr>
          <p:nvPr/>
        </p:nvSpPr>
        <p:spPr bwMode="auto">
          <a:xfrm>
            <a:off x="5006975" y="4043363"/>
            <a:ext cx="333375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sz="1600"/>
              <a:t>	no shift</a:t>
            </a:r>
          </a:p>
          <a:p>
            <a:endParaRPr lang="de-DE" altLang="zh-CN" sz="600"/>
          </a:p>
          <a:p>
            <a:r>
              <a:rPr lang="de-DE" altLang="zh-CN" sz="1600"/>
              <a:t>           → 	one position right shift</a:t>
            </a:r>
          </a:p>
          <a:p>
            <a:endParaRPr lang="de-DE" altLang="zh-CN" sz="600"/>
          </a:p>
          <a:p>
            <a:r>
              <a:rPr lang="de-DE" altLang="zh-CN" sz="1600"/>
              <a:t>           → 	two positions right shift</a:t>
            </a:r>
          </a:p>
          <a:p>
            <a:endParaRPr lang="de-DE" altLang="zh-CN" sz="600"/>
          </a:p>
          <a:p>
            <a:r>
              <a:rPr lang="de-DE" altLang="zh-CN" sz="1600"/>
              <a:t>           → 	three positions right shift</a:t>
            </a:r>
          </a:p>
        </p:txBody>
      </p:sp>
      <p:sp>
        <p:nvSpPr>
          <p:cNvPr id="36924" name="Foliennummernplatzhalter 9">
            <a:extLst>
              <a:ext uri="{FF2B5EF4-FFF2-40B4-BE49-F238E27FC236}">
                <a16:creationId xmlns:a16="http://schemas.microsoft.com/office/drawing/2014/main" id="{9DAFAEC8-9BC9-D2F2-8E6D-9149803B57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75BA2E-ED5B-D842-A540-5E76419A316E}" type="slidenum">
              <a:rPr lang="de-DE" altLang="zh-CN">
                <a:solidFill>
                  <a:srgbClr val="394073"/>
                </a:solidFill>
              </a:rPr>
              <a:pPr/>
              <a:t>25</a:t>
            </a:fld>
            <a:r>
              <a:rPr lang="de-DE" altLang="zh-CN">
                <a:solidFill>
                  <a:srgbClr val="394073"/>
                </a:solidFill>
              </a:rPr>
              <a:t>/28</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el 1">
            <a:extLst>
              <a:ext uri="{FF2B5EF4-FFF2-40B4-BE49-F238E27FC236}">
                <a16:creationId xmlns:a16="http://schemas.microsoft.com/office/drawing/2014/main" id="{72B61FF2-9E67-B883-9351-7F2218B294AE}"/>
              </a:ext>
            </a:extLst>
          </p:cNvPr>
          <p:cNvSpPr>
            <a:spLocks noGrp="1"/>
          </p:cNvSpPr>
          <p:nvPr>
            <p:ph type="title"/>
          </p:nvPr>
        </p:nvSpPr>
        <p:spPr/>
        <p:txBody>
          <a:bodyPr/>
          <a:lstStyle/>
          <a:p>
            <a:r>
              <a:rPr lang="de-DE" altLang="zh-CN"/>
              <a:t>Decryption</a:t>
            </a:r>
          </a:p>
        </p:txBody>
      </p:sp>
      <p:sp>
        <p:nvSpPr>
          <p:cNvPr id="37891" name="Inhaltsplatzhalter 2">
            <a:extLst>
              <a:ext uri="{FF2B5EF4-FFF2-40B4-BE49-F238E27FC236}">
                <a16:creationId xmlns:a16="http://schemas.microsoft.com/office/drawing/2014/main" id="{80B33831-B6EB-6A18-AB58-171E1E4DD06B}"/>
              </a:ext>
            </a:extLst>
          </p:cNvPr>
          <p:cNvSpPr>
            <a:spLocks noGrp="1"/>
          </p:cNvSpPr>
          <p:nvPr>
            <p:ph idx="1"/>
          </p:nvPr>
        </p:nvSpPr>
        <p:spPr>
          <a:xfrm>
            <a:off x="849313" y="1130300"/>
            <a:ext cx="7580312" cy="3816350"/>
          </a:xfrm>
        </p:spPr>
        <p:txBody>
          <a:bodyPr/>
          <a:lstStyle/>
          <a:p>
            <a:r>
              <a:rPr lang="de-DE" altLang="zh-CN" b="1"/>
              <a:t>Inv Byte Substitution layer</a:t>
            </a:r>
            <a:r>
              <a:rPr lang="de-DE" altLang="zh-CN"/>
              <a:t>:</a:t>
            </a:r>
          </a:p>
          <a:p>
            <a:pPr lvl="1"/>
            <a:r>
              <a:rPr lang="de-DE" altLang="zh-CN"/>
              <a:t>Since the S-Box is bijective, it is possible to construct an inverse, such that</a:t>
            </a:r>
          </a:p>
          <a:p>
            <a:pPr lvl="1">
              <a:buFontTx/>
              <a:buNone/>
            </a:pPr>
            <a:r>
              <a:rPr lang="de-DE" altLang="zh-CN"/>
              <a:t>				</a:t>
            </a:r>
            <a:r>
              <a:rPr lang="de-DE" altLang="zh-CN" i="1"/>
              <a:t>A</a:t>
            </a:r>
            <a:r>
              <a:rPr lang="de-DE" altLang="zh-CN" sz="1800" i="1" baseline="-25000"/>
              <a:t>i</a:t>
            </a:r>
            <a:r>
              <a:rPr lang="de-DE" altLang="zh-CN"/>
              <a:t> = </a:t>
            </a:r>
            <a:r>
              <a:rPr lang="de-DE" altLang="zh-CN" i="1"/>
              <a:t>S</a:t>
            </a:r>
            <a:r>
              <a:rPr lang="de-DE" altLang="zh-CN" sz="1800" baseline="30000"/>
              <a:t>-1</a:t>
            </a:r>
            <a:r>
              <a:rPr lang="de-DE" altLang="zh-CN"/>
              <a:t>(</a:t>
            </a:r>
            <a:r>
              <a:rPr lang="de-DE" altLang="zh-CN" i="1"/>
              <a:t>B</a:t>
            </a:r>
            <a:r>
              <a:rPr lang="de-DE" altLang="zh-CN" sz="1800" i="1" baseline="-25000"/>
              <a:t>i</a:t>
            </a:r>
            <a:r>
              <a:rPr lang="de-DE" altLang="zh-CN"/>
              <a:t>) = </a:t>
            </a:r>
            <a:r>
              <a:rPr lang="de-DE" altLang="zh-CN" i="1"/>
              <a:t>S</a:t>
            </a:r>
            <a:r>
              <a:rPr lang="de-DE" altLang="zh-CN" sz="1800" baseline="30000"/>
              <a:t>-1</a:t>
            </a:r>
            <a:r>
              <a:rPr lang="de-DE" altLang="zh-CN"/>
              <a:t>(</a:t>
            </a:r>
            <a:r>
              <a:rPr lang="de-DE" altLang="zh-CN" i="1"/>
              <a:t>S</a:t>
            </a:r>
            <a:r>
              <a:rPr lang="de-DE" altLang="zh-CN"/>
              <a:t>(</a:t>
            </a:r>
            <a:r>
              <a:rPr lang="de-DE" altLang="zh-CN" i="1"/>
              <a:t>A</a:t>
            </a:r>
            <a:r>
              <a:rPr lang="de-DE" altLang="zh-CN" sz="1800" i="1" baseline="-25000"/>
              <a:t>i</a:t>
            </a:r>
            <a:r>
              <a:rPr lang="de-DE" altLang="zh-CN"/>
              <a:t>))</a:t>
            </a:r>
          </a:p>
          <a:p>
            <a:pPr lvl="1">
              <a:buFontTx/>
              <a:buNone/>
            </a:pPr>
            <a:r>
              <a:rPr lang="en-US" altLang="zh-CN">
                <a:ea typeface="宋体" panose="02010600030101010101" pitchFamily="2" charset="-122"/>
                <a:sym typeface="Symbol" pitchFamily="2" charset="2"/>
              </a:rPr>
              <a:t>	 The inverse S-Box is used for decryption. It is usually realized as a lookup table</a:t>
            </a:r>
          </a:p>
          <a:p>
            <a:pPr lvl="1">
              <a:buFontTx/>
              <a:buNone/>
            </a:pPr>
            <a:endParaRPr lang="de-DE" altLang="zh-CN">
              <a:sym typeface="Symbol" pitchFamily="2" charset="2"/>
            </a:endParaRPr>
          </a:p>
          <a:p>
            <a:r>
              <a:rPr lang="de-DE" altLang="zh-CN" b="1">
                <a:sym typeface="Symbol" pitchFamily="2" charset="2"/>
              </a:rPr>
              <a:t>Decryption key schedule</a:t>
            </a:r>
            <a:r>
              <a:rPr lang="de-DE" altLang="zh-CN">
                <a:sym typeface="Symbol" pitchFamily="2" charset="2"/>
              </a:rPr>
              <a:t>:</a:t>
            </a:r>
          </a:p>
          <a:p>
            <a:pPr lvl="1"/>
            <a:r>
              <a:rPr lang="en-US" altLang="zh-CN">
                <a:ea typeface="宋体" panose="02010600030101010101" pitchFamily="2" charset="-122"/>
                <a:sym typeface="Symbol" pitchFamily="2" charset="2"/>
              </a:rPr>
              <a:t>Subkeys are needed in reversed order (compared to encryption)</a:t>
            </a:r>
          </a:p>
          <a:p>
            <a:pPr lvl="1"/>
            <a:r>
              <a:rPr lang="en-US" altLang="zh-CN">
                <a:ea typeface="宋体" panose="02010600030101010101" pitchFamily="2" charset="-122"/>
                <a:sym typeface="Symbol" pitchFamily="2" charset="2"/>
              </a:rPr>
              <a:t>In practice, for encryption and decryption, the same key schedule is used. This requires that all subkeys must be computed before the encryption of the first block can begin</a:t>
            </a:r>
          </a:p>
        </p:txBody>
      </p:sp>
      <p:sp>
        <p:nvSpPr>
          <p:cNvPr id="37892" name="Fußzeilenplatzhalter 4">
            <a:extLst>
              <a:ext uri="{FF2B5EF4-FFF2-40B4-BE49-F238E27FC236}">
                <a16:creationId xmlns:a16="http://schemas.microsoft.com/office/drawing/2014/main" id="{BB85698B-4A92-FEAA-1110-6AF18EBFF2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37893" name="Foliennummernplatzhalter 6">
            <a:extLst>
              <a:ext uri="{FF2B5EF4-FFF2-40B4-BE49-F238E27FC236}">
                <a16:creationId xmlns:a16="http://schemas.microsoft.com/office/drawing/2014/main" id="{10651D63-36F2-BBEE-6B6C-89B9D78C9FA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6033A5-15BD-0044-B3FF-57CEB08DB0BE}" type="slidenum">
              <a:rPr lang="de-DE" altLang="zh-CN">
                <a:solidFill>
                  <a:srgbClr val="394073"/>
                </a:solidFill>
              </a:rPr>
              <a:pPr/>
              <a:t>26</a:t>
            </a:fld>
            <a:r>
              <a:rPr lang="de-DE" altLang="zh-CN">
                <a:solidFill>
                  <a:srgbClr val="394073"/>
                </a:solidFill>
              </a:rPr>
              <a:t>/28</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ußzeilenplatzhalter 4">
            <a:extLst>
              <a:ext uri="{FF2B5EF4-FFF2-40B4-BE49-F238E27FC236}">
                <a16:creationId xmlns:a16="http://schemas.microsoft.com/office/drawing/2014/main" id="{36AAC7F6-8C41-5B34-CA7D-64389DE6065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38915" name="Rectangle 4">
            <a:extLst>
              <a:ext uri="{FF2B5EF4-FFF2-40B4-BE49-F238E27FC236}">
                <a16:creationId xmlns:a16="http://schemas.microsoft.com/office/drawing/2014/main" id="{76962F6B-B873-D3F9-F693-996774F082FD}"/>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t>Content of this Chapter</a:t>
            </a:r>
          </a:p>
        </p:txBody>
      </p:sp>
      <p:sp>
        <p:nvSpPr>
          <p:cNvPr id="38916" name="Rectangle 7">
            <a:extLst>
              <a:ext uri="{FF2B5EF4-FFF2-40B4-BE49-F238E27FC236}">
                <a16:creationId xmlns:a16="http://schemas.microsoft.com/office/drawing/2014/main" id="{03E6A3F1-6757-6F46-09EA-3320B6394B3D}"/>
              </a:ext>
            </a:extLst>
          </p:cNvPr>
          <p:cNvSpPr>
            <a:spLocks noGrp="1" noChangeArrowheads="1"/>
          </p:cNvSpPr>
          <p:nvPr>
            <p:ph type="body" idx="1"/>
          </p:nvPr>
        </p:nvSpPr>
        <p:spPr>
          <a:xfrm>
            <a:off x="539750" y="1844675"/>
            <a:ext cx="7394575" cy="3616325"/>
          </a:xfrm>
          <a:noFill/>
        </p:spPr>
        <p:txBody>
          <a:bodyPr/>
          <a:lstStyle/>
          <a:p>
            <a:pPr marL="342900" indent="-342900"/>
            <a:r>
              <a:rPr lang="de-DE" altLang="zh-CN" sz="2000"/>
              <a:t>Overview of the AES algorithm</a:t>
            </a:r>
          </a:p>
          <a:p>
            <a:pPr marL="342900" indent="-342900"/>
            <a:r>
              <a:rPr lang="de-DE" altLang="zh-CN" sz="2000"/>
              <a:t>Internal structure of AES</a:t>
            </a:r>
          </a:p>
          <a:p>
            <a:pPr marL="720725" lvl="1" indent="-342900"/>
            <a:r>
              <a:rPr lang="de-DE" altLang="zh-CN" sz="2000"/>
              <a:t>Byte Substitution layer</a:t>
            </a:r>
          </a:p>
          <a:p>
            <a:pPr marL="720725" lvl="1" indent="-342900"/>
            <a:r>
              <a:rPr lang="de-DE" altLang="zh-CN" sz="2000"/>
              <a:t>Diffusion layer</a:t>
            </a:r>
          </a:p>
          <a:p>
            <a:pPr marL="720725" lvl="1" indent="-342900"/>
            <a:r>
              <a:rPr lang="de-DE" altLang="zh-CN" sz="2000"/>
              <a:t>Key Addition layer</a:t>
            </a:r>
          </a:p>
          <a:p>
            <a:pPr marL="720725" lvl="1" indent="-342900"/>
            <a:r>
              <a:rPr lang="de-DE" altLang="zh-CN" sz="2000"/>
              <a:t>Key schedule</a:t>
            </a:r>
          </a:p>
          <a:p>
            <a:pPr marL="342900" indent="-342900"/>
            <a:r>
              <a:rPr lang="de-DE" altLang="zh-CN" sz="2000"/>
              <a:t>Decryption</a:t>
            </a:r>
          </a:p>
          <a:p>
            <a:pPr marL="342900" indent="-342900"/>
            <a:r>
              <a:rPr lang="de-DE" altLang="zh-CN" sz="2000" b="1"/>
              <a:t>Practical issues</a:t>
            </a:r>
          </a:p>
        </p:txBody>
      </p:sp>
      <p:sp>
        <p:nvSpPr>
          <p:cNvPr id="38917" name="Foliennummernplatzhalter 6">
            <a:extLst>
              <a:ext uri="{FF2B5EF4-FFF2-40B4-BE49-F238E27FC236}">
                <a16:creationId xmlns:a16="http://schemas.microsoft.com/office/drawing/2014/main" id="{8513A9F2-D1D9-B0D0-D02A-190F9EEE36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025E22-4310-604E-8D2A-18556CB6F0C7}" type="slidenum">
              <a:rPr lang="de-DE" altLang="zh-CN">
                <a:solidFill>
                  <a:srgbClr val="394073"/>
                </a:solidFill>
              </a:rPr>
              <a:pPr/>
              <a:t>27</a:t>
            </a:fld>
            <a:r>
              <a:rPr lang="de-DE" altLang="zh-CN">
                <a:solidFill>
                  <a:srgbClr val="394073"/>
                </a:solidFill>
              </a:rPr>
              <a:t>/28</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el 1">
            <a:extLst>
              <a:ext uri="{FF2B5EF4-FFF2-40B4-BE49-F238E27FC236}">
                <a16:creationId xmlns:a16="http://schemas.microsoft.com/office/drawing/2014/main" id="{57FB9743-C886-FAEC-1811-5151F0A80878}"/>
              </a:ext>
            </a:extLst>
          </p:cNvPr>
          <p:cNvSpPr>
            <a:spLocks noGrp="1"/>
          </p:cNvSpPr>
          <p:nvPr>
            <p:ph type="title"/>
          </p:nvPr>
        </p:nvSpPr>
        <p:spPr/>
        <p:txBody>
          <a:bodyPr/>
          <a:lstStyle/>
          <a:p>
            <a:r>
              <a:rPr lang="de-DE" altLang="zh-CN"/>
              <a:t>Implementation in Software</a:t>
            </a:r>
          </a:p>
        </p:txBody>
      </p:sp>
      <p:sp>
        <p:nvSpPr>
          <p:cNvPr id="39939" name="Inhaltsplatzhalter 2">
            <a:extLst>
              <a:ext uri="{FF2B5EF4-FFF2-40B4-BE49-F238E27FC236}">
                <a16:creationId xmlns:a16="http://schemas.microsoft.com/office/drawing/2014/main" id="{1941E55C-11AA-FA4D-EA7C-CA4520E75A22}"/>
              </a:ext>
            </a:extLst>
          </p:cNvPr>
          <p:cNvSpPr>
            <a:spLocks noGrp="1"/>
          </p:cNvSpPr>
          <p:nvPr>
            <p:ph idx="1"/>
          </p:nvPr>
        </p:nvSpPr>
        <p:spPr>
          <a:xfrm>
            <a:off x="849313" y="1130300"/>
            <a:ext cx="8008937" cy="3878263"/>
          </a:xfrm>
        </p:spPr>
        <p:txBody>
          <a:bodyPr/>
          <a:lstStyle/>
          <a:p>
            <a:r>
              <a:rPr lang="de-DE" altLang="zh-CN"/>
              <a:t>One requirement of AES was the possibility of an efficient software implementation</a:t>
            </a:r>
          </a:p>
          <a:p>
            <a:endParaRPr lang="de-DE" altLang="zh-CN"/>
          </a:p>
          <a:p>
            <a:r>
              <a:rPr lang="de-DE" altLang="zh-CN"/>
              <a:t>Straightforward implementation is well suited for 8-bit processors (e.g., smart cards), but inefficient on 32-bit or 64-bit processors</a:t>
            </a:r>
          </a:p>
          <a:p>
            <a:pPr lvl="1"/>
            <a:endParaRPr lang="de-DE" altLang="zh-CN"/>
          </a:p>
          <a:p>
            <a:r>
              <a:rPr lang="de-DE" altLang="zh-CN"/>
              <a:t>A more sophisticated approach: Merge all round functions (except the key addition) into one table look-up</a:t>
            </a:r>
          </a:p>
          <a:p>
            <a:pPr lvl="1"/>
            <a:r>
              <a:rPr lang="de-DE" altLang="zh-CN"/>
              <a:t>This results in four tables with 256 entries, where each entry is 32 bits wide</a:t>
            </a:r>
          </a:p>
          <a:p>
            <a:pPr lvl="1"/>
            <a:r>
              <a:rPr lang="de-DE" altLang="zh-CN"/>
              <a:t>One round can be computed with 16 table look-ups</a:t>
            </a:r>
          </a:p>
          <a:p>
            <a:pPr lvl="1"/>
            <a:endParaRPr lang="de-DE" altLang="zh-CN"/>
          </a:p>
          <a:p>
            <a:r>
              <a:rPr lang="de-DE" altLang="zh-CN"/>
              <a:t>Typical SW speeds are more than 1.6 Gbit/s on modern 64-bit processors</a:t>
            </a:r>
          </a:p>
        </p:txBody>
      </p:sp>
      <p:sp>
        <p:nvSpPr>
          <p:cNvPr id="39940" name="Fußzeilenplatzhalter 4">
            <a:extLst>
              <a:ext uri="{FF2B5EF4-FFF2-40B4-BE49-F238E27FC236}">
                <a16:creationId xmlns:a16="http://schemas.microsoft.com/office/drawing/2014/main" id="{C87989B0-77A8-32F1-8B5B-41E2DDD866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39941" name="Foliennummernplatzhalter 6">
            <a:extLst>
              <a:ext uri="{FF2B5EF4-FFF2-40B4-BE49-F238E27FC236}">
                <a16:creationId xmlns:a16="http://schemas.microsoft.com/office/drawing/2014/main" id="{4FABAEF3-351A-DE4E-0C2D-530D2A7FDE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507E5E-7A2C-A444-AC07-C6256249B2C5}" type="slidenum">
              <a:rPr lang="de-DE" altLang="zh-CN">
                <a:solidFill>
                  <a:srgbClr val="394073"/>
                </a:solidFill>
              </a:rPr>
              <a:pPr/>
              <a:t>28</a:t>
            </a:fld>
            <a:r>
              <a:rPr lang="de-DE" altLang="zh-CN">
                <a:solidFill>
                  <a:srgbClr val="394073"/>
                </a:solidFill>
              </a:rPr>
              <a:t>/28</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el 1">
            <a:extLst>
              <a:ext uri="{FF2B5EF4-FFF2-40B4-BE49-F238E27FC236}">
                <a16:creationId xmlns:a16="http://schemas.microsoft.com/office/drawing/2014/main" id="{B6DDB1AA-0B44-8620-DCCC-B49193A270D6}"/>
              </a:ext>
            </a:extLst>
          </p:cNvPr>
          <p:cNvSpPr>
            <a:spLocks noGrp="1"/>
          </p:cNvSpPr>
          <p:nvPr>
            <p:ph type="title"/>
          </p:nvPr>
        </p:nvSpPr>
        <p:spPr/>
        <p:txBody>
          <a:bodyPr/>
          <a:lstStyle/>
          <a:p>
            <a:r>
              <a:rPr lang="en-US" altLang="zh-CN">
                <a:ea typeface="宋体" panose="02010600030101010101" pitchFamily="2" charset="-122"/>
              </a:rPr>
              <a:t>Security</a:t>
            </a:r>
          </a:p>
        </p:txBody>
      </p:sp>
      <p:sp>
        <p:nvSpPr>
          <p:cNvPr id="3" name="Inhaltsplatzhalter 2">
            <a:extLst>
              <a:ext uri="{FF2B5EF4-FFF2-40B4-BE49-F238E27FC236}">
                <a16:creationId xmlns:a16="http://schemas.microsoft.com/office/drawing/2014/main" id="{FF24B8B5-89B2-0423-8BE2-2348EA8A2944}"/>
              </a:ext>
            </a:extLst>
          </p:cNvPr>
          <p:cNvSpPr>
            <a:spLocks noGrp="1"/>
          </p:cNvSpPr>
          <p:nvPr>
            <p:ph idx="1"/>
          </p:nvPr>
        </p:nvSpPr>
        <p:spPr>
          <a:xfrm>
            <a:off x="849313" y="1130300"/>
            <a:ext cx="6084887" cy="3786188"/>
          </a:xfrm>
        </p:spPr>
        <p:txBody>
          <a:bodyPr/>
          <a:lstStyle/>
          <a:p>
            <a:pPr marL="304800" indent="-304800">
              <a:defRPr/>
            </a:pPr>
            <a:r>
              <a:rPr lang="de-DE" b="1" dirty="0" err="1"/>
              <a:t>Brute-force</a:t>
            </a:r>
            <a:r>
              <a:rPr lang="de-DE" b="1" dirty="0"/>
              <a:t> </a:t>
            </a:r>
            <a:r>
              <a:rPr lang="de-DE" b="1" dirty="0" err="1"/>
              <a:t>attack</a:t>
            </a:r>
            <a:r>
              <a:rPr lang="de-DE" b="1" dirty="0"/>
              <a:t>:</a:t>
            </a:r>
            <a:r>
              <a:rPr lang="de-DE" dirty="0"/>
              <a:t> Due </a:t>
            </a:r>
            <a:r>
              <a:rPr lang="de-DE" dirty="0" err="1"/>
              <a:t>to</a:t>
            </a:r>
            <a:r>
              <a:rPr lang="de-DE" dirty="0"/>
              <a:t> </a:t>
            </a:r>
            <a:r>
              <a:rPr lang="de-DE" dirty="0" err="1"/>
              <a:t>the</a:t>
            </a:r>
            <a:r>
              <a:rPr lang="de-DE" dirty="0"/>
              <a:t> </a:t>
            </a:r>
            <a:r>
              <a:rPr lang="de-DE" dirty="0" err="1"/>
              <a:t>key</a:t>
            </a:r>
            <a:r>
              <a:rPr lang="de-DE" dirty="0"/>
              <a:t> </a:t>
            </a:r>
            <a:r>
              <a:rPr lang="de-DE" dirty="0" err="1"/>
              <a:t>length</a:t>
            </a:r>
            <a:r>
              <a:rPr lang="de-DE" dirty="0"/>
              <a:t> </a:t>
            </a:r>
            <a:r>
              <a:rPr lang="de-DE" dirty="0" err="1"/>
              <a:t>of</a:t>
            </a:r>
            <a:r>
              <a:rPr lang="de-DE" dirty="0"/>
              <a:t> 128, 192 </a:t>
            </a:r>
            <a:r>
              <a:rPr lang="de-DE" dirty="0" err="1"/>
              <a:t>or</a:t>
            </a:r>
            <a:r>
              <a:rPr lang="de-DE" dirty="0"/>
              <a:t> 256 </a:t>
            </a:r>
            <a:r>
              <a:rPr lang="de-DE" dirty="0" err="1"/>
              <a:t>bits</a:t>
            </a:r>
            <a:r>
              <a:rPr lang="de-DE" dirty="0"/>
              <a:t>, a </a:t>
            </a:r>
            <a:r>
              <a:rPr lang="de-DE" dirty="0" err="1"/>
              <a:t>brute-force</a:t>
            </a:r>
            <a:r>
              <a:rPr lang="de-DE" dirty="0"/>
              <a:t> </a:t>
            </a:r>
            <a:r>
              <a:rPr lang="de-DE" dirty="0" err="1"/>
              <a:t>attack</a:t>
            </a:r>
            <a:r>
              <a:rPr lang="de-DE" dirty="0"/>
              <a:t> </a:t>
            </a:r>
            <a:r>
              <a:rPr lang="de-DE" dirty="0" err="1"/>
              <a:t>is</a:t>
            </a:r>
            <a:r>
              <a:rPr lang="de-DE" dirty="0"/>
              <a:t> not </a:t>
            </a:r>
            <a:r>
              <a:rPr lang="de-DE" dirty="0" err="1"/>
              <a:t>possible</a:t>
            </a:r>
            <a:endParaRPr lang="de-DE" dirty="0"/>
          </a:p>
          <a:p>
            <a:pPr marL="304800" indent="-304800">
              <a:defRPr/>
            </a:pPr>
            <a:endParaRPr lang="de-DE" b="1" dirty="0"/>
          </a:p>
          <a:p>
            <a:pPr marL="304800" indent="-304800">
              <a:defRPr/>
            </a:pPr>
            <a:r>
              <a:rPr lang="de-DE" b="1" dirty="0"/>
              <a:t>Analytical </a:t>
            </a:r>
            <a:r>
              <a:rPr lang="de-DE" b="1" dirty="0" err="1"/>
              <a:t>attacks</a:t>
            </a:r>
            <a:r>
              <a:rPr lang="de-DE" b="1" dirty="0"/>
              <a:t>: </a:t>
            </a:r>
            <a:r>
              <a:rPr lang="de-DE" dirty="0" err="1"/>
              <a:t>There</a:t>
            </a:r>
            <a:r>
              <a:rPr lang="de-DE" dirty="0"/>
              <a:t> </a:t>
            </a:r>
            <a:r>
              <a:rPr lang="de-DE" dirty="0" err="1"/>
              <a:t>is</a:t>
            </a:r>
            <a:r>
              <a:rPr lang="de-DE" dirty="0"/>
              <a:t> </a:t>
            </a:r>
            <a:r>
              <a:rPr lang="de-DE" dirty="0" err="1"/>
              <a:t>no</a:t>
            </a:r>
            <a:r>
              <a:rPr lang="de-DE" dirty="0"/>
              <a:t> </a:t>
            </a:r>
            <a:r>
              <a:rPr lang="de-DE" dirty="0" err="1"/>
              <a:t>analytical</a:t>
            </a:r>
            <a:r>
              <a:rPr lang="de-DE" dirty="0"/>
              <a:t> </a:t>
            </a:r>
            <a:r>
              <a:rPr lang="de-DE" dirty="0" err="1"/>
              <a:t>attack</a:t>
            </a:r>
            <a:r>
              <a:rPr lang="de-DE" dirty="0"/>
              <a:t> </a:t>
            </a:r>
            <a:r>
              <a:rPr lang="de-DE" dirty="0" err="1"/>
              <a:t>known</a:t>
            </a:r>
            <a:r>
              <a:rPr lang="de-DE" dirty="0"/>
              <a:t> </a:t>
            </a:r>
            <a:r>
              <a:rPr lang="de-DE" dirty="0" err="1"/>
              <a:t>that</a:t>
            </a:r>
            <a:r>
              <a:rPr lang="de-DE" dirty="0"/>
              <a:t> </a:t>
            </a:r>
            <a:r>
              <a:rPr lang="de-DE" dirty="0" err="1"/>
              <a:t>is</a:t>
            </a:r>
            <a:r>
              <a:rPr lang="de-DE" dirty="0"/>
              <a:t> </a:t>
            </a:r>
            <a:r>
              <a:rPr lang="de-DE" dirty="0" err="1"/>
              <a:t>better</a:t>
            </a:r>
            <a:r>
              <a:rPr lang="de-DE" dirty="0"/>
              <a:t> </a:t>
            </a:r>
            <a:r>
              <a:rPr lang="de-DE" dirty="0" err="1"/>
              <a:t>than</a:t>
            </a:r>
            <a:r>
              <a:rPr lang="de-DE" dirty="0"/>
              <a:t> </a:t>
            </a:r>
            <a:r>
              <a:rPr lang="de-DE" dirty="0" err="1"/>
              <a:t>brute-force</a:t>
            </a:r>
            <a:endParaRPr lang="de-DE" dirty="0"/>
          </a:p>
          <a:p>
            <a:pPr marL="304800" indent="-304800">
              <a:defRPr/>
            </a:pPr>
            <a:endParaRPr lang="de-DE" dirty="0"/>
          </a:p>
          <a:p>
            <a:pPr marL="304800" indent="-304800">
              <a:defRPr/>
            </a:pPr>
            <a:r>
              <a:rPr lang="de-DE" b="1" dirty="0"/>
              <a:t>Side-</a:t>
            </a:r>
            <a:r>
              <a:rPr lang="de-DE" b="1" dirty="0" err="1"/>
              <a:t>channel</a:t>
            </a:r>
            <a:r>
              <a:rPr lang="de-DE" b="1" dirty="0"/>
              <a:t> </a:t>
            </a:r>
            <a:r>
              <a:rPr lang="de-DE" b="1" dirty="0" err="1"/>
              <a:t>attacks</a:t>
            </a:r>
            <a:r>
              <a:rPr lang="de-DE" b="1" dirty="0"/>
              <a:t>: </a:t>
            </a:r>
            <a:endParaRPr lang="de-DE" dirty="0"/>
          </a:p>
          <a:p>
            <a:pPr marL="762000" lvl="1" indent="-304800">
              <a:defRPr/>
            </a:pPr>
            <a:r>
              <a:rPr lang="de-DE" dirty="0" err="1"/>
              <a:t>Several</a:t>
            </a:r>
            <a:r>
              <a:rPr lang="de-DE" dirty="0"/>
              <a:t> </a:t>
            </a:r>
            <a:r>
              <a:rPr lang="de-DE" dirty="0" err="1"/>
              <a:t>side-channel</a:t>
            </a:r>
            <a:r>
              <a:rPr lang="de-DE" dirty="0"/>
              <a:t> </a:t>
            </a:r>
            <a:r>
              <a:rPr lang="de-DE" dirty="0" err="1"/>
              <a:t>attacks</a:t>
            </a:r>
            <a:r>
              <a:rPr lang="de-DE" dirty="0"/>
              <a:t> </a:t>
            </a:r>
            <a:r>
              <a:rPr lang="de-DE" dirty="0" err="1"/>
              <a:t>have</a:t>
            </a:r>
            <a:r>
              <a:rPr lang="de-DE" dirty="0"/>
              <a:t> </a:t>
            </a:r>
            <a:r>
              <a:rPr lang="de-DE" dirty="0" err="1"/>
              <a:t>been</a:t>
            </a:r>
            <a:r>
              <a:rPr lang="de-DE" dirty="0"/>
              <a:t> </a:t>
            </a:r>
            <a:r>
              <a:rPr lang="de-DE" dirty="0" err="1"/>
              <a:t>published</a:t>
            </a:r>
            <a:endParaRPr lang="de-DE" dirty="0"/>
          </a:p>
          <a:p>
            <a:pPr marL="762000" lvl="1" indent="-304800">
              <a:defRPr/>
            </a:pPr>
            <a:r>
              <a:rPr lang="de-DE" dirty="0"/>
              <a:t>Note </a:t>
            </a:r>
            <a:r>
              <a:rPr lang="de-DE" dirty="0" err="1"/>
              <a:t>that</a:t>
            </a:r>
            <a:r>
              <a:rPr lang="de-DE" dirty="0"/>
              <a:t> </a:t>
            </a:r>
            <a:r>
              <a:rPr lang="de-DE" dirty="0" err="1"/>
              <a:t>side-channel</a:t>
            </a:r>
            <a:r>
              <a:rPr lang="de-DE" dirty="0"/>
              <a:t> </a:t>
            </a:r>
            <a:r>
              <a:rPr lang="de-DE" dirty="0" err="1"/>
              <a:t>attacks</a:t>
            </a:r>
            <a:r>
              <a:rPr lang="de-DE" dirty="0"/>
              <a:t> do not </a:t>
            </a:r>
            <a:r>
              <a:rPr lang="de-DE" dirty="0" err="1"/>
              <a:t>attack</a:t>
            </a:r>
            <a:r>
              <a:rPr lang="de-DE" dirty="0"/>
              <a:t> </a:t>
            </a:r>
            <a:r>
              <a:rPr lang="de-DE" dirty="0" err="1"/>
              <a:t>the</a:t>
            </a:r>
            <a:r>
              <a:rPr lang="de-DE" dirty="0"/>
              <a:t> </a:t>
            </a:r>
            <a:r>
              <a:rPr lang="de-DE" dirty="0" err="1"/>
              <a:t>underlying</a:t>
            </a:r>
            <a:r>
              <a:rPr lang="de-DE" dirty="0"/>
              <a:t> </a:t>
            </a:r>
            <a:r>
              <a:rPr lang="de-DE" dirty="0" err="1"/>
              <a:t>algorithm</a:t>
            </a:r>
            <a:r>
              <a:rPr lang="de-DE" dirty="0"/>
              <a:t> but </a:t>
            </a:r>
            <a:r>
              <a:rPr lang="de-DE" dirty="0" err="1"/>
              <a:t>the</a:t>
            </a:r>
            <a:r>
              <a:rPr lang="de-DE" dirty="0"/>
              <a:t> </a:t>
            </a:r>
            <a:r>
              <a:rPr lang="de-DE" dirty="0" err="1"/>
              <a:t>implementation</a:t>
            </a:r>
            <a:r>
              <a:rPr lang="de-DE" dirty="0"/>
              <a:t> </a:t>
            </a:r>
            <a:r>
              <a:rPr lang="de-DE" dirty="0" err="1"/>
              <a:t>of</a:t>
            </a:r>
            <a:r>
              <a:rPr lang="de-DE" dirty="0"/>
              <a:t> </a:t>
            </a:r>
            <a:r>
              <a:rPr lang="de-DE" dirty="0" err="1"/>
              <a:t>it</a:t>
            </a:r>
            <a:endParaRPr lang="de-DE" dirty="0"/>
          </a:p>
          <a:p>
            <a:pPr>
              <a:defRPr/>
            </a:pPr>
            <a:endParaRPr lang="en-US" dirty="0"/>
          </a:p>
        </p:txBody>
      </p:sp>
      <p:sp>
        <p:nvSpPr>
          <p:cNvPr id="40964" name="Fußzeilenplatzhalter 4">
            <a:extLst>
              <a:ext uri="{FF2B5EF4-FFF2-40B4-BE49-F238E27FC236}">
                <a16:creationId xmlns:a16="http://schemas.microsoft.com/office/drawing/2014/main" id="{A0F13EFC-D7E2-33AC-0A21-114022C8FD8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Chapter 4 of </a:t>
            </a:r>
            <a:r>
              <a:rPr lang="de-DE" altLang="zh-CN" i="1"/>
              <a:t>Understanding Cryptography</a:t>
            </a:r>
            <a:r>
              <a:rPr lang="de-DE" altLang="zh-CN"/>
              <a:t> by Christof Paar and Jan Pelzl</a:t>
            </a:r>
          </a:p>
        </p:txBody>
      </p:sp>
      <p:sp>
        <p:nvSpPr>
          <p:cNvPr id="40965" name="Foliennummernplatzhalter 6">
            <a:extLst>
              <a:ext uri="{FF2B5EF4-FFF2-40B4-BE49-F238E27FC236}">
                <a16:creationId xmlns:a16="http://schemas.microsoft.com/office/drawing/2014/main" id="{8FD63AEC-4FE3-1B6B-9ADF-8640BE7721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34C9EA-3A37-5E42-93A1-606A0FBC5F51}" type="slidenum">
              <a:rPr lang="de-DE" altLang="zh-CN">
                <a:solidFill>
                  <a:srgbClr val="394073"/>
                </a:solidFill>
              </a:rPr>
              <a:pPr/>
              <a:t>29</a:t>
            </a:fld>
            <a:r>
              <a:rPr lang="de-DE" altLang="zh-CN">
                <a:solidFill>
                  <a:srgbClr val="394073"/>
                </a:solidFill>
              </a:rPr>
              <a:t>/28</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57250"/>
          </a:xfrm>
        </p:spPr>
        <p:txBody>
          <a:bodyPr/>
          <a:lstStyle/>
          <a:p>
            <a:r>
              <a:rPr lang="en-US" dirty="0"/>
              <a:t>Attacks on the implementation</a:t>
            </a:r>
          </a:p>
        </p:txBody>
      </p:sp>
      <p:sp>
        <p:nvSpPr>
          <p:cNvPr id="3" name="Content Placeholder 2"/>
          <p:cNvSpPr>
            <a:spLocks noGrp="1"/>
          </p:cNvSpPr>
          <p:nvPr>
            <p:ph idx="1"/>
          </p:nvPr>
        </p:nvSpPr>
        <p:spPr>
          <a:xfrm>
            <a:off x="304800" y="1600200"/>
            <a:ext cx="8686800" cy="4400550"/>
          </a:xfrm>
        </p:spPr>
        <p:txBody>
          <a:bodyPr/>
          <a:lstStyle/>
          <a:p>
            <a:pPr marL="0" indent="0">
              <a:buNone/>
            </a:pPr>
            <a:r>
              <a:rPr lang="en-US" dirty="0"/>
              <a:t>1. Side channel attacks:     </a:t>
            </a:r>
          </a:p>
          <a:p>
            <a:pPr lvl="1"/>
            <a:r>
              <a:rPr lang="en-US" dirty="0"/>
              <a:t>Measure </a:t>
            </a:r>
            <a:r>
              <a:rPr lang="en-US" b="1" dirty="0"/>
              <a:t>time</a:t>
            </a:r>
            <a:r>
              <a:rPr lang="en-US" dirty="0"/>
              <a:t> to do </a:t>
            </a:r>
            <a:r>
              <a:rPr lang="en-US" dirty="0" err="1"/>
              <a:t>enc</a:t>
            </a:r>
            <a:r>
              <a:rPr lang="en-US" dirty="0"/>
              <a:t>/</a:t>
            </a:r>
            <a:r>
              <a:rPr lang="en-US" dirty="0" err="1"/>
              <a:t>dec</a:t>
            </a:r>
            <a:r>
              <a:rPr lang="en-US" dirty="0"/>
              <a:t>,   measure </a:t>
            </a:r>
            <a:r>
              <a:rPr lang="en-US" b="1" dirty="0"/>
              <a:t>power</a:t>
            </a:r>
            <a:r>
              <a:rPr lang="en-US" dirty="0"/>
              <a:t> for </a:t>
            </a:r>
            <a:r>
              <a:rPr lang="en-US" dirty="0" err="1"/>
              <a:t>enc</a:t>
            </a:r>
            <a:r>
              <a:rPr lang="en-US" dirty="0"/>
              <a:t>/</a:t>
            </a:r>
            <a:r>
              <a:rPr lang="en-US" dirty="0" err="1"/>
              <a:t>dec</a:t>
            </a:r>
            <a:r>
              <a:rPr lang="en-US" dirty="0"/>
              <a:t> </a:t>
            </a:r>
          </a:p>
          <a:p>
            <a:endParaRPr lang="en-US" dirty="0"/>
          </a:p>
          <a:p>
            <a:endParaRPr lang="en-US" dirty="0"/>
          </a:p>
          <a:p>
            <a:pPr marL="0" indent="0">
              <a:buNone/>
            </a:pPr>
            <a:endParaRPr lang="en-US" dirty="0"/>
          </a:p>
          <a:p>
            <a:pPr marL="0" indent="0">
              <a:buNone/>
            </a:pPr>
            <a:endParaRPr lang="en-US" dirty="0"/>
          </a:p>
          <a:p>
            <a:pPr marL="0" indent="0">
              <a:buNone/>
            </a:pPr>
            <a:r>
              <a:rPr lang="en-US" dirty="0"/>
              <a:t>2. Fault attacks:</a:t>
            </a:r>
          </a:p>
          <a:p>
            <a:pPr lvl="1" indent="-342900"/>
            <a:r>
              <a:rPr lang="en-US" dirty="0"/>
              <a:t>Computing errors in the last round expose the secret key k</a:t>
            </a:r>
          </a:p>
          <a:p>
            <a:pPr marL="0" indent="0">
              <a:spcBef>
                <a:spcPts val="3024"/>
              </a:spcBef>
              <a:buNone/>
            </a:pPr>
            <a:r>
              <a:rPr lang="en-US" dirty="0"/>
              <a:t>⇒   do not even implement crypto primitives yourself …</a:t>
            </a:r>
          </a:p>
        </p:txBody>
      </p:sp>
      <p:pic>
        <p:nvPicPr>
          <p:cNvPr id="4" name="Picture 3"/>
          <p:cNvPicPr>
            <a:picLocks noChangeAspect="1"/>
          </p:cNvPicPr>
          <p:nvPr/>
        </p:nvPicPr>
        <p:blipFill>
          <a:blip r:embed="rId3"/>
          <a:stretch>
            <a:fillRect/>
          </a:stretch>
        </p:blipFill>
        <p:spPr>
          <a:xfrm>
            <a:off x="2133600" y="2590800"/>
            <a:ext cx="4572000" cy="1603316"/>
          </a:xfrm>
          <a:prstGeom prst="rect">
            <a:avLst/>
          </a:prstGeom>
        </p:spPr>
      </p:pic>
      <p:sp>
        <p:nvSpPr>
          <p:cNvPr id="5" name="TextBox 4"/>
          <p:cNvSpPr txBox="1"/>
          <p:nvPr/>
        </p:nvSpPr>
        <p:spPr>
          <a:xfrm>
            <a:off x="6614718" y="3516868"/>
            <a:ext cx="2560637" cy="369332"/>
          </a:xfrm>
          <a:prstGeom prst="rect">
            <a:avLst/>
          </a:prstGeom>
          <a:noFill/>
        </p:spPr>
        <p:txBody>
          <a:bodyPr wrap="none" rtlCol="0">
            <a:spAutoFit/>
          </a:bodyPr>
          <a:lstStyle/>
          <a:p>
            <a:pPr eaLnBrk="1" fontAlgn="auto" hangingPunct="1">
              <a:spcBef>
                <a:spcPts val="0"/>
              </a:spcBef>
              <a:spcAft>
                <a:spcPts val="0"/>
              </a:spcAft>
            </a:pPr>
            <a:r>
              <a:rPr lang="en-US" dirty="0">
                <a:solidFill>
                  <a:prstClr val="black"/>
                </a:solidFill>
                <a:latin typeface="Calibri"/>
              </a:rPr>
              <a:t>[Kocher, Jaffe, Jun, 1998] </a:t>
            </a:r>
          </a:p>
        </p:txBody>
      </p:sp>
      <p:pic>
        <p:nvPicPr>
          <p:cNvPr id="6" name="Picture 5"/>
          <p:cNvPicPr>
            <a:picLocks noChangeAspect="1"/>
          </p:cNvPicPr>
          <p:nvPr/>
        </p:nvPicPr>
        <p:blipFill>
          <a:blip r:embed="rId4"/>
          <a:stretch>
            <a:fillRect/>
          </a:stretch>
        </p:blipFill>
        <p:spPr>
          <a:xfrm>
            <a:off x="406400" y="2718816"/>
            <a:ext cx="1422400" cy="938784"/>
          </a:xfrm>
          <a:prstGeom prst="rect">
            <a:avLst/>
          </a:prstGeom>
        </p:spPr>
      </p:pic>
      <p:sp>
        <p:nvSpPr>
          <p:cNvPr id="7" name="TextBox 6"/>
          <p:cNvSpPr txBox="1"/>
          <p:nvPr/>
        </p:nvSpPr>
        <p:spPr>
          <a:xfrm>
            <a:off x="602262" y="3556000"/>
            <a:ext cx="1137639" cy="369332"/>
          </a:xfrm>
          <a:prstGeom prst="rect">
            <a:avLst/>
          </a:prstGeom>
          <a:noFill/>
        </p:spPr>
        <p:txBody>
          <a:bodyPr wrap="none" rtlCol="0">
            <a:spAutoFit/>
          </a:bodyPr>
          <a:lstStyle/>
          <a:p>
            <a:pPr eaLnBrk="1" fontAlgn="auto" hangingPunct="1">
              <a:spcBef>
                <a:spcPts val="0"/>
              </a:spcBef>
              <a:spcAft>
                <a:spcPts val="0"/>
              </a:spcAft>
            </a:pPr>
            <a:r>
              <a:rPr lang="en-US" dirty="0">
                <a:solidFill>
                  <a:prstClr val="black"/>
                </a:solidFill>
                <a:latin typeface="Calibri"/>
              </a:rPr>
              <a:t>smartcard</a:t>
            </a:r>
          </a:p>
        </p:txBody>
      </p:sp>
    </p:spTree>
    <p:extLst>
      <p:ext uri="{BB962C8B-B14F-4D97-AF65-F5344CB8AC3E}">
        <p14:creationId xmlns:p14="http://schemas.microsoft.com/office/powerpoint/2010/main" val="105512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ußzeilenplatzhalter 4">
            <a:extLst>
              <a:ext uri="{FF2B5EF4-FFF2-40B4-BE49-F238E27FC236}">
                <a16:creationId xmlns:a16="http://schemas.microsoft.com/office/drawing/2014/main" id="{113F98F1-AB66-1B62-FAE2-F5D00E95C8B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ea typeface="宋体" panose="02010600030101010101" pitchFamily="2" charset="-122"/>
              </a:rPr>
              <a:t>Chapter 4 of </a:t>
            </a:r>
            <a:r>
              <a:rPr lang="en-US" altLang="zh-CN" i="1">
                <a:ea typeface="宋体" panose="02010600030101010101" pitchFamily="2" charset="-122"/>
              </a:rPr>
              <a:t>Understanding Cryptography </a:t>
            </a:r>
            <a:r>
              <a:rPr lang="en-US" altLang="zh-CN">
                <a:ea typeface="宋体" panose="02010600030101010101" pitchFamily="2" charset="-122"/>
              </a:rPr>
              <a:t>by Christof Paar and Jan Pelzl</a:t>
            </a:r>
            <a:endParaRPr lang="de-DE" altLang="zh-CN"/>
          </a:p>
        </p:txBody>
      </p:sp>
      <p:sp>
        <p:nvSpPr>
          <p:cNvPr id="41987" name="Rectangle 2">
            <a:extLst>
              <a:ext uri="{FF2B5EF4-FFF2-40B4-BE49-F238E27FC236}">
                <a16:creationId xmlns:a16="http://schemas.microsoft.com/office/drawing/2014/main" id="{698A468C-4935-09A1-6CEB-2B442DABB317}"/>
              </a:ext>
            </a:extLst>
          </p:cNvPr>
          <p:cNvSpPr>
            <a:spLocks noGrp="1" noChangeArrowheads="1"/>
          </p:cNvSpPr>
          <p:nvPr>
            <p:ph type="title"/>
          </p:nvPr>
        </p:nvSpPr>
        <p:spPr/>
        <p:txBody>
          <a:bodyPr/>
          <a:lstStyle/>
          <a:p>
            <a:r>
              <a:rPr lang="de-DE" altLang="zh-CN"/>
              <a:t>Lessons Learned</a:t>
            </a:r>
          </a:p>
        </p:txBody>
      </p:sp>
      <p:sp>
        <p:nvSpPr>
          <p:cNvPr id="41988" name="Rectangle 3">
            <a:extLst>
              <a:ext uri="{FF2B5EF4-FFF2-40B4-BE49-F238E27FC236}">
                <a16:creationId xmlns:a16="http://schemas.microsoft.com/office/drawing/2014/main" id="{CB566AD0-4BAA-69E3-B47E-04B35F1FF856}"/>
              </a:ext>
            </a:extLst>
          </p:cNvPr>
          <p:cNvSpPr>
            <a:spLocks noGrp="1" noChangeArrowheads="1"/>
          </p:cNvSpPr>
          <p:nvPr>
            <p:ph type="body" idx="1"/>
          </p:nvPr>
        </p:nvSpPr>
        <p:spPr>
          <a:xfrm>
            <a:off x="250825" y="1533525"/>
            <a:ext cx="8497888" cy="3324225"/>
          </a:xfrm>
        </p:spPr>
        <p:txBody>
          <a:bodyPr anchor="ctr"/>
          <a:lstStyle/>
          <a:p>
            <a:r>
              <a:rPr lang="en-US" altLang="zh-CN">
                <a:ea typeface="宋体" panose="02010600030101010101" pitchFamily="2" charset="-122"/>
              </a:rPr>
              <a:t>AES is a modern block cipher which supports three key lengths of 128, 192 and 256 bit. It provides excellent long-term security against brute-force attacks.</a:t>
            </a:r>
          </a:p>
          <a:p>
            <a:r>
              <a:rPr lang="en-US" altLang="zh-CN">
                <a:ea typeface="宋体" panose="02010600030101010101" pitchFamily="2" charset="-122"/>
              </a:rPr>
              <a:t>AES has been studied intensively since the late 1990s and no attacks have been found that are better than brute-force.</a:t>
            </a:r>
          </a:p>
          <a:p>
            <a:r>
              <a:rPr lang="en-US" altLang="zh-CN">
                <a:ea typeface="宋体" panose="02010600030101010101" pitchFamily="2" charset="-122"/>
              </a:rPr>
              <a:t>AES is not based on Feistel networks. Its basic operations use Galois field arithmetic and provide strong diffusion and confusion.</a:t>
            </a:r>
          </a:p>
          <a:p>
            <a:r>
              <a:rPr lang="en-US" altLang="zh-CN">
                <a:ea typeface="宋体" panose="02010600030101010101" pitchFamily="2" charset="-122"/>
              </a:rPr>
              <a:t>AES is part of numerous open standards such as IPsec or TLS, in addition to being the mandatory encryption algorithm for US government applications. It seems likely that the cipher will be the dominant encryption algorithm for many </a:t>
            </a:r>
            <a:r>
              <a:rPr lang="de-DE" altLang="zh-CN"/>
              <a:t>years to come.</a:t>
            </a:r>
          </a:p>
          <a:p>
            <a:r>
              <a:rPr lang="en-US" altLang="zh-CN">
                <a:ea typeface="宋体" panose="02010600030101010101" pitchFamily="2" charset="-122"/>
              </a:rPr>
              <a:t>AES is efficient in software and hardware.</a:t>
            </a:r>
            <a:endParaRPr lang="de-DE" altLang="zh-CN"/>
          </a:p>
        </p:txBody>
      </p:sp>
      <p:sp>
        <p:nvSpPr>
          <p:cNvPr id="41989" name="Foliennummernplatzhalter 6">
            <a:extLst>
              <a:ext uri="{FF2B5EF4-FFF2-40B4-BE49-F238E27FC236}">
                <a16:creationId xmlns:a16="http://schemas.microsoft.com/office/drawing/2014/main" id="{2B1366A5-2D18-D11D-E8A6-D26A86D1CC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BCC2E2-95FC-4642-8017-4CBAB2EB2066}" type="slidenum">
              <a:rPr lang="de-DE" altLang="zh-CN">
                <a:solidFill>
                  <a:srgbClr val="394073"/>
                </a:solidFill>
              </a:rPr>
              <a:pPr/>
              <a:t>31</a:t>
            </a:fld>
            <a:r>
              <a:rPr lang="de-DE" altLang="zh-CN">
                <a:solidFill>
                  <a:srgbClr val="394073"/>
                </a:solidFill>
              </a:rPr>
              <a:t>/28</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1023670"/>
          </a:xfrm>
        </p:spPr>
        <p:txBody>
          <a:bodyPr wrap="square">
            <a:noAutofit/>
          </a:bodyPr>
          <a:lstStyle/>
          <a:p>
            <a:r>
              <a:rPr lang="en-IN" dirty="0"/>
              <a:t>Avalanche Effect in </a:t>
            </a:r>
            <a:r>
              <a:rPr lang="en-IN" spc="-300" dirty="0"/>
              <a:t>A E </a:t>
            </a:r>
            <a:r>
              <a:rPr lang="en-IN" dirty="0"/>
              <a:t>S: Change in Plaintext</a:t>
            </a:r>
            <a:r>
              <a:rPr lang="en-IN" sz="2400" dirty="0"/>
              <a:t> </a:t>
            </a:r>
            <a:r>
              <a:rPr lang="en-IN" sz="2800" dirty="0"/>
              <a:t>(1 of 2)</a:t>
            </a:r>
            <a:endParaRPr lang="en-US" sz="2400" dirty="0"/>
          </a:p>
        </p:txBody>
      </p:sp>
      <p:graphicFrame>
        <p:nvGraphicFramePr>
          <p:cNvPr id="7" name="Table 6"/>
          <p:cNvGraphicFramePr>
            <a:graphicFrameLocks noGrp="1"/>
          </p:cNvGraphicFramePr>
          <p:nvPr/>
        </p:nvGraphicFramePr>
        <p:xfrm>
          <a:off x="685800" y="1524000"/>
          <a:ext cx="7391401" cy="4145280"/>
        </p:xfrm>
        <a:graphic>
          <a:graphicData uri="http://schemas.openxmlformats.org/drawingml/2006/table">
            <a:tbl>
              <a:tblPr firstRow="1" bandRow="1">
                <a:tableStyleId>{3B4B98B0-60AC-42C2-AFA5-B58CD77FA1E5}</a:tableStyleId>
              </a:tblPr>
              <a:tblGrid>
                <a:gridCol w="16764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379417">
                <a:tc>
                  <a:txBody>
                    <a:bodyPr/>
                    <a:lstStyle/>
                    <a:p>
                      <a:pPr algn="ctr"/>
                      <a:r>
                        <a:rPr lang="en-IN" sz="1400" b="1" i="0" u="none" strike="noStrike" kern="1200" baseline="0" dirty="0">
                          <a:solidFill>
                            <a:schemeClr val="bg1"/>
                          </a:solidFill>
                          <a:latin typeface="+mn-lt"/>
                          <a:ea typeface="+mn-ea"/>
                          <a:cs typeface="+mn-cs"/>
                        </a:rPr>
                        <a:t>Round</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endParaRPr lang="en-IN" sz="1400" b="1" dirty="0">
                        <a:solidFill>
                          <a:schemeClr val="tx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Number of Bits</a:t>
                      </a:r>
                    </a:p>
                    <a:p>
                      <a:pPr algn="ctr"/>
                      <a:r>
                        <a:rPr lang="en-IN" sz="1400" b="1" i="0" u="none" strike="noStrike" kern="1200" baseline="0" dirty="0">
                          <a:solidFill>
                            <a:schemeClr val="bg1"/>
                          </a:solidFill>
                          <a:latin typeface="+mn-lt"/>
                          <a:ea typeface="+mn-ea"/>
                          <a:cs typeface="+mn-cs"/>
                        </a:rPr>
                        <a:t>that Differ</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04800">
                <a:tc>
                  <a:txBody>
                    <a:bodyPr/>
                    <a:lstStyle/>
                    <a:p>
                      <a:pPr algn="ctr"/>
                      <a:endParaRPr lang="en-IN" sz="1400" b="1" dirty="0">
                        <a:solidFill>
                          <a:schemeClr val="tx1"/>
                        </a:solidFill>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i="0" u="none" strike="noStrike" kern="1200" baseline="0" dirty="0">
                          <a:solidFill>
                            <a:schemeClr val="tx1"/>
                          </a:solidFill>
                          <a:latin typeface="+mn-lt"/>
                          <a:ea typeface="+mn-ea"/>
                          <a:cs typeface="+mn-cs"/>
                        </a:rPr>
                        <a:t>0123456789abcdeffedcba9876543210</a:t>
                      </a:r>
                    </a:p>
                    <a:p>
                      <a:pPr algn="ctr"/>
                      <a:r>
                        <a:rPr lang="en-IN" sz="1400" b="1" i="0" u="none" strike="noStrike" kern="1200" baseline="0" dirty="0">
                          <a:solidFill>
                            <a:schemeClr val="tx1"/>
                          </a:solidFill>
                          <a:latin typeface="+mn-lt"/>
                          <a:ea typeface="+mn-ea"/>
                          <a:cs typeface="+mn-cs"/>
                        </a:rPr>
                        <a:t>0023456789abcdeffedcba9876543210</a:t>
                      </a:r>
                      <a:endParaRPr lang="en-IN" sz="1400" b="1" dirty="0">
                        <a:solidFill>
                          <a:schemeClr val="tx1"/>
                        </a:solidFill>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1</a:t>
                      </a:r>
                      <a:endParaRPr lang="en-IN" sz="1400" b="1" dirty="0">
                        <a:solidFill>
                          <a:schemeClr val="tx1"/>
                        </a:solidFill>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152400">
                <a:tc>
                  <a:txBody>
                    <a:bodyPr/>
                    <a:lstStyle/>
                    <a:p>
                      <a:pPr algn="ctr"/>
                      <a:r>
                        <a:rPr lang="en-US" sz="1400" b="1" i="0" u="none" strike="noStrike" kern="1200" baseline="0" dirty="0">
                          <a:solidFill>
                            <a:schemeClr val="tx1"/>
                          </a:solidFill>
                          <a:latin typeface="+mn-lt"/>
                          <a:ea typeface="+mn-ea"/>
                          <a:cs typeface="+mn-cs"/>
                        </a:rPr>
                        <a:t>0</a:t>
                      </a:r>
                      <a:endParaRPr lang="en-IN" sz="1400" b="1" i="0" u="none" strike="noStrike" kern="1200" baseline="0" dirty="0">
                        <a:solidFill>
                          <a:schemeClr val="tx1"/>
                        </a:solidFill>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i="0" u="none" strike="noStrike" kern="1200" baseline="0" dirty="0">
                          <a:solidFill>
                            <a:schemeClr val="tx1"/>
                          </a:solidFill>
                          <a:latin typeface="+mn-lt"/>
                          <a:ea typeface="+mn-ea"/>
                          <a:cs typeface="+mn-cs"/>
                        </a:rPr>
                        <a:t>0e3634aece7225b6f26b174ed92b5588</a:t>
                      </a:r>
                    </a:p>
                    <a:p>
                      <a:pPr algn="ctr"/>
                      <a:r>
                        <a:rPr lang="en-IN" sz="1400" b="1" i="0" u="none" strike="noStrike" kern="1200" baseline="0" dirty="0">
                          <a:solidFill>
                            <a:schemeClr val="tx1"/>
                          </a:solidFill>
                          <a:latin typeface="+mn-lt"/>
                          <a:ea typeface="+mn-ea"/>
                          <a:cs typeface="+mn-cs"/>
                        </a:rPr>
                        <a:t>0f3634aece7225b6f26b174ed92b5588</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algn="ctr" defTabSz="914400" rtl="0" eaLnBrk="1" latinLnBrk="0" hangingPunct="1"/>
                      <a:r>
                        <a:rPr lang="en-US" sz="1400" b="1" kern="1200" dirty="0">
                          <a:solidFill>
                            <a:schemeClr val="tx1"/>
                          </a:solidFill>
                          <a:latin typeface="+mn-lt"/>
                          <a:ea typeface="+mn-ea"/>
                          <a:cs typeface="+mn-cs"/>
                        </a:rPr>
                        <a:t>1</a:t>
                      </a:r>
                      <a:endParaRPr lang="en-IN" sz="1400" b="1" kern="1200" dirty="0">
                        <a:solidFill>
                          <a:schemeClr val="tx1"/>
                        </a:solidFill>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04800">
                <a:tc>
                  <a:txBody>
                    <a:bodyPr/>
                    <a:lstStyle/>
                    <a:p>
                      <a:pPr algn="ctr"/>
                      <a:r>
                        <a:rPr lang="en-US" sz="1400" b="1" dirty="0">
                          <a:solidFill>
                            <a:schemeClr val="tx1"/>
                          </a:solidFill>
                        </a:rPr>
                        <a:t>1</a:t>
                      </a:r>
                      <a:endParaRPr lang="en-IN" sz="1400" b="1"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657470750fc7ff3fc0e8e8ca4dd02a9c</a:t>
                      </a:r>
                    </a:p>
                    <a:p>
                      <a:pPr algn="ctr"/>
                      <a:r>
                        <a:rPr lang="en-IN" sz="1400" b="1" dirty="0">
                          <a:solidFill>
                            <a:schemeClr val="tx1"/>
                          </a:solidFill>
                        </a:rPr>
                        <a:t>c4a9ad090fc7ff3fc0e8e8ca4dd02a9c</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20</a:t>
                      </a:r>
                      <a:endParaRPr lang="en-IN" sz="1400" b="1"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04800">
                <a:tc>
                  <a:txBody>
                    <a:bodyPr/>
                    <a:lstStyle/>
                    <a:p>
                      <a:pPr algn="ctr"/>
                      <a:r>
                        <a:rPr lang="en-US" sz="1400" b="1" dirty="0">
                          <a:solidFill>
                            <a:schemeClr val="tx1"/>
                          </a:solidFill>
                        </a:rPr>
                        <a:t>2</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5c7bb49a6b72349b05a2317ff46d1294</a:t>
                      </a:r>
                    </a:p>
                    <a:p>
                      <a:pPr algn="ctr"/>
                      <a:r>
                        <a:rPr lang="en-IN" sz="1400" b="1" dirty="0">
                          <a:solidFill>
                            <a:schemeClr val="tx1"/>
                          </a:solidFill>
                        </a:rPr>
                        <a:t>fe2ae569f7ee8bb8c1f5a2bb37ef53d5</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28600">
                <a:tc>
                  <a:txBody>
                    <a:bodyPr/>
                    <a:lstStyle/>
                    <a:p>
                      <a:pPr algn="ctr"/>
                      <a:r>
                        <a:rPr lang="en-US" sz="1400" b="1" dirty="0">
                          <a:solidFill>
                            <a:schemeClr val="tx1"/>
                          </a:solidFill>
                        </a:rPr>
                        <a:t>3</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7115262448dc747e5cdac7227da9bd9c</a:t>
                      </a:r>
                    </a:p>
                    <a:p>
                      <a:pPr algn="ctr"/>
                      <a:r>
                        <a:rPr lang="en-IN" sz="1400" b="1" dirty="0">
                          <a:solidFill>
                            <a:schemeClr val="tx1"/>
                          </a:solidFill>
                        </a:rPr>
                        <a:t>ec093dfb7c45343d689017507d485e62</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59</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96240">
                <a:tc>
                  <a:txBody>
                    <a:bodyPr/>
                    <a:lstStyle/>
                    <a:p>
                      <a:pPr algn="ctr"/>
                      <a:r>
                        <a:rPr lang="en-US" sz="1400" b="1" dirty="0">
                          <a:solidFill>
                            <a:schemeClr val="tx1"/>
                          </a:solidFill>
                        </a:rPr>
                        <a:t>4</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f867aee8b437a5210c24c1974cffeabc</a:t>
                      </a:r>
                    </a:p>
                    <a:p>
                      <a:pPr algn="ctr"/>
                      <a:r>
                        <a:rPr lang="en-IN" sz="1400" b="1" dirty="0">
                          <a:solidFill>
                            <a:schemeClr val="tx1"/>
                          </a:solidFill>
                        </a:rPr>
                        <a:t>43efdb697244df808e8d9364ee0ae6f5</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61</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04800">
                <a:tc>
                  <a:txBody>
                    <a:bodyPr/>
                    <a:lstStyle/>
                    <a:p>
                      <a:pPr algn="ctr"/>
                      <a:r>
                        <a:rPr lang="en-US" sz="1400" b="1" dirty="0">
                          <a:solidFill>
                            <a:schemeClr val="tx1"/>
                          </a:solidFill>
                        </a:rPr>
                        <a:t>5</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721eb200ba06206dcbd4bce704fa654e</a:t>
                      </a:r>
                    </a:p>
                    <a:p>
                      <a:pPr algn="ctr"/>
                      <a:r>
                        <a:rPr lang="en-IN" sz="1400" b="1" dirty="0">
                          <a:solidFill>
                            <a:schemeClr val="tx1"/>
                          </a:solidFill>
                        </a:rPr>
                        <a:t>7b28a5d5ed643287e006c099bb375302</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35025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1023670"/>
          </a:xfrm>
        </p:spPr>
        <p:txBody>
          <a:bodyPr wrap="square">
            <a:noAutofit/>
          </a:bodyPr>
          <a:lstStyle/>
          <a:p>
            <a:r>
              <a:rPr lang="en-IN" dirty="0"/>
              <a:t>Avalanche Effect in </a:t>
            </a:r>
            <a:r>
              <a:rPr lang="en-IN" spc="-300" dirty="0"/>
              <a:t>A E </a:t>
            </a:r>
            <a:r>
              <a:rPr lang="en-IN" dirty="0"/>
              <a:t>S: Change in Plaintext </a:t>
            </a:r>
            <a:r>
              <a:rPr lang="en-IN" sz="2800" dirty="0"/>
              <a:t>(2 of 2)</a:t>
            </a:r>
            <a:endParaRPr lang="en-US" dirty="0"/>
          </a:p>
        </p:txBody>
      </p:sp>
      <p:graphicFrame>
        <p:nvGraphicFramePr>
          <p:cNvPr id="7" name="Table 6"/>
          <p:cNvGraphicFramePr>
            <a:graphicFrameLocks noGrp="1"/>
          </p:cNvGraphicFramePr>
          <p:nvPr/>
        </p:nvGraphicFramePr>
        <p:xfrm>
          <a:off x="685800" y="1683014"/>
          <a:ext cx="7391401" cy="3108960"/>
        </p:xfrm>
        <a:graphic>
          <a:graphicData uri="http://schemas.openxmlformats.org/drawingml/2006/table">
            <a:tbl>
              <a:tblPr firstRow="1" bandRow="1">
                <a:tableStyleId>{3B4B98B0-60AC-42C2-AFA5-B58CD77FA1E5}</a:tableStyleId>
              </a:tblPr>
              <a:tblGrid>
                <a:gridCol w="16764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379417">
                <a:tc>
                  <a:txBody>
                    <a:bodyPr/>
                    <a:lstStyle/>
                    <a:p>
                      <a:pPr algn="ctr"/>
                      <a:r>
                        <a:rPr lang="en-IN" sz="1400" b="1" i="0" u="none" strike="noStrike" kern="1200" baseline="0" dirty="0">
                          <a:solidFill>
                            <a:schemeClr val="bg1"/>
                          </a:solidFill>
                          <a:latin typeface="+mn-lt"/>
                          <a:ea typeface="+mn-ea"/>
                          <a:cs typeface="+mn-cs"/>
                        </a:rPr>
                        <a:t>Round</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endParaRPr lang="en-IN" sz="1400" b="1" dirty="0">
                        <a:solidFill>
                          <a:schemeClr val="tx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Number of Bits</a:t>
                      </a:r>
                    </a:p>
                    <a:p>
                      <a:pPr algn="ctr"/>
                      <a:r>
                        <a:rPr lang="en-IN" sz="1400" b="1" i="0" u="none" strike="noStrike" kern="1200" baseline="0" dirty="0">
                          <a:solidFill>
                            <a:schemeClr val="bg1"/>
                          </a:solidFill>
                          <a:latin typeface="+mn-lt"/>
                          <a:ea typeface="+mn-ea"/>
                          <a:cs typeface="+mn-cs"/>
                        </a:rPr>
                        <a:t>that Differ</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79136">
                <a:tc>
                  <a:txBody>
                    <a:bodyPr/>
                    <a:lstStyle/>
                    <a:p>
                      <a:pPr algn="ctr"/>
                      <a:r>
                        <a:rPr lang="en-US" sz="1400" b="1" dirty="0">
                          <a:solidFill>
                            <a:schemeClr val="tx1"/>
                          </a:solidFill>
                        </a:rPr>
                        <a:t>6</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0ad9d85689f9f77bc1c5f71185e5fb14</a:t>
                      </a:r>
                    </a:p>
                    <a:p>
                      <a:pPr algn="ctr"/>
                      <a:r>
                        <a:rPr lang="en-IN" sz="1400" b="1" dirty="0">
                          <a:solidFill>
                            <a:schemeClr val="tx1"/>
                          </a:solidFill>
                        </a:rPr>
                        <a:t>3bc2d8b6798d8ac4fe36a1d891ac181a</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64</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54264">
                <a:tc>
                  <a:txBody>
                    <a:bodyPr/>
                    <a:lstStyle/>
                    <a:p>
                      <a:pPr algn="ctr"/>
                      <a:r>
                        <a:rPr lang="en-US" sz="1400" b="1" dirty="0">
                          <a:solidFill>
                            <a:schemeClr val="tx1"/>
                          </a:solidFill>
                        </a:rPr>
                        <a:t>7</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db18a8ffa16d30d5f88b08d777ba4eaa</a:t>
                      </a:r>
                    </a:p>
                    <a:p>
                      <a:pPr algn="ctr"/>
                      <a:r>
                        <a:rPr lang="en-IN" sz="1400" b="1" dirty="0">
                          <a:solidFill>
                            <a:schemeClr val="tx1"/>
                          </a:solidFill>
                        </a:rPr>
                        <a:t>9fb8b5452023c70280e5c4bb9e555a4b</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67</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304800">
                <a:tc>
                  <a:txBody>
                    <a:bodyPr/>
                    <a:lstStyle/>
                    <a:p>
                      <a:pPr algn="ctr"/>
                      <a:r>
                        <a:rPr lang="en-US" sz="1400" b="1" dirty="0">
                          <a:solidFill>
                            <a:schemeClr val="tx1"/>
                          </a:solidFill>
                        </a:rPr>
                        <a:t>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f91b4fbfe934c9bf8f2f85812b084989</a:t>
                      </a:r>
                    </a:p>
                    <a:p>
                      <a:pPr algn="ctr"/>
                      <a:r>
                        <a:rPr lang="en-IN" sz="1400" b="1" dirty="0">
                          <a:solidFill>
                            <a:schemeClr val="tx1"/>
                          </a:solidFill>
                        </a:rPr>
                        <a:t>20264e1126b219aef7feb3f9b2d6de40</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65</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28600">
                <a:tc>
                  <a:txBody>
                    <a:bodyPr/>
                    <a:lstStyle/>
                    <a:p>
                      <a:pPr algn="ctr"/>
                      <a:r>
                        <a:rPr lang="en-US" sz="1400" b="1" dirty="0">
                          <a:solidFill>
                            <a:schemeClr val="tx1"/>
                          </a:solidFill>
                        </a:rPr>
                        <a:t>9</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cca104a13e678500ff59025f3bafaa34</a:t>
                      </a:r>
                    </a:p>
                    <a:p>
                      <a:pPr algn="ctr"/>
                      <a:r>
                        <a:rPr lang="en-IN" sz="1400" b="1" dirty="0">
                          <a:solidFill>
                            <a:schemeClr val="tx1"/>
                          </a:solidFill>
                        </a:rPr>
                        <a:t>b56a0341b2290ba7dfdfbddcd8578205</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61</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r h="426720">
                <a:tc>
                  <a:txBody>
                    <a:bodyPr/>
                    <a:lstStyle/>
                    <a:p>
                      <a:pPr algn="ctr"/>
                      <a:r>
                        <a:rPr lang="en-US" sz="1400" b="1" dirty="0">
                          <a:solidFill>
                            <a:schemeClr val="tx1"/>
                          </a:solidFill>
                        </a:rPr>
                        <a:t>10</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ff0b844a0853bf7c6934ab4364148fb9</a:t>
                      </a:r>
                    </a:p>
                    <a:p>
                      <a:pPr algn="ctr"/>
                      <a:r>
                        <a:rPr lang="en-IN" sz="1400" b="1" dirty="0">
                          <a:solidFill>
                            <a:schemeClr val="tx1"/>
                          </a:solidFill>
                        </a:rPr>
                        <a:t>612b89398d0600cde116227ce72433f0</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68380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1025104"/>
          </a:xfrm>
        </p:spPr>
        <p:txBody>
          <a:bodyPr wrap="square">
            <a:noAutofit/>
          </a:bodyPr>
          <a:lstStyle/>
          <a:p>
            <a:r>
              <a:rPr lang="en-IN" dirty="0"/>
              <a:t>Avalanche Effect in </a:t>
            </a:r>
            <a:r>
              <a:rPr lang="en-IN" spc="-300" dirty="0"/>
              <a:t>A E </a:t>
            </a:r>
            <a:r>
              <a:rPr lang="en-IN" dirty="0"/>
              <a:t>S: Change in Key </a:t>
            </a:r>
            <a:r>
              <a:rPr lang="en-IN" sz="2800" dirty="0"/>
              <a:t>(1 of 2)</a:t>
            </a:r>
            <a:endParaRPr lang="en-US" dirty="0"/>
          </a:p>
        </p:txBody>
      </p:sp>
      <p:graphicFrame>
        <p:nvGraphicFramePr>
          <p:cNvPr id="7" name="Table 6"/>
          <p:cNvGraphicFramePr>
            <a:graphicFrameLocks noGrp="1"/>
          </p:cNvGraphicFramePr>
          <p:nvPr/>
        </p:nvGraphicFramePr>
        <p:xfrm>
          <a:off x="685800" y="1600200"/>
          <a:ext cx="7391401" cy="4145280"/>
        </p:xfrm>
        <a:graphic>
          <a:graphicData uri="http://schemas.openxmlformats.org/drawingml/2006/table">
            <a:tbl>
              <a:tblPr firstRow="1" bandRow="1">
                <a:tableStyleId>{3B4B98B0-60AC-42C2-AFA5-B58CD77FA1E5}</a:tableStyleId>
              </a:tblPr>
              <a:tblGrid>
                <a:gridCol w="16764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379417">
                <a:tc>
                  <a:txBody>
                    <a:bodyPr/>
                    <a:lstStyle/>
                    <a:p>
                      <a:pPr algn="ctr"/>
                      <a:r>
                        <a:rPr lang="en-IN" sz="1400" b="1" i="0" u="none" strike="noStrike" kern="1200" baseline="0" dirty="0">
                          <a:solidFill>
                            <a:schemeClr val="bg1"/>
                          </a:solidFill>
                          <a:latin typeface="+mn-lt"/>
                          <a:ea typeface="+mn-ea"/>
                          <a:cs typeface="+mn-cs"/>
                        </a:rPr>
                        <a:t>Round</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endParaRPr lang="en-IN" sz="1400" b="1" dirty="0">
                        <a:solidFill>
                          <a:schemeClr val="tx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Number of Bits</a:t>
                      </a:r>
                    </a:p>
                    <a:p>
                      <a:pPr algn="ctr"/>
                      <a:r>
                        <a:rPr lang="en-IN" sz="1400" b="1" i="0" u="none" strike="noStrike" kern="1200" baseline="0" dirty="0">
                          <a:solidFill>
                            <a:schemeClr val="bg1"/>
                          </a:solidFill>
                          <a:latin typeface="+mn-lt"/>
                          <a:ea typeface="+mn-ea"/>
                          <a:cs typeface="+mn-cs"/>
                        </a:rPr>
                        <a:t>that Differ</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04800">
                <a:tc>
                  <a:txBody>
                    <a:bodyPr/>
                    <a:lstStyle/>
                    <a:p>
                      <a:pPr algn="ctr"/>
                      <a:endParaRPr lang="en-IN" sz="1400" b="1" dirty="0">
                        <a:solidFill>
                          <a:schemeClr val="tx1"/>
                        </a:solidFill>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0123456789abcdeffedcba9876543210</a:t>
                      </a:r>
                    </a:p>
                    <a:p>
                      <a:pPr algn="ctr"/>
                      <a:r>
                        <a:rPr lang="en-IN" sz="1400" b="1" dirty="0">
                          <a:solidFill>
                            <a:schemeClr val="tx1"/>
                          </a:solidFill>
                        </a:rPr>
                        <a:t>0123456789abcdeffedcba9876543210</a:t>
                      </a: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0</a:t>
                      </a:r>
                      <a:endParaRPr lang="en-IN" sz="1400" b="1" dirty="0">
                        <a:solidFill>
                          <a:schemeClr val="tx1"/>
                        </a:solidFill>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152400">
                <a:tc>
                  <a:txBody>
                    <a:bodyPr/>
                    <a:lstStyle/>
                    <a:p>
                      <a:pPr algn="ctr"/>
                      <a:r>
                        <a:rPr lang="en-US" sz="1400" b="1" i="0" u="none" strike="noStrike" kern="1200" baseline="0" dirty="0">
                          <a:solidFill>
                            <a:schemeClr val="tx1"/>
                          </a:solidFill>
                          <a:latin typeface="+mn-lt"/>
                          <a:ea typeface="+mn-ea"/>
                          <a:cs typeface="+mn-cs"/>
                        </a:rPr>
                        <a:t>0</a:t>
                      </a:r>
                      <a:endParaRPr lang="en-IN" sz="1400" b="1" i="0" u="none" strike="noStrike" kern="1200" baseline="0" dirty="0">
                        <a:solidFill>
                          <a:schemeClr val="tx1"/>
                        </a:solidFill>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i="0" u="none" strike="noStrike" kern="1200" baseline="0" dirty="0">
                          <a:solidFill>
                            <a:schemeClr val="tx1"/>
                          </a:solidFill>
                          <a:latin typeface="+mn-lt"/>
                          <a:ea typeface="+mn-ea"/>
                          <a:cs typeface="+mn-cs"/>
                        </a:rPr>
                        <a:t>0e3634aece7225b6f26b174ed92b5588</a:t>
                      </a:r>
                    </a:p>
                    <a:p>
                      <a:pPr algn="ctr"/>
                      <a:r>
                        <a:rPr lang="en-IN" sz="1400" b="1" i="0" u="none" strike="noStrike" kern="1200" baseline="0" dirty="0">
                          <a:solidFill>
                            <a:schemeClr val="tx1"/>
                          </a:solidFill>
                          <a:latin typeface="+mn-lt"/>
                          <a:ea typeface="+mn-ea"/>
                          <a:cs typeface="+mn-cs"/>
                        </a:rPr>
                        <a:t>0f3634aece7225b6f26b174ed92b5588</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400" b="1" kern="1200" dirty="0">
                          <a:solidFill>
                            <a:schemeClr val="tx1"/>
                          </a:solidFill>
                          <a:latin typeface="+mn-lt"/>
                          <a:ea typeface="+mn-ea"/>
                          <a:cs typeface="+mn-cs"/>
                        </a:rPr>
                        <a:t>1</a:t>
                      </a:r>
                      <a:endParaRPr lang="en-IN" sz="1400" b="1" kern="1200" dirty="0">
                        <a:solidFill>
                          <a:schemeClr val="tx1"/>
                        </a:solidFill>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04800">
                <a:tc>
                  <a:txBody>
                    <a:bodyPr/>
                    <a:lstStyle/>
                    <a:p>
                      <a:pPr algn="ctr"/>
                      <a:r>
                        <a:rPr lang="en-US" sz="1400" b="1" dirty="0">
                          <a:solidFill>
                            <a:schemeClr val="tx1"/>
                          </a:solidFill>
                        </a:rPr>
                        <a:t>1</a:t>
                      </a:r>
                      <a:endParaRPr lang="en-IN" sz="1400" b="1"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657470750fc7ff3fc0e8e8ca4dd02a9c</a:t>
                      </a:r>
                    </a:p>
                    <a:p>
                      <a:pPr algn="ctr"/>
                      <a:r>
                        <a:rPr lang="en-IN" sz="1400" b="1" dirty="0">
                          <a:solidFill>
                            <a:schemeClr val="tx1"/>
                          </a:solidFill>
                        </a:rPr>
                        <a:t>c5a9ad090ec7ff3fc1e8e8ca4cd02a9c</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22</a:t>
                      </a:r>
                      <a:endParaRPr lang="en-IN" sz="1400" b="1"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04800">
                <a:tc>
                  <a:txBody>
                    <a:bodyPr/>
                    <a:lstStyle/>
                    <a:p>
                      <a:pPr algn="ctr"/>
                      <a:r>
                        <a:rPr lang="en-US" sz="1400" b="1" dirty="0">
                          <a:solidFill>
                            <a:schemeClr val="tx1"/>
                          </a:solidFill>
                        </a:rPr>
                        <a:t>2</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5c7bb49a6b72349b05a2317ff46d1294</a:t>
                      </a:r>
                    </a:p>
                    <a:p>
                      <a:pPr algn="ctr"/>
                      <a:r>
                        <a:rPr lang="en-IN" sz="1400" b="1" dirty="0">
                          <a:solidFill>
                            <a:schemeClr val="tx1"/>
                          </a:solidFill>
                        </a:rPr>
                        <a:t>90905fa9563356d15f3760f3b8259985</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28600">
                <a:tc>
                  <a:txBody>
                    <a:bodyPr/>
                    <a:lstStyle/>
                    <a:p>
                      <a:pPr algn="ctr"/>
                      <a:r>
                        <a:rPr lang="en-US" sz="1400" b="1" dirty="0">
                          <a:solidFill>
                            <a:schemeClr val="tx1"/>
                          </a:solidFill>
                        </a:rPr>
                        <a:t>3</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7115262448dc747e5cdac7227da9bd9c</a:t>
                      </a:r>
                    </a:p>
                    <a:p>
                      <a:pPr algn="ctr"/>
                      <a:r>
                        <a:rPr lang="en-IN" sz="1400" b="1" dirty="0">
                          <a:solidFill>
                            <a:schemeClr val="tx1"/>
                          </a:solidFill>
                        </a:rPr>
                        <a:t>18aeb7aa794b3b66629448d575c7cebf</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67</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96240">
                <a:tc>
                  <a:txBody>
                    <a:bodyPr/>
                    <a:lstStyle/>
                    <a:p>
                      <a:pPr algn="ctr"/>
                      <a:r>
                        <a:rPr lang="en-US" sz="1400" b="1" dirty="0">
                          <a:solidFill>
                            <a:schemeClr val="tx1"/>
                          </a:solidFill>
                        </a:rPr>
                        <a:t>4</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f867aee8b437a5210c24c1974cffeabc</a:t>
                      </a:r>
                    </a:p>
                    <a:p>
                      <a:pPr algn="ctr"/>
                      <a:r>
                        <a:rPr lang="en-IN" sz="1400" b="1" dirty="0">
                          <a:solidFill>
                            <a:schemeClr val="tx1"/>
                          </a:solidFill>
                        </a:rPr>
                        <a:t>f81015f993c978a876ae017cb49e7eec</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63</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04800">
                <a:tc>
                  <a:txBody>
                    <a:bodyPr/>
                    <a:lstStyle/>
                    <a:p>
                      <a:pPr algn="ctr"/>
                      <a:r>
                        <a:rPr lang="en-US" sz="1400" b="1" dirty="0">
                          <a:solidFill>
                            <a:schemeClr val="tx1"/>
                          </a:solidFill>
                        </a:rPr>
                        <a:t>5</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721eb200ba06206dcbd4bce704fa654e</a:t>
                      </a:r>
                    </a:p>
                    <a:p>
                      <a:pPr algn="ctr"/>
                      <a:r>
                        <a:rPr lang="en-IN" sz="1400" b="1" dirty="0">
                          <a:solidFill>
                            <a:schemeClr val="tx1"/>
                          </a:solidFill>
                        </a:rPr>
                        <a:t>5955c91b4e769f3cb4a94768e98d5267</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81</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94773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1025104"/>
          </a:xfrm>
        </p:spPr>
        <p:txBody>
          <a:bodyPr wrap="square">
            <a:noAutofit/>
          </a:bodyPr>
          <a:lstStyle/>
          <a:p>
            <a:r>
              <a:rPr lang="en-IN" dirty="0"/>
              <a:t>Avalanche Effect in </a:t>
            </a:r>
            <a:r>
              <a:rPr lang="en-IN" spc="-300" dirty="0"/>
              <a:t>A E </a:t>
            </a:r>
            <a:r>
              <a:rPr lang="en-IN" dirty="0"/>
              <a:t>S: Change in Key </a:t>
            </a:r>
            <a:r>
              <a:rPr lang="en-IN" sz="2800" dirty="0"/>
              <a:t>(2 of 2)</a:t>
            </a:r>
            <a:endParaRPr lang="en-US" dirty="0"/>
          </a:p>
        </p:txBody>
      </p:sp>
      <p:graphicFrame>
        <p:nvGraphicFramePr>
          <p:cNvPr id="7" name="Table 6"/>
          <p:cNvGraphicFramePr>
            <a:graphicFrameLocks noGrp="1"/>
          </p:cNvGraphicFramePr>
          <p:nvPr/>
        </p:nvGraphicFramePr>
        <p:xfrm>
          <a:off x="685800" y="1615440"/>
          <a:ext cx="7391401" cy="3108960"/>
        </p:xfrm>
        <a:graphic>
          <a:graphicData uri="http://schemas.openxmlformats.org/drawingml/2006/table">
            <a:tbl>
              <a:tblPr firstRow="1" bandRow="1">
                <a:tableStyleId>{3B4B98B0-60AC-42C2-AFA5-B58CD77FA1E5}</a:tableStyleId>
              </a:tblPr>
              <a:tblGrid>
                <a:gridCol w="16764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379417">
                <a:tc>
                  <a:txBody>
                    <a:bodyPr/>
                    <a:lstStyle/>
                    <a:p>
                      <a:pPr algn="ctr"/>
                      <a:r>
                        <a:rPr lang="en-IN" sz="1400" b="1" i="0" u="none" strike="noStrike" kern="1200" baseline="0" dirty="0">
                          <a:solidFill>
                            <a:schemeClr val="bg1"/>
                          </a:solidFill>
                          <a:latin typeface="+mn-lt"/>
                          <a:ea typeface="+mn-ea"/>
                          <a:cs typeface="+mn-cs"/>
                        </a:rPr>
                        <a:t>Round</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endParaRPr lang="en-IN" sz="1400" b="1" dirty="0">
                        <a:solidFill>
                          <a:schemeClr val="tx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Number of Bits</a:t>
                      </a:r>
                    </a:p>
                    <a:p>
                      <a:pPr algn="ctr"/>
                      <a:r>
                        <a:rPr lang="en-IN" sz="1400" b="1" i="0" u="none" strike="noStrike" kern="1200" baseline="0" dirty="0">
                          <a:solidFill>
                            <a:schemeClr val="bg1"/>
                          </a:solidFill>
                          <a:latin typeface="+mn-lt"/>
                          <a:ea typeface="+mn-ea"/>
                          <a:cs typeface="+mn-cs"/>
                        </a:rPr>
                        <a:t>that Differ</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79136">
                <a:tc>
                  <a:txBody>
                    <a:bodyPr/>
                    <a:lstStyle/>
                    <a:p>
                      <a:pPr algn="ctr"/>
                      <a:r>
                        <a:rPr lang="en-US" sz="1400" b="1" dirty="0">
                          <a:solidFill>
                            <a:schemeClr val="tx1"/>
                          </a:solidFill>
                        </a:rPr>
                        <a:t>6</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0ad9d85689f9f77bc1c5f71185e5fb14</a:t>
                      </a:r>
                    </a:p>
                    <a:p>
                      <a:pPr algn="ctr"/>
                      <a:r>
                        <a:rPr lang="en-IN" sz="1400" b="1" dirty="0">
                          <a:solidFill>
                            <a:schemeClr val="tx1"/>
                          </a:solidFill>
                        </a:rPr>
                        <a:t>dc60a24d137662181e45b8d3726b2920</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70</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54264">
                <a:tc>
                  <a:txBody>
                    <a:bodyPr/>
                    <a:lstStyle/>
                    <a:p>
                      <a:pPr algn="ctr"/>
                      <a:r>
                        <a:rPr lang="en-US" sz="1400" b="1" dirty="0">
                          <a:solidFill>
                            <a:schemeClr val="tx1"/>
                          </a:solidFill>
                        </a:rPr>
                        <a:t>7</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db18a8ffa16d30d5f88b08d777ba4eaa</a:t>
                      </a:r>
                    </a:p>
                    <a:p>
                      <a:pPr algn="ctr"/>
                      <a:r>
                        <a:rPr lang="en-IN" sz="1400" b="1" dirty="0">
                          <a:solidFill>
                            <a:schemeClr val="tx1"/>
                          </a:solidFill>
                        </a:rPr>
                        <a:t>fe8343b8f88bef66cab7e977d005a03c</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74</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304800">
                <a:tc>
                  <a:txBody>
                    <a:bodyPr/>
                    <a:lstStyle/>
                    <a:p>
                      <a:pPr algn="ctr"/>
                      <a:r>
                        <a:rPr lang="en-US" sz="1400" b="1" dirty="0">
                          <a:solidFill>
                            <a:schemeClr val="tx1"/>
                          </a:solidFill>
                        </a:rPr>
                        <a:t>8</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f91b4fbfe934c9bf8f2f85812b084989</a:t>
                      </a:r>
                    </a:p>
                    <a:p>
                      <a:pPr algn="ctr"/>
                      <a:r>
                        <a:rPr lang="en-IN" sz="1400" b="1" dirty="0">
                          <a:solidFill>
                            <a:schemeClr val="tx1"/>
                          </a:solidFill>
                        </a:rPr>
                        <a:t>da7dad581d1725c5b72fa0f9d9d1366a</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67</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28600">
                <a:tc>
                  <a:txBody>
                    <a:bodyPr/>
                    <a:lstStyle/>
                    <a:p>
                      <a:pPr algn="ctr"/>
                      <a:r>
                        <a:rPr lang="en-US" sz="1400" b="1" dirty="0">
                          <a:solidFill>
                            <a:schemeClr val="tx1"/>
                          </a:solidFill>
                        </a:rPr>
                        <a:t>9</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cca104a13e678500ff59025f3bafaa34</a:t>
                      </a:r>
                    </a:p>
                    <a:p>
                      <a:pPr algn="ctr"/>
                      <a:r>
                        <a:rPr lang="en-IN" sz="1400" b="1" dirty="0">
                          <a:solidFill>
                            <a:schemeClr val="tx1"/>
                          </a:solidFill>
                        </a:rPr>
                        <a:t>0ccb4c66bbfd912f4b511d72996345e0</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59</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r h="426720">
                <a:tc>
                  <a:txBody>
                    <a:bodyPr/>
                    <a:lstStyle/>
                    <a:p>
                      <a:pPr algn="ctr"/>
                      <a:r>
                        <a:rPr lang="en-US" sz="1400" b="1" dirty="0">
                          <a:solidFill>
                            <a:schemeClr val="tx1"/>
                          </a:solidFill>
                        </a:rPr>
                        <a:t>10</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400" b="1" dirty="0">
                          <a:solidFill>
                            <a:schemeClr val="tx1"/>
                          </a:solidFill>
                        </a:rPr>
                        <a:t>ff0b844a0853bf7c6934ab4364148fb9</a:t>
                      </a:r>
                    </a:p>
                    <a:p>
                      <a:pPr algn="ctr"/>
                      <a:r>
                        <a:rPr lang="en-IN" sz="1400" b="1" dirty="0">
                          <a:solidFill>
                            <a:schemeClr val="tx1"/>
                          </a:solidFill>
                        </a:rPr>
                        <a:t>fc8923ee501a7d207ab670686839996b</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US" sz="1400" b="1" dirty="0">
                          <a:solidFill>
                            <a:schemeClr val="tx1"/>
                          </a:solidFill>
                        </a:rPr>
                        <a:t>53</a:t>
                      </a:r>
                      <a:endParaRPr lang="en-IN" sz="1400" b="1" dirty="0">
                        <a:solidFill>
                          <a:schemeClr val="tx1"/>
                        </a:solidFill>
                      </a:endParaRP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213743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DE8E8CF-80C6-4935-15C0-44358C86FC43}"/>
              </a:ext>
            </a:extLst>
          </p:cNvPr>
          <p:cNvSpPr txBox="1">
            <a:spLocks noChangeArrowheads="1"/>
          </p:cNvSpPr>
          <p:nvPr/>
        </p:nvSpPr>
        <p:spPr bwMode="auto">
          <a:xfrm>
            <a:off x="1403350" y="1412875"/>
            <a:ext cx="6408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32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中国商用密码算法</a:t>
            </a:r>
            <a:r>
              <a:rPr kumimoji="0" lang="en-US" altLang="zh-CN" sz="32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SM4</a:t>
            </a:r>
            <a:endParaRPr kumimoji="0" lang="zh-CN" altLang="en-US" sz="32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3" name="文本框 2">
            <a:extLst>
              <a:ext uri="{FF2B5EF4-FFF2-40B4-BE49-F238E27FC236}">
                <a16:creationId xmlns:a16="http://schemas.microsoft.com/office/drawing/2014/main" id="{7CDD7AFD-1539-2379-B0B2-5606CC9E6ABA}"/>
              </a:ext>
            </a:extLst>
          </p:cNvPr>
          <p:cNvSpPr txBox="1"/>
          <p:nvPr/>
        </p:nvSpPr>
        <p:spPr>
          <a:xfrm>
            <a:off x="1403350" y="2636838"/>
            <a:ext cx="7056438" cy="52322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SM4</a:t>
            </a:r>
            <a:r>
              <a:rPr kumimoji="0" lang="zh-CN" altLang="en-US"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advClick="0" advTm="5000">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8732D0D-AFB2-1F9D-263D-3CDBE7BD3068}"/>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0C24D911-C5EC-22BF-2319-ED8819673139}"/>
              </a:ext>
            </a:extLst>
          </p:cNvPr>
          <p:cNvSpPr/>
          <p:nvPr/>
        </p:nvSpPr>
        <p:spPr>
          <a:xfrm>
            <a:off x="755650" y="1557338"/>
            <a:ext cx="7561263" cy="267652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SM4</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算法是用于</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WAPI</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的分组密码算法，是</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2006</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年我国国家密码管理局公布的国内第一个商用密码算法。</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SM4</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算法是分组密码算法，其中数据分组长度为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比特，密钥分组长度也为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比特。加密算法与密钥扩展算法都采用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轮迭代结构，以字节（</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8</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位）和字（</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位）为单位进行数据处理。</a:t>
            </a:r>
          </a:p>
        </p:txBody>
      </p:sp>
    </p:spTree>
  </p:cSld>
  <p:clrMapOvr>
    <a:masterClrMapping/>
  </p:clrMapOvr>
  <p:transition spd="slow" advClick="0" advTm="5000">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7A8C557-C9CA-E7DC-C888-A2F851E3E7B7}"/>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A505940D-EE10-4F22-4D5C-42AFF0EB3006}"/>
              </a:ext>
            </a:extLst>
          </p:cNvPr>
          <p:cNvSpPr/>
          <p:nvPr/>
        </p:nvSpPr>
        <p:spPr>
          <a:xfrm>
            <a:off x="481013" y="1144588"/>
            <a:ext cx="1422400" cy="460375"/>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Times New Roman" panose="02020603050405020304" pitchFamily="18" charset="0"/>
              </a:rPr>
              <a:t>基本运算</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52581" name="图片 4">
            <a:extLst>
              <a:ext uri="{FF2B5EF4-FFF2-40B4-BE49-F238E27FC236}">
                <a16:creationId xmlns:a16="http://schemas.microsoft.com/office/drawing/2014/main" id="{1582F32A-E76A-111C-18E8-71E554287A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76425" y="1166813"/>
            <a:ext cx="6421438"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949AC17-D2C9-5AAA-45BA-08FB26FB0FA6}"/>
              </a:ext>
            </a:extLst>
          </p:cNvPr>
          <p:cNvSpPr/>
          <p:nvPr/>
        </p:nvSpPr>
        <p:spPr>
          <a:xfrm>
            <a:off x="3760365" y="6092825"/>
            <a:ext cx="2188420" cy="369332"/>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SM4</a:t>
            </a:r>
            <a:r>
              <a:rPr kumimoji="0" lang="zh-CN"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密码算法的</a:t>
            </a: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0" lang="zh-CN"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盒</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advClick="0" advTm="5000">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DA13646-9CD2-F4ED-07A2-C4C2700A0E8F}"/>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F0522005-DE4A-B9CD-386B-95AB94EA126C}"/>
              </a:ext>
            </a:extLst>
          </p:cNvPr>
          <p:cNvSpPr/>
          <p:nvPr/>
        </p:nvSpPr>
        <p:spPr>
          <a:xfrm>
            <a:off x="1042988" y="1268413"/>
            <a:ext cx="6985000" cy="1200150"/>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SM4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密码算法的基本运算有模</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加和循环移位。</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① 模</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加：记为   ，为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位逐比特异或运算。</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② 循环移位：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i</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，把</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位字循环左移</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i</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a:t>
            </a:r>
          </a:p>
        </p:txBody>
      </p:sp>
      <p:sp>
        <p:nvSpPr>
          <p:cNvPr id="5" name="Rectangle 2">
            <a:extLst>
              <a:ext uri="{FF2B5EF4-FFF2-40B4-BE49-F238E27FC236}">
                <a16:creationId xmlns:a16="http://schemas.microsoft.com/office/drawing/2014/main" id="{38F87472-E376-E836-8178-B00D34630FE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06" name="对象 5">
            <a:extLst>
              <a:ext uri="{FF2B5EF4-FFF2-40B4-BE49-F238E27FC236}">
                <a16:creationId xmlns:a16="http://schemas.microsoft.com/office/drawing/2014/main" id="{D0ECB97D-6C00-896B-8539-FCA89DC58857}"/>
              </a:ext>
            </a:extLst>
          </p:cNvPr>
          <p:cNvGraphicFramePr>
            <a:graphicFrameLocks noChangeAspect="1"/>
          </p:cNvGraphicFramePr>
          <p:nvPr/>
        </p:nvGraphicFramePr>
        <p:xfrm>
          <a:off x="3629025" y="1643063"/>
          <a:ext cx="366713" cy="417512"/>
        </p:xfrm>
        <a:graphic>
          <a:graphicData uri="http://schemas.openxmlformats.org/presentationml/2006/ole">
            <mc:AlternateContent xmlns:mc="http://schemas.openxmlformats.org/markup-compatibility/2006">
              <mc:Choice xmlns:v="urn:schemas-microsoft-com:vml" Requires="v">
                <p:oleObj name="Equation" r:id="rId2" imgW="3797300" imgH="4102100" progId="Equation.DSMT4">
                  <p:embed/>
                </p:oleObj>
              </mc:Choice>
              <mc:Fallback>
                <p:oleObj name="Equation" r:id="rId2" imgW="3797300" imgH="4102100" progId="Equation.DSMT4">
                  <p:embed/>
                  <p:pic>
                    <p:nvPicPr>
                      <p:cNvPr id="153606" name="对象 5">
                        <a:extLst>
                          <a:ext uri="{FF2B5EF4-FFF2-40B4-BE49-F238E27FC236}">
                            <a16:creationId xmlns:a16="http://schemas.microsoft.com/office/drawing/2014/main" id="{D0ECB97D-6C00-896B-8539-FCA89DC58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025" y="1643063"/>
                        <a:ext cx="366713"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4">
            <a:extLst>
              <a:ext uri="{FF2B5EF4-FFF2-40B4-BE49-F238E27FC236}">
                <a16:creationId xmlns:a16="http://schemas.microsoft.com/office/drawing/2014/main" id="{DA9C9971-297F-E970-8B1C-1F0A97DF42B2}"/>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08" name="对象 7">
            <a:extLst>
              <a:ext uri="{FF2B5EF4-FFF2-40B4-BE49-F238E27FC236}">
                <a16:creationId xmlns:a16="http://schemas.microsoft.com/office/drawing/2014/main" id="{F200FF59-283C-F129-A776-2175E2A2758A}"/>
              </a:ext>
            </a:extLst>
          </p:cNvPr>
          <p:cNvGraphicFramePr>
            <a:graphicFrameLocks noChangeAspect="1"/>
          </p:cNvGraphicFramePr>
          <p:nvPr/>
        </p:nvGraphicFramePr>
        <p:xfrm>
          <a:off x="3332163" y="2179638"/>
          <a:ext cx="552450" cy="227012"/>
        </p:xfrm>
        <a:graphic>
          <a:graphicData uri="http://schemas.openxmlformats.org/presentationml/2006/ole">
            <mc:AlternateContent xmlns:mc="http://schemas.openxmlformats.org/markup-compatibility/2006">
              <mc:Choice xmlns:v="urn:schemas-microsoft-com:vml" Requires="v">
                <p:oleObj name="Equation" r:id="rId4" imgW="6731000" imgH="2921000" progId="Equation.DSMT4">
                  <p:embed/>
                </p:oleObj>
              </mc:Choice>
              <mc:Fallback>
                <p:oleObj name="Equation" r:id="rId4" imgW="6731000" imgH="2921000" progId="Equation.DSMT4">
                  <p:embed/>
                  <p:pic>
                    <p:nvPicPr>
                      <p:cNvPr id="153608" name="对象 7">
                        <a:extLst>
                          <a:ext uri="{FF2B5EF4-FFF2-40B4-BE49-F238E27FC236}">
                            <a16:creationId xmlns:a16="http://schemas.microsoft.com/office/drawing/2014/main" id="{F200FF59-283C-F129-A776-2175E2A275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2163" y="2179638"/>
                        <a:ext cx="552450"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a:extLst>
              <a:ext uri="{FF2B5EF4-FFF2-40B4-BE49-F238E27FC236}">
                <a16:creationId xmlns:a16="http://schemas.microsoft.com/office/drawing/2014/main" id="{3C352717-4F54-6174-F040-5F97684A30E3}"/>
              </a:ext>
            </a:extLst>
          </p:cNvPr>
          <p:cNvSpPr/>
          <p:nvPr/>
        </p:nvSpPr>
        <p:spPr>
          <a:xfrm>
            <a:off x="539750" y="2552700"/>
            <a:ext cx="2041525" cy="461963"/>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ts val="600"/>
              </a:spcBef>
              <a:spcAft>
                <a:spcPts val="600"/>
              </a:spcAft>
              <a:buClrTx/>
              <a:buSzTx/>
              <a:buFontTx/>
              <a:buNone/>
              <a:tabLst/>
              <a:defRPr/>
            </a:pPr>
            <a:r>
              <a:rPr kumimoji="0" lang="zh-CN"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基本密码部件</a:t>
            </a:r>
            <a:endParaRPr kumimoji="0"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文本框 9">
            <a:extLst>
              <a:ext uri="{FF2B5EF4-FFF2-40B4-BE49-F238E27FC236}">
                <a16:creationId xmlns:a16="http://schemas.microsoft.com/office/drawing/2014/main" id="{44AA6E1F-323C-3DEF-A51E-0AD54C24A7C4}"/>
              </a:ext>
            </a:extLst>
          </p:cNvPr>
          <p:cNvSpPr txBox="1"/>
          <p:nvPr/>
        </p:nvSpPr>
        <p:spPr>
          <a:xfrm>
            <a:off x="684213" y="3014663"/>
            <a:ext cx="7559675" cy="2678112"/>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⑴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S</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盒</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S</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盒是以字节为单位的非线性替换，其密码学作用是混淆，它的输入和输出都是</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8</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位的字节。设输入字节为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输出字节为， 则</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S</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盒的运算可表示为：</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S</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盒的替换规则如表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3-11</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所示。例如输入为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EF</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，则输出为第</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E</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行与第</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F</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列交叉处的值</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84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，即        。</a:t>
            </a:r>
          </a:p>
        </p:txBody>
      </p:sp>
      <p:sp>
        <p:nvSpPr>
          <p:cNvPr id="11" name="Rectangle 8">
            <a:extLst>
              <a:ext uri="{FF2B5EF4-FFF2-40B4-BE49-F238E27FC236}">
                <a16:creationId xmlns:a16="http://schemas.microsoft.com/office/drawing/2014/main" id="{D56D95D1-D833-8AD9-3DA7-A9A8403F682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12" name="对象 11">
            <a:extLst>
              <a:ext uri="{FF2B5EF4-FFF2-40B4-BE49-F238E27FC236}">
                <a16:creationId xmlns:a16="http://schemas.microsoft.com/office/drawing/2014/main" id="{425D8FC9-3A83-A554-5347-85DFC5137F16}"/>
              </a:ext>
            </a:extLst>
          </p:cNvPr>
          <p:cNvGraphicFramePr>
            <a:graphicFrameLocks noChangeAspect="1"/>
          </p:cNvGraphicFramePr>
          <p:nvPr/>
        </p:nvGraphicFramePr>
        <p:xfrm>
          <a:off x="1042988" y="4240213"/>
          <a:ext cx="288925" cy="341312"/>
        </p:xfrm>
        <a:graphic>
          <a:graphicData uri="http://schemas.openxmlformats.org/presentationml/2006/ole">
            <mc:AlternateContent xmlns:mc="http://schemas.openxmlformats.org/markup-compatibility/2006">
              <mc:Choice xmlns:v="urn:schemas-microsoft-com:vml" Requires="v">
                <p:oleObj name="Equation" r:id="rId6" imgW="2921000" imgH="3213100" progId="Equation.DSMT4">
                  <p:embed/>
                </p:oleObj>
              </mc:Choice>
              <mc:Fallback>
                <p:oleObj name="Equation" r:id="rId6" imgW="2921000" imgH="3213100" progId="Equation.DSMT4">
                  <p:embed/>
                  <p:pic>
                    <p:nvPicPr>
                      <p:cNvPr id="153612" name="对象 11">
                        <a:extLst>
                          <a:ext uri="{FF2B5EF4-FFF2-40B4-BE49-F238E27FC236}">
                            <a16:creationId xmlns:a16="http://schemas.microsoft.com/office/drawing/2014/main" id="{425D8FC9-3A83-A554-5347-85DFC5137F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4240213"/>
                        <a:ext cx="28892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
            <a:extLst>
              <a:ext uri="{FF2B5EF4-FFF2-40B4-BE49-F238E27FC236}">
                <a16:creationId xmlns:a16="http://schemas.microsoft.com/office/drawing/2014/main" id="{227CEA07-BF39-AF31-D6DA-A7527980D3D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14" name="对象 13">
            <a:extLst>
              <a:ext uri="{FF2B5EF4-FFF2-40B4-BE49-F238E27FC236}">
                <a16:creationId xmlns:a16="http://schemas.microsoft.com/office/drawing/2014/main" id="{B8AE6EA7-317C-65EA-6E9B-8E2CC27F8156}"/>
              </a:ext>
            </a:extLst>
          </p:cNvPr>
          <p:cNvGraphicFramePr>
            <a:graphicFrameLocks noChangeAspect="1"/>
          </p:cNvGraphicFramePr>
          <p:nvPr/>
        </p:nvGraphicFramePr>
        <p:xfrm>
          <a:off x="3201988" y="4157663"/>
          <a:ext cx="261937" cy="390525"/>
        </p:xfrm>
        <a:graphic>
          <a:graphicData uri="http://schemas.openxmlformats.org/presentationml/2006/ole">
            <mc:AlternateContent xmlns:mc="http://schemas.openxmlformats.org/markup-compatibility/2006">
              <mc:Choice xmlns:v="urn:schemas-microsoft-com:vml" Requires="v">
                <p:oleObj name="Equation" r:id="rId8" imgW="2921000" imgH="4102100" progId="Equation.DSMT4">
                  <p:embed/>
                </p:oleObj>
              </mc:Choice>
              <mc:Fallback>
                <p:oleObj name="Equation" r:id="rId8" imgW="2921000" imgH="4102100" progId="Equation.DSMT4">
                  <p:embed/>
                  <p:pic>
                    <p:nvPicPr>
                      <p:cNvPr id="153614" name="对象 13">
                        <a:extLst>
                          <a:ext uri="{FF2B5EF4-FFF2-40B4-BE49-F238E27FC236}">
                            <a16:creationId xmlns:a16="http://schemas.microsoft.com/office/drawing/2014/main" id="{B8AE6EA7-317C-65EA-6E9B-8E2CC27F81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1988" y="4157663"/>
                        <a:ext cx="2619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2">
            <a:extLst>
              <a:ext uri="{FF2B5EF4-FFF2-40B4-BE49-F238E27FC236}">
                <a16:creationId xmlns:a16="http://schemas.microsoft.com/office/drawing/2014/main" id="{C36399D2-03D7-CAB0-8459-A9703576ECC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16" name="对象 15">
            <a:extLst>
              <a:ext uri="{FF2B5EF4-FFF2-40B4-BE49-F238E27FC236}">
                <a16:creationId xmlns:a16="http://schemas.microsoft.com/office/drawing/2014/main" id="{6D2643C6-7C54-F014-7BDA-23F666EBDB89}"/>
              </a:ext>
            </a:extLst>
          </p:cNvPr>
          <p:cNvGraphicFramePr>
            <a:graphicFrameLocks noChangeAspect="1"/>
          </p:cNvGraphicFramePr>
          <p:nvPr/>
        </p:nvGraphicFramePr>
        <p:xfrm>
          <a:off x="3354388" y="4524375"/>
          <a:ext cx="1316037" cy="469900"/>
        </p:xfrm>
        <a:graphic>
          <a:graphicData uri="http://schemas.openxmlformats.org/presentationml/2006/ole">
            <mc:AlternateContent xmlns:mc="http://schemas.openxmlformats.org/markup-compatibility/2006">
              <mc:Choice xmlns:v="urn:schemas-microsoft-com:vml" Requires="v">
                <p:oleObj name="Equation" r:id="rId10" imgW="12877800" imgH="4686300" progId="Equation.DSMT4">
                  <p:embed/>
                </p:oleObj>
              </mc:Choice>
              <mc:Fallback>
                <p:oleObj name="Equation" r:id="rId10" imgW="12877800" imgH="4686300" progId="Equation.DSMT4">
                  <p:embed/>
                  <p:pic>
                    <p:nvPicPr>
                      <p:cNvPr id="153616" name="对象 15">
                        <a:extLst>
                          <a:ext uri="{FF2B5EF4-FFF2-40B4-BE49-F238E27FC236}">
                            <a16:creationId xmlns:a16="http://schemas.microsoft.com/office/drawing/2014/main" id="{6D2643C6-7C54-F014-7BDA-23F666EBDB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4388" y="4524375"/>
                        <a:ext cx="13160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14">
            <a:extLst>
              <a:ext uri="{FF2B5EF4-FFF2-40B4-BE49-F238E27FC236}">
                <a16:creationId xmlns:a16="http://schemas.microsoft.com/office/drawing/2014/main" id="{7202C452-93E3-FE5D-F5C6-7689B2058C8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3618" name="对象 17">
            <a:extLst>
              <a:ext uri="{FF2B5EF4-FFF2-40B4-BE49-F238E27FC236}">
                <a16:creationId xmlns:a16="http://schemas.microsoft.com/office/drawing/2014/main" id="{C8D721F9-A500-4B98-9ADF-AD0334E8B76B}"/>
              </a:ext>
            </a:extLst>
          </p:cNvPr>
          <p:cNvGraphicFramePr>
            <a:graphicFrameLocks noChangeAspect="1"/>
          </p:cNvGraphicFramePr>
          <p:nvPr/>
        </p:nvGraphicFramePr>
        <p:xfrm>
          <a:off x="5940425" y="5300663"/>
          <a:ext cx="1235075" cy="342900"/>
        </p:xfrm>
        <a:graphic>
          <a:graphicData uri="http://schemas.openxmlformats.org/presentationml/2006/ole">
            <mc:AlternateContent xmlns:mc="http://schemas.openxmlformats.org/markup-compatibility/2006">
              <mc:Choice xmlns:v="urn:schemas-microsoft-com:vml" Requires="v">
                <p:oleObj name="Equation" r:id="rId12" imgW="16383000" imgH="4686300" progId="Equation.DSMT4">
                  <p:embed/>
                </p:oleObj>
              </mc:Choice>
              <mc:Fallback>
                <p:oleObj name="Equation" r:id="rId12" imgW="16383000" imgH="4686300" progId="Equation.DSMT4">
                  <p:embed/>
                  <p:pic>
                    <p:nvPicPr>
                      <p:cNvPr id="153618" name="对象 17">
                        <a:extLst>
                          <a:ext uri="{FF2B5EF4-FFF2-40B4-BE49-F238E27FC236}">
                            <a16:creationId xmlns:a16="http://schemas.microsoft.com/office/drawing/2014/main" id="{C8D721F9-A500-4B98-9ADF-AD0334E8B76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0425" y="5300663"/>
                        <a:ext cx="12350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AB96523-61CB-93BC-8F4A-AAA36B2BEF64}"/>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文本框 3">
            <a:extLst>
              <a:ext uri="{FF2B5EF4-FFF2-40B4-BE49-F238E27FC236}">
                <a16:creationId xmlns:a16="http://schemas.microsoft.com/office/drawing/2014/main" id="{FBCF5CB6-9FC8-0292-F8E5-A63825DD85E2}"/>
              </a:ext>
            </a:extLst>
          </p:cNvPr>
          <p:cNvSpPr txBox="1"/>
          <p:nvPr/>
        </p:nvSpPr>
        <p:spPr>
          <a:xfrm>
            <a:off x="827088" y="1412875"/>
            <a:ext cx="7416800" cy="1938338"/>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⑵ 非线性变换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非线性变换  是以字为单位的非线性替换，它由</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S</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盒并置构成。设输入为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位的字），输出为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位的字），则</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3-1</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5" name="Rectangle 2">
            <a:extLst>
              <a:ext uri="{FF2B5EF4-FFF2-40B4-BE49-F238E27FC236}">
                <a16:creationId xmlns:a16="http://schemas.microsoft.com/office/drawing/2014/main" id="{1955DC57-5018-E768-7283-12F250F7289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30" name="对象 5">
            <a:extLst>
              <a:ext uri="{FF2B5EF4-FFF2-40B4-BE49-F238E27FC236}">
                <a16:creationId xmlns:a16="http://schemas.microsoft.com/office/drawing/2014/main" id="{3AAE8086-3FAB-C105-1CF3-59ADE87FB74B}"/>
              </a:ext>
            </a:extLst>
          </p:cNvPr>
          <p:cNvGraphicFramePr>
            <a:graphicFrameLocks noChangeAspect="1"/>
          </p:cNvGraphicFramePr>
          <p:nvPr/>
        </p:nvGraphicFramePr>
        <p:xfrm>
          <a:off x="2843213" y="1492250"/>
          <a:ext cx="303212" cy="357188"/>
        </p:xfrm>
        <a:graphic>
          <a:graphicData uri="http://schemas.openxmlformats.org/presentationml/2006/ole">
            <mc:AlternateContent xmlns:mc="http://schemas.openxmlformats.org/markup-compatibility/2006">
              <mc:Choice xmlns:v="urn:schemas-microsoft-com:vml" Requires="v">
                <p:oleObj name="Equation" r:id="rId2" imgW="2921000" imgH="3213100" progId="Equation.DSMT4">
                  <p:embed/>
                </p:oleObj>
              </mc:Choice>
              <mc:Fallback>
                <p:oleObj name="Equation" r:id="rId2" imgW="2921000" imgH="3213100" progId="Equation.DSMT4">
                  <p:embed/>
                  <p:pic>
                    <p:nvPicPr>
                      <p:cNvPr id="154630" name="对象 5">
                        <a:extLst>
                          <a:ext uri="{FF2B5EF4-FFF2-40B4-BE49-F238E27FC236}">
                            <a16:creationId xmlns:a16="http://schemas.microsoft.com/office/drawing/2014/main" id="{3AAE8086-3FAB-C105-1CF3-59ADE87FB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1492250"/>
                        <a:ext cx="30321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4">
            <a:extLst>
              <a:ext uri="{FF2B5EF4-FFF2-40B4-BE49-F238E27FC236}">
                <a16:creationId xmlns:a16="http://schemas.microsoft.com/office/drawing/2014/main" id="{120E7D6B-0C4F-DBB0-B955-2FB7ED175AC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32" name="对象 7">
            <a:extLst>
              <a:ext uri="{FF2B5EF4-FFF2-40B4-BE49-F238E27FC236}">
                <a16:creationId xmlns:a16="http://schemas.microsoft.com/office/drawing/2014/main" id="{93BFA06E-3C22-03A8-6E50-F59BD32D109B}"/>
              </a:ext>
            </a:extLst>
          </p:cNvPr>
          <p:cNvGraphicFramePr>
            <a:graphicFrameLocks noChangeAspect="1"/>
          </p:cNvGraphicFramePr>
          <p:nvPr/>
        </p:nvGraphicFramePr>
        <p:xfrm>
          <a:off x="3059113" y="1849438"/>
          <a:ext cx="266700" cy="314325"/>
        </p:xfrm>
        <a:graphic>
          <a:graphicData uri="http://schemas.openxmlformats.org/presentationml/2006/ole">
            <mc:AlternateContent xmlns:mc="http://schemas.openxmlformats.org/markup-compatibility/2006">
              <mc:Choice xmlns:v="urn:schemas-microsoft-com:vml" Requires="v">
                <p:oleObj name="Equation" r:id="rId4" imgW="2921000" imgH="3213100" progId="Equation.DSMT4">
                  <p:embed/>
                </p:oleObj>
              </mc:Choice>
              <mc:Fallback>
                <p:oleObj name="Equation" r:id="rId4" imgW="2921000" imgH="3213100" progId="Equation.DSMT4">
                  <p:embed/>
                  <p:pic>
                    <p:nvPicPr>
                      <p:cNvPr id="154632" name="对象 7">
                        <a:extLst>
                          <a:ext uri="{FF2B5EF4-FFF2-40B4-BE49-F238E27FC236}">
                            <a16:creationId xmlns:a16="http://schemas.microsoft.com/office/drawing/2014/main" id="{93BFA06E-3C22-03A8-6E50-F59BD32D1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849438"/>
                        <a:ext cx="2667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6">
            <a:extLst>
              <a:ext uri="{FF2B5EF4-FFF2-40B4-BE49-F238E27FC236}">
                <a16:creationId xmlns:a16="http://schemas.microsoft.com/office/drawing/2014/main" id="{BF1CF02A-4376-934F-E413-50C83D86A9A2}"/>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34" name="对象 9">
            <a:extLst>
              <a:ext uri="{FF2B5EF4-FFF2-40B4-BE49-F238E27FC236}">
                <a16:creationId xmlns:a16="http://schemas.microsoft.com/office/drawing/2014/main" id="{F28FD357-3F8F-0E09-7D28-E1E9C6B3048E}"/>
              </a:ext>
            </a:extLst>
          </p:cNvPr>
          <p:cNvGraphicFramePr>
            <a:graphicFrameLocks noChangeAspect="1"/>
          </p:cNvGraphicFramePr>
          <p:nvPr/>
        </p:nvGraphicFramePr>
        <p:xfrm>
          <a:off x="4643438" y="2195513"/>
          <a:ext cx="1955800" cy="404812"/>
        </p:xfrm>
        <a:graphic>
          <a:graphicData uri="http://schemas.openxmlformats.org/presentationml/2006/ole">
            <mc:AlternateContent xmlns:mc="http://schemas.openxmlformats.org/markup-compatibility/2006">
              <mc:Choice xmlns:v="urn:schemas-microsoft-com:vml" Requires="v">
                <p:oleObj name="Equation" r:id="rId5" imgW="25450800" imgH="5270500" progId="Equation.DSMT4">
                  <p:embed/>
                </p:oleObj>
              </mc:Choice>
              <mc:Fallback>
                <p:oleObj name="Equation" r:id="rId5" imgW="25450800" imgH="5270500" progId="Equation.DSMT4">
                  <p:embed/>
                  <p:pic>
                    <p:nvPicPr>
                      <p:cNvPr id="154634" name="对象 9">
                        <a:extLst>
                          <a:ext uri="{FF2B5EF4-FFF2-40B4-BE49-F238E27FC236}">
                            <a16:creationId xmlns:a16="http://schemas.microsoft.com/office/drawing/2014/main" id="{F28FD357-3F8F-0E09-7D28-E1E9C6B304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2195513"/>
                        <a:ext cx="19558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8">
            <a:extLst>
              <a:ext uri="{FF2B5EF4-FFF2-40B4-BE49-F238E27FC236}">
                <a16:creationId xmlns:a16="http://schemas.microsoft.com/office/drawing/2014/main" id="{28AD2B6E-F51F-021E-E15D-55EC88A05F5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36" name="对象 11">
            <a:extLst>
              <a:ext uri="{FF2B5EF4-FFF2-40B4-BE49-F238E27FC236}">
                <a16:creationId xmlns:a16="http://schemas.microsoft.com/office/drawing/2014/main" id="{C8E8A616-7266-DB9F-E8ED-637F87423982}"/>
              </a:ext>
            </a:extLst>
          </p:cNvPr>
          <p:cNvGraphicFramePr>
            <a:graphicFrameLocks noChangeAspect="1"/>
          </p:cNvGraphicFramePr>
          <p:nvPr/>
        </p:nvGraphicFramePr>
        <p:xfrm>
          <a:off x="3087688" y="2557463"/>
          <a:ext cx="2024062" cy="441325"/>
        </p:xfrm>
        <a:graphic>
          <a:graphicData uri="http://schemas.openxmlformats.org/presentationml/2006/ole">
            <mc:AlternateContent xmlns:mc="http://schemas.openxmlformats.org/markup-compatibility/2006">
              <mc:Choice xmlns:v="urn:schemas-microsoft-com:vml" Requires="v">
                <p:oleObj name="Equation" r:id="rId7" imgW="24282400" imgH="5270500" progId="Equation.DSMT4">
                  <p:embed/>
                </p:oleObj>
              </mc:Choice>
              <mc:Fallback>
                <p:oleObj name="Equation" r:id="rId7" imgW="24282400" imgH="5270500" progId="Equation.DSMT4">
                  <p:embed/>
                  <p:pic>
                    <p:nvPicPr>
                      <p:cNvPr id="154636" name="对象 11">
                        <a:extLst>
                          <a:ext uri="{FF2B5EF4-FFF2-40B4-BE49-F238E27FC236}">
                            <a16:creationId xmlns:a16="http://schemas.microsoft.com/office/drawing/2014/main" id="{C8E8A616-7266-DB9F-E8ED-637F874239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7688" y="2557463"/>
                        <a:ext cx="202406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
            <a:extLst>
              <a:ext uri="{FF2B5EF4-FFF2-40B4-BE49-F238E27FC236}">
                <a16:creationId xmlns:a16="http://schemas.microsoft.com/office/drawing/2014/main" id="{666329CA-D7B7-CADD-0EA4-A21ED99955A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38" name="对象 13">
            <a:extLst>
              <a:ext uri="{FF2B5EF4-FFF2-40B4-BE49-F238E27FC236}">
                <a16:creationId xmlns:a16="http://schemas.microsoft.com/office/drawing/2014/main" id="{DCCFC26C-1E07-4D62-F608-DD5FBBA28837}"/>
              </a:ext>
            </a:extLst>
          </p:cNvPr>
          <p:cNvGraphicFramePr>
            <a:graphicFrameLocks noChangeAspect="1"/>
          </p:cNvGraphicFramePr>
          <p:nvPr/>
        </p:nvGraphicFramePr>
        <p:xfrm>
          <a:off x="827088" y="3314700"/>
          <a:ext cx="6378575" cy="447675"/>
        </p:xfrm>
        <a:graphic>
          <a:graphicData uri="http://schemas.openxmlformats.org/presentationml/2006/ole">
            <mc:AlternateContent xmlns:mc="http://schemas.openxmlformats.org/markup-compatibility/2006">
              <mc:Choice xmlns:v="urn:schemas-microsoft-com:vml" Requires="v">
                <p:oleObj name="Equation" r:id="rId9" imgW="74904600" imgH="5270500" progId="Equation.DSMT4">
                  <p:embed/>
                </p:oleObj>
              </mc:Choice>
              <mc:Fallback>
                <p:oleObj name="Equation" r:id="rId9" imgW="74904600" imgH="5270500" progId="Equation.DSMT4">
                  <p:embed/>
                  <p:pic>
                    <p:nvPicPr>
                      <p:cNvPr id="154638" name="对象 13">
                        <a:extLst>
                          <a:ext uri="{FF2B5EF4-FFF2-40B4-BE49-F238E27FC236}">
                            <a16:creationId xmlns:a16="http://schemas.microsoft.com/office/drawing/2014/main" id="{DCCFC26C-1E07-4D62-F608-DD5FBBA288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3314700"/>
                        <a:ext cx="63785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4">
            <a:extLst>
              <a:ext uri="{FF2B5EF4-FFF2-40B4-BE49-F238E27FC236}">
                <a16:creationId xmlns:a16="http://schemas.microsoft.com/office/drawing/2014/main" id="{08F91917-F9F4-EF9E-13E4-06BA13DA0DF8}"/>
              </a:ext>
            </a:extLst>
          </p:cNvPr>
          <p:cNvSpPr txBox="1"/>
          <p:nvPr/>
        </p:nvSpPr>
        <p:spPr>
          <a:xfrm>
            <a:off x="827088" y="3795713"/>
            <a:ext cx="7493000" cy="1938337"/>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 </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线性变换部件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线性变换部件  是以字为处理单位的线性变换，其输入输出都是</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位的字，它的密码学作用是扩散。</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设  的输入为字  ，输出为字   ，则</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16" name="Rectangle 12">
            <a:extLst>
              <a:ext uri="{FF2B5EF4-FFF2-40B4-BE49-F238E27FC236}">
                <a16:creationId xmlns:a16="http://schemas.microsoft.com/office/drawing/2014/main" id="{1A88E699-4580-9283-D071-59AB2D635DA7}"/>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41" name="对象 16">
            <a:extLst>
              <a:ext uri="{FF2B5EF4-FFF2-40B4-BE49-F238E27FC236}">
                <a16:creationId xmlns:a16="http://schemas.microsoft.com/office/drawing/2014/main" id="{FA426BD7-C939-10B6-4ED4-FDA8979F0DDB}"/>
              </a:ext>
            </a:extLst>
          </p:cNvPr>
          <p:cNvGraphicFramePr>
            <a:graphicFrameLocks noChangeAspect="1"/>
          </p:cNvGraphicFramePr>
          <p:nvPr/>
        </p:nvGraphicFramePr>
        <p:xfrm>
          <a:off x="3325813" y="3851275"/>
          <a:ext cx="288925" cy="355600"/>
        </p:xfrm>
        <a:graphic>
          <a:graphicData uri="http://schemas.openxmlformats.org/presentationml/2006/ole">
            <mc:AlternateContent xmlns:mc="http://schemas.openxmlformats.org/markup-compatibility/2006">
              <mc:Choice xmlns:v="urn:schemas-microsoft-com:vml" Requires="v">
                <p:oleObj name="Equation" r:id="rId11" imgW="3213100" imgH="3797300" progId="Equation.DSMT4">
                  <p:embed/>
                </p:oleObj>
              </mc:Choice>
              <mc:Fallback>
                <p:oleObj name="Equation" r:id="rId11" imgW="3213100" imgH="3797300" progId="Equation.DSMT4">
                  <p:embed/>
                  <p:pic>
                    <p:nvPicPr>
                      <p:cNvPr id="154641" name="对象 16">
                        <a:extLst>
                          <a:ext uri="{FF2B5EF4-FFF2-40B4-BE49-F238E27FC236}">
                            <a16:creationId xmlns:a16="http://schemas.microsoft.com/office/drawing/2014/main" id="{FA426BD7-C939-10B6-4ED4-FDA8979F0DD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5813" y="3851275"/>
                        <a:ext cx="2889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642" name="对象 17">
            <a:extLst>
              <a:ext uri="{FF2B5EF4-FFF2-40B4-BE49-F238E27FC236}">
                <a16:creationId xmlns:a16="http://schemas.microsoft.com/office/drawing/2014/main" id="{0379C718-32E0-533D-29D0-AF0AADA473BD}"/>
              </a:ext>
            </a:extLst>
          </p:cNvPr>
          <p:cNvGraphicFramePr>
            <a:graphicFrameLocks noChangeAspect="1"/>
          </p:cNvGraphicFramePr>
          <p:nvPr/>
        </p:nvGraphicFramePr>
        <p:xfrm>
          <a:off x="3362325" y="4203700"/>
          <a:ext cx="287338" cy="355600"/>
        </p:xfrm>
        <a:graphic>
          <a:graphicData uri="http://schemas.openxmlformats.org/presentationml/2006/ole">
            <mc:AlternateContent xmlns:mc="http://schemas.openxmlformats.org/markup-compatibility/2006">
              <mc:Choice xmlns:v="urn:schemas-microsoft-com:vml" Requires="v">
                <p:oleObj name="Equation" r:id="rId13" imgW="3213100" imgH="3797300" progId="Equation.DSMT4">
                  <p:embed/>
                </p:oleObj>
              </mc:Choice>
              <mc:Fallback>
                <p:oleObj name="Equation" r:id="rId13" imgW="3213100" imgH="3797300" progId="Equation.DSMT4">
                  <p:embed/>
                  <p:pic>
                    <p:nvPicPr>
                      <p:cNvPr id="154642" name="对象 17">
                        <a:extLst>
                          <a:ext uri="{FF2B5EF4-FFF2-40B4-BE49-F238E27FC236}">
                            <a16:creationId xmlns:a16="http://schemas.microsoft.com/office/drawing/2014/main" id="{0379C718-32E0-533D-29D0-AF0AADA473B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62325" y="4203700"/>
                        <a:ext cx="2873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643" name="对象 18">
            <a:extLst>
              <a:ext uri="{FF2B5EF4-FFF2-40B4-BE49-F238E27FC236}">
                <a16:creationId xmlns:a16="http://schemas.microsoft.com/office/drawing/2014/main" id="{38DD2CBB-63D6-9649-EA68-D102473CCA3D}"/>
              </a:ext>
            </a:extLst>
          </p:cNvPr>
          <p:cNvGraphicFramePr>
            <a:graphicFrameLocks noChangeAspect="1"/>
          </p:cNvGraphicFramePr>
          <p:nvPr/>
        </p:nvGraphicFramePr>
        <p:xfrm>
          <a:off x="1258888" y="4941888"/>
          <a:ext cx="288925" cy="354012"/>
        </p:xfrm>
        <a:graphic>
          <a:graphicData uri="http://schemas.openxmlformats.org/presentationml/2006/ole">
            <mc:AlternateContent xmlns:mc="http://schemas.openxmlformats.org/markup-compatibility/2006">
              <mc:Choice xmlns:v="urn:schemas-microsoft-com:vml" Requires="v">
                <p:oleObj name="Equation" r:id="rId14" imgW="3213100" imgH="3797300" progId="Equation.DSMT4">
                  <p:embed/>
                </p:oleObj>
              </mc:Choice>
              <mc:Fallback>
                <p:oleObj name="Equation" r:id="rId14" imgW="3213100" imgH="3797300" progId="Equation.DSMT4">
                  <p:embed/>
                  <p:pic>
                    <p:nvPicPr>
                      <p:cNvPr id="154643" name="对象 18">
                        <a:extLst>
                          <a:ext uri="{FF2B5EF4-FFF2-40B4-BE49-F238E27FC236}">
                            <a16:creationId xmlns:a16="http://schemas.microsoft.com/office/drawing/2014/main" id="{38DD2CBB-63D6-9649-EA68-D102473CCA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58888" y="4941888"/>
                        <a:ext cx="2889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4">
            <a:extLst>
              <a:ext uri="{FF2B5EF4-FFF2-40B4-BE49-F238E27FC236}">
                <a16:creationId xmlns:a16="http://schemas.microsoft.com/office/drawing/2014/main" id="{E1E22969-62D8-DCCF-4777-2C5A82E3439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45" name="对象 20">
            <a:extLst>
              <a:ext uri="{FF2B5EF4-FFF2-40B4-BE49-F238E27FC236}">
                <a16:creationId xmlns:a16="http://schemas.microsoft.com/office/drawing/2014/main" id="{14D35002-C143-89DF-81E4-807C11CA5B1D}"/>
              </a:ext>
            </a:extLst>
          </p:cNvPr>
          <p:cNvGraphicFramePr>
            <a:graphicFrameLocks noChangeAspect="1"/>
          </p:cNvGraphicFramePr>
          <p:nvPr/>
        </p:nvGraphicFramePr>
        <p:xfrm>
          <a:off x="3087688" y="4984750"/>
          <a:ext cx="274637" cy="301625"/>
        </p:xfrm>
        <a:graphic>
          <a:graphicData uri="http://schemas.openxmlformats.org/presentationml/2006/ole">
            <mc:AlternateContent xmlns:mc="http://schemas.openxmlformats.org/markup-compatibility/2006">
              <mc:Choice xmlns:v="urn:schemas-microsoft-com:vml" Requires="v">
                <p:oleObj name="Equation" r:id="rId15" imgW="3505200" imgH="3797300" progId="Equation.DSMT4">
                  <p:embed/>
                </p:oleObj>
              </mc:Choice>
              <mc:Fallback>
                <p:oleObj name="Equation" r:id="rId15" imgW="3505200" imgH="3797300" progId="Equation.DSMT4">
                  <p:embed/>
                  <p:pic>
                    <p:nvPicPr>
                      <p:cNvPr id="154645" name="对象 20">
                        <a:extLst>
                          <a:ext uri="{FF2B5EF4-FFF2-40B4-BE49-F238E27FC236}">
                            <a16:creationId xmlns:a16="http://schemas.microsoft.com/office/drawing/2014/main" id="{14D35002-C143-89DF-81E4-807C11CA5B1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87688" y="4984750"/>
                        <a:ext cx="2746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16">
            <a:extLst>
              <a:ext uri="{FF2B5EF4-FFF2-40B4-BE49-F238E27FC236}">
                <a16:creationId xmlns:a16="http://schemas.microsoft.com/office/drawing/2014/main" id="{16BDD92E-7712-4479-3BB7-129AD34EE15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47" name="对象 22">
            <a:extLst>
              <a:ext uri="{FF2B5EF4-FFF2-40B4-BE49-F238E27FC236}">
                <a16:creationId xmlns:a16="http://schemas.microsoft.com/office/drawing/2014/main" id="{A8047D60-C3F0-0C1C-AF39-9FC8CA05E7A0}"/>
              </a:ext>
            </a:extLst>
          </p:cNvPr>
          <p:cNvGraphicFramePr>
            <a:graphicFrameLocks noChangeAspect="1"/>
          </p:cNvGraphicFramePr>
          <p:nvPr/>
        </p:nvGraphicFramePr>
        <p:xfrm>
          <a:off x="4945063" y="4984750"/>
          <a:ext cx="295275" cy="338138"/>
        </p:xfrm>
        <a:graphic>
          <a:graphicData uri="http://schemas.openxmlformats.org/presentationml/2006/ole">
            <mc:AlternateContent xmlns:mc="http://schemas.openxmlformats.org/markup-compatibility/2006">
              <mc:Choice xmlns:v="urn:schemas-microsoft-com:vml" Requires="v">
                <p:oleObj name="Equation" r:id="rId17" imgW="3505200" imgH="4102100" progId="Equation.DSMT4">
                  <p:embed/>
                </p:oleObj>
              </mc:Choice>
              <mc:Fallback>
                <p:oleObj name="Equation" r:id="rId17" imgW="3505200" imgH="4102100" progId="Equation.DSMT4">
                  <p:embed/>
                  <p:pic>
                    <p:nvPicPr>
                      <p:cNvPr id="154647" name="对象 22">
                        <a:extLst>
                          <a:ext uri="{FF2B5EF4-FFF2-40B4-BE49-F238E27FC236}">
                            <a16:creationId xmlns:a16="http://schemas.microsoft.com/office/drawing/2014/main" id="{A8047D60-C3F0-0C1C-AF39-9FC8CA05E7A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45063" y="4984750"/>
                        <a:ext cx="295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18">
            <a:extLst>
              <a:ext uri="{FF2B5EF4-FFF2-40B4-BE49-F238E27FC236}">
                <a16:creationId xmlns:a16="http://schemas.microsoft.com/office/drawing/2014/main" id="{B4EEFB61-87CF-921D-E212-203184F38B4F}"/>
              </a:ext>
            </a:extLst>
          </p:cNvPr>
          <p:cNvSpPr>
            <a:spLocks noChangeArrowheads="1"/>
          </p:cNvSpPr>
          <p:nvPr/>
        </p:nvSpPr>
        <p:spPr bwMode="auto">
          <a:xfrm>
            <a:off x="4162425" y="5794375"/>
            <a:ext cx="9544050" cy="4603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4649" name="对象 24">
            <a:extLst>
              <a:ext uri="{FF2B5EF4-FFF2-40B4-BE49-F238E27FC236}">
                <a16:creationId xmlns:a16="http://schemas.microsoft.com/office/drawing/2014/main" id="{769A1443-3591-ADB5-8A0F-EECA8052C511}"/>
              </a:ext>
            </a:extLst>
          </p:cNvPr>
          <p:cNvGraphicFramePr>
            <a:graphicFrameLocks noChangeAspect="1"/>
          </p:cNvGraphicFramePr>
          <p:nvPr/>
        </p:nvGraphicFramePr>
        <p:xfrm>
          <a:off x="827088" y="5794375"/>
          <a:ext cx="7850187" cy="393700"/>
        </p:xfrm>
        <a:graphic>
          <a:graphicData uri="http://schemas.openxmlformats.org/presentationml/2006/ole">
            <mc:AlternateContent xmlns:mc="http://schemas.openxmlformats.org/markup-compatibility/2006">
              <mc:Choice xmlns:v="urn:schemas-microsoft-com:vml" Requires="v">
                <p:oleObj name="Equation" r:id="rId19" imgW="94792800" imgH="4686300" progId="Equation.DSMT4">
                  <p:embed/>
                </p:oleObj>
              </mc:Choice>
              <mc:Fallback>
                <p:oleObj name="Equation" r:id="rId19" imgW="94792800" imgH="4686300" progId="Equation.DSMT4">
                  <p:embed/>
                  <p:pic>
                    <p:nvPicPr>
                      <p:cNvPr id="154649" name="对象 24">
                        <a:extLst>
                          <a:ext uri="{FF2B5EF4-FFF2-40B4-BE49-F238E27FC236}">
                            <a16:creationId xmlns:a16="http://schemas.microsoft.com/office/drawing/2014/main" id="{769A1443-3591-ADB5-8A0F-EECA8052C51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7088" y="5794375"/>
                        <a:ext cx="78501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2294A74-C6D6-058F-5ED8-E21E184C1DB3}"/>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文本框 3">
            <a:extLst>
              <a:ext uri="{FF2B5EF4-FFF2-40B4-BE49-F238E27FC236}">
                <a16:creationId xmlns:a16="http://schemas.microsoft.com/office/drawing/2014/main" id="{096D4419-1087-F9D2-30D1-C6CD5E9C9B2B}"/>
              </a:ext>
            </a:extLst>
          </p:cNvPr>
          <p:cNvSpPr txBox="1"/>
          <p:nvPr/>
        </p:nvSpPr>
        <p:spPr>
          <a:xfrm>
            <a:off x="755650" y="1412875"/>
            <a:ext cx="7488238" cy="341630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）合成变换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合成变换   由非线性变换  和线性变换   复合而成，数据处理的单位是字。设输入为字  ，则先对   </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进行非线性  变换，再进行线性  变换。记为</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3-3</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由于合成变换 是非线性变换 和线性变换 的复合，所以它综合起到混淆和扩散的作用，从而可提高密码的安全性。</a:t>
            </a:r>
          </a:p>
        </p:txBody>
      </p:sp>
      <p:sp>
        <p:nvSpPr>
          <p:cNvPr id="5" name="Rectangle 2">
            <a:extLst>
              <a:ext uri="{FF2B5EF4-FFF2-40B4-BE49-F238E27FC236}">
                <a16:creationId xmlns:a16="http://schemas.microsoft.com/office/drawing/2014/main" id="{E08CEA23-D9AF-8356-42E0-C4E2787965F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54" name="对象 5">
            <a:extLst>
              <a:ext uri="{FF2B5EF4-FFF2-40B4-BE49-F238E27FC236}">
                <a16:creationId xmlns:a16="http://schemas.microsoft.com/office/drawing/2014/main" id="{753A6BB8-6804-F92A-965C-59ECCE604B93}"/>
              </a:ext>
            </a:extLst>
          </p:cNvPr>
          <p:cNvGraphicFramePr>
            <a:graphicFrameLocks noChangeAspect="1"/>
          </p:cNvGraphicFramePr>
          <p:nvPr/>
        </p:nvGraphicFramePr>
        <p:xfrm>
          <a:off x="2700338" y="1489075"/>
          <a:ext cx="287337" cy="355600"/>
        </p:xfrm>
        <a:graphic>
          <a:graphicData uri="http://schemas.openxmlformats.org/presentationml/2006/ole">
            <mc:AlternateContent xmlns:mc="http://schemas.openxmlformats.org/markup-compatibility/2006">
              <mc:Choice xmlns:v="urn:schemas-microsoft-com:vml" Requires="v">
                <p:oleObj name="Equation" r:id="rId2" imgW="3213100" imgH="3797300" progId="Equation.DSMT4">
                  <p:embed/>
                </p:oleObj>
              </mc:Choice>
              <mc:Fallback>
                <p:oleObj name="Equation" r:id="rId2" imgW="3213100" imgH="3797300" progId="Equation.DSMT4">
                  <p:embed/>
                  <p:pic>
                    <p:nvPicPr>
                      <p:cNvPr id="155654" name="对象 5">
                        <a:extLst>
                          <a:ext uri="{FF2B5EF4-FFF2-40B4-BE49-F238E27FC236}">
                            <a16:creationId xmlns:a16="http://schemas.microsoft.com/office/drawing/2014/main" id="{753A6BB8-6804-F92A-965C-59ECCE604B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489075"/>
                        <a:ext cx="28733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4">
            <a:extLst>
              <a:ext uri="{FF2B5EF4-FFF2-40B4-BE49-F238E27FC236}">
                <a16:creationId xmlns:a16="http://schemas.microsoft.com/office/drawing/2014/main" id="{88FBC535-6F44-BFCF-5E9E-A36742C4B74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56" name="对象 7">
            <a:extLst>
              <a:ext uri="{FF2B5EF4-FFF2-40B4-BE49-F238E27FC236}">
                <a16:creationId xmlns:a16="http://schemas.microsoft.com/office/drawing/2014/main" id="{15E68234-86DC-133A-0D22-4C52708B4610}"/>
              </a:ext>
            </a:extLst>
          </p:cNvPr>
          <p:cNvGraphicFramePr>
            <a:graphicFrameLocks noChangeAspect="1"/>
          </p:cNvGraphicFramePr>
          <p:nvPr/>
        </p:nvGraphicFramePr>
        <p:xfrm>
          <a:off x="2727325" y="1809750"/>
          <a:ext cx="317500" cy="390525"/>
        </p:xfrm>
        <a:graphic>
          <a:graphicData uri="http://schemas.openxmlformats.org/presentationml/2006/ole">
            <mc:AlternateContent xmlns:mc="http://schemas.openxmlformats.org/markup-compatibility/2006">
              <mc:Choice xmlns:v="urn:schemas-microsoft-com:vml" Requires="v">
                <p:oleObj name="Equation" r:id="rId4" imgW="3213100" imgH="3797300" progId="Equation.DSMT4">
                  <p:embed/>
                </p:oleObj>
              </mc:Choice>
              <mc:Fallback>
                <p:oleObj name="Equation" r:id="rId4" imgW="3213100" imgH="3797300" progId="Equation.DSMT4">
                  <p:embed/>
                  <p:pic>
                    <p:nvPicPr>
                      <p:cNvPr id="155656" name="对象 7">
                        <a:extLst>
                          <a:ext uri="{FF2B5EF4-FFF2-40B4-BE49-F238E27FC236}">
                            <a16:creationId xmlns:a16="http://schemas.microsoft.com/office/drawing/2014/main" id="{15E68234-86DC-133A-0D22-4C52708B46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325" y="1809750"/>
                        <a:ext cx="3175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6">
            <a:extLst>
              <a:ext uri="{FF2B5EF4-FFF2-40B4-BE49-F238E27FC236}">
                <a16:creationId xmlns:a16="http://schemas.microsoft.com/office/drawing/2014/main" id="{381D4683-A025-298F-D324-7301796CE42D}"/>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58" name="对象 9">
            <a:extLst>
              <a:ext uri="{FF2B5EF4-FFF2-40B4-BE49-F238E27FC236}">
                <a16:creationId xmlns:a16="http://schemas.microsoft.com/office/drawing/2014/main" id="{D4BB11BD-70DF-CD6F-ACB3-66918CC9D807}"/>
              </a:ext>
            </a:extLst>
          </p:cNvPr>
          <p:cNvGraphicFramePr>
            <a:graphicFrameLocks noChangeAspect="1"/>
          </p:cNvGraphicFramePr>
          <p:nvPr/>
        </p:nvGraphicFramePr>
        <p:xfrm>
          <a:off x="4981575" y="1831975"/>
          <a:ext cx="360363" cy="377825"/>
        </p:xfrm>
        <a:graphic>
          <a:graphicData uri="http://schemas.openxmlformats.org/presentationml/2006/ole">
            <mc:AlternateContent xmlns:mc="http://schemas.openxmlformats.org/markup-compatibility/2006">
              <mc:Choice xmlns:v="urn:schemas-microsoft-com:vml" Requires="v">
                <p:oleObj name="Equation" r:id="rId6" imgW="2921000" imgH="3213100" progId="Equation.DSMT4">
                  <p:embed/>
                </p:oleObj>
              </mc:Choice>
              <mc:Fallback>
                <p:oleObj name="Equation" r:id="rId6" imgW="2921000" imgH="3213100" progId="Equation.DSMT4">
                  <p:embed/>
                  <p:pic>
                    <p:nvPicPr>
                      <p:cNvPr id="155658" name="对象 9">
                        <a:extLst>
                          <a:ext uri="{FF2B5EF4-FFF2-40B4-BE49-F238E27FC236}">
                            <a16:creationId xmlns:a16="http://schemas.microsoft.com/office/drawing/2014/main" id="{D4BB11BD-70DF-CD6F-ACB3-66918CC9D8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1575" y="1831975"/>
                        <a:ext cx="36036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8">
            <a:extLst>
              <a:ext uri="{FF2B5EF4-FFF2-40B4-BE49-F238E27FC236}">
                <a16:creationId xmlns:a16="http://schemas.microsoft.com/office/drawing/2014/main" id="{CB5D0B24-DC79-B820-921E-FCC889FB456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60" name="对象 11">
            <a:extLst>
              <a:ext uri="{FF2B5EF4-FFF2-40B4-BE49-F238E27FC236}">
                <a16:creationId xmlns:a16="http://schemas.microsoft.com/office/drawing/2014/main" id="{C11CC3EC-1F63-E531-F335-BDF6323FC152}"/>
              </a:ext>
            </a:extLst>
          </p:cNvPr>
          <p:cNvGraphicFramePr>
            <a:graphicFrameLocks noChangeAspect="1"/>
          </p:cNvGraphicFramePr>
          <p:nvPr/>
        </p:nvGraphicFramePr>
        <p:xfrm>
          <a:off x="6862763" y="1785938"/>
          <a:ext cx="387350" cy="414337"/>
        </p:xfrm>
        <a:graphic>
          <a:graphicData uri="http://schemas.openxmlformats.org/presentationml/2006/ole">
            <mc:AlternateContent xmlns:mc="http://schemas.openxmlformats.org/markup-compatibility/2006">
              <mc:Choice xmlns:v="urn:schemas-microsoft-com:vml" Requires="v">
                <p:oleObj name="Equation" r:id="rId8" imgW="3213100" imgH="3797300" progId="Equation.DSMT4">
                  <p:embed/>
                </p:oleObj>
              </mc:Choice>
              <mc:Fallback>
                <p:oleObj name="Equation" r:id="rId8" imgW="3213100" imgH="3797300" progId="Equation.DSMT4">
                  <p:embed/>
                  <p:pic>
                    <p:nvPicPr>
                      <p:cNvPr id="155660" name="对象 11">
                        <a:extLst>
                          <a:ext uri="{FF2B5EF4-FFF2-40B4-BE49-F238E27FC236}">
                            <a16:creationId xmlns:a16="http://schemas.microsoft.com/office/drawing/2014/main" id="{C11CC3EC-1F63-E531-F335-BDF6323FC1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62763" y="1785938"/>
                        <a:ext cx="38735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
            <a:extLst>
              <a:ext uri="{FF2B5EF4-FFF2-40B4-BE49-F238E27FC236}">
                <a16:creationId xmlns:a16="http://schemas.microsoft.com/office/drawing/2014/main" id="{0BA3667E-A9CD-9926-B066-F6FA8D8FABA1}"/>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62" name="对象 13">
            <a:extLst>
              <a:ext uri="{FF2B5EF4-FFF2-40B4-BE49-F238E27FC236}">
                <a16:creationId xmlns:a16="http://schemas.microsoft.com/office/drawing/2014/main" id="{2963BBBA-20DC-4A6A-6328-C2253DA5725E}"/>
              </a:ext>
            </a:extLst>
          </p:cNvPr>
          <p:cNvGraphicFramePr>
            <a:graphicFrameLocks noChangeAspect="1"/>
          </p:cNvGraphicFramePr>
          <p:nvPr/>
        </p:nvGraphicFramePr>
        <p:xfrm>
          <a:off x="6300788" y="2209800"/>
          <a:ext cx="354012" cy="341313"/>
        </p:xfrm>
        <a:graphic>
          <a:graphicData uri="http://schemas.openxmlformats.org/presentationml/2006/ole">
            <mc:AlternateContent xmlns:mc="http://schemas.openxmlformats.org/markup-compatibility/2006">
              <mc:Choice xmlns:v="urn:schemas-microsoft-com:vml" Requires="v">
                <p:oleObj name="Equation" r:id="rId10" imgW="4102100" imgH="3797300" progId="Equation.DSMT4">
                  <p:embed/>
                </p:oleObj>
              </mc:Choice>
              <mc:Fallback>
                <p:oleObj name="Equation" r:id="rId10" imgW="4102100" imgH="3797300" progId="Equation.DSMT4">
                  <p:embed/>
                  <p:pic>
                    <p:nvPicPr>
                      <p:cNvPr id="155662" name="对象 13">
                        <a:extLst>
                          <a:ext uri="{FF2B5EF4-FFF2-40B4-BE49-F238E27FC236}">
                            <a16:creationId xmlns:a16="http://schemas.microsoft.com/office/drawing/2014/main" id="{2963BBBA-20DC-4A6A-6328-C2253DA572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2209800"/>
                        <a:ext cx="354012"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5663" name="对象 14">
            <a:extLst>
              <a:ext uri="{FF2B5EF4-FFF2-40B4-BE49-F238E27FC236}">
                <a16:creationId xmlns:a16="http://schemas.microsoft.com/office/drawing/2014/main" id="{6074B2DF-D2EE-3343-235C-E5DA24A84028}"/>
              </a:ext>
            </a:extLst>
          </p:cNvPr>
          <p:cNvGraphicFramePr>
            <a:graphicFrameLocks noChangeAspect="1"/>
          </p:cNvGraphicFramePr>
          <p:nvPr/>
        </p:nvGraphicFramePr>
        <p:xfrm>
          <a:off x="779463" y="2551113"/>
          <a:ext cx="355600" cy="342900"/>
        </p:xfrm>
        <a:graphic>
          <a:graphicData uri="http://schemas.openxmlformats.org/presentationml/2006/ole">
            <mc:AlternateContent xmlns:mc="http://schemas.openxmlformats.org/markup-compatibility/2006">
              <mc:Choice xmlns:v="urn:schemas-microsoft-com:vml" Requires="v">
                <p:oleObj name="Equation" r:id="rId12" imgW="4102100" imgH="3797300" progId="Equation.DSMT4">
                  <p:embed/>
                </p:oleObj>
              </mc:Choice>
              <mc:Fallback>
                <p:oleObj name="Equation" r:id="rId12" imgW="4102100" imgH="3797300" progId="Equation.DSMT4">
                  <p:embed/>
                  <p:pic>
                    <p:nvPicPr>
                      <p:cNvPr id="155663" name="对象 14">
                        <a:extLst>
                          <a:ext uri="{FF2B5EF4-FFF2-40B4-BE49-F238E27FC236}">
                            <a16:creationId xmlns:a16="http://schemas.microsoft.com/office/drawing/2014/main" id="{6074B2DF-D2EE-3343-235C-E5DA24A8402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9463" y="2551113"/>
                        <a:ext cx="3556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2">
            <a:extLst>
              <a:ext uri="{FF2B5EF4-FFF2-40B4-BE49-F238E27FC236}">
                <a16:creationId xmlns:a16="http://schemas.microsoft.com/office/drawing/2014/main" id="{01C7B414-0FC6-38CD-F929-CEE0B1AC5647}"/>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65" name="对象 16">
            <a:extLst>
              <a:ext uri="{FF2B5EF4-FFF2-40B4-BE49-F238E27FC236}">
                <a16:creationId xmlns:a16="http://schemas.microsoft.com/office/drawing/2014/main" id="{AAD2A3D4-00BB-C32C-5C45-78B2BABAADF7}"/>
              </a:ext>
            </a:extLst>
          </p:cNvPr>
          <p:cNvGraphicFramePr>
            <a:graphicFrameLocks noChangeAspect="1"/>
          </p:cNvGraphicFramePr>
          <p:nvPr/>
        </p:nvGraphicFramePr>
        <p:xfrm>
          <a:off x="2700338" y="2555875"/>
          <a:ext cx="381000" cy="401638"/>
        </p:xfrm>
        <a:graphic>
          <a:graphicData uri="http://schemas.openxmlformats.org/presentationml/2006/ole">
            <mc:AlternateContent xmlns:mc="http://schemas.openxmlformats.org/markup-compatibility/2006">
              <mc:Choice xmlns:v="urn:schemas-microsoft-com:vml" Requires="v">
                <p:oleObj name="Equation" r:id="rId13" imgW="2921000" imgH="3213100" progId="Equation.DSMT4">
                  <p:embed/>
                </p:oleObj>
              </mc:Choice>
              <mc:Fallback>
                <p:oleObj name="Equation" r:id="rId13" imgW="2921000" imgH="3213100" progId="Equation.DSMT4">
                  <p:embed/>
                  <p:pic>
                    <p:nvPicPr>
                      <p:cNvPr id="155665" name="对象 16">
                        <a:extLst>
                          <a:ext uri="{FF2B5EF4-FFF2-40B4-BE49-F238E27FC236}">
                            <a16:creationId xmlns:a16="http://schemas.microsoft.com/office/drawing/2014/main" id="{AAD2A3D4-00BB-C32C-5C45-78B2BABAADF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00338" y="2555875"/>
                        <a:ext cx="3810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4">
            <a:extLst>
              <a:ext uri="{FF2B5EF4-FFF2-40B4-BE49-F238E27FC236}">
                <a16:creationId xmlns:a16="http://schemas.microsoft.com/office/drawing/2014/main" id="{FC6255CF-D32B-4772-163D-500A0003948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67" name="对象 18">
            <a:extLst>
              <a:ext uri="{FF2B5EF4-FFF2-40B4-BE49-F238E27FC236}">
                <a16:creationId xmlns:a16="http://schemas.microsoft.com/office/drawing/2014/main" id="{10D042CE-265E-3E22-BC58-9DABE4FBA28D}"/>
              </a:ext>
            </a:extLst>
          </p:cNvPr>
          <p:cNvGraphicFramePr>
            <a:graphicFrameLocks noChangeAspect="1"/>
          </p:cNvGraphicFramePr>
          <p:nvPr/>
        </p:nvGraphicFramePr>
        <p:xfrm>
          <a:off x="5440363" y="2571750"/>
          <a:ext cx="284162" cy="350838"/>
        </p:xfrm>
        <a:graphic>
          <a:graphicData uri="http://schemas.openxmlformats.org/presentationml/2006/ole">
            <mc:AlternateContent xmlns:mc="http://schemas.openxmlformats.org/markup-compatibility/2006">
              <mc:Choice xmlns:v="urn:schemas-microsoft-com:vml" Requires="v">
                <p:oleObj name="Equation" r:id="rId15" imgW="3213100" imgH="3797300" progId="Equation.DSMT4">
                  <p:embed/>
                </p:oleObj>
              </mc:Choice>
              <mc:Fallback>
                <p:oleObj name="Equation" r:id="rId15" imgW="3213100" imgH="3797300" progId="Equation.DSMT4">
                  <p:embed/>
                  <p:pic>
                    <p:nvPicPr>
                      <p:cNvPr id="155667" name="对象 18">
                        <a:extLst>
                          <a:ext uri="{FF2B5EF4-FFF2-40B4-BE49-F238E27FC236}">
                            <a16:creationId xmlns:a16="http://schemas.microsoft.com/office/drawing/2014/main" id="{10D042CE-265E-3E22-BC58-9DABE4FBA28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40363" y="2571750"/>
                        <a:ext cx="28416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6">
            <a:extLst>
              <a:ext uri="{FF2B5EF4-FFF2-40B4-BE49-F238E27FC236}">
                <a16:creationId xmlns:a16="http://schemas.microsoft.com/office/drawing/2014/main" id="{EB170437-CD5F-6370-9F0D-D9E41AAE7E1D}"/>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5669" name="对象 20">
            <a:extLst>
              <a:ext uri="{FF2B5EF4-FFF2-40B4-BE49-F238E27FC236}">
                <a16:creationId xmlns:a16="http://schemas.microsoft.com/office/drawing/2014/main" id="{C2B0E014-A95E-B2DC-548B-89AE868984B3}"/>
              </a:ext>
            </a:extLst>
          </p:cNvPr>
          <p:cNvGraphicFramePr>
            <a:graphicFrameLocks noChangeAspect="1"/>
          </p:cNvGraphicFramePr>
          <p:nvPr/>
        </p:nvGraphicFramePr>
        <p:xfrm>
          <a:off x="2987675" y="2957513"/>
          <a:ext cx="2081213" cy="411162"/>
        </p:xfrm>
        <a:graphic>
          <a:graphicData uri="http://schemas.openxmlformats.org/presentationml/2006/ole">
            <mc:AlternateContent xmlns:mc="http://schemas.openxmlformats.org/markup-compatibility/2006">
              <mc:Choice xmlns:v="urn:schemas-microsoft-com:vml" Requires="v">
                <p:oleObj name="Equation" r:id="rId17" imgW="23990300" imgH="4686300" progId="Equation.DSMT4">
                  <p:embed/>
                </p:oleObj>
              </mc:Choice>
              <mc:Fallback>
                <p:oleObj name="Equation" r:id="rId17" imgW="23990300" imgH="4686300" progId="Equation.DSMT4">
                  <p:embed/>
                  <p:pic>
                    <p:nvPicPr>
                      <p:cNvPr id="155669" name="对象 20">
                        <a:extLst>
                          <a:ext uri="{FF2B5EF4-FFF2-40B4-BE49-F238E27FC236}">
                            <a16:creationId xmlns:a16="http://schemas.microsoft.com/office/drawing/2014/main" id="{C2B0E014-A95E-B2DC-548B-89AE868984B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7675" y="2957513"/>
                        <a:ext cx="208121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21E5D57-A622-9638-3A9F-27B2FF5F8560}"/>
              </a:ext>
            </a:extLst>
          </p:cNvPr>
          <p:cNvSpPr/>
          <p:nvPr/>
        </p:nvSpPr>
        <p:spPr>
          <a:xfrm>
            <a:off x="468313"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EA637DF0-77BF-AE53-BBA0-3E086A7DF153}"/>
              </a:ext>
            </a:extLst>
          </p:cNvPr>
          <p:cNvSpPr/>
          <p:nvPr/>
        </p:nvSpPr>
        <p:spPr>
          <a:xfrm>
            <a:off x="179388" y="1052513"/>
            <a:ext cx="1382712" cy="461962"/>
          </a:xfrm>
          <a:prstGeom prst="rect">
            <a:avLst/>
          </a:prstGeom>
        </p:spPr>
        <p:txBody>
          <a:bodyPr wrap="none">
            <a:spAutoFit/>
          </a:bodyPr>
          <a:lstStyle>
            <a:lvl1pPr indent="2667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6700" algn="just" defTabSz="914400" rtl="0" eaLnBrk="0" fontAlgn="base" latinLnBrk="0" hangingPunct="0">
              <a:lnSpc>
                <a:spcPct val="100000"/>
              </a:lnSpc>
              <a:spcBef>
                <a:spcPts val="600"/>
              </a:spcBef>
              <a:spcAft>
                <a:spcPts val="600"/>
              </a:spcAft>
              <a:buClrTx/>
              <a:buSzTx/>
              <a:buFontTx/>
              <a:buNone/>
              <a:tabLst/>
              <a:defRPr/>
            </a:pPr>
            <a:r>
              <a:rPr kumimoji="0" lang="zh-CN"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轮函数</a:t>
            </a:r>
            <a:endParaRPr kumimoji="0"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矩形 4">
            <a:extLst>
              <a:ext uri="{FF2B5EF4-FFF2-40B4-BE49-F238E27FC236}">
                <a16:creationId xmlns:a16="http://schemas.microsoft.com/office/drawing/2014/main" id="{79FF19BF-2188-CF63-ADD9-AA2D55CB5FED}"/>
              </a:ext>
            </a:extLst>
          </p:cNvPr>
          <p:cNvSpPr/>
          <p:nvPr/>
        </p:nvSpPr>
        <p:spPr>
          <a:xfrm>
            <a:off x="539750" y="1484313"/>
            <a:ext cx="7993063" cy="452437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轮函数由上述基本密码部件构成。设轮函数  的输入为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位字           ，共</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位，轮密钥为一个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   。输出也是一个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位的字，由下式给出：</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根据式（</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3-3</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），有</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记                ，根据式（</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3-1</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）和式（</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），有</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轮函数的结构见图</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6" name="Rectangle 2">
            <a:extLst>
              <a:ext uri="{FF2B5EF4-FFF2-40B4-BE49-F238E27FC236}">
                <a16:creationId xmlns:a16="http://schemas.microsoft.com/office/drawing/2014/main" id="{50CA3F87-DA69-9107-565A-DE06FB9E4B22}"/>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79" name="对象 6">
            <a:extLst>
              <a:ext uri="{FF2B5EF4-FFF2-40B4-BE49-F238E27FC236}">
                <a16:creationId xmlns:a16="http://schemas.microsoft.com/office/drawing/2014/main" id="{1682E7B5-8DA6-A775-DC5D-1DC3497134E0}"/>
              </a:ext>
            </a:extLst>
          </p:cNvPr>
          <p:cNvGraphicFramePr>
            <a:graphicFrameLocks noChangeAspect="1"/>
          </p:cNvGraphicFramePr>
          <p:nvPr/>
        </p:nvGraphicFramePr>
        <p:xfrm>
          <a:off x="7019925" y="1579563"/>
          <a:ext cx="295275" cy="295275"/>
        </p:xfrm>
        <a:graphic>
          <a:graphicData uri="http://schemas.openxmlformats.org/presentationml/2006/ole">
            <mc:AlternateContent xmlns:mc="http://schemas.openxmlformats.org/markup-compatibility/2006">
              <mc:Choice xmlns:v="urn:schemas-microsoft-com:vml" Requires="v">
                <p:oleObj name="Equation" r:id="rId2" imgW="3797300" imgH="3797300" progId="Equation.DSMT4">
                  <p:embed/>
                </p:oleObj>
              </mc:Choice>
              <mc:Fallback>
                <p:oleObj name="Equation" r:id="rId2" imgW="3797300" imgH="3797300" progId="Equation.DSMT4">
                  <p:embed/>
                  <p:pic>
                    <p:nvPicPr>
                      <p:cNvPr id="156679" name="对象 6">
                        <a:extLst>
                          <a:ext uri="{FF2B5EF4-FFF2-40B4-BE49-F238E27FC236}">
                            <a16:creationId xmlns:a16="http://schemas.microsoft.com/office/drawing/2014/main" id="{1682E7B5-8DA6-A775-DC5D-1DC349713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1579563"/>
                        <a:ext cx="2952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a:extLst>
              <a:ext uri="{FF2B5EF4-FFF2-40B4-BE49-F238E27FC236}">
                <a16:creationId xmlns:a16="http://schemas.microsoft.com/office/drawing/2014/main" id="{DF0AFADE-BC91-DAD0-1E63-0AA744478C1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81" name="对象 8">
            <a:extLst>
              <a:ext uri="{FF2B5EF4-FFF2-40B4-BE49-F238E27FC236}">
                <a16:creationId xmlns:a16="http://schemas.microsoft.com/office/drawing/2014/main" id="{20FEEFE2-2F08-E231-0D94-0A6B435A2AA6}"/>
              </a:ext>
            </a:extLst>
          </p:cNvPr>
          <p:cNvGraphicFramePr>
            <a:graphicFrameLocks noChangeAspect="1"/>
          </p:cNvGraphicFramePr>
          <p:nvPr/>
        </p:nvGraphicFramePr>
        <p:xfrm>
          <a:off x="2339975" y="1946275"/>
          <a:ext cx="1617663" cy="346075"/>
        </p:xfrm>
        <a:graphic>
          <a:graphicData uri="http://schemas.openxmlformats.org/presentationml/2006/ole">
            <mc:AlternateContent xmlns:mc="http://schemas.openxmlformats.org/markup-compatibility/2006">
              <mc:Choice xmlns:v="urn:schemas-microsoft-com:vml" Requires="v">
                <p:oleObj name="Equation" r:id="rId4" imgW="24574500" imgH="5270500" progId="Equation.DSMT4">
                  <p:embed/>
                </p:oleObj>
              </mc:Choice>
              <mc:Fallback>
                <p:oleObj name="Equation" r:id="rId4" imgW="24574500" imgH="5270500" progId="Equation.DSMT4">
                  <p:embed/>
                  <p:pic>
                    <p:nvPicPr>
                      <p:cNvPr id="156681" name="对象 8">
                        <a:extLst>
                          <a:ext uri="{FF2B5EF4-FFF2-40B4-BE49-F238E27FC236}">
                            <a16:creationId xmlns:a16="http://schemas.microsoft.com/office/drawing/2014/main" id="{20FEEFE2-2F08-E231-0D94-0A6B435A2A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1946275"/>
                        <a:ext cx="16176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6">
            <a:extLst>
              <a:ext uri="{FF2B5EF4-FFF2-40B4-BE49-F238E27FC236}">
                <a16:creationId xmlns:a16="http://schemas.microsoft.com/office/drawing/2014/main" id="{94095D27-12B5-F260-FC1F-A8FE346EE5A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83" name="对象 10">
            <a:extLst>
              <a:ext uri="{FF2B5EF4-FFF2-40B4-BE49-F238E27FC236}">
                <a16:creationId xmlns:a16="http://schemas.microsoft.com/office/drawing/2014/main" id="{31B92AEA-B532-75DF-BFCB-6F9ED7FFDE77}"/>
              </a:ext>
            </a:extLst>
          </p:cNvPr>
          <p:cNvGraphicFramePr>
            <a:graphicFrameLocks noChangeAspect="1"/>
          </p:cNvGraphicFramePr>
          <p:nvPr/>
        </p:nvGraphicFramePr>
        <p:xfrm>
          <a:off x="920750" y="2243138"/>
          <a:ext cx="431800" cy="396875"/>
        </p:xfrm>
        <a:graphic>
          <a:graphicData uri="http://schemas.openxmlformats.org/presentationml/2006/ole">
            <mc:AlternateContent xmlns:mc="http://schemas.openxmlformats.org/markup-compatibility/2006">
              <mc:Choice xmlns:v="urn:schemas-microsoft-com:vml" Requires="v">
                <p:oleObj name="Equation" r:id="rId6" imgW="4394200" imgH="4102100" progId="Equation.DSMT4">
                  <p:embed/>
                </p:oleObj>
              </mc:Choice>
              <mc:Fallback>
                <p:oleObj name="Equation" r:id="rId6" imgW="4394200" imgH="4102100" progId="Equation.DSMT4">
                  <p:embed/>
                  <p:pic>
                    <p:nvPicPr>
                      <p:cNvPr id="156683" name="对象 10">
                        <a:extLst>
                          <a:ext uri="{FF2B5EF4-FFF2-40B4-BE49-F238E27FC236}">
                            <a16:creationId xmlns:a16="http://schemas.microsoft.com/office/drawing/2014/main" id="{31B92AEA-B532-75DF-BFCB-6F9ED7FFDE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750" y="2243138"/>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8">
            <a:extLst>
              <a:ext uri="{FF2B5EF4-FFF2-40B4-BE49-F238E27FC236}">
                <a16:creationId xmlns:a16="http://schemas.microsoft.com/office/drawing/2014/main" id="{A2F8C1AC-1DD7-3435-F2EB-F6128116A6D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85" name="对象 12">
            <a:extLst>
              <a:ext uri="{FF2B5EF4-FFF2-40B4-BE49-F238E27FC236}">
                <a16:creationId xmlns:a16="http://schemas.microsoft.com/office/drawing/2014/main" id="{E84F85CF-E9BD-0FBC-4225-85CA81D8600C}"/>
              </a:ext>
            </a:extLst>
          </p:cNvPr>
          <p:cNvGraphicFramePr>
            <a:graphicFrameLocks noChangeAspect="1"/>
          </p:cNvGraphicFramePr>
          <p:nvPr/>
        </p:nvGraphicFramePr>
        <p:xfrm>
          <a:off x="1704975" y="2644775"/>
          <a:ext cx="6243638" cy="438150"/>
        </p:xfrm>
        <a:graphic>
          <a:graphicData uri="http://schemas.openxmlformats.org/presentationml/2006/ole">
            <mc:AlternateContent xmlns:mc="http://schemas.openxmlformats.org/markup-compatibility/2006">
              <mc:Choice xmlns:v="urn:schemas-microsoft-com:vml" Requires="v">
                <p:oleObj name="Equation" r:id="rId8" imgW="74904600" imgH="5270500" progId="Equation.DSMT4">
                  <p:embed/>
                </p:oleObj>
              </mc:Choice>
              <mc:Fallback>
                <p:oleObj name="Equation" r:id="rId8" imgW="74904600" imgH="5270500" progId="Equation.DSMT4">
                  <p:embed/>
                  <p:pic>
                    <p:nvPicPr>
                      <p:cNvPr id="156685" name="对象 12">
                        <a:extLst>
                          <a:ext uri="{FF2B5EF4-FFF2-40B4-BE49-F238E27FC236}">
                            <a16:creationId xmlns:a16="http://schemas.microsoft.com/office/drawing/2014/main" id="{E84F85CF-E9BD-0FBC-4225-85CA81D860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4975" y="2644775"/>
                        <a:ext cx="62436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0">
            <a:extLst>
              <a:ext uri="{FF2B5EF4-FFF2-40B4-BE49-F238E27FC236}">
                <a16:creationId xmlns:a16="http://schemas.microsoft.com/office/drawing/2014/main" id="{BABFCFA5-BA6C-0F10-8359-13013CA9E12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87" name="对象 14">
            <a:extLst>
              <a:ext uri="{FF2B5EF4-FFF2-40B4-BE49-F238E27FC236}">
                <a16:creationId xmlns:a16="http://schemas.microsoft.com/office/drawing/2014/main" id="{5991CDDE-7E2A-00AC-7539-08E2E84C1071}"/>
              </a:ext>
            </a:extLst>
          </p:cNvPr>
          <p:cNvGraphicFramePr>
            <a:graphicFrameLocks noChangeAspect="1"/>
          </p:cNvGraphicFramePr>
          <p:nvPr/>
        </p:nvGraphicFramePr>
        <p:xfrm>
          <a:off x="1622425" y="3346450"/>
          <a:ext cx="6924675" cy="461963"/>
        </p:xfrm>
        <a:graphic>
          <a:graphicData uri="http://schemas.openxmlformats.org/presentationml/2006/ole">
            <mc:AlternateContent xmlns:mc="http://schemas.openxmlformats.org/markup-compatibility/2006">
              <mc:Choice xmlns:v="urn:schemas-microsoft-com:vml" Requires="v">
                <p:oleObj name="Equation" r:id="rId10" imgW="78994000" imgH="5270500" progId="Equation.DSMT4">
                  <p:embed/>
                </p:oleObj>
              </mc:Choice>
              <mc:Fallback>
                <p:oleObj name="Equation" r:id="rId10" imgW="78994000" imgH="5270500" progId="Equation.DSMT4">
                  <p:embed/>
                  <p:pic>
                    <p:nvPicPr>
                      <p:cNvPr id="156687" name="对象 14">
                        <a:extLst>
                          <a:ext uri="{FF2B5EF4-FFF2-40B4-BE49-F238E27FC236}">
                            <a16:creationId xmlns:a16="http://schemas.microsoft.com/office/drawing/2014/main" id="{5991CDDE-7E2A-00AC-7539-08E2E84C107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22425" y="3346450"/>
                        <a:ext cx="6924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2">
            <a:extLst>
              <a:ext uri="{FF2B5EF4-FFF2-40B4-BE49-F238E27FC236}">
                <a16:creationId xmlns:a16="http://schemas.microsoft.com/office/drawing/2014/main" id="{329DEBAF-6E0C-9A6B-FEB3-4E3B1BC89BE7}"/>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89" name="对象 16">
            <a:extLst>
              <a:ext uri="{FF2B5EF4-FFF2-40B4-BE49-F238E27FC236}">
                <a16:creationId xmlns:a16="http://schemas.microsoft.com/office/drawing/2014/main" id="{862B99F2-0D86-DC60-A790-13F8F4C021A1}"/>
              </a:ext>
            </a:extLst>
          </p:cNvPr>
          <p:cNvGraphicFramePr>
            <a:graphicFrameLocks noChangeAspect="1"/>
          </p:cNvGraphicFramePr>
          <p:nvPr/>
        </p:nvGraphicFramePr>
        <p:xfrm>
          <a:off x="920750" y="3797300"/>
          <a:ext cx="2395538" cy="350838"/>
        </p:xfrm>
        <a:graphic>
          <a:graphicData uri="http://schemas.openxmlformats.org/presentationml/2006/ole">
            <mc:AlternateContent xmlns:mc="http://schemas.openxmlformats.org/markup-compatibility/2006">
              <mc:Choice xmlns:v="urn:schemas-microsoft-com:vml" Requires="v">
                <p:oleObj name="Equation" r:id="rId12" imgW="35991800" imgH="5270500" progId="Equation.DSMT4">
                  <p:embed/>
                </p:oleObj>
              </mc:Choice>
              <mc:Fallback>
                <p:oleObj name="Equation" r:id="rId12" imgW="35991800" imgH="5270500" progId="Equation.DSMT4">
                  <p:embed/>
                  <p:pic>
                    <p:nvPicPr>
                      <p:cNvPr id="156689" name="对象 16">
                        <a:extLst>
                          <a:ext uri="{FF2B5EF4-FFF2-40B4-BE49-F238E27FC236}">
                            <a16:creationId xmlns:a16="http://schemas.microsoft.com/office/drawing/2014/main" id="{862B99F2-0D86-DC60-A790-13F8F4C021A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0750" y="3797300"/>
                        <a:ext cx="239553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4">
            <a:extLst>
              <a:ext uri="{FF2B5EF4-FFF2-40B4-BE49-F238E27FC236}">
                <a16:creationId xmlns:a16="http://schemas.microsoft.com/office/drawing/2014/main" id="{2168DFC9-C161-B029-8F8C-8768EC68ADE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6691" name="对象 18">
            <a:extLst>
              <a:ext uri="{FF2B5EF4-FFF2-40B4-BE49-F238E27FC236}">
                <a16:creationId xmlns:a16="http://schemas.microsoft.com/office/drawing/2014/main" id="{E26B86D7-5A64-FCB6-4A53-0629516C5484}"/>
              </a:ext>
            </a:extLst>
          </p:cNvPr>
          <p:cNvGraphicFramePr>
            <a:graphicFrameLocks/>
          </p:cNvGraphicFramePr>
          <p:nvPr/>
        </p:nvGraphicFramePr>
        <p:xfrm>
          <a:off x="568325" y="4224338"/>
          <a:ext cx="8223250" cy="1003300"/>
        </p:xfrm>
        <a:graphic>
          <a:graphicData uri="http://schemas.openxmlformats.org/presentationml/2006/ole">
            <mc:AlternateContent xmlns:mc="http://schemas.openxmlformats.org/markup-compatibility/2006">
              <mc:Choice xmlns:v="urn:schemas-microsoft-com:vml" Requires="v">
                <p:oleObj name="Equation" r:id="rId14" imgW="113512600" imgH="11112500" progId="Equation.DSMT4">
                  <p:embed/>
                </p:oleObj>
              </mc:Choice>
              <mc:Fallback>
                <p:oleObj name="Equation" r:id="rId14" imgW="113512600" imgH="11112500" progId="Equation.DSMT4">
                  <p:embed/>
                  <p:pic>
                    <p:nvPicPr>
                      <p:cNvPr id="156691" name="对象 18">
                        <a:extLst>
                          <a:ext uri="{FF2B5EF4-FFF2-40B4-BE49-F238E27FC236}">
                            <a16:creationId xmlns:a16="http://schemas.microsoft.com/office/drawing/2014/main" id="{E26B86D7-5A64-FCB6-4A53-0629516C5484}"/>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8325" y="4224338"/>
                        <a:ext cx="822325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28BB858-F395-0670-A4D0-AE87501F1682}"/>
              </a:ext>
            </a:extLst>
          </p:cNvPr>
          <p:cNvSpPr/>
          <p:nvPr/>
        </p:nvSpPr>
        <p:spPr>
          <a:xfrm>
            <a:off x="395288" y="568325"/>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Rectangle 2">
            <a:extLst>
              <a:ext uri="{FF2B5EF4-FFF2-40B4-BE49-F238E27FC236}">
                <a16:creationId xmlns:a16="http://schemas.microsoft.com/office/drawing/2014/main" id="{3B5C3153-8ACD-AA44-2FEF-D89168DE6E42}"/>
              </a:ext>
            </a:extLst>
          </p:cNvPr>
          <p:cNvSpPr>
            <a:spLocks noChangeArrowheads="1"/>
          </p:cNvSpPr>
          <p:nvPr/>
        </p:nvSpPr>
        <p:spPr bwMode="auto">
          <a:xfrm>
            <a:off x="614363" y="1144588"/>
            <a:ext cx="11877675" cy="444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7701" name="对象 4">
            <a:extLst>
              <a:ext uri="{FF2B5EF4-FFF2-40B4-BE49-F238E27FC236}">
                <a16:creationId xmlns:a16="http://schemas.microsoft.com/office/drawing/2014/main" id="{3ECC583A-324C-C57A-BC2E-C354A18C32AC}"/>
              </a:ext>
            </a:extLst>
          </p:cNvPr>
          <p:cNvGraphicFramePr>
            <a:graphicFrameLocks/>
          </p:cNvGraphicFramePr>
          <p:nvPr/>
        </p:nvGraphicFramePr>
        <p:xfrm>
          <a:off x="684213" y="1052513"/>
          <a:ext cx="7791450" cy="5165725"/>
        </p:xfrm>
        <a:graphic>
          <a:graphicData uri="http://schemas.openxmlformats.org/presentationml/2006/ole">
            <mc:AlternateContent xmlns:mc="http://schemas.openxmlformats.org/markup-compatibility/2006">
              <mc:Choice xmlns:v="urn:schemas-microsoft-com:vml" Requires="v">
                <p:oleObj name="Visio" r:id="rId2" imgW="6299200" imgH="4978400" progId="Visio.Drawing.15">
                  <p:embed/>
                </p:oleObj>
              </mc:Choice>
              <mc:Fallback>
                <p:oleObj name="Visio" r:id="rId2" imgW="6299200" imgH="4978400" progId="Visio.Drawing.15">
                  <p:embed/>
                  <p:pic>
                    <p:nvPicPr>
                      <p:cNvPr id="157701" name="对象 4">
                        <a:extLst>
                          <a:ext uri="{FF2B5EF4-FFF2-40B4-BE49-F238E27FC236}">
                            <a16:creationId xmlns:a16="http://schemas.microsoft.com/office/drawing/2014/main" id="{3ECC583A-324C-C57A-BC2E-C354A18C32A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052513"/>
                        <a:ext cx="7791450" cy="516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a:extLst>
              <a:ext uri="{FF2B5EF4-FFF2-40B4-BE49-F238E27FC236}">
                <a16:creationId xmlns:a16="http://schemas.microsoft.com/office/drawing/2014/main" id="{0F8F73A3-E846-6B47-6974-7317C32882EC}"/>
              </a:ext>
            </a:extLst>
          </p:cNvPr>
          <p:cNvSpPr/>
          <p:nvPr/>
        </p:nvSpPr>
        <p:spPr>
          <a:xfrm>
            <a:off x="2051050" y="6124575"/>
            <a:ext cx="4578350" cy="369888"/>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3-24 SM4</a:t>
            </a:r>
            <a:r>
              <a:rPr kumimoji="0" lang="zh-CN"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算法的加密算法和轮函数结构图</a:t>
            </a:r>
          </a:p>
        </p:txBody>
      </p:sp>
    </p:spTree>
  </p:cSld>
  <p:clrMapOvr>
    <a:masterClrMapping/>
  </p:clrMapOvr>
  <p:transition spd="slow" advClick="0" advTm="5000">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4D915C3-03B6-E12F-B57F-4AC1DB4224CF}"/>
              </a:ext>
            </a:extLst>
          </p:cNvPr>
          <p:cNvSpPr/>
          <p:nvPr/>
        </p:nvSpPr>
        <p:spPr>
          <a:xfrm>
            <a:off x="323850"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EA421D26-2C68-EF80-597D-933D4B84EE93}"/>
              </a:ext>
            </a:extLst>
          </p:cNvPr>
          <p:cNvSpPr/>
          <p:nvPr/>
        </p:nvSpPr>
        <p:spPr>
          <a:xfrm>
            <a:off x="323850" y="1144588"/>
            <a:ext cx="1422400" cy="4603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400" b="1" i="0" u="none" strike="noStrike" kern="1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Times New Roman" panose="02020603050405020304" pitchFamily="18" charset="0"/>
              </a:rPr>
              <a:t>加密算法</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矩形 4">
            <a:extLst>
              <a:ext uri="{FF2B5EF4-FFF2-40B4-BE49-F238E27FC236}">
                <a16:creationId xmlns:a16="http://schemas.microsoft.com/office/drawing/2014/main" id="{3DD8AD55-F5FA-E40D-F29A-09011EE039FB}"/>
              </a:ext>
            </a:extLst>
          </p:cNvPr>
          <p:cNvSpPr/>
          <p:nvPr/>
        </p:nvSpPr>
        <p:spPr>
          <a:xfrm>
            <a:off x="611188" y="1604963"/>
            <a:ext cx="8208962" cy="415607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加密算法采用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轮迭代结构，每轮使用一个轮密钥。</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设输入的明文为四个字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比特长），输入的轮密钥为              ，共</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个字。输出的密文为四个字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比特长）。加密算法可描述如下：</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为了与解密算法需要的顺序一致，同时也与人们的习惯顺序一致，在加密算法之后还需要一个反序处理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3-4</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p:txBody>
      </p:sp>
      <p:sp>
        <p:nvSpPr>
          <p:cNvPr id="6" name="Rectangle 2">
            <a:extLst>
              <a:ext uri="{FF2B5EF4-FFF2-40B4-BE49-F238E27FC236}">
                <a16:creationId xmlns:a16="http://schemas.microsoft.com/office/drawing/2014/main" id="{A19C27F6-4534-7625-4D64-53C3FA0E8F9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27" name="对象 6">
            <a:extLst>
              <a:ext uri="{FF2B5EF4-FFF2-40B4-BE49-F238E27FC236}">
                <a16:creationId xmlns:a16="http://schemas.microsoft.com/office/drawing/2014/main" id="{B3DFE91B-67B0-8D32-3E69-7E0343EC79E9}"/>
              </a:ext>
            </a:extLst>
          </p:cNvPr>
          <p:cNvGraphicFramePr>
            <a:graphicFrameLocks noChangeAspect="1"/>
          </p:cNvGraphicFramePr>
          <p:nvPr/>
        </p:nvGraphicFramePr>
        <p:xfrm>
          <a:off x="4284663" y="2060575"/>
          <a:ext cx="1727200" cy="369888"/>
        </p:xfrm>
        <a:graphic>
          <a:graphicData uri="http://schemas.openxmlformats.org/presentationml/2006/ole">
            <mc:AlternateContent xmlns:mc="http://schemas.openxmlformats.org/markup-compatibility/2006">
              <mc:Choice xmlns:v="urn:schemas-microsoft-com:vml" Requires="v">
                <p:oleObj name="Equation" r:id="rId2" imgW="24574500" imgH="5270500" progId="Equation.DSMT4">
                  <p:embed/>
                </p:oleObj>
              </mc:Choice>
              <mc:Fallback>
                <p:oleObj name="Equation" r:id="rId2" imgW="24574500" imgH="5270500" progId="Equation.DSMT4">
                  <p:embed/>
                  <p:pic>
                    <p:nvPicPr>
                      <p:cNvPr id="158727" name="对象 6">
                        <a:extLst>
                          <a:ext uri="{FF2B5EF4-FFF2-40B4-BE49-F238E27FC236}">
                            <a16:creationId xmlns:a16="http://schemas.microsoft.com/office/drawing/2014/main" id="{B3DFE91B-67B0-8D32-3E69-7E0343EC7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060575"/>
                        <a:ext cx="172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a:extLst>
              <a:ext uri="{FF2B5EF4-FFF2-40B4-BE49-F238E27FC236}">
                <a16:creationId xmlns:a16="http://schemas.microsoft.com/office/drawing/2014/main" id="{20FA4DC8-BA0C-0263-4234-B5E40006F0A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29" name="对象 8">
            <a:extLst>
              <a:ext uri="{FF2B5EF4-FFF2-40B4-BE49-F238E27FC236}">
                <a16:creationId xmlns:a16="http://schemas.microsoft.com/office/drawing/2014/main" id="{378C5688-12CB-3342-7A39-F8CBC0F166E5}"/>
              </a:ext>
            </a:extLst>
          </p:cNvPr>
          <p:cNvGraphicFramePr>
            <a:graphicFrameLocks noChangeAspect="1"/>
          </p:cNvGraphicFramePr>
          <p:nvPr/>
        </p:nvGraphicFramePr>
        <p:xfrm>
          <a:off x="2519363" y="2381250"/>
          <a:ext cx="2124075" cy="476250"/>
        </p:xfrm>
        <a:graphic>
          <a:graphicData uri="http://schemas.openxmlformats.org/presentationml/2006/ole">
            <mc:AlternateContent xmlns:mc="http://schemas.openxmlformats.org/markup-compatibility/2006">
              <mc:Choice xmlns:v="urn:schemas-microsoft-com:vml" Requires="v">
                <p:oleObj name="Equation" r:id="rId4" imgW="25742900" imgH="5854700" progId="Equation.DSMT4">
                  <p:embed/>
                </p:oleObj>
              </mc:Choice>
              <mc:Fallback>
                <p:oleObj name="Equation" r:id="rId4" imgW="25742900" imgH="5854700" progId="Equation.DSMT4">
                  <p:embed/>
                  <p:pic>
                    <p:nvPicPr>
                      <p:cNvPr id="158729" name="对象 8">
                        <a:extLst>
                          <a:ext uri="{FF2B5EF4-FFF2-40B4-BE49-F238E27FC236}">
                            <a16:creationId xmlns:a16="http://schemas.microsoft.com/office/drawing/2014/main" id="{378C5688-12CB-3342-7A39-F8CBC0F166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363" y="2381250"/>
                        <a:ext cx="2124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6">
            <a:extLst>
              <a:ext uri="{FF2B5EF4-FFF2-40B4-BE49-F238E27FC236}">
                <a16:creationId xmlns:a16="http://schemas.microsoft.com/office/drawing/2014/main" id="{4A6C0DD9-E392-E839-7A75-134B032ED98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31" name="对象 10">
            <a:extLst>
              <a:ext uri="{FF2B5EF4-FFF2-40B4-BE49-F238E27FC236}">
                <a16:creationId xmlns:a16="http://schemas.microsoft.com/office/drawing/2014/main" id="{83D34857-F5C4-4375-DC7D-40E2FC1E8955}"/>
              </a:ext>
            </a:extLst>
          </p:cNvPr>
          <p:cNvGraphicFramePr>
            <a:graphicFrameLocks/>
          </p:cNvGraphicFramePr>
          <p:nvPr/>
        </p:nvGraphicFramePr>
        <p:xfrm>
          <a:off x="1331913" y="2749550"/>
          <a:ext cx="1511300" cy="392113"/>
        </p:xfrm>
        <a:graphic>
          <a:graphicData uri="http://schemas.openxmlformats.org/presentationml/2006/ole">
            <mc:AlternateContent xmlns:mc="http://schemas.openxmlformats.org/markup-compatibility/2006">
              <mc:Choice xmlns:v="urn:schemas-microsoft-com:vml" Requires="v">
                <p:oleObj name="Equation" r:id="rId6" imgW="21069300" imgH="5270500" progId="Equation.DSMT4">
                  <p:embed/>
                </p:oleObj>
              </mc:Choice>
              <mc:Fallback>
                <p:oleObj name="Equation" r:id="rId6" imgW="21069300" imgH="5270500" progId="Equation.DSMT4">
                  <p:embed/>
                  <p:pic>
                    <p:nvPicPr>
                      <p:cNvPr id="158731" name="对象 10">
                        <a:extLst>
                          <a:ext uri="{FF2B5EF4-FFF2-40B4-BE49-F238E27FC236}">
                            <a16:creationId xmlns:a16="http://schemas.microsoft.com/office/drawing/2014/main" id="{83D34857-F5C4-4375-DC7D-40E2FC1E8955}"/>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2749550"/>
                        <a:ext cx="15113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8">
            <a:extLst>
              <a:ext uri="{FF2B5EF4-FFF2-40B4-BE49-F238E27FC236}">
                <a16:creationId xmlns:a16="http://schemas.microsoft.com/office/drawing/2014/main" id="{8BDFD3A3-0E8B-451C-FECA-907F5928279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33" name="对象 12">
            <a:extLst>
              <a:ext uri="{FF2B5EF4-FFF2-40B4-BE49-F238E27FC236}">
                <a16:creationId xmlns:a16="http://schemas.microsoft.com/office/drawing/2014/main" id="{1E6C9333-A085-2915-CD60-956D9E636863}"/>
              </a:ext>
            </a:extLst>
          </p:cNvPr>
          <p:cNvGraphicFramePr>
            <a:graphicFrameLocks noChangeAspect="1"/>
          </p:cNvGraphicFramePr>
          <p:nvPr/>
        </p:nvGraphicFramePr>
        <p:xfrm>
          <a:off x="755650" y="3178175"/>
          <a:ext cx="3725863" cy="420688"/>
        </p:xfrm>
        <a:graphic>
          <a:graphicData uri="http://schemas.openxmlformats.org/presentationml/2006/ole">
            <mc:AlternateContent xmlns:mc="http://schemas.openxmlformats.org/markup-compatibility/2006">
              <mc:Choice xmlns:v="urn:schemas-microsoft-com:vml" Requires="v">
                <p:oleObj name="Equation" r:id="rId8" imgW="46520100" imgH="5270500" progId="Equation.DSMT4">
                  <p:embed/>
                </p:oleObj>
              </mc:Choice>
              <mc:Fallback>
                <p:oleObj name="Equation" r:id="rId8" imgW="46520100" imgH="5270500" progId="Equation.DSMT4">
                  <p:embed/>
                  <p:pic>
                    <p:nvPicPr>
                      <p:cNvPr id="158733" name="对象 12">
                        <a:extLst>
                          <a:ext uri="{FF2B5EF4-FFF2-40B4-BE49-F238E27FC236}">
                            <a16:creationId xmlns:a16="http://schemas.microsoft.com/office/drawing/2014/main" id="{1E6C9333-A085-2915-CD60-956D9E6368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3178175"/>
                        <a:ext cx="372586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0">
            <a:extLst>
              <a:ext uri="{FF2B5EF4-FFF2-40B4-BE49-F238E27FC236}">
                <a16:creationId xmlns:a16="http://schemas.microsoft.com/office/drawing/2014/main" id="{16615982-8CBD-F5EA-FD1F-97AB90639EED}"/>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35" name="对象 14">
            <a:extLst>
              <a:ext uri="{FF2B5EF4-FFF2-40B4-BE49-F238E27FC236}">
                <a16:creationId xmlns:a16="http://schemas.microsoft.com/office/drawing/2014/main" id="{27E1A4CC-FE38-82C5-DC44-B8E0E49A9CA3}"/>
              </a:ext>
            </a:extLst>
          </p:cNvPr>
          <p:cNvGraphicFramePr>
            <a:graphicFrameLocks noChangeAspect="1"/>
          </p:cNvGraphicFramePr>
          <p:nvPr/>
        </p:nvGraphicFramePr>
        <p:xfrm>
          <a:off x="2339975" y="3633788"/>
          <a:ext cx="5540375" cy="460375"/>
        </p:xfrm>
        <a:graphic>
          <a:graphicData uri="http://schemas.openxmlformats.org/presentationml/2006/ole">
            <mc:AlternateContent xmlns:mc="http://schemas.openxmlformats.org/markup-compatibility/2006">
              <mc:Choice xmlns:v="urn:schemas-microsoft-com:vml" Requires="v">
                <p:oleObj name="Equation" r:id="rId10" imgW="69342000" imgH="5854700" progId="Equation.DSMT4">
                  <p:embed/>
                </p:oleObj>
              </mc:Choice>
              <mc:Fallback>
                <p:oleObj name="Equation" r:id="rId10" imgW="69342000" imgH="5854700" progId="Equation.DSMT4">
                  <p:embed/>
                  <p:pic>
                    <p:nvPicPr>
                      <p:cNvPr id="158735" name="对象 14">
                        <a:extLst>
                          <a:ext uri="{FF2B5EF4-FFF2-40B4-BE49-F238E27FC236}">
                            <a16:creationId xmlns:a16="http://schemas.microsoft.com/office/drawing/2014/main" id="{27E1A4CC-FE38-82C5-DC44-B8E0E49A9C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9975" y="3633788"/>
                        <a:ext cx="5540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1">
            <a:extLst>
              <a:ext uri="{FF2B5EF4-FFF2-40B4-BE49-F238E27FC236}">
                <a16:creationId xmlns:a16="http://schemas.microsoft.com/office/drawing/2014/main" id="{157234BC-9F9D-7A42-9C07-409E8ECF7FEB}"/>
              </a:ext>
            </a:extLst>
          </p:cNvPr>
          <p:cNvSpPr>
            <a:spLocks noChangeArrowheads="1"/>
          </p:cNvSpPr>
          <p:nvPr/>
        </p:nvSpPr>
        <p:spPr bwMode="auto">
          <a:xfrm>
            <a:off x="0" y="250825"/>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Rectangle 13">
            <a:extLst>
              <a:ext uri="{FF2B5EF4-FFF2-40B4-BE49-F238E27FC236}">
                <a16:creationId xmlns:a16="http://schemas.microsoft.com/office/drawing/2014/main" id="{5D83960F-3508-14C3-B4B7-E497F7944AE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38" name="对象 17">
            <a:extLst>
              <a:ext uri="{FF2B5EF4-FFF2-40B4-BE49-F238E27FC236}">
                <a16:creationId xmlns:a16="http://schemas.microsoft.com/office/drawing/2014/main" id="{35B84C84-6FE3-21FB-B29F-6D5F46C2658B}"/>
              </a:ext>
            </a:extLst>
          </p:cNvPr>
          <p:cNvGraphicFramePr>
            <a:graphicFrameLocks noChangeAspect="1"/>
          </p:cNvGraphicFramePr>
          <p:nvPr/>
        </p:nvGraphicFramePr>
        <p:xfrm>
          <a:off x="7164388" y="4630738"/>
          <a:ext cx="287337" cy="317500"/>
        </p:xfrm>
        <a:graphic>
          <a:graphicData uri="http://schemas.openxmlformats.org/presentationml/2006/ole">
            <mc:AlternateContent xmlns:mc="http://schemas.openxmlformats.org/markup-compatibility/2006">
              <mc:Choice xmlns:v="urn:schemas-microsoft-com:vml" Requires="v">
                <p:oleObj name="Equation" r:id="rId12" imgW="3505200" imgH="3797300" progId="Equation.DSMT4">
                  <p:embed/>
                </p:oleObj>
              </mc:Choice>
              <mc:Fallback>
                <p:oleObj name="Equation" r:id="rId12" imgW="3505200" imgH="3797300" progId="Equation.DSMT4">
                  <p:embed/>
                  <p:pic>
                    <p:nvPicPr>
                      <p:cNvPr id="158738" name="对象 17">
                        <a:extLst>
                          <a:ext uri="{FF2B5EF4-FFF2-40B4-BE49-F238E27FC236}">
                            <a16:creationId xmlns:a16="http://schemas.microsoft.com/office/drawing/2014/main" id="{35B84C84-6FE3-21FB-B29F-6D5F46C2658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64388" y="4630738"/>
                        <a:ext cx="2873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5">
            <a:extLst>
              <a:ext uri="{FF2B5EF4-FFF2-40B4-BE49-F238E27FC236}">
                <a16:creationId xmlns:a16="http://schemas.microsoft.com/office/drawing/2014/main" id="{5EAEDF41-85CF-2A78-54B1-DB45BC88822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8740" name="对象 19">
            <a:extLst>
              <a:ext uri="{FF2B5EF4-FFF2-40B4-BE49-F238E27FC236}">
                <a16:creationId xmlns:a16="http://schemas.microsoft.com/office/drawing/2014/main" id="{83E17ED6-EB65-6624-008B-00D995258967}"/>
              </a:ext>
            </a:extLst>
          </p:cNvPr>
          <p:cNvGraphicFramePr>
            <a:graphicFrameLocks noChangeAspect="1"/>
          </p:cNvGraphicFramePr>
          <p:nvPr/>
        </p:nvGraphicFramePr>
        <p:xfrm>
          <a:off x="941388" y="5351463"/>
          <a:ext cx="7405687" cy="466725"/>
        </p:xfrm>
        <a:graphic>
          <a:graphicData uri="http://schemas.openxmlformats.org/presentationml/2006/ole">
            <mc:AlternateContent xmlns:mc="http://schemas.openxmlformats.org/markup-compatibility/2006">
              <mc:Choice xmlns:v="urn:schemas-microsoft-com:vml" Requires="v">
                <p:oleObj name="Equation" r:id="rId14" imgW="83680300" imgH="5270500" progId="Equation.DSMT4">
                  <p:embed/>
                </p:oleObj>
              </mc:Choice>
              <mc:Fallback>
                <p:oleObj name="Equation" r:id="rId14" imgW="83680300" imgH="5270500" progId="Equation.DSMT4">
                  <p:embed/>
                  <p:pic>
                    <p:nvPicPr>
                      <p:cNvPr id="158740" name="对象 19">
                        <a:extLst>
                          <a:ext uri="{FF2B5EF4-FFF2-40B4-BE49-F238E27FC236}">
                            <a16:creationId xmlns:a16="http://schemas.microsoft.com/office/drawing/2014/main" id="{83E17ED6-EB65-6624-008B-00D99525896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1388" y="5351463"/>
                        <a:ext cx="74056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F7EE3A6-8472-62A2-A9A5-FC87A803E49C}"/>
              </a:ext>
            </a:extLst>
          </p:cNvPr>
          <p:cNvSpPr/>
          <p:nvPr/>
        </p:nvSpPr>
        <p:spPr>
          <a:xfrm>
            <a:off x="323850"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3566B2CD-12C4-79F3-0B59-DF3B31D3945E}"/>
              </a:ext>
            </a:extLst>
          </p:cNvPr>
          <p:cNvSpPr/>
          <p:nvPr/>
        </p:nvSpPr>
        <p:spPr>
          <a:xfrm>
            <a:off x="34925" y="1144588"/>
            <a:ext cx="1692275" cy="460375"/>
          </a:xfrm>
          <a:prstGeom prst="rect">
            <a:avLst/>
          </a:prstGeom>
        </p:spPr>
        <p:txBody>
          <a:bodyPr wrap="none">
            <a:spAutoFit/>
          </a:bodyPr>
          <a:lstStyle/>
          <a:p>
            <a:pPr marL="0" marR="0" lvl="0" indent="266700" algn="just" defTabSz="914400" rtl="0" eaLnBrk="0" fontAlgn="base" latinLnBrk="0" hangingPunct="0">
              <a:lnSpc>
                <a:spcPct val="100000"/>
              </a:lnSpc>
              <a:spcBef>
                <a:spcPts val="600"/>
              </a:spcBef>
              <a:spcAft>
                <a:spcPts val="600"/>
              </a:spcAft>
              <a:buClrTx/>
              <a:buSzTx/>
              <a:buFontTx/>
              <a:buNone/>
              <a:tabLst/>
              <a:defRPr/>
            </a:pPr>
            <a:r>
              <a:rPr kumimoji="0" lang="zh-CN" altLang="zh-CN" sz="24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解密算法</a:t>
            </a:r>
            <a:endPar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矩形 4">
            <a:extLst>
              <a:ext uri="{FF2B5EF4-FFF2-40B4-BE49-F238E27FC236}">
                <a16:creationId xmlns:a16="http://schemas.microsoft.com/office/drawing/2014/main" id="{4411C695-873A-3422-206E-599BC959DCE6}"/>
              </a:ext>
            </a:extLst>
          </p:cNvPr>
          <p:cNvSpPr/>
          <p:nvPr/>
        </p:nvSpPr>
        <p:spPr>
          <a:xfrm>
            <a:off x="619125" y="1604963"/>
            <a:ext cx="7704138" cy="230822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解密算法与加密算法相同，只是轮密钥的使用顺序相反，解密轮密钥是加密轮密钥的逆序。</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算法的输入为密文         和轮密钥           ，输出为明文           。根据式                。为了便于与加密算法对照，解密算法中仍然用  表示密文。于是可得到如下的解密算法。</a:t>
            </a:r>
          </a:p>
        </p:txBody>
      </p:sp>
      <p:sp>
        <p:nvSpPr>
          <p:cNvPr id="6" name="Rectangle 2">
            <a:extLst>
              <a:ext uri="{FF2B5EF4-FFF2-40B4-BE49-F238E27FC236}">
                <a16:creationId xmlns:a16="http://schemas.microsoft.com/office/drawing/2014/main" id="{C9EABF51-FB7F-878D-FD96-08E6BB4B44E4}"/>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51" name="对象 6">
            <a:extLst>
              <a:ext uri="{FF2B5EF4-FFF2-40B4-BE49-F238E27FC236}">
                <a16:creationId xmlns:a16="http://schemas.microsoft.com/office/drawing/2014/main" id="{C7F21C9E-0046-D854-9799-686776A9325B}"/>
              </a:ext>
            </a:extLst>
          </p:cNvPr>
          <p:cNvGraphicFramePr>
            <a:graphicFrameLocks noChangeAspect="1"/>
          </p:cNvGraphicFramePr>
          <p:nvPr/>
        </p:nvGraphicFramePr>
        <p:xfrm>
          <a:off x="3851275" y="2397125"/>
          <a:ext cx="1225550" cy="341313"/>
        </p:xfrm>
        <a:graphic>
          <a:graphicData uri="http://schemas.openxmlformats.org/presentationml/2006/ole">
            <mc:AlternateContent xmlns:mc="http://schemas.openxmlformats.org/markup-compatibility/2006">
              <mc:Choice xmlns:v="urn:schemas-microsoft-com:vml" Requires="v">
                <p:oleObj name="Equation" r:id="rId2" imgW="20777200" imgH="5854700" progId="Equation.DSMT4">
                  <p:embed/>
                </p:oleObj>
              </mc:Choice>
              <mc:Fallback>
                <p:oleObj name="Equation" r:id="rId2" imgW="20777200" imgH="5854700" progId="Equation.DSMT4">
                  <p:embed/>
                  <p:pic>
                    <p:nvPicPr>
                      <p:cNvPr id="159751" name="对象 6">
                        <a:extLst>
                          <a:ext uri="{FF2B5EF4-FFF2-40B4-BE49-F238E27FC236}">
                            <a16:creationId xmlns:a16="http://schemas.microsoft.com/office/drawing/2014/main" id="{C7F21C9E-0046-D854-9799-686776A93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2397125"/>
                        <a:ext cx="12255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a:extLst>
              <a:ext uri="{FF2B5EF4-FFF2-40B4-BE49-F238E27FC236}">
                <a16:creationId xmlns:a16="http://schemas.microsoft.com/office/drawing/2014/main" id="{BCE34FF9-3CDB-8A50-4CD4-9ED6CEAF6BB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53" name="对象 8">
            <a:extLst>
              <a:ext uri="{FF2B5EF4-FFF2-40B4-BE49-F238E27FC236}">
                <a16:creationId xmlns:a16="http://schemas.microsoft.com/office/drawing/2014/main" id="{92366D2D-8E29-4AB4-9FE8-4C7D01CB013E}"/>
              </a:ext>
            </a:extLst>
          </p:cNvPr>
          <p:cNvGraphicFramePr>
            <a:graphicFrameLocks noChangeAspect="1"/>
          </p:cNvGraphicFramePr>
          <p:nvPr/>
        </p:nvGraphicFramePr>
        <p:xfrm>
          <a:off x="6362700" y="2397125"/>
          <a:ext cx="1795463" cy="341313"/>
        </p:xfrm>
        <a:graphic>
          <a:graphicData uri="http://schemas.openxmlformats.org/presentationml/2006/ole">
            <mc:AlternateContent xmlns:mc="http://schemas.openxmlformats.org/markup-compatibility/2006">
              <mc:Choice xmlns:v="urn:schemas-microsoft-com:vml" Requires="v">
                <p:oleObj name="Equation" r:id="rId4" imgW="30429200" imgH="5854700" progId="Equation.DSMT4">
                  <p:embed/>
                </p:oleObj>
              </mc:Choice>
              <mc:Fallback>
                <p:oleObj name="Equation" r:id="rId4" imgW="30429200" imgH="5854700" progId="Equation.DSMT4">
                  <p:embed/>
                  <p:pic>
                    <p:nvPicPr>
                      <p:cNvPr id="159753" name="对象 8">
                        <a:extLst>
                          <a:ext uri="{FF2B5EF4-FFF2-40B4-BE49-F238E27FC236}">
                            <a16:creationId xmlns:a16="http://schemas.microsoft.com/office/drawing/2014/main" id="{92366D2D-8E29-4AB4-9FE8-4C7D01CB01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2700" y="2397125"/>
                        <a:ext cx="17954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8">
            <a:extLst>
              <a:ext uri="{FF2B5EF4-FFF2-40B4-BE49-F238E27FC236}">
                <a16:creationId xmlns:a16="http://schemas.microsoft.com/office/drawing/2014/main" id="{DD243FBC-EAC8-DE18-F8C5-42910CE20FF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55" name="对象 10">
            <a:extLst>
              <a:ext uri="{FF2B5EF4-FFF2-40B4-BE49-F238E27FC236}">
                <a16:creationId xmlns:a16="http://schemas.microsoft.com/office/drawing/2014/main" id="{260AF43A-A7F6-3A48-0C0E-AD56604F82E9}"/>
              </a:ext>
            </a:extLst>
          </p:cNvPr>
          <p:cNvGraphicFramePr>
            <a:graphicFrameLocks noChangeAspect="1"/>
          </p:cNvGraphicFramePr>
          <p:nvPr/>
        </p:nvGraphicFramePr>
        <p:xfrm>
          <a:off x="2555875" y="2781300"/>
          <a:ext cx="1655763" cy="360363"/>
        </p:xfrm>
        <a:graphic>
          <a:graphicData uri="http://schemas.openxmlformats.org/presentationml/2006/ole">
            <mc:AlternateContent xmlns:mc="http://schemas.openxmlformats.org/markup-compatibility/2006">
              <mc:Choice xmlns:v="urn:schemas-microsoft-com:vml" Requires="v">
                <p:oleObj name="Equation" r:id="rId6" imgW="24282400" imgH="5270500" progId="Equation.DSMT4">
                  <p:embed/>
                </p:oleObj>
              </mc:Choice>
              <mc:Fallback>
                <p:oleObj name="Equation" r:id="rId6" imgW="24282400" imgH="5270500" progId="Equation.DSMT4">
                  <p:embed/>
                  <p:pic>
                    <p:nvPicPr>
                      <p:cNvPr id="159755" name="对象 10">
                        <a:extLst>
                          <a:ext uri="{FF2B5EF4-FFF2-40B4-BE49-F238E27FC236}">
                            <a16:creationId xmlns:a16="http://schemas.microsoft.com/office/drawing/2014/main" id="{260AF43A-A7F6-3A48-0C0E-AD56604F82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2781300"/>
                        <a:ext cx="16557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0">
            <a:extLst>
              <a:ext uri="{FF2B5EF4-FFF2-40B4-BE49-F238E27FC236}">
                <a16:creationId xmlns:a16="http://schemas.microsoft.com/office/drawing/2014/main" id="{6BAFCB2A-53A7-C921-9430-0605C886A0E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57" name="对象 12">
            <a:extLst>
              <a:ext uri="{FF2B5EF4-FFF2-40B4-BE49-F238E27FC236}">
                <a16:creationId xmlns:a16="http://schemas.microsoft.com/office/drawing/2014/main" id="{966753E3-FF8F-7D38-56A9-B4A0E8C62920}"/>
              </a:ext>
            </a:extLst>
          </p:cNvPr>
          <p:cNvGraphicFramePr>
            <a:graphicFrameLocks noChangeAspect="1"/>
          </p:cNvGraphicFramePr>
          <p:nvPr/>
        </p:nvGraphicFramePr>
        <p:xfrm>
          <a:off x="5435600" y="2767013"/>
          <a:ext cx="3024188" cy="404812"/>
        </p:xfrm>
        <a:graphic>
          <a:graphicData uri="http://schemas.openxmlformats.org/presentationml/2006/ole">
            <mc:AlternateContent xmlns:mc="http://schemas.openxmlformats.org/markup-compatibility/2006">
              <mc:Choice xmlns:v="urn:schemas-microsoft-com:vml" Requires="v">
                <p:oleObj name="Equation" r:id="rId8" imgW="52082700" imgH="5854700" progId="Equation.DSMT4">
                  <p:embed/>
                </p:oleObj>
              </mc:Choice>
              <mc:Fallback>
                <p:oleObj name="Equation" r:id="rId8" imgW="52082700" imgH="5854700" progId="Equation.DSMT4">
                  <p:embed/>
                  <p:pic>
                    <p:nvPicPr>
                      <p:cNvPr id="159757" name="对象 12">
                        <a:extLst>
                          <a:ext uri="{FF2B5EF4-FFF2-40B4-BE49-F238E27FC236}">
                            <a16:creationId xmlns:a16="http://schemas.microsoft.com/office/drawing/2014/main" id="{966753E3-FF8F-7D38-56A9-B4A0E8C6292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35600" y="2767013"/>
                        <a:ext cx="302418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2">
            <a:extLst>
              <a:ext uri="{FF2B5EF4-FFF2-40B4-BE49-F238E27FC236}">
                <a16:creationId xmlns:a16="http://schemas.microsoft.com/office/drawing/2014/main" id="{8D77CED2-46ED-C258-6EA7-65DC2BFAF05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59" name="对象 14">
            <a:extLst>
              <a:ext uri="{FF2B5EF4-FFF2-40B4-BE49-F238E27FC236}">
                <a16:creationId xmlns:a16="http://schemas.microsoft.com/office/drawing/2014/main" id="{8A7D554A-4FE5-0F0D-B934-13943869633D}"/>
              </a:ext>
            </a:extLst>
          </p:cNvPr>
          <p:cNvGraphicFramePr>
            <a:graphicFrameLocks noChangeAspect="1"/>
          </p:cNvGraphicFramePr>
          <p:nvPr/>
        </p:nvGraphicFramePr>
        <p:xfrm>
          <a:off x="6792913" y="3159125"/>
          <a:ext cx="309562" cy="371475"/>
        </p:xfrm>
        <a:graphic>
          <a:graphicData uri="http://schemas.openxmlformats.org/presentationml/2006/ole">
            <mc:AlternateContent xmlns:mc="http://schemas.openxmlformats.org/markup-compatibility/2006">
              <mc:Choice xmlns:v="urn:schemas-microsoft-com:vml" Requires="v">
                <p:oleObj name="Equation" r:id="rId10" imgW="4394200" imgH="5270500" progId="Equation.DSMT4">
                  <p:embed/>
                </p:oleObj>
              </mc:Choice>
              <mc:Fallback>
                <p:oleObj name="Equation" r:id="rId10" imgW="4394200" imgH="5270500" progId="Equation.DSMT4">
                  <p:embed/>
                  <p:pic>
                    <p:nvPicPr>
                      <p:cNvPr id="159759" name="对象 14">
                        <a:extLst>
                          <a:ext uri="{FF2B5EF4-FFF2-40B4-BE49-F238E27FC236}">
                            <a16:creationId xmlns:a16="http://schemas.microsoft.com/office/drawing/2014/main" id="{8A7D554A-4FE5-0F0D-B934-1394386963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92913" y="3159125"/>
                        <a:ext cx="3095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9760" name="矩形 15">
            <a:extLst>
              <a:ext uri="{FF2B5EF4-FFF2-40B4-BE49-F238E27FC236}">
                <a16:creationId xmlns:a16="http://schemas.microsoft.com/office/drawing/2014/main" id="{A501D67C-50D1-AC29-305A-3F66FB4B9595}"/>
              </a:ext>
            </a:extLst>
          </p:cNvPr>
          <p:cNvSpPr>
            <a:spLocks noChangeArrowheads="1"/>
          </p:cNvSpPr>
          <p:nvPr/>
        </p:nvSpPr>
        <p:spPr bwMode="auto">
          <a:xfrm>
            <a:off x="619125" y="3789363"/>
            <a:ext cx="776922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解密算法：</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与加密算法之后需要一个反序处理同样的道理，在解密算法之后也需要一个反序处理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p>
        </p:txBody>
      </p:sp>
      <p:sp>
        <p:nvSpPr>
          <p:cNvPr id="17" name="Rectangle 14">
            <a:extLst>
              <a:ext uri="{FF2B5EF4-FFF2-40B4-BE49-F238E27FC236}">
                <a16:creationId xmlns:a16="http://schemas.microsoft.com/office/drawing/2014/main" id="{B189222E-6077-F18D-A24E-92CE63D5BDB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62" name="对象 17">
            <a:extLst>
              <a:ext uri="{FF2B5EF4-FFF2-40B4-BE49-F238E27FC236}">
                <a16:creationId xmlns:a16="http://schemas.microsoft.com/office/drawing/2014/main" id="{83888A95-1A8A-9AF0-C44A-A7CCF84E6ECC}"/>
              </a:ext>
            </a:extLst>
          </p:cNvPr>
          <p:cNvGraphicFramePr>
            <a:graphicFrameLocks noChangeAspect="1"/>
          </p:cNvGraphicFramePr>
          <p:nvPr/>
        </p:nvGraphicFramePr>
        <p:xfrm>
          <a:off x="1042988" y="4191000"/>
          <a:ext cx="3963987" cy="444500"/>
        </p:xfrm>
        <a:graphic>
          <a:graphicData uri="http://schemas.openxmlformats.org/presentationml/2006/ole">
            <mc:AlternateContent xmlns:mc="http://schemas.openxmlformats.org/markup-compatibility/2006">
              <mc:Choice xmlns:v="urn:schemas-microsoft-com:vml" Requires="v">
                <p:oleObj name="Equation" r:id="rId12" imgW="47104300" imgH="5270500" progId="Equation.DSMT4">
                  <p:embed/>
                </p:oleObj>
              </mc:Choice>
              <mc:Fallback>
                <p:oleObj name="Equation" r:id="rId12" imgW="47104300" imgH="5270500" progId="Equation.DSMT4">
                  <p:embed/>
                  <p:pic>
                    <p:nvPicPr>
                      <p:cNvPr id="159762" name="对象 17">
                        <a:extLst>
                          <a:ext uri="{FF2B5EF4-FFF2-40B4-BE49-F238E27FC236}">
                            <a16:creationId xmlns:a16="http://schemas.microsoft.com/office/drawing/2014/main" id="{83888A95-1A8A-9AF0-C44A-A7CCF84E6EC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2988" y="4191000"/>
                        <a:ext cx="396398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6">
            <a:extLst>
              <a:ext uri="{FF2B5EF4-FFF2-40B4-BE49-F238E27FC236}">
                <a16:creationId xmlns:a16="http://schemas.microsoft.com/office/drawing/2014/main" id="{BD2B8855-2930-0216-986D-08C4FE975F77}"/>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64" name="对象 19">
            <a:extLst>
              <a:ext uri="{FF2B5EF4-FFF2-40B4-BE49-F238E27FC236}">
                <a16:creationId xmlns:a16="http://schemas.microsoft.com/office/drawing/2014/main" id="{1AAF108C-3B7B-939C-29BC-66558B960C09}"/>
              </a:ext>
            </a:extLst>
          </p:cNvPr>
          <p:cNvGraphicFramePr>
            <a:graphicFrameLocks noChangeAspect="1"/>
          </p:cNvGraphicFramePr>
          <p:nvPr/>
        </p:nvGraphicFramePr>
        <p:xfrm>
          <a:off x="1558925" y="4662488"/>
          <a:ext cx="6923088" cy="498475"/>
        </p:xfrm>
        <a:graphic>
          <a:graphicData uri="http://schemas.openxmlformats.org/presentationml/2006/ole">
            <mc:AlternateContent xmlns:mc="http://schemas.openxmlformats.org/markup-compatibility/2006">
              <mc:Choice xmlns:v="urn:schemas-microsoft-com:vml" Requires="v">
                <p:oleObj name="Equation" r:id="rId14" imgW="80162400" imgH="5854700" progId="Equation.DSMT4">
                  <p:embed/>
                </p:oleObj>
              </mc:Choice>
              <mc:Fallback>
                <p:oleObj name="Equation" r:id="rId14" imgW="80162400" imgH="5854700" progId="Equation.DSMT4">
                  <p:embed/>
                  <p:pic>
                    <p:nvPicPr>
                      <p:cNvPr id="159764" name="对象 19">
                        <a:extLst>
                          <a:ext uri="{FF2B5EF4-FFF2-40B4-BE49-F238E27FC236}">
                            <a16:creationId xmlns:a16="http://schemas.microsoft.com/office/drawing/2014/main" id="{1AAF108C-3B7B-939C-29BC-66558B960C0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8925" y="4662488"/>
                        <a:ext cx="69230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8">
            <a:extLst>
              <a:ext uri="{FF2B5EF4-FFF2-40B4-BE49-F238E27FC236}">
                <a16:creationId xmlns:a16="http://schemas.microsoft.com/office/drawing/2014/main" id="{8C8E0EC5-225A-6F38-F7C8-DA99EAFF480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66" name="对象 21">
            <a:extLst>
              <a:ext uri="{FF2B5EF4-FFF2-40B4-BE49-F238E27FC236}">
                <a16:creationId xmlns:a16="http://schemas.microsoft.com/office/drawing/2014/main" id="{FC993F6B-3A1F-DA26-FD21-EA59CEAA1032}"/>
              </a:ext>
            </a:extLst>
          </p:cNvPr>
          <p:cNvGraphicFramePr>
            <a:graphicFrameLocks noChangeAspect="1"/>
          </p:cNvGraphicFramePr>
          <p:nvPr/>
        </p:nvGraphicFramePr>
        <p:xfrm>
          <a:off x="1562100" y="6035675"/>
          <a:ext cx="3941763" cy="390525"/>
        </p:xfrm>
        <a:graphic>
          <a:graphicData uri="http://schemas.openxmlformats.org/presentationml/2006/ole">
            <mc:AlternateContent xmlns:mc="http://schemas.openxmlformats.org/markup-compatibility/2006">
              <mc:Choice xmlns:v="urn:schemas-microsoft-com:vml" Requires="v">
                <p:oleObj name="Equation" r:id="rId16" imgW="52959000" imgH="5270500" progId="Equation.DSMT4">
                  <p:embed/>
                </p:oleObj>
              </mc:Choice>
              <mc:Fallback>
                <p:oleObj name="Equation" r:id="rId16" imgW="52959000" imgH="5270500" progId="Equation.DSMT4">
                  <p:embed/>
                  <p:pic>
                    <p:nvPicPr>
                      <p:cNvPr id="159766" name="对象 21">
                        <a:extLst>
                          <a:ext uri="{FF2B5EF4-FFF2-40B4-BE49-F238E27FC236}">
                            <a16:creationId xmlns:a16="http://schemas.microsoft.com/office/drawing/2014/main" id="{FC993F6B-3A1F-DA26-FD21-EA59CEAA103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62100" y="6035675"/>
                        <a:ext cx="39417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19">
            <a:extLst>
              <a:ext uri="{FF2B5EF4-FFF2-40B4-BE49-F238E27FC236}">
                <a16:creationId xmlns:a16="http://schemas.microsoft.com/office/drawing/2014/main" id="{99A5EE7C-F6E3-AE8B-2676-D66617D18782}"/>
              </a:ext>
            </a:extLst>
          </p:cNvPr>
          <p:cNvSpPr>
            <a:spLocks noChangeArrowheads="1"/>
          </p:cNvSpPr>
          <p:nvPr/>
        </p:nvSpPr>
        <p:spPr bwMode="auto">
          <a:xfrm>
            <a:off x="0" y="22860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 name="Rectangle 21">
            <a:extLst>
              <a:ext uri="{FF2B5EF4-FFF2-40B4-BE49-F238E27FC236}">
                <a16:creationId xmlns:a16="http://schemas.microsoft.com/office/drawing/2014/main" id="{899557F4-7361-BA1C-D0D9-E9CE61B9894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59769" name="对象 24">
            <a:extLst>
              <a:ext uri="{FF2B5EF4-FFF2-40B4-BE49-F238E27FC236}">
                <a16:creationId xmlns:a16="http://schemas.microsoft.com/office/drawing/2014/main" id="{2B2814C2-B1C3-8540-EEF3-D5D8183C95BA}"/>
              </a:ext>
            </a:extLst>
          </p:cNvPr>
          <p:cNvGraphicFramePr>
            <a:graphicFrameLocks noChangeAspect="1"/>
          </p:cNvGraphicFramePr>
          <p:nvPr/>
        </p:nvGraphicFramePr>
        <p:xfrm>
          <a:off x="5006975" y="5673725"/>
          <a:ext cx="285750" cy="314325"/>
        </p:xfrm>
        <a:graphic>
          <a:graphicData uri="http://schemas.openxmlformats.org/presentationml/2006/ole">
            <mc:AlternateContent xmlns:mc="http://schemas.openxmlformats.org/markup-compatibility/2006">
              <mc:Choice xmlns:v="urn:schemas-microsoft-com:vml" Requires="v">
                <p:oleObj name="Equation" r:id="rId18" imgW="3505200" imgH="3797300" progId="Equation.DSMT4">
                  <p:embed/>
                </p:oleObj>
              </mc:Choice>
              <mc:Fallback>
                <p:oleObj name="Equation" r:id="rId18" imgW="3505200" imgH="3797300" progId="Equation.DSMT4">
                  <p:embed/>
                  <p:pic>
                    <p:nvPicPr>
                      <p:cNvPr id="159769" name="对象 24">
                        <a:extLst>
                          <a:ext uri="{FF2B5EF4-FFF2-40B4-BE49-F238E27FC236}">
                            <a16:creationId xmlns:a16="http://schemas.microsoft.com/office/drawing/2014/main" id="{2B2814C2-B1C3-8540-EEF3-D5D8183C95B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06975" y="5673725"/>
                        <a:ext cx="2857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5456B49-FF9D-E51A-A114-E462B32D64D3}"/>
              </a:ext>
            </a:extLst>
          </p:cNvPr>
          <p:cNvSpPr/>
          <p:nvPr/>
        </p:nvSpPr>
        <p:spPr>
          <a:xfrm>
            <a:off x="323850"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27F8E016-97DE-9551-09B9-40A0AC6BA2A0}"/>
              </a:ext>
            </a:extLst>
          </p:cNvPr>
          <p:cNvSpPr/>
          <p:nvPr/>
        </p:nvSpPr>
        <p:spPr>
          <a:xfrm>
            <a:off x="323850" y="1144588"/>
            <a:ext cx="2041525" cy="461962"/>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Times New Roman" panose="02020603050405020304" pitchFamily="18" charset="0"/>
              </a:rPr>
              <a:t>密钥扩展算法</a:t>
            </a: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矩形 4">
            <a:extLst>
              <a:ext uri="{FF2B5EF4-FFF2-40B4-BE49-F238E27FC236}">
                <a16:creationId xmlns:a16="http://schemas.microsoft.com/office/drawing/2014/main" id="{C6266F08-DE4D-9B85-D1DF-0337C23542A4}"/>
              </a:ext>
            </a:extLst>
          </p:cNvPr>
          <p:cNvSpPr/>
          <p:nvPr/>
        </p:nvSpPr>
        <p:spPr>
          <a:xfrm>
            <a:off x="611188" y="1600200"/>
            <a:ext cx="8137525" cy="1200150"/>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SM4</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算法加密时输入</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128</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位的密钥，采用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轮迭代结构，每一轮使用一个</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位的轮密钥，共使用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个轮密钥。使用密钥扩展算法，从加密密钥产生出</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个轮密钥。</a:t>
            </a:r>
          </a:p>
        </p:txBody>
      </p:sp>
      <p:sp>
        <p:nvSpPr>
          <p:cNvPr id="6" name="矩形 5">
            <a:extLst>
              <a:ext uri="{FF2B5EF4-FFF2-40B4-BE49-F238E27FC236}">
                <a16:creationId xmlns:a16="http://schemas.microsoft.com/office/drawing/2014/main" id="{152EA4EB-B37B-B273-612B-65527FAC18D1}"/>
              </a:ext>
            </a:extLst>
          </p:cNvPr>
          <p:cNvSpPr/>
          <p:nvPr/>
        </p:nvSpPr>
        <p:spPr>
          <a:xfrm>
            <a:off x="430213" y="2692400"/>
            <a:ext cx="4572000" cy="1570038"/>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1</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）常数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在密钥扩展中使用如下的常数：</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p:txBody>
      </p:sp>
      <p:sp>
        <p:nvSpPr>
          <p:cNvPr id="7" name="Rectangle 5">
            <a:extLst>
              <a:ext uri="{FF2B5EF4-FFF2-40B4-BE49-F238E27FC236}">
                <a16:creationId xmlns:a16="http://schemas.microsoft.com/office/drawing/2014/main" id="{001032C9-D607-A0F2-AA4D-9F886796AE8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0776" name="对象 7">
            <a:extLst>
              <a:ext uri="{FF2B5EF4-FFF2-40B4-BE49-F238E27FC236}">
                <a16:creationId xmlns:a16="http://schemas.microsoft.com/office/drawing/2014/main" id="{2CCFFC98-8AC6-6B6F-7000-C5901B1CC8CC}"/>
              </a:ext>
            </a:extLst>
          </p:cNvPr>
          <p:cNvGraphicFramePr>
            <a:graphicFrameLocks noChangeAspect="1"/>
          </p:cNvGraphicFramePr>
          <p:nvPr/>
        </p:nvGraphicFramePr>
        <p:xfrm>
          <a:off x="1284288" y="3535363"/>
          <a:ext cx="2689225" cy="447675"/>
        </p:xfrm>
        <a:graphic>
          <a:graphicData uri="http://schemas.openxmlformats.org/presentationml/2006/ole">
            <mc:AlternateContent xmlns:mc="http://schemas.openxmlformats.org/markup-compatibility/2006">
              <mc:Choice xmlns:v="urn:schemas-microsoft-com:vml" Requires="v">
                <p:oleObj name="Equation" r:id="rId2" imgW="31597600" imgH="5270500" progId="Equation.DSMT4">
                  <p:embed/>
                </p:oleObj>
              </mc:Choice>
              <mc:Fallback>
                <p:oleObj name="Equation" r:id="rId2" imgW="31597600" imgH="5270500" progId="Equation.DSMT4">
                  <p:embed/>
                  <p:pic>
                    <p:nvPicPr>
                      <p:cNvPr id="160776" name="对象 7">
                        <a:extLst>
                          <a:ext uri="{FF2B5EF4-FFF2-40B4-BE49-F238E27FC236}">
                            <a16:creationId xmlns:a16="http://schemas.microsoft.com/office/drawing/2014/main" id="{2CCFFC98-8AC6-6B6F-7000-C5901B1CC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88" y="3535363"/>
                        <a:ext cx="26892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7">
            <a:extLst>
              <a:ext uri="{FF2B5EF4-FFF2-40B4-BE49-F238E27FC236}">
                <a16:creationId xmlns:a16="http://schemas.microsoft.com/office/drawing/2014/main" id="{F85A9E89-6B0E-E33F-0B1A-F504D461604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0778" name="对象 9">
            <a:extLst>
              <a:ext uri="{FF2B5EF4-FFF2-40B4-BE49-F238E27FC236}">
                <a16:creationId xmlns:a16="http://schemas.microsoft.com/office/drawing/2014/main" id="{EB757AD8-FAC9-A2E2-A83E-6F7E3094C213}"/>
              </a:ext>
            </a:extLst>
          </p:cNvPr>
          <p:cNvGraphicFramePr>
            <a:graphicFrameLocks noChangeAspect="1"/>
          </p:cNvGraphicFramePr>
          <p:nvPr/>
        </p:nvGraphicFramePr>
        <p:xfrm>
          <a:off x="1884363" y="2773363"/>
          <a:ext cx="527050" cy="333375"/>
        </p:xfrm>
        <a:graphic>
          <a:graphicData uri="http://schemas.openxmlformats.org/presentationml/2006/ole">
            <mc:AlternateContent xmlns:mc="http://schemas.openxmlformats.org/markup-compatibility/2006">
              <mc:Choice xmlns:v="urn:schemas-microsoft-com:vml" Requires="v">
                <p:oleObj name="Equation" r:id="rId4" imgW="6146800" imgH="3797300" progId="Equation.DSMT4">
                  <p:embed/>
                </p:oleObj>
              </mc:Choice>
              <mc:Fallback>
                <p:oleObj name="Equation" r:id="rId4" imgW="6146800" imgH="3797300" progId="Equation.DSMT4">
                  <p:embed/>
                  <p:pic>
                    <p:nvPicPr>
                      <p:cNvPr id="160778" name="对象 9">
                        <a:extLst>
                          <a:ext uri="{FF2B5EF4-FFF2-40B4-BE49-F238E27FC236}">
                            <a16:creationId xmlns:a16="http://schemas.microsoft.com/office/drawing/2014/main" id="{EB757AD8-FAC9-A2E2-A83E-6F7E3094C2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2773363"/>
                        <a:ext cx="5270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a:extLst>
              <a:ext uri="{FF2B5EF4-FFF2-40B4-BE49-F238E27FC236}">
                <a16:creationId xmlns:a16="http://schemas.microsoft.com/office/drawing/2014/main" id="{3E05391B-BD28-B553-7502-0FC95A17B56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0780" name="对象 11">
            <a:extLst>
              <a:ext uri="{FF2B5EF4-FFF2-40B4-BE49-F238E27FC236}">
                <a16:creationId xmlns:a16="http://schemas.microsoft.com/office/drawing/2014/main" id="{06E12C8C-92B2-39D9-8862-42B330C1E4FD}"/>
              </a:ext>
            </a:extLst>
          </p:cNvPr>
          <p:cNvGraphicFramePr>
            <a:graphicFrameLocks noChangeAspect="1"/>
          </p:cNvGraphicFramePr>
          <p:nvPr/>
        </p:nvGraphicFramePr>
        <p:xfrm>
          <a:off x="4003675" y="3540125"/>
          <a:ext cx="2405063" cy="431800"/>
        </p:xfrm>
        <a:graphic>
          <a:graphicData uri="http://schemas.openxmlformats.org/presentationml/2006/ole">
            <mc:AlternateContent xmlns:mc="http://schemas.openxmlformats.org/markup-compatibility/2006">
              <mc:Choice xmlns:v="urn:schemas-microsoft-com:vml" Requires="v">
                <p:oleObj name="Equation" r:id="rId6" imgW="29260800" imgH="5270500" progId="Equation.DSMT4">
                  <p:embed/>
                </p:oleObj>
              </mc:Choice>
              <mc:Fallback>
                <p:oleObj name="Equation" r:id="rId6" imgW="29260800" imgH="5270500" progId="Equation.DSMT4">
                  <p:embed/>
                  <p:pic>
                    <p:nvPicPr>
                      <p:cNvPr id="160780" name="对象 11">
                        <a:extLst>
                          <a:ext uri="{FF2B5EF4-FFF2-40B4-BE49-F238E27FC236}">
                            <a16:creationId xmlns:a16="http://schemas.microsoft.com/office/drawing/2014/main" id="{06E12C8C-92B2-39D9-8862-42B330C1E4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3675" y="3540125"/>
                        <a:ext cx="24050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1">
            <a:extLst>
              <a:ext uri="{FF2B5EF4-FFF2-40B4-BE49-F238E27FC236}">
                <a16:creationId xmlns:a16="http://schemas.microsoft.com/office/drawing/2014/main" id="{DE0C7D9C-24EE-5638-BC09-8D5B409AA7D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0782" name="对象 13">
            <a:extLst>
              <a:ext uri="{FF2B5EF4-FFF2-40B4-BE49-F238E27FC236}">
                <a16:creationId xmlns:a16="http://schemas.microsoft.com/office/drawing/2014/main" id="{30FCC3E9-B8E2-C033-4CC0-6DA837B4A0CF}"/>
              </a:ext>
            </a:extLst>
          </p:cNvPr>
          <p:cNvGraphicFramePr>
            <a:graphicFrameLocks noChangeAspect="1"/>
          </p:cNvGraphicFramePr>
          <p:nvPr/>
        </p:nvGraphicFramePr>
        <p:xfrm>
          <a:off x="3914775" y="3929063"/>
          <a:ext cx="2176463" cy="407987"/>
        </p:xfrm>
        <a:graphic>
          <a:graphicData uri="http://schemas.openxmlformats.org/presentationml/2006/ole">
            <mc:AlternateContent xmlns:mc="http://schemas.openxmlformats.org/markup-compatibility/2006">
              <mc:Choice xmlns:v="urn:schemas-microsoft-com:vml" Requires="v">
                <p:oleObj name="Equation" r:id="rId8" imgW="28092400" imgH="5270500" progId="Equation.DSMT4">
                  <p:embed/>
                </p:oleObj>
              </mc:Choice>
              <mc:Fallback>
                <p:oleObj name="Equation" r:id="rId8" imgW="28092400" imgH="5270500" progId="Equation.DSMT4">
                  <p:embed/>
                  <p:pic>
                    <p:nvPicPr>
                      <p:cNvPr id="160782" name="对象 13">
                        <a:extLst>
                          <a:ext uri="{FF2B5EF4-FFF2-40B4-BE49-F238E27FC236}">
                            <a16:creationId xmlns:a16="http://schemas.microsoft.com/office/drawing/2014/main" id="{30FCC3E9-B8E2-C033-4CC0-6DA837B4A0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4775" y="3929063"/>
                        <a:ext cx="21764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3">
            <a:extLst>
              <a:ext uri="{FF2B5EF4-FFF2-40B4-BE49-F238E27FC236}">
                <a16:creationId xmlns:a16="http://schemas.microsoft.com/office/drawing/2014/main" id="{46C34244-82D3-8130-E743-6A31678CAEB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0784" name="对象 15">
            <a:extLst>
              <a:ext uri="{FF2B5EF4-FFF2-40B4-BE49-F238E27FC236}">
                <a16:creationId xmlns:a16="http://schemas.microsoft.com/office/drawing/2014/main" id="{42916B04-F9C9-DB2B-B5D6-53D4156B3C95}"/>
              </a:ext>
            </a:extLst>
          </p:cNvPr>
          <p:cNvGraphicFramePr>
            <a:graphicFrameLocks noChangeAspect="1"/>
          </p:cNvGraphicFramePr>
          <p:nvPr/>
        </p:nvGraphicFramePr>
        <p:xfrm>
          <a:off x="1211263" y="3929063"/>
          <a:ext cx="2447925" cy="444500"/>
        </p:xfrm>
        <a:graphic>
          <a:graphicData uri="http://schemas.openxmlformats.org/presentationml/2006/ole">
            <mc:AlternateContent xmlns:mc="http://schemas.openxmlformats.org/markup-compatibility/2006">
              <mc:Choice xmlns:v="urn:schemas-microsoft-com:vml" Requires="v">
                <p:oleObj name="Equation" r:id="rId10" imgW="28968700" imgH="5270500" progId="Equation.DSMT4">
                  <p:embed/>
                </p:oleObj>
              </mc:Choice>
              <mc:Fallback>
                <p:oleObj name="Equation" r:id="rId10" imgW="28968700" imgH="5270500" progId="Equation.DSMT4">
                  <p:embed/>
                  <p:pic>
                    <p:nvPicPr>
                      <p:cNvPr id="160784" name="对象 15">
                        <a:extLst>
                          <a:ext uri="{FF2B5EF4-FFF2-40B4-BE49-F238E27FC236}">
                            <a16:creationId xmlns:a16="http://schemas.microsoft.com/office/drawing/2014/main" id="{42916B04-F9C9-DB2B-B5D6-53D4156B3C9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1263" y="3929063"/>
                        <a:ext cx="24479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5">
            <a:extLst>
              <a:ext uri="{FF2B5EF4-FFF2-40B4-BE49-F238E27FC236}">
                <a16:creationId xmlns:a16="http://schemas.microsoft.com/office/drawing/2014/main" id="{2B8F2875-49E3-B11A-8E51-A7438F20141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Rectangle 17">
            <a:extLst>
              <a:ext uri="{FF2B5EF4-FFF2-40B4-BE49-F238E27FC236}">
                <a16:creationId xmlns:a16="http://schemas.microsoft.com/office/drawing/2014/main" id="{0820D47D-68B2-6784-674B-38E209D822D4}"/>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2" name="Rectangle 19">
            <a:extLst>
              <a:ext uri="{FF2B5EF4-FFF2-40B4-BE49-F238E27FC236}">
                <a16:creationId xmlns:a16="http://schemas.microsoft.com/office/drawing/2014/main" id="{F3F47242-1675-ED15-AF83-ABAB0076123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 name="Rectangle 21">
            <a:extLst>
              <a:ext uri="{FF2B5EF4-FFF2-40B4-BE49-F238E27FC236}">
                <a16:creationId xmlns:a16="http://schemas.microsoft.com/office/drawing/2014/main" id="{7ABC3FBE-F78E-E88E-73A8-FEB1E5075A6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6" name="Rectangle 23">
            <a:extLst>
              <a:ext uri="{FF2B5EF4-FFF2-40B4-BE49-F238E27FC236}">
                <a16:creationId xmlns:a16="http://schemas.microsoft.com/office/drawing/2014/main" id="{B664A2F7-1B84-D7E5-BD50-6F6369CD78A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 name="Rectangle 25">
            <a:extLst>
              <a:ext uri="{FF2B5EF4-FFF2-40B4-BE49-F238E27FC236}">
                <a16:creationId xmlns:a16="http://schemas.microsoft.com/office/drawing/2014/main" id="{16FA0109-B622-361D-A575-4E8DC3C8813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0" name="Rectangle 27">
            <a:extLst>
              <a:ext uri="{FF2B5EF4-FFF2-40B4-BE49-F238E27FC236}">
                <a16:creationId xmlns:a16="http://schemas.microsoft.com/office/drawing/2014/main" id="{45726E27-1EC5-74C3-2948-704BBA6DB75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 name="Rectangle 29">
            <a:extLst>
              <a:ext uri="{FF2B5EF4-FFF2-40B4-BE49-F238E27FC236}">
                <a16:creationId xmlns:a16="http://schemas.microsoft.com/office/drawing/2014/main" id="{90944293-F949-2495-0F8E-D13A9160FFA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60793" name="组合 33">
            <a:extLst>
              <a:ext uri="{FF2B5EF4-FFF2-40B4-BE49-F238E27FC236}">
                <a16:creationId xmlns:a16="http://schemas.microsoft.com/office/drawing/2014/main" id="{EECA5182-C68C-CA46-461F-45121744F59C}"/>
              </a:ext>
            </a:extLst>
          </p:cNvPr>
          <p:cNvGrpSpPr>
            <a:grpSpLocks/>
          </p:cNvGrpSpPr>
          <p:nvPr/>
        </p:nvGrpSpPr>
        <p:grpSpPr bwMode="auto">
          <a:xfrm>
            <a:off x="179388" y="3979863"/>
            <a:ext cx="8353425" cy="2216150"/>
            <a:chOff x="255025" y="4420359"/>
            <a:chExt cx="8353944" cy="2215991"/>
          </a:xfrm>
        </p:grpSpPr>
        <p:sp>
          <p:nvSpPr>
            <p:cNvPr id="17" name="矩形 16">
              <a:extLst>
                <a:ext uri="{FF2B5EF4-FFF2-40B4-BE49-F238E27FC236}">
                  <a16:creationId xmlns:a16="http://schemas.microsoft.com/office/drawing/2014/main" id="{8999BD50-268B-1126-9714-07067C9797C0}"/>
                </a:ext>
              </a:extLst>
            </p:cNvPr>
            <p:cNvSpPr/>
            <p:nvPr/>
          </p:nvSpPr>
          <p:spPr>
            <a:xfrm>
              <a:off x="621760" y="4420359"/>
              <a:ext cx="7987209" cy="2215991"/>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）固定参数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共使用</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个固定参数   ，每个   是一个字，其产生规则如下：</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设    为   的第   字节                 ，即</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，则   </a:t>
              </a:r>
            </a:p>
          </p:txBody>
        </p:sp>
        <p:graphicFrame>
          <p:nvGraphicFramePr>
            <p:cNvPr id="160795" name="对象 18">
              <a:extLst>
                <a:ext uri="{FF2B5EF4-FFF2-40B4-BE49-F238E27FC236}">
                  <a16:creationId xmlns:a16="http://schemas.microsoft.com/office/drawing/2014/main" id="{DEB4B020-B2B2-3802-4BE1-21AA8209087D}"/>
                </a:ext>
              </a:extLst>
            </p:cNvPr>
            <p:cNvGraphicFramePr>
              <a:graphicFrameLocks noChangeAspect="1"/>
            </p:cNvGraphicFramePr>
            <p:nvPr/>
          </p:nvGraphicFramePr>
          <p:xfrm>
            <a:off x="3936163" y="5163084"/>
            <a:ext cx="432048" cy="349522"/>
          </p:xfrm>
          <a:graphic>
            <a:graphicData uri="http://schemas.openxmlformats.org/presentationml/2006/ole">
              <mc:AlternateContent xmlns:mc="http://schemas.openxmlformats.org/markup-compatibility/2006">
                <mc:Choice xmlns:v="urn:schemas-microsoft-com:vml" Requires="v">
                  <p:oleObj name="Equation" r:id="rId12" imgW="6438900" imgH="5270500" progId="Equation.DSMT4">
                    <p:embed/>
                  </p:oleObj>
                </mc:Choice>
                <mc:Fallback>
                  <p:oleObj name="Equation" r:id="rId12" imgW="6438900" imgH="5270500" progId="Equation.DSMT4">
                    <p:embed/>
                    <p:pic>
                      <p:nvPicPr>
                        <p:cNvPr id="160795" name="对象 18">
                          <a:extLst>
                            <a:ext uri="{FF2B5EF4-FFF2-40B4-BE49-F238E27FC236}">
                              <a16:creationId xmlns:a16="http://schemas.microsoft.com/office/drawing/2014/main" id="{DEB4B020-B2B2-3802-4BE1-21AA820908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6163" y="5163084"/>
                          <a:ext cx="432048" cy="34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96" name="对象 20">
              <a:extLst>
                <a:ext uri="{FF2B5EF4-FFF2-40B4-BE49-F238E27FC236}">
                  <a16:creationId xmlns:a16="http://schemas.microsoft.com/office/drawing/2014/main" id="{8F992D5B-28A5-EDB1-14AD-FB9DCA878B9E}"/>
                </a:ext>
              </a:extLst>
            </p:cNvPr>
            <p:cNvGraphicFramePr>
              <a:graphicFrameLocks noChangeAspect="1"/>
            </p:cNvGraphicFramePr>
            <p:nvPr/>
          </p:nvGraphicFramePr>
          <p:xfrm>
            <a:off x="5292080" y="5145645"/>
            <a:ext cx="453605" cy="366961"/>
          </p:xfrm>
          <a:graphic>
            <a:graphicData uri="http://schemas.openxmlformats.org/presentationml/2006/ole">
              <mc:AlternateContent xmlns:mc="http://schemas.openxmlformats.org/markup-compatibility/2006">
                <mc:Choice xmlns:v="urn:schemas-microsoft-com:vml" Requires="v">
                  <p:oleObj name="Equation" r:id="rId14" imgW="6438900" imgH="5270500" progId="Equation.DSMT4">
                    <p:embed/>
                  </p:oleObj>
                </mc:Choice>
                <mc:Fallback>
                  <p:oleObj name="Equation" r:id="rId14" imgW="6438900" imgH="5270500" progId="Equation.DSMT4">
                    <p:embed/>
                    <p:pic>
                      <p:nvPicPr>
                        <p:cNvPr id="160796" name="对象 20">
                          <a:extLst>
                            <a:ext uri="{FF2B5EF4-FFF2-40B4-BE49-F238E27FC236}">
                              <a16:creationId xmlns:a16="http://schemas.microsoft.com/office/drawing/2014/main" id="{8F992D5B-28A5-EDB1-14AD-FB9DCA878B9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92080" y="5145645"/>
                          <a:ext cx="453605" cy="36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97" name="对象 22">
              <a:extLst>
                <a:ext uri="{FF2B5EF4-FFF2-40B4-BE49-F238E27FC236}">
                  <a16:creationId xmlns:a16="http://schemas.microsoft.com/office/drawing/2014/main" id="{BF1A49FF-1C62-2B97-51BE-0361F2947977}"/>
                </a:ext>
              </a:extLst>
            </p:cNvPr>
            <p:cNvGraphicFramePr>
              <a:graphicFrameLocks noChangeAspect="1"/>
            </p:cNvGraphicFramePr>
            <p:nvPr/>
          </p:nvGraphicFramePr>
          <p:xfrm>
            <a:off x="1549232" y="5812215"/>
            <a:ext cx="504056" cy="436093"/>
          </p:xfrm>
          <a:graphic>
            <a:graphicData uri="http://schemas.openxmlformats.org/presentationml/2006/ole">
              <mc:AlternateContent xmlns:mc="http://schemas.openxmlformats.org/markup-compatibility/2006">
                <mc:Choice xmlns:v="urn:schemas-microsoft-com:vml" Requires="v">
                  <p:oleObj name="Equation" r:id="rId15" imgW="6438900" imgH="5562600" progId="Equation.DSMT4">
                    <p:embed/>
                  </p:oleObj>
                </mc:Choice>
                <mc:Fallback>
                  <p:oleObj name="Equation" r:id="rId15" imgW="6438900" imgH="5562600" progId="Equation.DSMT4">
                    <p:embed/>
                    <p:pic>
                      <p:nvPicPr>
                        <p:cNvPr id="160797" name="对象 22">
                          <a:extLst>
                            <a:ext uri="{FF2B5EF4-FFF2-40B4-BE49-F238E27FC236}">
                              <a16:creationId xmlns:a16="http://schemas.microsoft.com/office/drawing/2014/main" id="{BF1A49FF-1C62-2B97-51BE-0361F294797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9232" y="5812215"/>
                          <a:ext cx="504056" cy="43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98" name="对象 24">
              <a:extLst>
                <a:ext uri="{FF2B5EF4-FFF2-40B4-BE49-F238E27FC236}">
                  <a16:creationId xmlns:a16="http://schemas.microsoft.com/office/drawing/2014/main" id="{2F34321B-4D5D-727D-AFB5-2C67114D983D}"/>
                </a:ext>
              </a:extLst>
            </p:cNvPr>
            <p:cNvGraphicFramePr>
              <a:graphicFrameLocks noChangeAspect="1"/>
            </p:cNvGraphicFramePr>
            <p:nvPr/>
          </p:nvGraphicFramePr>
          <p:xfrm>
            <a:off x="2412382" y="5894987"/>
            <a:ext cx="432049" cy="349523"/>
          </p:xfrm>
          <a:graphic>
            <a:graphicData uri="http://schemas.openxmlformats.org/presentationml/2006/ole">
              <mc:AlternateContent xmlns:mc="http://schemas.openxmlformats.org/markup-compatibility/2006">
                <mc:Choice xmlns:v="urn:schemas-microsoft-com:vml" Requires="v">
                  <p:oleObj name="Equation" r:id="rId17" imgW="6438900" imgH="5270500" progId="Equation.DSMT4">
                    <p:embed/>
                  </p:oleObj>
                </mc:Choice>
                <mc:Fallback>
                  <p:oleObj name="Equation" r:id="rId17" imgW="6438900" imgH="5270500" progId="Equation.DSMT4">
                    <p:embed/>
                    <p:pic>
                      <p:nvPicPr>
                        <p:cNvPr id="160798" name="对象 24">
                          <a:extLst>
                            <a:ext uri="{FF2B5EF4-FFF2-40B4-BE49-F238E27FC236}">
                              <a16:creationId xmlns:a16="http://schemas.microsoft.com/office/drawing/2014/main" id="{2F34321B-4D5D-727D-AFB5-2C67114D98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12382" y="5894987"/>
                          <a:ext cx="432049" cy="349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99" name="对象 26">
              <a:extLst>
                <a:ext uri="{FF2B5EF4-FFF2-40B4-BE49-F238E27FC236}">
                  <a16:creationId xmlns:a16="http://schemas.microsoft.com/office/drawing/2014/main" id="{16218BB5-022A-5D37-5C5E-05F23476D22D}"/>
                </a:ext>
              </a:extLst>
            </p:cNvPr>
            <p:cNvGraphicFramePr>
              <a:graphicFrameLocks noChangeAspect="1"/>
            </p:cNvGraphicFramePr>
            <p:nvPr/>
          </p:nvGraphicFramePr>
          <p:xfrm>
            <a:off x="3566802" y="5824124"/>
            <a:ext cx="266658" cy="390040"/>
          </p:xfrm>
          <a:graphic>
            <a:graphicData uri="http://schemas.openxmlformats.org/presentationml/2006/ole">
              <mc:AlternateContent xmlns:mc="http://schemas.openxmlformats.org/markup-compatibility/2006">
                <mc:Choice xmlns:v="urn:schemas-microsoft-com:vml" Requires="v">
                  <p:oleObj name="Equation" r:id="rId18" imgW="2921000" imgH="4394200" progId="Equation.DSMT4">
                    <p:embed/>
                  </p:oleObj>
                </mc:Choice>
                <mc:Fallback>
                  <p:oleObj name="Equation" r:id="rId18" imgW="2921000" imgH="4394200" progId="Equation.DSMT4">
                    <p:embed/>
                    <p:pic>
                      <p:nvPicPr>
                        <p:cNvPr id="160799" name="对象 26">
                          <a:extLst>
                            <a:ext uri="{FF2B5EF4-FFF2-40B4-BE49-F238E27FC236}">
                              <a16:creationId xmlns:a16="http://schemas.microsoft.com/office/drawing/2014/main" id="{16218BB5-022A-5D37-5C5E-05F23476D22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66802" y="5824124"/>
                          <a:ext cx="266658" cy="39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800" name="对象 28">
              <a:extLst>
                <a:ext uri="{FF2B5EF4-FFF2-40B4-BE49-F238E27FC236}">
                  <a16:creationId xmlns:a16="http://schemas.microsoft.com/office/drawing/2014/main" id="{44E477B5-7D52-F0A2-2CA4-D23C28EAD378}"/>
                </a:ext>
              </a:extLst>
            </p:cNvPr>
            <p:cNvGraphicFramePr>
              <a:graphicFrameLocks noChangeAspect="1"/>
            </p:cNvGraphicFramePr>
            <p:nvPr/>
          </p:nvGraphicFramePr>
          <p:xfrm>
            <a:off x="4536158" y="5871475"/>
            <a:ext cx="2520280" cy="342689"/>
          </p:xfrm>
          <a:graphic>
            <a:graphicData uri="http://schemas.openxmlformats.org/presentationml/2006/ole">
              <mc:AlternateContent xmlns:mc="http://schemas.openxmlformats.org/markup-compatibility/2006">
                <mc:Choice xmlns:v="urn:schemas-microsoft-com:vml" Requires="v">
                  <p:oleObj name="Equation" r:id="rId20" imgW="42418000" imgH="5854700" progId="Equation.DSMT4">
                    <p:embed/>
                  </p:oleObj>
                </mc:Choice>
                <mc:Fallback>
                  <p:oleObj name="Equation" r:id="rId20" imgW="42418000" imgH="5854700" progId="Equation.DSMT4">
                    <p:embed/>
                    <p:pic>
                      <p:nvPicPr>
                        <p:cNvPr id="160800" name="对象 28">
                          <a:extLst>
                            <a:ext uri="{FF2B5EF4-FFF2-40B4-BE49-F238E27FC236}">
                              <a16:creationId xmlns:a16="http://schemas.microsoft.com/office/drawing/2014/main" id="{44E477B5-7D52-F0A2-2CA4-D23C28EAD37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36158" y="5871475"/>
                          <a:ext cx="2520280" cy="34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801" name="对象 30">
              <a:extLst>
                <a:ext uri="{FF2B5EF4-FFF2-40B4-BE49-F238E27FC236}">
                  <a16:creationId xmlns:a16="http://schemas.microsoft.com/office/drawing/2014/main" id="{78017B73-B895-CE81-B8B3-BAC84E3731A7}"/>
                </a:ext>
              </a:extLst>
            </p:cNvPr>
            <p:cNvGraphicFramePr>
              <a:graphicFrameLocks noChangeAspect="1"/>
            </p:cNvGraphicFramePr>
            <p:nvPr/>
          </p:nvGraphicFramePr>
          <p:xfrm>
            <a:off x="255025" y="6185193"/>
            <a:ext cx="2277169" cy="371868"/>
          </p:xfrm>
          <a:graphic>
            <a:graphicData uri="http://schemas.openxmlformats.org/presentationml/2006/ole">
              <mc:AlternateContent xmlns:mc="http://schemas.openxmlformats.org/markup-compatibility/2006">
                <mc:Choice xmlns:v="urn:schemas-microsoft-com:vml" Requires="v">
                  <p:oleObj name="Equation" r:id="rId22" imgW="44183300" imgH="6438900" progId="Equation.DSMT4">
                    <p:embed/>
                  </p:oleObj>
                </mc:Choice>
                <mc:Fallback>
                  <p:oleObj name="Equation" r:id="rId22" imgW="44183300" imgH="6438900" progId="Equation.DSMT4">
                    <p:embed/>
                    <p:pic>
                      <p:nvPicPr>
                        <p:cNvPr id="160801" name="对象 30">
                          <a:extLst>
                            <a:ext uri="{FF2B5EF4-FFF2-40B4-BE49-F238E27FC236}">
                              <a16:creationId xmlns:a16="http://schemas.microsoft.com/office/drawing/2014/main" id="{78017B73-B895-CE81-B8B3-BAC84E3731A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55025" y="6185193"/>
                          <a:ext cx="2277169" cy="371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802" name="对象 32">
              <a:extLst>
                <a:ext uri="{FF2B5EF4-FFF2-40B4-BE49-F238E27FC236}">
                  <a16:creationId xmlns:a16="http://schemas.microsoft.com/office/drawing/2014/main" id="{4D209603-511A-7F61-B8A8-EDDEF5774388}"/>
                </a:ext>
              </a:extLst>
            </p:cNvPr>
            <p:cNvGraphicFramePr>
              <a:graphicFrameLocks noChangeAspect="1"/>
            </p:cNvGraphicFramePr>
            <p:nvPr/>
          </p:nvGraphicFramePr>
          <p:xfrm>
            <a:off x="3365026" y="6170732"/>
            <a:ext cx="2990442" cy="431892"/>
          </p:xfrm>
          <a:graphic>
            <a:graphicData uri="http://schemas.openxmlformats.org/presentationml/2006/ole">
              <mc:AlternateContent xmlns:mc="http://schemas.openxmlformats.org/markup-compatibility/2006">
                <mc:Choice xmlns:v="urn:schemas-microsoft-com:vml" Requires="v">
                  <p:oleObj name="Equation" r:id="rId24" imgW="40081200" imgH="5854700" progId="Equation.DSMT4">
                    <p:embed/>
                  </p:oleObj>
                </mc:Choice>
                <mc:Fallback>
                  <p:oleObj name="Equation" r:id="rId24" imgW="40081200" imgH="5854700" progId="Equation.DSMT4">
                    <p:embed/>
                    <p:pic>
                      <p:nvPicPr>
                        <p:cNvPr id="160802" name="对象 32">
                          <a:extLst>
                            <a:ext uri="{FF2B5EF4-FFF2-40B4-BE49-F238E27FC236}">
                              <a16:creationId xmlns:a16="http://schemas.microsoft.com/office/drawing/2014/main" id="{4D209603-511A-7F61-B8A8-EDDEF5774388}"/>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65026" y="6170732"/>
                          <a:ext cx="2990442" cy="43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advClick="0" advTm="5000">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B43B16-B6E2-C55C-39B0-D44EBA68C179}"/>
              </a:ext>
            </a:extLst>
          </p:cNvPr>
          <p:cNvSpPr/>
          <p:nvPr/>
        </p:nvSpPr>
        <p:spPr>
          <a:xfrm>
            <a:off x="107950" y="692150"/>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Rectangle 5">
            <a:extLst>
              <a:ext uri="{FF2B5EF4-FFF2-40B4-BE49-F238E27FC236}">
                <a16:creationId xmlns:a16="http://schemas.microsoft.com/office/drawing/2014/main" id="{D596B97D-300A-B672-5363-C037934A7175}"/>
              </a:ext>
            </a:extLst>
          </p:cNvPr>
          <p:cNvSpPr>
            <a:spLocks noChangeArrowheads="1"/>
          </p:cNvSpPr>
          <p:nvPr/>
        </p:nvSpPr>
        <p:spPr bwMode="auto">
          <a:xfrm>
            <a:off x="539750" y="1143000"/>
            <a:ext cx="5121275" cy="8001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lvl1pPr indent="2667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0" fontAlgn="base" latinLnBrk="0" hangingPunct="0">
              <a:lnSpc>
                <a:spcPct val="100000"/>
              </a:lnSpc>
              <a:spcBef>
                <a:spcPct val="0"/>
              </a:spcBef>
              <a:spcAft>
                <a:spcPct val="0"/>
              </a:spcAft>
              <a:buClrTx/>
              <a:buSzTx/>
              <a:buFontTx/>
              <a:buNone/>
              <a:tabLst/>
              <a:defRPr/>
            </a:pPr>
            <a:r>
              <a:rPr kumimoji="0" lang="zh-CN"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这</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个固定参数如下（</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16</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进制）</a:t>
            </a:r>
            <a:r>
              <a:rPr kumimoji="0" lang="zh-CN" altLang="en-US" sz="28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26670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1797" name="对象 4">
            <a:extLst>
              <a:ext uri="{FF2B5EF4-FFF2-40B4-BE49-F238E27FC236}">
                <a16:creationId xmlns:a16="http://schemas.microsoft.com/office/drawing/2014/main" id="{7748E147-9E2D-187B-AAAC-7DF5A8FF273C}"/>
              </a:ext>
            </a:extLst>
          </p:cNvPr>
          <p:cNvGraphicFramePr>
            <a:graphicFrameLocks noChangeAspect="1"/>
          </p:cNvGraphicFramePr>
          <p:nvPr/>
        </p:nvGraphicFramePr>
        <p:xfrm>
          <a:off x="1692275" y="1676400"/>
          <a:ext cx="5892800" cy="2959100"/>
        </p:xfrm>
        <a:graphic>
          <a:graphicData uri="http://schemas.openxmlformats.org/presentationml/2006/ole">
            <mc:AlternateContent xmlns:mc="http://schemas.openxmlformats.org/markup-compatibility/2006">
              <mc:Choice xmlns:v="urn:schemas-microsoft-com:vml" Requires="v">
                <p:oleObj name="Equation" r:id="rId2" imgW="82804000" imgH="41541700" progId="Equation.DSMT4">
                  <p:embed/>
                </p:oleObj>
              </mc:Choice>
              <mc:Fallback>
                <p:oleObj name="Equation" r:id="rId2" imgW="82804000" imgH="41541700" progId="Equation.DSMT4">
                  <p:embed/>
                  <p:pic>
                    <p:nvPicPr>
                      <p:cNvPr id="161797" name="对象 4">
                        <a:extLst>
                          <a:ext uri="{FF2B5EF4-FFF2-40B4-BE49-F238E27FC236}">
                            <a16:creationId xmlns:a16="http://schemas.microsoft.com/office/drawing/2014/main" id="{7748E147-9E2D-187B-AAAC-7DF5A8FF2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676400"/>
                        <a:ext cx="5892800"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a:extLst>
              <a:ext uri="{FF2B5EF4-FFF2-40B4-BE49-F238E27FC236}">
                <a16:creationId xmlns:a16="http://schemas.microsoft.com/office/drawing/2014/main" id="{F487DF1C-A7B2-B8F6-CACF-87976D0D7BA3}"/>
              </a:ext>
            </a:extLst>
          </p:cNvPr>
          <p:cNvSpPr>
            <a:spLocks noChangeArrowheads="1"/>
          </p:cNvSpPr>
          <p:nvPr/>
        </p:nvSpPr>
        <p:spPr bwMode="auto">
          <a:xfrm>
            <a:off x="250825" y="3963988"/>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5000">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F3A9BE-4FEB-0633-DF68-8491859A4E83}"/>
              </a:ext>
            </a:extLst>
          </p:cNvPr>
          <p:cNvSpPr/>
          <p:nvPr/>
        </p:nvSpPr>
        <p:spPr>
          <a:xfrm>
            <a:off x="323850" y="620713"/>
            <a:ext cx="215956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a:ea typeface="宋体"/>
                <a:cs typeface="+mn-cs"/>
              </a:rPr>
              <a:t>SM4</a:t>
            </a:r>
            <a:r>
              <a:rPr kumimoji="0" lang="zh-CN" altLang="en-US" sz="2800" b="0" i="0" u="none" strike="noStrike" kern="1200" cap="none" spc="0" normalizeH="0" baseline="0" noProof="0" dirty="0">
                <a:ln>
                  <a:noFill/>
                </a:ln>
                <a:solidFill>
                  <a:srgbClr val="000000"/>
                </a:solidFill>
                <a:effectLst/>
                <a:uLnTx/>
                <a:uFillTx/>
                <a:latin typeface="宋体"/>
                <a:ea typeface="宋体"/>
                <a:cs typeface="+mn-cs"/>
              </a:rPr>
              <a:t>算法描述</a:t>
            </a:r>
            <a:endParaRPr kumimoji="0" lang="en-US" altLang="zh-CN" sz="2800" b="0" i="0" u="none" strike="noStrike" kern="1200" cap="none" spc="0" normalizeH="0" baseline="0" noProof="0" dirty="0">
              <a:ln>
                <a:noFill/>
              </a:ln>
              <a:solidFill>
                <a:srgbClr val="000000"/>
              </a:solidFill>
              <a:effectLst/>
              <a:uLnTx/>
              <a:uFillTx/>
              <a:latin typeface="宋体"/>
              <a:ea typeface="宋体"/>
              <a:cs typeface="+mn-cs"/>
            </a:endParaRPr>
          </a:p>
        </p:txBody>
      </p:sp>
      <p:sp>
        <p:nvSpPr>
          <p:cNvPr id="4" name="矩形 3">
            <a:extLst>
              <a:ext uri="{FF2B5EF4-FFF2-40B4-BE49-F238E27FC236}">
                <a16:creationId xmlns:a16="http://schemas.microsoft.com/office/drawing/2014/main" id="{2A297A54-2344-3BDC-781F-561582603C25}"/>
              </a:ext>
            </a:extLst>
          </p:cNvPr>
          <p:cNvSpPr/>
          <p:nvPr/>
        </p:nvSpPr>
        <p:spPr>
          <a:xfrm>
            <a:off x="323850" y="1125538"/>
            <a:ext cx="2032000" cy="460375"/>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密钥扩展算法</a:t>
            </a:r>
          </a:p>
        </p:txBody>
      </p:sp>
      <p:sp>
        <p:nvSpPr>
          <p:cNvPr id="28" name="矩形 27">
            <a:extLst>
              <a:ext uri="{FF2B5EF4-FFF2-40B4-BE49-F238E27FC236}">
                <a16:creationId xmlns:a16="http://schemas.microsoft.com/office/drawing/2014/main" id="{410940F0-D393-CAE4-1229-00C751C204BE}"/>
              </a:ext>
            </a:extLst>
          </p:cNvPr>
          <p:cNvSpPr/>
          <p:nvPr/>
        </p:nvSpPr>
        <p:spPr>
          <a:xfrm>
            <a:off x="539750" y="1557338"/>
            <a:ext cx="7848600" cy="4524375"/>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设输入的加密密钥为                       ，输出轮密钥为                ，密钥扩展算法可描述如下，其中               为中间数据：</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其中的变换   与加密算法轮函数中的  基本相同，只将其中的线性变化  修改为以下的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    密钥扩展算法的结构与加密算法的结构类似，也是采用了</a:t>
            </a:r>
            <a:r>
              <a:rPr kumimoji="0" lang="en-US" altLang="zh-CN"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24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轮的迭代处理。</a:t>
            </a:r>
          </a:p>
        </p:txBody>
      </p:sp>
      <p:sp>
        <p:nvSpPr>
          <p:cNvPr id="29" name="Rectangle 28">
            <a:extLst>
              <a:ext uri="{FF2B5EF4-FFF2-40B4-BE49-F238E27FC236}">
                <a16:creationId xmlns:a16="http://schemas.microsoft.com/office/drawing/2014/main" id="{CA59A5AF-E2BD-AC20-BA1F-B730A8417A3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23" name="对象 29">
            <a:extLst>
              <a:ext uri="{FF2B5EF4-FFF2-40B4-BE49-F238E27FC236}">
                <a16:creationId xmlns:a16="http://schemas.microsoft.com/office/drawing/2014/main" id="{602A87FC-9D11-0782-0F44-13D7EE0452DA}"/>
              </a:ext>
            </a:extLst>
          </p:cNvPr>
          <p:cNvGraphicFramePr>
            <a:graphicFrameLocks noChangeAspect="1"/>
          </p:cNvGraphicFramePr>
          <p:nvPr/>
        </p:nvGraphicFramePr>
        <p:xfrm>
          <a:off x="3995738" y="1643063"/>
          <a:ext cx="3406775" cy="412750"/>
        </p:xfrm>
        <a:graphic>
          <a:graphicData uri="http://schemas.openxmlformats.org/presentationml/2006/ole">
            <mc:AlternateContent xmlns:mc="http://schemas.openxmlformats.org/markup-compatibility/2006">
              <mc:Choice xmlns:v="urn:schemas-microsoft-com:vml" Requires="v">
                <p:oleObj name="Equation" r:id="rId2" imgW="43599100" imgH="5270500" progId="Equation.DSMT4">
                  <p:embed/>
                </p:oleObj>
              </mc:Choice>
              <mc:Fallback>
                <p:oleObj name="Equation" r:id="rId2" imgW="43599100" imgH="5270500" progId="Equation.DSMT4">
                  <p:embed/>
                  <p:pic>
                    <p:nvPicPr>
                      <p:cNvPr id="162823" name="对象 29">
                        <a:extLst>
                          <a:ext uri="{FF2B5EF4-FFF2-40B4-BE49-F238E27FC236}">
                            <a16:creationId xmlns:a16="http://schemas.microsoft.com/office/drawing/2014/main" id="{602A87FC-9D11-0782-0F44-13D7EE0452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643063"/>
                        <a:ext cx="34067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Rectangle 30">
            <a:extLst>
              <a:ext uri="{FF2B5EF4-FFF2-40B4-BE49-F238E27FC236}">
                <a16:creationId xmlns:a16="http://schemas.microsoft.com/office/drawing/2014/main" id="{4FCA3D67-AD16-30FA-F789-95740FAC555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25" name="对象 31">
            <a:extLst>
              <a:ext uri="{FF2B5EF4-FFF2-40B4-BE49-F238E27FC236}">
                <a16:creationId xmlns:a16="http://schemas.microsoft.com/office/drawing/2014/main" id="{0B2779C8-350A-20DE-7F22-5AF434E6D02F}"/>
              </a:ext>
            </a:extLst>
          </p:cNvPr>
          <p:cNvGraphicFramePr>
            <a:graphicFrameLocks noChangeAspect="1"/>
          </p:cNvGraphicFramePr>
          <p:nvPr/>
        </p:nvGraphicFramePr>
        <p:xfrm>
          <a:off x="2236788" y="1990725"/>
          <a:ext cx="2370137" cy="404813"/>
        </p:xfrm>
        <a:graphic>
          <a:graphicData uri="http://schemas.openxmlformats.org/presentationml/2006/ole">
            <mc:AlternateContent xmlns:mc="http://schemas.openxmlformats.org/markup-compatibility/2006">
              <mc:Choice xmlns:v="urn:schemas-microsoft-com:vml" Requires="v">
                <p:oleObj name="Equation" r:id="rId4" imgW="33934400" imgH="5854700" progId="Equation.DSMT4">
                  <p:embed/>
                </p:oleObj>
              </mc:Choice>
              <mc:Fallback>
                <p:oleObj name="Equation" r:id="rId4" imgW="33934400" imgH="5854700" progId="Equation.DSMT4">
                  <p:embed/>
                  <p:pic>
                    <p:nvPicPr>
                      <p:cNvPr id="162825" name="对象 31">
                        <a:extLst>
                          <a:ext uri="{FF2B5EF4-FFF2-40B4-BE49-F238E27FC236}">
                            <a16:creationId xmlns:a16="http://schemas.microsoft.com/office/drawing/2014/main" id="{0B2779C8-350A-20DE-7F22-5AF434E6D0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6788" y="1990725"/>
                        <a:ext cx="23701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ctangle 32">
            <a:extLst>
              <a:ext uri="{FF2B5EF4-FFF2-40B4-BE49-F238E27FC236}">
                <a16:creationId xmlns:a16="http://schemas.microsoft.com/office/drawing/2014/main" id="{E6BC1C4E-5904-9226-1360-A7FD58911F0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27" name="对象 33">
            <a:extLst>
              <a:ext uri="{FF2B5EF4-FFF2-40B4-BE49-F238E27FC236}">
                <a16:creationId xmlns:a16="http://schemas.microsoft.com/office/drawing/2014/main" id="{EE7B0095-A131-3C8C-8CC7-C1AD1694F265}"/>
              </a:ext>
            </a:extLst>
          </p:cNvPr>
          <p:cNvGraphicFramePr>
            <a:graphicFrameLocks noChangeAspect="1"/>
          </p:cNvGraphicFramePr>
          <p:nvPr/>
        </p:nvGraphicFramePr>
        <p:xfrm>
          <a:off x="1644650" y="2332038"/>
          <a:ext cx="2087563" cy="411162"/>
        </p:xfrm>
        <a:graphic>
          <a:graphicData uri="http://schemas.openxmlformats.org/presentationml/2006/ole">
            <mc:AlternateContent xmlns:mc="http://schemas.openxmlformats.org/markup-compatibility/2006">
              <mc:Choice xmlns:v="urn:schemas-microsoft-com:vml" Requires="v">
                <p:oleObj name="Equation" r:id="rId6" imgW="29260800" imgH="5854700" progId="Equation.DSMT4">
                  <p:embed/>
                </p:oleObj>
              </mc:Choice>
              <mc:Fallback>
                <p:oleObj name="Equation" r:id="rId6" imgW="29260800" imgH="5854700" progId="Equation.DSMT4">
                  <p:embed/>
                  <p:pic>
                    <p:nvPicPr>
                      <p:cNvPr id="162827" name="对象 33">
                        <a:extLst>
                          <a:ext uri="{FF2B5EF4-FFF2-40B4-BE49-F238E27FC236}">
                            <a16:creationId xmlns:a16="http://schemas.microsoft.com/office/drawing/2014/main" id="{EE7B0095-A131-3C8C-8CC7-C1AD1694F2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4650" y="2332038"/>
                        <a:ext cx="208756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Rectangle 34">
            <a:extLst>
              <a:ext uri="{FF2B5EF4-FFF2-40B4-BE49-F238E27FC236}">
                <a16:creationId xmlns:a16="http://schemas.microsoft.com/office/drawing/2014/main" id="{1DADA898-A24B-5801-3F66-F905A7DB099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29" name="对象 35">
            <a:extLst>
              <a:ext uri="{FF2B5EF4-FFF2-40B4-BE49-F238E27FC236}">
                <a16:creationId xmlns:a16="http://schemas.microsoft.com/office/drawing/2014/main" id="{72D87CBD-8457-7850-33F9-B6731012FE9B}"/>
              </a:ext>
            </a:extLst>
          </p:cNvPr>
          <p:cNvGraphicFramePr>
            <a:graphicFrameLocks noChangeAspect="1"/>
          </p:cNvGraphicFramePr>
          <p:nvPr/>
        </p:nvGraphicFramePr>
        <p:xfrm>
          <a:off x="622300" y="2765425"/>
          <a:ext cx="7766050" cy="387350"/>
        </p:xfrm>
        <a:graphic>
          <a:graphicData uri="http://schemas.openxmlformats.org/presentationml/2006/ole">
            <mc:AlternateContent xmlns:mc="http://schemas.openxmlformats.org/markup-compatibility/2006">
              <mc:Choice xmlns:v="urn:schemas-microsoft-com:vml" Requires="v">
                <p:oleObj name="Equation" r:id="rId8" imgW="105905300" imgH="5270500" progId="Equation.DSMT4">
                  <p:embed/>
                </p:oleObj>
              </mc:Choice>
              <mc:Fallback>
                <p:oleObj name="Equation" r:id="rId8" imgW="105905300" imgH="5270500" progId="Equation.DSMT4">
                  <p:embed/>
                  <p:pic>
                    <p:nvPicPr>
                      <p:cNvPr id="162829" name="对象 35">
                        <a:extLst>
                          <a:ext uri="{FF2B5EF4-FFF2-40B4-BE49-F238E27FC236}">
                            <a16:creationId xmlns:a16="http://schemas.microsoft.com/office/drawing/2014/main" id="{72D87CBD-8457-7850-33F9-B6731012FE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2300" y="2765425"/>
                        <a:ext cx="77660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Rectangle 36">
            <a:extLst>
              <a:ext uri="{FF2B5EF4-FFF2-40B4-BE49-F238E27FC236}">
                <a16:creationId xmlns:a16="http://schemas.microsoft.com/office/drawing/2014/main" id="{CC2AE3D4-BEDA-2459-0436-D1EAD49C7CC4}"/>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31" name="对象 37">
            <a:extLst>
              <a:ext uri="{FF2B5EF4-FFF2-40B4-BE49-F238E27FC236}">
                <a16:creationId xmlns:a16="http://schemas.microsoft.com/office/drawing/2014/main" id="{FED48D87-6A6F-B105-607D-80CD74CAED32}"/>
              </a:ext>
            </a:extLst>
          </p:cNvPr>
          <p:cNvGraphicFramePr>
            <a:graphicFrameLocks noChangeAspect="1"/>
          </p:cNvGraphicFramePr>
          <p:nvPr/>
        </p:nvGraphicFramePr>
        <p:xfrm>
          <a:off x="622300" y="3152775"/>
          <a:ext cx="2970213" cy="369888"/>
        </p:xfrm>
        <a:graphic>
          <a:graphicData uri="http://schemas.openxmlformats.org/presentationml/2006/ole">
            <mc:AlternateContent xmlns:mc="http://schemas.openxmlformats.org/markup-compatibility/2006">
              <mc:Choice xmlns:v="urn:schemas-microsoft-com:vml" Requires="v">
                <p:oleObj name="Equation" r:id="rId10" imgW="38036500" imgH="4686300" progId="Equation.DSMT4">
                  <p:embed/>
                </p:oleObj>
              </mc:Choice>
              <mc:Fallback>
                <p:oleObj name="Equation" r:id="rId10" imgW="38036500" imgH="4686300" progId="Equation.DSMT4">
                  <p:embed/>
                  <p:pic>
                    <p:nvPicPr>
                      <p:cNvPr id="162831" name="对象 37">
                        <a:extLst>
                          <a:ext uri="{FF2B5EF4-FFF2-40B4-BE49-F238E27FC236}">
                            <a16:creationId xmlns:a16="http://schemas.microsoft.com/office/drawing/2014/main" id="{FED48D87-6A6F-B105-607D-80CD74CAED3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300" y="3152775"/>
                        <a:ext cx="2970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Rectangle 38">
            <a:extLst>
              <a:ext uri="{FF2B5EF4-FFF2-40B4-BE49-F238E27FC236}">
                <a16:creationId xmlns:a16="http://schemas.microsoft.com/office/drawing/2014/main" id="{4722781C-4530-7AE8-5C9B-0580C0D9DF8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33" name="对象 39">
            <a:extLst>
              <a:ext uri="{FF2B5EF4-FFF2-40B4-BE49-F238E27FC236}">
                <a16:creationId xmlns:a16="http://schemas.microsoft.com/office/drawing/2014/main" id="{97C7C827-F770-09AD-F244-F8026CBE7CB0}"/>
              </a:ext>
            </a:extLst>
          </p:cNvPr>
          <p:cNvGraphicFramePr>
            <a:graphicFrameLocks noChangeAspect="1"/>
          </p:cNvGraphicFramePr>
          <p:nvPr/>
        </p:nvGraphicFramePr>
        <p:xfrm>
          <a:off x="2060575" y="3597275"/>
          <a:ext cx="4656138" cy="371475"/>
        </p:xfrm>
        <a:graphic>
          <a:graphicData uri="http://schemas.openxmlformats.org/presentationml/2006/ole">
            <mc:AlternateContent xmlns:mc="http://schemas.openxmlformats.org/markup-compatibility/2006">
              <mc:Choice xmlns:v="urn:schemas-microsoft-com:vml" Requires="v">
                <p:oleObj name="Equation" r:id="rId12" imgW="66116200" imgH="5270500" progId="Equation.DSMT4">
                  <p:embed/>
                </p:oleObj>
              </mc:Choice>
              <mc:Fallback>
                <p:oleObj name="Equation" r:id="rId12" imgW="66116200" imgH="5270500" progId="Equation.DSMT4">
                  <p:embed/>
                  <p:pic>
                    <p:nvPicPr>
                      <p:cNvPr id="162833" name="对象 39">
                        <a:extLst>
                          <a:ext uri="{FF2B5EF4-FFF2-40B4-BE49-F238E27FC236}">
                            <a16:creationId xmlns:a16="http://schemas.microsoft.com/office/drawing/2014/main" id="{97C7C827-F770-09AD-F244-F8026CBE7CB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0575" y="3597275"/>
                        <a:ext cx="465613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Rectangle 40">
            <a:extLst>
              <a:ext uri="{FF2B5EF4-FFF2-40B4-BE49-F238E27FC236}">
                <a16:creationId xmlns:a16="http://schemas.microsoft.com/office/drawing/2014/main" id="{514A3D4F-0CD7-A923-8907-18F11204D1DF}"/>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35" name="对象 41">
            <a:extLst>
              <a:ext uri="{FF2B5EF4-FFF2-40B4-BE49-F238E27FC236}">
                <a16:creationId xmlns:a16="http://schemas.microsoft.com/office/drawing/2014/main" id="{723C1166-C39C-4165-2EDE-40DF30F2A8AF}"/>
              </a:ext>
            </a:extLst>
          </p:cNvPr>
          <p:cNvGraphicFramePr>
            <a:graphicFrameLocks noChangeAspect="1"/>
          </p:cNvGraphicFramePr>
          <p:nvPr/>
        </p:nvGraphicFramePr>
        <p:xfrm>
          <a:off x="2843213" y="4202113"/>
          <a:ext cx="433387" cy="319087"/>
        </p:xfrm>
        <a:graphic>
          <a:graphicData uri="http://schemas.openxmlformats.org/presentationml/2006/ole">
            <mc:AlternateContent xmlns:mc="http://schemas.openxmlformats.org/markup-compatibility/2006">
              <mc:Choice xmlns:v="urn:schemas-microsoft-com:vml" Requires="v">
                <p:oleObj name="Equation" r:id="rId14" imgW="4102100" imgH="3797300" progId="Equation.DSMT4">
                  <p:embed/>
                </p:oleObj>
              </mc:Choice>
              <mc:Fallback>
                <p:oleObj name="Equation" r:id="rId14" imgW="4102100" imgH="3797300" progId="Equation.DSMT4">
                  <p:embed/>
                  <p:pic>
                    <p:nvPicPr>
                      <p:cNvPr id="162835" name="对象 41">
                        <a:extLst>
                          <a:ext uri="{FF2B5EF4-FFF2-40B4-BE49-F238E27FC236}">
                            <a16:creationId xmlns:a16="http://schemas.microsoft.com/office/drawing/2014/main" id="{723C1166-C39C-4165-2EDE-40DF30F2A8A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43213" y="4202113"/>
                        <a:ext cx="43338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Rectangle 42">
            <a:extLst>
              <a:ext uri="{FF2B5EF4-FFF2-40B4-BE49-F238E27FC236}">
                <a16:creationId xmlns:a16="http://schemas.microsoft.com/office/drawing/2014/main" id="{94194459-E20F-0031-2201-0C9B2272C2B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37" name="对象 43">
            <a:extLst>
              <a:ext uri="{FF2B5EF4-FFF2-40B4-BE49-F238E27FC236}">
                <a16:creationId xmlns:a16="http://schemas.microsoft.com/office/drawing/2014/main" id="{1E70757F-BE12-106E-43A4-5281F67C400F}"/>
              </a:ext>
            </a:extLst>
          </p:cNvPr>
          <p:cNvGraphicFramePr>
            <a:graphicFrameLocks noChangeAspect="1"/>
          </p:cNvGraphicFramePr>
          <p:nvPr/>
        </p:nvGraphicFramePr>
        <p:xfrm>
          <a:off x="6300788" y="4229100"/>
          <a:ext cx="215900" cy="265113"/>
        </p:xfrm>
        <a:graphic>
          <a:graphicData uri="http://schemas.openxmlformats.org/presentationml/2006/ole">
            <mc:AlternateContent xmlns:mc="http://schemas.openxmlformats.org/markup-compatibility/2006">
              <mc:Choice xmlns:v="urn:schemas-microsoft-com:vml" Requires="v">
                <p:oleObj name="Equation" r:id="rId16" imgW="3213100" imgH="3797300" progId="Equation.DSMT4">
                  <p:embed/>
                </p:oleObj>
              </mc:Choice>
              <mc:Fallback>
                <p:oleObj name="Equation" r:id="rId16" imgW="3213100" imgH="3797300" progId="Equation.DSMT4">
                  <p:embed/>
                  <p:pic>
                    <p:nvPicPr>
                      <p:cNvPr id="162837" name="对象 43">
                        <a:extLst>
                          <a:ext uri="{FF2B5EF4-FFF2-40B4-BE49-F238E27FC236}">
                            <a16:creationId xmlns:a16="http://schemas.microsoft.com/office/drawing/2014/main" id="{1E70757F-BE12-106E-43A4-5281F67C400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00788" y="4229100"/>
                        <a:ext cx="215900"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Rectangle 44">
            <a:extLst>
              <a:ext uri="{FF2B5EF4-FFF2-40B4-BE49-F238E27FC236}">
                <a16:creationId xmlns:a16="http://schemas.microsoft.com/office/drawing/2014/main" id="{FA3BCBD1-E906-BFB4-BA67-9C8389B8AB0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39" name="对象 45">
            <a:extLst>
              <a:ext uri="{FF2B5EF4-FFF2-40B4-BE49-F238E27FC236}">
                <a16:creationId xmlns:a16="http://schemas.microsoft.com/office/drawing/2014/main" id="{D0F6518B-56D3-A03D-4247-D0A4776E7EF0}"/>
              </a:ext>
            </a:extLst>
          </p:cNvPr>
          <p:cNvGraphicFramePr>
            <a:graphicFrameLocks noChangeAspect="1"/>
          </p:cNvGraphicFramePr>
          <p:nvPr/>
        </p:nvGraphicFramePr>
        <p:xfrm>
          <a:off x="3408363" y="4525963"/>
          <a:ext cx="295275" cy="366712"/>
        </p:xfrm>
        <a:graphic>
          <a:graphicData uri="http://schemas.openxmlformats.org/presentationml/2006/ole">
            <mc:AlternateContent xmlns:mc="http://schemas.openxmlformats.org/markup-compatibility/2006">
              <mc:Choice xmlns:v="urn:schemas-microsoft-com:vml" Requires="v">
                <p:oleObj name="Equation" r:id="rId18" imgW="3213100" imgH="3797300" progId="Equation.DSMT4">
                  <p:embed/>
                </p:oleObj>
              </mc:Choice>
              <mc:Fallback>
                <p:oleObj name="Equation" r:id="rId18" imgW="3213100" imgH="3797300" progId="Equation.DSMT4">
                  <p:embed/>
                  <p:pic>
                    <p:nvPicPr>
                      <p:cNvPr id="162839" name="对象 45">
                        <a:extLst>
                          <a:ext uri="{FF2B5EF4-FFF2-40B4-BE49-F238E27FC236}">
                            <a16:creationId xmlns:a16="http://schemas.microsoft.com/office/drawing/2014/main" id="{D0F6518B-56D3-A03D-4247-D0A4776E7EF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08363" y="4525963"/>
                        <a:ext cx="295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Rectangle 46">
            <a:extLst>
              <a:ext uri="{FF2B5EF4-FFF2-40B4-BE49-F238E27FC236}">
                <a16:creationId xmlns:a16="http://schemas.microsoft.com/office/drawing/2014/main" id="{8C3F3219-037B-3D3D-823D-6E349080BEF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41" name="对象 47">
            <a:extLst>
              <a:ext uri="{FF2B5EF4-FFF2-40B4-BE49-F238E27FC236}">
                <a16:creationId xmlns:a16="http://schemas.microsoft.com/office/drawing/2014/main" id="{0D168A5C-D46C-ECEA-6448-69964991EA54}"/>
              </a:ext>
            </a:extLst>
          </p:cNvPr>
          <p:cNvGraphicFramePr>
            <a:graphicFrameLocks noChangeAspect="1"/>
          </p:cNvGraphicFramePr>
          <p:nvPr/>
        </p:nvGraphicFramePr>
        <p:xfrm>
          <a:off x="5524500" y="4521200"/>
          <a:ext cx="369888" cy="355600"/>
        </p:xfrm>
        <a:graphic>
          <a:graphicData uri="http://schemas.openxmlformats.org/presentationml/2006/ole">
            <mc:AlternateContent xmlns:mc="http://schemas.openxmlformats.org/markup-compatibility/2006">
              <mc:Choice xmlns:v="urn:schemas-microsoft-com:vml" Requires="v">
                <p:oleObj name="Equation" r:id="rId20" imgW="4102100" imgH="3797300" progId="Equation.DSMT4">
                  <p:embed/>
                </p:oleObj>
              </mc:Choice>
              <mc:Fallback>
                <p:oleObj name="Equation" r:id="rId20" imgW="4102100" imgH="3797300" progId="Equation.DSMT4">
                  <p:embed/>
                  <p:pic>
                    <p:nvPicPr>
                      <p:cNvPr id="162841" name="对象 47">
                        <a:extLst>
                          <a:ext uri="{FF2B5EF4-FFF2-40B4-BE49-F238E27FC236}">
                            <a16:creationId xmlns:a16="http://schemas.microsoft.com/office/drawing/2014/main" id="{0D168A5C-D46C-ECEA-6448-69964991EA54}"/>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24500" y="4521200"/>
                        <a:ext cx="3698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 name="Rectangle 48">
            <a:extLst>
              <a:ext uri="{FF2B5EF4-FFF2-40B4-BE49-F238E27FC236}">
                <a16:creationId xmlns:a16="http://schemas.microsoft.com/office/drawing/2014/main" id="{CBD61A39-7D54-5B66-38CC-43DEDBD14244}"/>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62843" name="对象 49">
            <a:extLst>
              <a:ext uri="{FF2B5EF4-FFF2-40B4-BE49-F238E27FC236}">
                <a16:creationId xmlns:a16="http://schemas.microsoft.com/office/drawing/2014/main" id="{77D4DFCE-6247-506A-AE82-6A400A7876E7}"/>
              </a:ext>
            </a:extLst>
          </p:cNvPr>
          <p:cNvGraphicFramePr>
            <a:graphicFrameLocks noChangeAspect="1"/>
          </p:cNvGraphicFramePr>
          <p:nvPr/>
        </p:nvGraphicFramePr>
        <p:xfrm>
          <a:off x="2355850" y="4946650"/>
          <a:ext cx="3806825" cy="341313"/>
        </p:xfrm>
        <a:graphic>
          <a:graphicData uri="http://schemas.openxmlformats.org/presentationml/2006/ole">
            <mc:AlternateContent xmlns:mc="http://schemas.openxmlformats.org/markup-compatibility/2006">
              <mc:Choice xmlns:v="urn:schemas-microsoft-com:vml" Requires="v">
                <p:oleObj name="Equation" r:id="rId22" imgW="52959000" imgH="4686300" progId="Equation.DSMT4">
                  <p:embed/>
                </p:oleObj>
              </mc:Choice>
              <mc:Fallback>
                <p:oleObj name="Equation" r:id="rId22" imgW="52959000" imgH="4686300" progId="Equation.DSMT4">
                  <p:embed/>
                  <p:pic>
                    <p:nvPicPr>
                      <p:cNvPr id="162843" name="对象 49">
                        <a:extLst>
                          <a:ext uri="{FF2B5EF4-FFF2-40B4-BE49-F238E27FC236}">
                            <a16:creationId xmlns:a16="http://schemas.microsoft.com/office/drawing/2014/main" id="{77D4DFCE-6247-506A-AE82-6A400A7876E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55850" y="4946650"/>
                        <a:ext cx="38068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advClick="0" advTm="5000">
    <p:random/>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84"/>
  <p:tag name="DEFAULTHEIGHT" val="319"/>
</p:tagLst>
</file>

<file path=ppt/theme/theme1.xml><?xml version="1.0" encoding="utf-8"?>
<a:theme xmlns:a="http://schemas.openxmlformats.org/drawingml/2006/main" name="Folienvorlage2">
  <a:themeElements>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Folienvorlage2">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olienvorlage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Folienvorlage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olienvorlage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olienvorlage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olienvorlage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Folienvorlage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smtClean="0"/>
        </a:defPPr>
      </a:lstStyle>
    </a:tx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Folienvorlage2</Template>
  <TotalTime>535</TotalTime>
  <Words>3888</Words>
  <Application>Microsoft Macintosh PowerPoint</Application>
  <PresentationFormat>全屏显示(4:3)</PresentationFormat>
  <Paragraphs>656</Paragraphs>
  <Slides>48</Slides>
  <Notes>14</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3</vt:i4>
      </vt:variant>
      <vt:variant>
        <vt:lpstr>幻灯片标题</vt:lpstr>
      </vt:variant>
      <vt:variant>
        <vt:i4>48</vt:i4>
      </vt:variant>
    </vt:vector>
  </HeadingPairs>
  <TitlesOfParts>
    <vt:vector size="65" baseType="lpstr">
      <vt:lpstr>宋体</vt:lpstr>
      <vt:lpstr>Arial</vt:lpstr>
      <vt:lpstr>Calibri</vt:lpstr>
      <vt:lpstr>Cambria Math</vt:lpstr>
      <vt:lpstr>Helvetica</vt:lpstr>
      <vt:lpstr>Symbol</vt:lpstr>
      <vt:lpstr>Times New Roman</vt:lpstr>
      <vt:lpstr>Verdana</vt:lpstr>
      <vt:lpstr>Webdings</vt:lpstr>
      <vt:lpstr>Wingdings</vt:lpstr>
      <vt:lpstr>Folienvorlage2</vt:lpstr>
      <vt:lpstr>508 Lecture</vt:lpstr>
      <vt:lpstr>1_Lecture</vt:lpstr>
      <vt:lpstr>1_默认设计模板</vt:lpstr>
      <vt:lpstr>Formel</vt:lpstr>
      <vt:lpstr>Equation</vt:lpstr>
      <vt:lpstr>Visio</vt:lpstr>
      <vt:lpstr>   Chapter 4 – The Advanced Encryption Standard (AES) </vt:lpstr>
      <vt:lpstr>Content of this Chapter</vt:lpstr>
      <vt:lpstr>Content of this Chapter</vt:lpstr>
      <vt:lpstr>Some Basic Facts</vt:lpstr>
      <vt:lpstr>Chronology of the AES Selection</vt:lpstr>
      <vt:lpstr>AES: Overview</vt:lpstr>
      <vt:lpstr>AES: Overview</vt:lpstr>
      <vt:lpstr>Content of this Chapter</vt:lpstr>
      <vt:lpstr>Internal Structure of AES</vt:lpstr>
      <vt:lpstr>Internal Structure of AES</vt:lpstr>
      <vt:lpstr>A Brief Introduction to Galois Fields</vt:lpstr>
      <vt:lpstr>Byte Substitution Layer</vt:lpstr>
      <vt:lpstr>AES S-box</vt:lpstr>
      <vt:lpstr>The two operations within the AES S-box</vt:lpstr>
      <vt:lpstr>Diffusion Layer</vt:lpstr>
      <vt:lpstr>ShiftRows Sublayer</vt:lpstr>
      <vt:lpstr>MixColumn Sublayer</vt:lpstr>
      <vt:lpstr>Key Addition Layer</vt:lpstr>
      <vt:lpstr>Key Schedule</vt:lpstr>
      <vt:lpstr>Key Schedule</vt:lpstr>
      <vt:lpstr>Key Schedule</vt:lpstr>
      <vt:lpstr>Content of this Chapter</vt:lpstr>
      <vt:lpstr>Decryption</vt:lpstr>
      <vt:lpstr>Decryption</vt:lpstr>
      <vt:lpstr>Decryption</vt:lpstr>
      <vt:lpstr>Decryption</vt:lpstr>
      <vt:lpstr>Content of this Chapter</vt:lpstr>
      <vt:lpstr>Implementation in Software</vt:lpstr>
      <vt:lpstr>Security</vt:lpstr>
      <vt:lpstr>Attacks on the implementation</vt:lpstr>
      <vt:lpstr>Lessons Learned</vt:lpstr>
      <vt:lpstr>Avalanche Effect in A E S: Change in Plaintext (1 of 2)</vt:lpstr>
      <vt:lpstr>Avalanche Effect in A E S: Change in Plaintext (2 of 2)</vt:lpstr>
      <vt:lpstr>Avalanche Effect in A E S: Change in Key (1 of 2)</vt:lpstr>
      <vt:lpstr>Avalanche Effect in A E S: Change in Key (2 of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subject>Auswertung</dc:subject>
  <dc:creator>Jan Pelzl</dc:creator>
  <cp:lastModifiedBy>Jing Liu</cp:lastModifiedBy>
  <cp:revision>653</cp:revision>
  <cp:lastPrinted>2003-07-29T11:52:19Z</cp:lastPrinted>
  <dcterms:created xsi:type="dcterms:W3CDTF">2004-07-26T14:24:04Z</dcterms:created>
  <dcterms:modified xsi:type="dcterms:W3CDTF">2024-10-13T14:38:19Z</dcterms:modified>
</cp:coreProperties>
</file>