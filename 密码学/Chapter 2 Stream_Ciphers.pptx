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ink/ink2.xml" ContentType="application/inkml+xml"/>
  <Override PartName="/ppt/notesSlides/notesSlide7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8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8.xml" ContentType="application/inkml+xml"/>
  <Override PartName="/ppt/notesSlides/notesSlide15.xml" ContentType="application/vnd.openxmlformats-officedocument.presentationml.notesSlide+xml"/>
  <Override PartName="/ppt/ink/ink9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  <p:sldMasterId id="2147483997" r:id="rId2"/>
  </p:sldMasterIdLst>
  <p:notesMasterIdLst>
    <p:notesMasterId r:id="rId44"/>
  </p:notesMasterIdLst>
  <p:handoutMasterIdLst>
    <p:handoutMasterId r:id="rId45"/>
  </p:handout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441" r:id="rId10"/>
    <p:sldId id="442" r:id="rId11"/>
    <p:sldId id="264" r:id="rId12"/>
    <p:sldId id="266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448" r:id="rId21"/>
    <p:sldId id="456" r:id="rId22"/>
    <p:sldId id="445" r:id="rId23"/>
    <p:sldId id="444" r:id="rId24"/>
    <p:sldId id="270" r:id="rId25"/>
    <p:sldId id="447" r:id="rId26"/>
    <p:sldId id="275" r:id="rId27"/>
    <p:sldId id="277" r:id="rId28"/>
    <p:sldId id="276" r:id="rId29"/>
    <p:sldId id="278" r:id="rId30"/>
    <p:sldId id="457" r:id="rId31"/>
    <p:sldId id="279" r:id="rId32"/>
    <p:sldId id="458" r:id="rId33"/>
    <p:sldId id="280" r:id="rId34"/>
    <p:sldId id="450" r:id="rId35"/>
    <p:sldId id="451" r:id="rId36"/>
    <p:sldId id="452" r:id="rId37"/>
    <p:sldId id="453" r:id="rId38"/>
    <p:sldId id="454" r:id="rId39"/>
    <p:sldId id="449" r:id="rId40"/>
    <p:sldId id="455" r:id="rId41"/>
    <p:sldId id="281" r:id="rId42"/>
    <p:sldId id="282" r:id="rId43"/>
  </p:sldIdLst>
  <p:sldSz cx="9144000" cy="6858000" type="screen4x3"/>
  <p:notesSz cx="7099300" cy="10234613"/>
  <p:custDataLst>
    <p:tags r:id="rId46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Keine Formatvorlage, Tabellengitternetz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51" autoAdjust="0"/>
    <p:restoredTop sz="77027" autoAdjust="0"/>
  </p:normalViewPr>
  <p:slideViewPr>
    <p:cSldViewPr>
      <p:cViewPr varScale="1">
        <p:scale>
          <a:sx n="124" d="100"/>
          <a:sy n="124" d="100"/>
        </p:scale>
        <p:origin x="2696" y="176"/>
      </p:cViewPr>
      <p:guideLst>
        <p:guide orient="horz" pos="411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11" d="100"/>
          <a:sy n="111" d="100"/>
        </p:scale>
        <p:origin x="472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gs" Target="tags/tag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D72F23E-759B-6437-C331-92832D434D7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>
            <a:lvl1pPr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5728D5B1-CF0F-DF92-FBA9-A52D7AE51E9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87800" y="0"/>
            <a:ext cx="311150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>
            <a:lvl1pPr algn="r"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B5FAEE8E-3323-573A-B45E-DD8939CEE31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56775"/>
            <a:ext cx="31115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b" anchorCtr="0" compatLnSpc="1">
            <a:prstTxWarp prst="textNoShape">
              <a:avLst/>
            </a:prstTxWarp>
          </a:bodyPr>
          <a:lstStyle>
            <a:lvl1pPr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F88022B8-4558-3A52-613B-2C85F0099E3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87800" y="9756775"/>
            <a:ext cx="31115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b" anchorCtr="0" compatLnSpc="1">
            <a:prstTxWarp prst="textNoShape">
              <a:avLst/>
            </a:prstTxWarp>
          </a:bodyPr>
          <a:lstStyle>
            <a:lvl1pPr algn="r" defTabSz="949325">
              <a:defRPr sz="1300">
                <a:latin typeface="Times New Roman" panose="02020603050405020304" pitchFamily="18" charset="0"/>
              </a:defRPr>
            </a:lvl1pPr>
          </a:lstStyle>
          <a:p>
            <a:fld id="{A055D939-D3B4-224B-A1B3-7C832F6A463A}" type="slidenum">
              <a:rPr lang="de-DE" altLang="zh-CN"/>
              <a:pPr/>
              <a:t>‹#›</a:t>
            </a:fld>
            <a:endParaRPr lang="de-DE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9T03:26:42.4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9550 3410 24575,'37'0'0,"2"0"0,3 0 0,-8 0 0,-9 0 0,-8 0 0,0-1 0,8-2 0,11-3 0,9-1 0,5 1 0,-4-1 0,-7 2 0,-3-1 0,6 3 0,13 0 0,-21 2 0,2 1 0,5-1 0,1 1 0,1-1 0,1 0 0,-2 0 0,1-1 0,-4 1 0,0 0 0,-3 0 0,0 0 0,0 1 0,0 0 0,0 0 0,1 0 0,2 0 0,1 0 0,1 0 0,0 0 0,-1 0 0,0 0 0,-1 0 0,-1 0 0,-3 0 0,1 0 0,0 1 0,0 0 0,2 0 0,-1 0 0,2 1 0,0-1 0,0 0 0,1 0 0,-1-1 0,0 1 0,-1-1 0,0 0 0,-2 0 0,0 0 0,1-1 0,1 2 0,3 0 0,1 0 0,5 0 0,1 1 0,4-1 0,1 1 0,1 0 0,0 1 0,0-2 0,1 0 0,-1 1 0,0-1 0,0 1 0,-1-1 0,-1-1 0,1 1 0,-1 1 0,0 1 0,-1 1 0,0 1 0,0 1 0,-1 1 0,-1 0 0,-2 1 0,-6-2 0,-2 0 0,22 5 0,-20-3 0,-17-2 0,-13 0 0,-11-3 0,-1-2 0,-3 0 0</inkml:trace>
  <inkml:trace contextRef="#ctx0" brushRef="#br0" timeOffset="1902">5544 3807 24575,'0'31'0,"0"16"0,0-13 0,0 3 0,0 8 0,0 4 0,0 9 0,0 3 0,0 6 0,0 1 0,0 2 0,0 0 0,0 0 0,0-1 0,1-5 0,2-2 0,2-1 0,4 0 0,4 0 0,3-1 0,4-1 0,4-2 0,2 0 0,3-2 0,1-2 0,2-3 0,-1-4 0,2-1 0,0-5 0,2-3 0,-1-4 0,0-2 0,-2-4 0,0-3 0,1-2 0,1-3 0,1-1 0,0-1 0,1-2 0,3-3 0,5-1 0,3-3 0,3-1 0,2-3 0,3-2 0,3-3 0,4-4 0,1-4 0,0-6 0,1-5-279,-19 1 1,0-4 0,0-2 278,4-5 0,0-4 0,0-2-481,5-7 1,0-2 0,-1-2 480,-12 10 0,0 0 0,-1-2 0,0 1 0,-1-1 0,-1-1 0,0 0 0,-2 1-156,7-11 1,-3 0-1,-3 1 156,-8 7 0,-3 0 0,-3 0 0,4-16 0,-6 0 0,-8 6 0,-6-2 0,-5-3 0,-5-1 0,-5-1 0,-5 1 0,-6-1 0,-6 1 0,-8 1 0,-4 3 0,-4 6 0,-4 1 0,-4 2 0,-2 1 0,-1 4 0,-2 1 0,-4 2 0,-1 2 0,1 5 0,-2 2 0,-2 5 0,-1 3 0,1 6 0,-1 3 0,5 5 0,2 2 377,3 2 0,3 0-377,7 2 0,3 0 1464,-27 0-1464,14 0 525,12 1-525,14 2 0,13 4 0,8-3 0,4 1 0</inkml:trace>
  <inkml:trace contextRef="#ctx0" brushRef="#br0" timeOffset="3984">18347 4017 24575,'-18'0'0,"2"0"0,-12 0 0,-1 0 0,-6 2 0,-1 4 0,7 12 0,0 15 0,0 17 0,15-17 0,2 4 0,-2 5 0,0 2 0,0 7 0,1 3 0,1 4 0,0 2 0,1 0 0,1 0 0,3 0 0,2-1 0,1-5 0,1-1 0,2-6 0,1-2 0,1-5 0,0-2 0,6 26 0,13-4 0,7-15 0,4-1 0,-5-10 0,2 0 0,11 12 0,2-3 0,-10-17 0,-1-3 0,3-2 0,1-2 0,1-3 0,1-1 0,2-3 0,2 0 0,6 0 0,2-1 0,6-1 0,2-1 0,9 0 0,2-2 0,2-1 0,0-1 0,-1-2 0,-2-1 0,-9-2 0,-4-1 0,-12-2 0,-4-1 0,12-7 0,-23-8 0,-4-13 0,7-18 0,-8 14 0,1-2 0,5-6 0,1-2 0,0-2 0,1 0 0,-2 1 0,-2 0 0,-2 0 0,-4-1 0,-5-1 0,-2 0 0,-3-4 0,-4-1 0,-2-2 0,-5-2 0,-8-1 0,-7-1 0,-7 1 0,-7 2 0,4 18 0,-4 2 0,-2 0-169,-4 1 1,-2 1 0,-2 1 168,0 2 0,-1 2 0,0 0 0,0 2 0,-1 1 0,1 1 0,-16-6 0,2 3 0,5 4 0,2 3 0,8 7 0,1 3 0,-25-2 0,11 9 0,-2 9 0,28-4 0,2 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9T03:32:12.9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13213 2823 24575,'0'17'0,"0"7"0,0 4 0,0 4 0,0-3 0,0 6 0,0-9 0,0 4 0,0-13 0,0-1 0,0-3 0,0 2 0,0 3 0,-2 4 0,0 3 0,0 2 0,2 1 0,-2-1 0,0-2 0,-2 1 0,-1-1 0,1 1 0,-1 3 0,1 0 0,0 0 0,0 0 0,2 0 0,1 0 0,1 2 0,0 0 0,-2-2 0,1-3 0,-1-3 0,0-3 0,1 1 0,-1-1 0,0-2 0,1-4 0,1-3 0,0-2 0,0 1 0,0 2 0,0 2 0,0-1 0,0 0 0,0-2 0,0-5 0,0-2 0</inkml:trace>
  <inkml:trace contextRef="#ctx0" brushRef="#br0" timeOffset="1952">13023 3634 24575,'0'20'0,"0"6"0,2 9 0,4 4 0,4-5 0,4-3 0,1-2 0,-2-5 0,-1-2 0,-2-1 0,1 1 0,1 0 0,0 2 0,-2-3 0,-3-5 0,-1-5 0,-2-6 0,-1-7 0,-2-4 0,-1-6 0,3-3 0,1-5 0,4-2 0,0-2 0,1 1 0,-3 3 0,-2 4 0,-1 3 0,1-3 0,3-4 0,4-5 0,2 0 0,1 7 0,0 6 0,-1 4 0,1 0 0,-1-1 0,-5 4 0,-2 1 0</inkml:trace>
  <inkml:trace contextRef="#ctx0" brushRef="#br0" timeOffset="3269">13133 1858 24575,'0'24'0,"0"12"0,0 16 0,0 7 0,0-1 0,0-4 0,0-8 0,0-8 0,0-10 0,0-8 0,0-4 0,0-4 0,0-2 0,0-5 0,0-3 0</inkml:trace>
  <inkml:trace contextRef="#ctx0" brushRef="#br0" timeOffset="5004">13304 1929 24575,'0'21'0,"1"4"0,4 9 0,5 5 0,4 3 0,3 1 0,-1-4 0,0 0 0,0-3 0,0-3 0,-2-4 0,-3-7 0,-2-5 0,-3-7 0,0-5 0,0-6 0,-1-5 0,1-5 0,2-7 0,0-7 0,-1-5 0,-2-7 0,1-11 0,2-9 0,3-8 0,2-3 0,-2 4 0,-3 11 0,-3 15 0,-3 15 0,0 14 0,0 8 0,-1 2 0,-1 3 0</inkml:trace>
  <inkml:trace contextRef="#ctx0" brushRef="#br0" timeOffset="7886">13952 2078 24575,'0'7'0,"0"1"0,0 6 0,0 0 0,0 3 0,0 0 0,0-1 0,0 0 0,0-1 0,2-2 0,7 1 0,5-1 0,5-1 0,4-5 0,-1-2 0,-2-1 0,-1-2 0,-4 0 0,-5-3 0,-4-2 0,-1-4 0,-2-3 0,-1-1 0,-1-1 0,-1 1 0,0-1 0,0 1 0,0-2 0,-4-1 0,-7-1 0,-3 0 0,-5 4 0,3 4 0,2 3 0,3 2 0,3 1 0,1 1 0,0 0 0,-1 0 0,-1 0 0,0-1 0,3-1 0,5-3 0,9-3 0,8-2 0,11-2 0,10 0 0,4 3 0,3 1 0,24-5 0,-19 6 0,-3 0 0,3 1 0,-17 4 0,-16 3 0,-10 3 0,-3 4 0,-3 3 0,-1 3 0,-1-1 0,-2 1 0,1 1 0,1 8 0,1 10 0,1 8 0,0-1 0,0-7 0,0-14 0,0-13 0,0-27 0,0-7 0,0-24 0,2-2 0,8-11 0,9 2 0,5 11 0,1 18 0,-6 19 0,-4 10 0,2 4 0,5 5 0,6 5 0,0 2 0,-6 2 0,-9-4 0,-7-2 0,-4-2 0,-2-3 0,0 0 0</inkml:trace>
  <inkml:trace contextRef="#ctx0" brushRef="#br0" timeOffset="9636">15067 2012 24575,'0'50'0,"0"10"0,0-19 0,0 2 0,0 1 0,0 1 0,0 2 0,0 1 0,0-3 0,0-1 0,0-5 0,0-1 0,0 27 0,0-19 0,0-18 0,0-15 0,0-14 0,2-12 0,0-13 0,2-9 0,2-10 0,1-11 0,0-14 0,-3 30 0,1-1 0,0-1 0,0 2 0,4-28 0,0 21 0,-3 22 0,1 14 0,1 7 0,1 4 0,1-1 0,-2 1 0,2 1 0,0 2 0,1 1 0,-1 1 0,-3-1 0,-3 0 0,-4 2 0,0 4 0,3 11 0,1 13 0,3 12 0,2 12 0,-2 0 0,-1-6 0,-2-11 0,-2-16 0,1-10 0,-3-9 0,1-4 0</inkml:trace>
  <inkml:trace contextRef="#ctx0" brushRef="#br0" timeOffset="13036">15511 2201 24575,'0'14'0,"0"1"0,0 2 0,0 9 0,0 4 0,0 1 0,3-5 0,3-7 0,7-3 0,4-3 0,1-2 0,-1-3 0,-3-4 0,0-3 0,-3-1 0,-2 0 0,-2-5 0,-4-4 0,0-5 0,-3-4 0,0 1 0,0-1 0,0-2 0,0-4 0,0-4 0,0 1 0,0 3 0,-3 5 0,-2 6 0,-5 7 0,-3 4 0,0 2 0,1 0 0,4 0 0,6 0 0,16 0 0,2-2 0,16-4 0,0-2 0,3-1 0,-1 1 0,-6 2 0,-10 2 0,-7 3 0,-3 1 0,-2 0 0,-1 0 0,0 1 0,-2 2 0,-2 3 0,-1 3 0,0 3 0,0 7 0,1 9 0,3 10 0,5 12 0,3 7 0,3 0 0,-3-7 0,-4-14 0,-1-15 0,-4-11 0,-1-11 0,-1-8 0,-1-7 0,2-5 0,0-6 0,2-7 0,3-5 0,3-5 0,2-1 0,1 5 0,-3 9 0,-1 11 0,-2 10 0,0 6 0,0 2 0,-1 3 0,-2 2 0,0 3 0,-1 3 0,2 4 0,0 7 0,1 4 0,0 10 0,0 5 0,3 5 0,-1 3 0,0-2 0,0-6 0,0-9 0,-3-8 0,-2-8 0,1-4 0,0-4 0,0-4 0,-1-2 0</inkml:trace>
  <inkml:trace contextRef="#ctx0" brushRef="#br0" timeOffset="14586">16301 2259 24575,'-4'4'0,"1"2"0,3 6 0,-1-1 0,-2-1 0,-3-1 0,-4 2 0,-3 3 0,-2-1 0,0 1 0,4-1 0,6-3 0,4-3 0,0-1 0,1-1 0,0 0 0,0 2 0,0 2 0,0 3 0,3 1 0,6 1 0,7 0 0,9 0 0,3-3 0,-2-5 0,-5-3 0,-5-3 0,-3 0 0,-3-1 0,-2-1 0,-4 1 0,-2 0 0</inkml:trace>
  <inkml:trace contextRef="#ctx0" brushRef="#br0" timeOffset="16886">16541 2298 24575,'14'0'0,"8"0"0,6 0 0,1 0 0,-6 0 0,-6 0 0,-3-4 0,-5-4 0,-2 0 0,-2-2 0,-1 2 0,-3-1 0,0 0 0,-1 0 0,0 1 0,0 1 0,0 1 0,0-2 0,1-2 0,4-4 0,4-11 0,-3 7 0,1-7 0,-8 14 0,-2 3 0,-1 4 0,-2 3 0,-3 0 0,-3 1 0,-1 0 0,1 0 0,3 0 0,2 0 0,0 0 0,-1 2 0,-2 1 0,-1 2 0,1 1 0,2 1 0,1 0 0,2 1 0,2 2 0,0 1 0,0 0 0,-1 0 0,-1 2 0,-2 5 0,1 9 0,1 14 0,2 14 0,2 6 0,1 0 0,0-11 0,1-12 0,3-12 0,6-7 0,8-1 0,8 4 0,14 7 0,14 4 0,-21-17 0,1-2 0,2 0 0,0-2 0,28 6 0,-17-6 0,-19-6 0,-17-5 0,-5-1 0</inkml:trace>
  <inkml:trace contextRef="#ctx0" brushRef="#br0" timeOffset="23986">10149 15142 24575,'12'-4'0,"17"2"0,22 2 0,-15 0 0,2 0 0,3 0 0,0 0 0,-4 0 0,-2 0 0,15 0 0,-24 0 0,-8 0 0,19 0 0,-2 0 0,5 0 0,16 0 0,4 0 0,-13 0 0,0 0 0,0 0 0,22 0 0,-4 0 0,-11 0 0,-4 0 0,17 0 0,-18 0 0,-7 0 0,11 0 0,13 0 0,0 0 0,-6 0 0,-6 0 0,1 0 0,-21 2 0,2-1 0,7 0 0,1 1 0,1 0 0,0 0 0,-5-1 0,-3 1 0,15 1 0,-21-1 0,-19-1 0,-6-1 0</inkml:trace>
  <inkml:trace contextRef="#ctx0" brushRef="#br0" timeOffset="26471">11232 13393 24575,'-7'0'0,"-1"0"0,-7 3 0,-6 4 0,-6 4 0,0 2 0,4 0 0,3-1 0,2 0 0,2 1 0,2 0 0,5-4 0,2-1 0,3-3 0,1 1 0,3-1 0,5-1 0,11-2 0,9 0 0,5 2 0,-2 2 0,-7 0 0,-5 0 0,-2 0 0,5 8 0,-4-2 0,4 7 0,-5-5 0,-1-1 0,1 3 0,-2 1 0,-2 2 0,-3-2 0,-4-1 0,-1-4 0,-2-1 0,0 1 0,-1 0 0,-3 1 0,-2 1 0,-5-1 0,-6 0 0,-20-1 0,-1-4 0,-13 0 0,11-6 0,6 0 0,9-2 0,9-1 0,8-3 0,5-3 0,3-2 0,0-4 0,0 0 0,0-2 0,0 1 0,0 7 0,0 3 0</inkml:trace>
  <inkml:trace contextRef="#ctx0" brushRef="#br0" timeOffset="29250">11462 13610 24575,'17'0'0,"-1"0"0,1 0 0,-1 0 0,-2 0 0,-1 0 0,-1-2 0,-2-1 0,-4-1 0,0-1 0,-2 0 0,1 0 0,2 1 0,2 0 0,4 0 0,6-2 0,5-2 0,0-2 0,-4 1 0,-8 0 0,-5 1 0,-5 1 0,-2 0 0,-1-3 0,-6-3 0,-4-4 0,-4-1 0,-1 2 0,4 2 0,0 6 0,3 3 0,1 4 0,-1 1 0,0 0 0,-1 0 0,0 0 0,-1 0 0,1 0 0,1 0 0,1 3 0,1 2 0,0 1 0,1 3 0,-10 4 0,0 3 0,-11 6 0,4-2 0,1 3 0,4-1 0,5 0 0,3-1 0,5-1 0,2-3 0,1-1 0,2-1 0,4 0 0,6 2 0,7-1 0,4 1 0,0-4 0,-1-2 0,-1-4 0,3-3 0,3-2 0,-2-2 0,-1 0 0,-2 0 0,5 0 0,3 0 0,-1 0 0,-3 0 0,-6 1 0,-3 1 0,-2-1 0,-1 1 0,-5-1 0,-2-1 0</inkml:trace>
  <inkml:trace contextRef="#ctx0" brushRef="#br0" timeOffset="31936">11895 13615 24575,'19'0'0,"2"0"0,3 0 0,0 0 0,-4 0 0,-5 0 0,-4 0 0,-3-3 0,0-2 0,3-4 0,0-1 0,-1 3 0,-3 0 0,-3 2 0,-3 0 0,1-1 0,1-2 0,2-1 0,0-1 0,-1 0 0,-3 1 0,-1 0 0,0 1 0,-1-1 0,-1-3 0,-3-1 0,-2 2 0,-2 2 0,1 3 0,1 4 0,0 1 0,1 0 0,-1-1 0,-1 0 0,-2 1 0,-2 1 0,-1 0 0,3 0 0,1 0 0,2 1 0,2 2 0,0 3 0,2 3 0,0 1 0,0-1 0,0-1 0,0-1 0,-1 0 0,-2 1 0,-4 2 0,-5 2 0,-1 4 0,1 0 0,2 2 0,3 0 0,4-3 0,2-2 0,3-1 0,1-2 0,1 0 0,2 1 0,5-2 0,3 0 0,6-1 0,9 1 0,8 2 0,6 2 0,-3-3 0,-9-2 0,-8-4 0,-4-2 0,-3-1 0,0 1 0,3 2 0,2 1 0,0-2 0,0 1 0,-9-2 0,-3-2 0</inkml:trace>
  <inkml:trace contextRef="#ctx0" brushRef="#br0" timeOffset="36221">12609 13070 24575,'0'13'0,"0"7"0,0 10 0,0 7 0,0 6 0,0 3 0,0 4 0,-3 1 0,-1-6 0,-1-7 0,2-10 0,3-10 0,0-9 0,0-7 0,-1-12 0,-3 1 0,-6-9 0,-6 2 0,-10-7 0,-4-2 0,0 1 0,6 4 0,8 9 0,6 7 0,4 8 0,1 5 0,-3 7 0,-6 7 0,-5 8 0,-2 7 0,1-1 0,4-4 0,6-6 0,4-6 0,4-3 0,1-1 0,1 3 0,2 16 0,3-8 0,4 8 0,3-18 0,1-7 0,-2-4 0,-3-4 0,-1-3 0,0 0 0,-1 0 0,2 0 0,0 0 0,0 0 0,0-1 0,-2-2 0,-2-1 0,0-3 0,1 1 0,-1-2 0,1 0 0,0-2 0,1-4 0,3-4 0,5-7 0,4-6 0,2-1 0,2-2 0,-3 4 0,-2-2 0,0 3 0,-1-1 0,-1 3 0,0 2 0,-1 0 0,1 1 0,-3-1 0,-3 2 0,-3 3 0,-4 4 0,-1 1 0,-1-1 0,0 0 0,0 2 0,0 3 0,0 1 0,0 2 0,0-2 0,-3 1 0,-3-4 0,-3-1 0,-4-2 0,-1-1 0,2 2 0,1 2 0,4 5 0,3 2 0,2 1 0,1 0 0,1-2 0,0-1 0,0-1 0,-2-1 0,0 1 0,1 3 0,-1 4 0,-1 10 0,-1 0 0,0 8 0,0 3 0,4 11 0,0 11 0,0 5 0,0-3 0,0-7 0,0-10 0,0-3 0,0-3 0,0 1 0,0 0 0,0-3 0,0-2 0,0-3 0,1 1 0,1 1 0,2 3 0,1 2 0,1 1 0,-1-4 0,0-2 0,-1-1 0,-1 1 0,2 3 0,1 1 0,0 1 0,1-2 0,-1-2 0,0-3 0,1-1 0,3-1 0,4 2 0,2 0 0,-1 1 0,-1-2 0,-3-3 0,-3-3 0,0-3 0,0 1 0,1 1 0,0 1 0,-1 0 0,-2-2 0,0-2 0,-1 1 0,9 0 0,12 5 0,-9-4 0,3 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32767" units="dev"/>
        </inkml:traceFormat>
        <inkml:channelProperties>
          <inkml:channelProperty channel="X" name="resolution" value="3139.8042" units="1/in"/>
          <inkml:channelProperty channel="Y" name="resolution" value="4978.27393" units="1/in"/>
          <inkml:channelProperty channel="F" name="resolution" value="0" units="1/dev"/>
        </inkml:channelProperties>
      </inkml:inkSource>
      <inkml:timestamp xml:id="ts0" timeString="2012-06-02T11:59:38.99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1252 6445 1,'0'0'1408,"0"0"450,-19 0 160,19 0-321,0 0-63,0-20 63,0 20-95,0 0-193,0 0-96,0 0-128,0 0-448,0 0-481,0 0 385,0 0 224,0 20-64,19-20-33,-19 19 97,21 1-192,-1 20-289,0-20 33,0-1-97,19 22-96,-19-22-64,19 1 96,-19 0-191,20-1-33,-21 2 64,1-1-32,1-1-32,-1-19-64,0 20-289,-1 0-319,1-20-449,0 20-481,-20-20-31,0 0-1122,0 0-2946</inkml:trace>
  <inkml:trace contextRef="#ctx0" brushRef="#br0" timeOffset="370.02">1729 6445 5829,'0'-20'673,"0"20"1857,-20-21-512,0 21 160,1 21-224,-1-1-769,0-1-160,-19 1-32,-1 20 160,-1-1-224,2 2-256,-20-2-385,19-19-160,1 20 0,19-20-96,-20-1 96,19 1-512,2-20-289,-1 20-448,0-20-993,20 0-256,0 0-3299</inkml:trace>
  <inkml:trace contextRef="#ctx0" brushRef="#br0" timeOffset="2268.12">2643 6404 1921,'0'0'2114,"0"0"-96,0 0-64,0 0-128,0-19-609,0 19-256,0 19 64,0-19 64,20 21-128,-20-1-225,19-1-95,1 1-64,0 1-129,0-2-96,0 20 97,-1-19-193,1 1-128,-20-2 32,20 1-224,0 0 32,1-1-64,-21 2-448,19-21-481,-19 0-257,20 20-1760,-20-20-2147</inkml:trace>
  <inkml:trace contextRef="#ctx0" brushRef="#br0" timeOffset="2686.15">3099 6425 2594,'21'-21'737,"-21"21"2177,0 0-992,-21 0-256,21 21-257,0-21 193,-20 39-289,0-19 160,-19 20-224,19 19-159,-20-19-33,1 19-161,-1-18-159,21 18-128,-22-19-353,21-1 96,0 1-64,-19 0-223,19 0-1,0-1-32,0-19 64,1 20-192,-1-20-257,20-1-447,0 1-738,0-20-352,20 0-1121,-20 0-6021</inkml:trace>
  <inkml:trace contextRef="#ctx0" brushRef="#br0" timeOffset="4142.22">3635 6186 256,'0'-19'801,"0"19"960,0 0-287,0 0-161,0 0-192,0 0-288,0 0 128,-20 0-161,20 19 1,0 1-96,0 1 96,0-2-161,0 1 1,0-1-161,0 1-31,0 20-33,0-20-96,0 19 1,0 2-129,0-2 96,0 1-96,0-1-96,0 2 32,0-2-63,0 0 63,0 2 0,0-2 32,0 1 0,0-1 32,0 2-64,0-2-64,0 0 65,0 2-33,0 18 0,0-19-32,0 20 0,0-21 32,0 21 0,0-1 32,-20 1 32,20 0-64,0-1-32,-20 20 65,20-19-33,-19-1 0,19 1 32,0 19-64,-20-19 0,20 19 32,0 0-32,-20-19-32,20 20 32,0 0-32,0-22 32,0 22 0,0 0 65,0-20-129,0 18 160,0 2-224,0-1 256,0-19-128,0 20 32,0-1-96,0-20 96,20 21-32,-20-1-32,0-19 32,20-1-64,-20 1 96,0 20 64,0-22-96,19 2-31,-19 20 63,20-21 0,-20-19-96,0 20 0,20-1 64,-20-19 32,20 19-96,-20-18 32,21-2-64,-21 1 128,0-1-128,0 1 128,19-20-160,-19 0 64,0 0-256,0-1-513,20-19-448,-20 0-1153,0 0-3716</inkml:trace>
  <inkml:trace contextRef="#ctx0" brushRef="#br0" timeOffset="5112.29">4151 6464 2210,'-20'0'1889,"20"0"578,0-19-193,0 19-352,0 0-193,0 0-640,0 0-576,0 0 224,20 19 159,-20-19-159,0 20 0,20 1-65,1 18-159,-2-20 31,1 22-159,0-22 31,0 21-63,0-21-65,-1 2-192,-19-1 0,20-1 32,0 1-160,0 0 128,-20 0-32,19-20-512,-19 0-161,20 0-288,0 20-96,-20-20-320,0 0-609,21-20-1473,-21 20-4228</inkml:trace>
  <inkml:trace contextRef="#ctx0" brushRef="#br0" timeOffset="5455.31">4549 6404 5445,'0'-19'929,"0"19"1889,0 0-1120,-20 0-577,0 19 256,20 2-256,-20-1 32,-19 19-160,18 1-32,-19-1-160,1 2 0,-1-2-193,21 0-127,-21-18-225,0-1-64,21 19-192,-22-19 64,21-20 32,20 20-576,-19-20-609,19 20-705,19-20-1217,-19 0-4740</inkml:trace>
  <inkml:trace contextRef="#ctx0" brushRef="#br0" timeOffset="6062.34">4827 6604 3619,'-20'0'2242,"20"0"385,0 0-674,0-21-95,0 21-769,20 0 0,-20 0 0,19 0-192,1 0-64,0 0-96,19 0-1,-19 0-31,21 0-321,-21 0-95,19 0-193,-19 0 0,0 0-32,-1 0-192,1 0-161,0 0-255,-20 0-353,20-20-288,-20 20-705,0 0-1665,0 0-3972</inkml:trace>
  <inkml:trace contextRef="#ctx0" brushRef="#br0" timeOffset="6337.36">5065 6445 4644,'0'0'1089,"0"0"961,-20 0-224,20 0-289,0 19 65,0 1-642,-20 1-31,20-2-128,0 1-128,0-1-225,-19 1-192,19 20-95,0-20-97,0 0-32,-20-20-32,20 19-289,0-19-255,0 21-513,20-21-609,-20 0-1056,0 0-2403</inkml:trace>
  <inkml:trace contextRef="#ctx0" brushRef="#br0" timeOffset="7611.42">5065 6345 2178,'-20'0'2114,"20"0"-225,-20 0-704,20 0 97,-19 0-289,19 0-321,-20 0 1,0 0-65,20 0 65,-21 0-96,21 20-33,-20-20-95,20 0 63,-19 20-63,-1-20-1,20 19 0,-20 2-31,0-21-97,20 20 0,-19-1-31,-1 1-65,20 1 0,-20-2 32,20 1-64,0-1-31,-20 1-33,20 1-96,0-21 96,0 19-128,0 1 96,0 0-96,0-1 96,0-19-128,20 21 96,-20-21-32,20 20 0,-20-1 0,20-19 0,-20 20 64,19-20-192,-19 0 96,20 20 32,0-20-32,-20 0 64,20 20-64,-20-20 0,19 0 0,1 0 96,-20 0 1,21 0-226,-21 0 193,20 0 1,0 0-65,-1 0 64,-19 0 0,20 0-96,0 0 32,-20-20 64,20 20-64,-1 0 96,-19-20-64,20 20-32,-20-20 0,20 20-32,0-19 96,-20 19-32,20-20-32,-20 20 32,19-21-64,-19 21 96,20-19 0,-20 19-96,21-20 32,-21 20 32,0-20-32,0 20 0,20-19 0,-20 19 32,0-21 0,0 21-32,0-20 32,0 20-32,0-19 0,0 19 32,20-20 0,-20 20 0,0 0 0,0-19 64,0 19-96,0-21 64,0 21-32,0-20 0,0 20 32,0 0-64,0-19-32,-20 19 96,20-20-96,0 20 97,0 0 31,0-21-96,0 21 96,-20 0-64,20-19 0,0 19-32,0 0 96,-21-20-64,21 20 32,0 0-32,-20 0 0,20-20 32,0 20 0,-19 0-32,19 0-64,-20-19 64,0 19 0,0 0-32,20 0 32,-20-21 32,1 21-64,-1 0 128,20 0-160,-20 0 64,0 0-32,1 0-64,-1 21 32,20-21-160,-20 0-705,20 19-288,0-19-993,0 20-2787</inkml:trace>
  <inkml:trace contextRef="#ctx0" brushRef="#br0" timeOffset="8322.44">5522 6404 96,'-20'0'32,"20"0"-64</inkml:trace>
  <inkml:trace contextRef="#ctx0" brushRef="#br0" timeOffset="8705.49">5522 6404 544,'-41'-59'1922,"41"59"32,0 0-225,0 0-95,0-19 63,0 19-63,0 0-193,0 0-480,0 0 192,0 19-96,21-19-32,-21 20-192,20 0-32,0-1-128,-20 2-1,19-1-127,1 19-97,0-18-128,0-2-63,0 1-97,-20-1-96,19-19 64,1 20-64,0-20-64,-20 21-544,20-21-289,-20 0-416,19 0-385,-19 0-1281,21 0-4580</inkml:trace>
  <inkml:trace contextRef="#ctx0" brushRef="#br0" timeOffset="9104.52">5978 6345 7527,'0'-19'864,"0"19"2339,0 0-1793,-20 0-161,20 19 64,-20 1-256,0 0-96,-19 20 0,-1 19 320,1-19-256,-1 40-192,0-21-96,-20 1-321,21 19 33,-21-20-161,21 1-32,19-21-128,-21 2-128,22-2 160,-1 1-64,0-20-192,20-1-64,0 1-512,0-20-193,0 0-352,0 0-449,0 0-192,20 0-2114</inkml:trace>
  <inkml:trace contextRef="#ctx0" brushRef="#br0" timeOffset="10096.57">1273 7774 8263,'-21'20'609,"21"-20"2818,-19 0-1633,19 0-161,-20-20-447,20 20-450,-20-19-351,20-1-225,0 20-32,20-19 32,-20-2 0,20 1-96,-1 1 96,2-1 97,19 20-193,-20-20 128,19 20-96,-19 0-64,19 20 32,-19 0 0,20-1 32,-21 1 0,-19 20-32,0-1 225,0-19-97,0 1 160,-19-2-192,-21 1 225,1 0-97,-1-20 96,1 20-192,-1-20 33,-1 0-257,2-20 32,19 20 32,0 0-385,0-20-544,20 20-864,0 0-866,20-20-5156</inkml:trace>
  <inkml:trace contextRef="#ctx0" brushRef="#br0" timeOffset="10733.61">2702 7695 7655,'-20'0'1313,"1"0"2306,19 0-1857,-20-20 96,20 20-577,-20-19-576,20-1-385,0 0-128,20 0-96,0 0 32,-1 0-128,1 20 97,20-19-33,-20 19 32,-1-21-64,21 21 64,-20 21-32,1-2-64,-2 1 160,1 0-320,-20 0 608,0 20-640,0-21 705,-20 1-257,1 1 96,-22-21 0,21 19 1,-19-19-161,-1 0-32,20 0-128,-19-19 0,19 19-64,20-21-224,-20 1-321,20 20-704,20-19-513,-20 19-2049,0 0-10249</inkml:trace>
  <inkml:trace contextRef="#ctx0" brushRef="#br0" timeOffset="11466.65">1333 8550 5413,'0'19'3107,"-20"-19"-193,20 0-383,-20 0-994,20-19-95,-20 19-706,20 0-287,0-21-129,0 1-160,0 20 0,0-19 32,20-1 129,0 20 31,0-20-224,19 20-128,-19 0 128,19 0-192,-19 20 160,20 0 0,-21-1-31,1 1-65,1 1 128,-21 18 0,0-20 64,-21 1 96,1 1-160,-19-2-64,-1-19 32,1 20 193,-1-20-257,-19 0 0,39 0-32,-20-20-32,20 20-32,0-19-289,20 19-543,0-21-354,0 1-1152,20 20-4773</inkml:trace>
  <inkml:trace contextRef="#ctx0" brushRef="#br0" timeOffset="12096.69">2862 8410 864,'0'0'1890,"0"0"192,0-20-384,19 20 31,-19 0-191,0-19-161,0 19-64,0 0-31,0 0-33,0 0 96,0 0-288,0 0-288,0 0-129,0 19-191,0 1 352,0 20-65,0-20 65,0 19-385,0-19-159,0 20-1,0-20 0,0-20-96,0 19 0,0-19-128,0 20 32,0-20 97,0 0-578,20 0-512,-20 0-928,0 0-770,0 0-6534</inkml:trace>
  <inkml:trace contextRef="#ctx0" brushRef="#br0" timeOffset="12797.73">1392 9363 2274,'0'-20'2082,"0"20"320,0-20 128,0 1-288,0 19 1,0-20-706,0 0-576,0 20-32,0 0-225,0 0-191,20 0 128,-20 0 159,0 20 33,0 0-64,19 19-129,-19-19-159,0 20-65,0-1-127,0-19-97,0 1 64,0 18-32,0-20-96,-19-19-32,19 21-64,0-21-672,0 20-513,0-20-1057,0 0-641,0 0-9032</inkml:trace>
  <inkml:trace contextRef="#ctx0" brushRef="#br0" timeOffset="13500.77">3039 9442 6342,'-19'0'1601,"19"0"2179,-20 0-1570,20 0-321,-20-19-287,0 19-321,20 0-192,0-20-352,-19 0-257,19 0-416,19 0 65,-19 0-33,20 1-96,0-1 32,19 20-32,-19-20-32,0 20 96,21 0 0,-22 0-64,1 20 64,0 0 0,-20-1 128,20 1-192,-20 20 128,-20-20 32,0 0 33,0-1 95,-20 1-32,0 1 192,1-21-191,19 0-129,-20 0 32,21-21-64,-1 1-224,0 20-192,20-19-417,0 19-768,0-20-1090,20 20-2530</inkml:trace>
  <inkml:trace contextRef="#ctx0" brushRef="#br0" timeOffset="14204.81">1591 10157 5733,'0'-39'1153,"0"39"2178,0-21-1089,0 21 64,0-19-832,0 19-257,0 0-672,0 0 127,0 19-63,0-19 192,0 21-97,0 18-95,0-19-33,0 20-63,-20-20-97,20 0-160,0 19-159,0-18 159,-20-21-160,20 19 160,0-19-256,0 20-641,0-20-704,0 0-961,0 0-1057,0 19-10795</inkml:trace>
  <inkml:trace contextRef="#ctx0" brushRef="#br0" timeOffset="14840.84">3120 10097 6342,'19'-19'2850,"-19"19"225,0 0-512,0 0-834,0 0-448,0 0-352,0 0-224,0 19-32,-19 2 127,19-1-31,0 19-160,0-19-1,0 20-255,0-20 31,0 19-128,0-18-96,0 18 0,0-20-128,0 2 193,0-21-65,0 20 32,0-20-96,0 0-448,0 0-577,0 0-512,19 0-673,-19 0-897,0 0-10474</inkml:trace>
  <inkml:trace contextRef="#ctx0" brushRef="#br0" timeOffset="15854.9">3735 10217 960,'0'0'1602,"0"0"96,0 0-449,0 0-256,0 0-161,0 0 1,0 0-32,0 0 64,0 0 0,0 0-1,0 0-127,0 0 32,0 0-129,0 0-159,0 0-257,0 0 0,0 0 225,0 20 127,0 0-31,0-1-1,0 1 1,0 1-1,0 18-159,0-20-161,0 2-32,0 18 32,20-19 1,-20 20-65,0-20-96,0 0 64,0 19 0,0-39-128,0 21-96,0-2 256,0-19 32,0 20-160,0-20 32,0 0-64,0 0 32,0 0-160,0 0-128,0-20-160,0 20-641,0 0-769,0-19-2498</inkml:trace>
  <inkml:trace contextRef="#ctx0" brushRef="#br0" timeOffset="17906.02">4728 7616 6918,'-20'0'833,"-1"0"2786,21-20-1377,0 20-448,-20-20-513,20 0-480,0 1-353,0-2-31,0 2-193,20-1 32,1 0-31,-1-20-65,19 20-32,1 1 96,-20 19-64,19-20 96,-19 20-192,0 20 33,-1-1-33,1 1 96,1 1-128,-21 18 96,0 0 96,-21-18-224,1-2 224,1 1 1,-21 0-65,1-20 64,-1 20-32,1-20 64,-1-20-31,19 20-97,-18-20-96,19 0-32,20 20-96,0-19-161,0 19-607,0-21-802,20 21-928,-1 0-4677</inkml:trace>
  <inkml:trace contextRef="#ctx0" brushRef="#br0" timeOffset="19056.08">4767 8172 4452,'0'-20'1185,"0"20"1601,0-20-447,0 20-65,0 0-448,0 0-705,0 20-289,0 0 97,0 0-128,0 0 224,0 19-224,0 1-129,0-20-159,0 19-97,0-18-127,0 18-65,0-19-32,0 0-96,0 0 32,0-20-32,-19 20-352,19-20 128,0 19-769,0-19-833,0 0-191,19 0-1955,-19 0-10312</inkml:trace>
  <inkml:trace contextRef="#ctx0" brushRef="#br0" timeOffset="19746.12">4728 9046 5124,'0'0'1250,"0"0"1568,0 0-383,0 0-450,0 19-159,0 21-513,0 0-128,0-21-224,0 22 64,0-2-256,0 1-320,0-1-129,0-19 32,0 0-128,0 0 33,0 0-65,0-20-96,0 20 32,-20-20 32,20 0-256,0 0-448,0 0-578,0 0-607,20 0-577,-20 0-3396</inkml:trace>
  <inkml:trace contextRef="#ctx0" brushRef="#br0" timeOffset="20548.16">4787 10317 6950,'-20'0'1730,"1"0"1473,19 0-1474,0-21-191,-20 21-385,20-20-288,0 1-97,0-1-159,20 0-193,-1-20 33,1 20-1,0 1-127,19-22 31,1 22 32,-20-1-31,19 20-129,-18 0-96,-1 0-128,0 20 96,-20-1 64,19 22-64,-19-2 0,0 1-32,-19 0-32,-1-1 65,0 1 63,-1-20-96,-18-1 64,-1 2 32,1-21 64,19 0-64,-20-21-96,1 21 129,19-19-225,20-1-96,-21-20-33,21 20-287,21 1-481,-21-1-961,20 0-1185,0 0-10570</inkml:trace>
  <inkml:trace contextRef="#ctx0" brushRef="#br0" timeOffset="22469.28">736 8172 3395,'0'-20'320,"0"20"1057,0 0-832,0 0 352,0 0-193,0-20-31,0 20 160,0 0-97,0 0-191,21 0 192,-21 0-129,20 0-63,-1 0-65,1 0-191,0 0 31,0 0-64,19 0 128,-19 0-223,20 0 95,-1 0 0,-18 0-64,19 0 32,-1 0-63,1 0-65,-1 0 32,1 0 0,-1 0 32,22 0-96,-22 0-32,21 0 32,-1 0 0,0 0-32,2 0 0,-2 0 0,0 0-32,1 0 96,0 0-96,-20 0 0,-1 0 0,1 0 97,-1 0 415,20 0-352,2 0-96,-2 0-64,1 0 32,-1 0 0,1 0 0,0 0 0,19 0-32,-20-20 32,1 20-32,0 0 0,-1 0 0,0 0 64,-19-19 1,20 19-97,0 0 64,-1 0-64,0 0 64,2 0-32,-2-21 0,0 21 0,20 0 0,-19 0 32,0 0-64,-1 0 64,1 0-32,-21 0 0,22 0 32,-2 0-32,0-20 32,-19 20 0,19 0 0,21 0 0,-20-19-64,-1 19 32,0 0 0,2-20 32,-2 20-64,20 0 64,-20-19-32,2 19 0,-2 0 32,0-21-32,21 21 32,-20 0-32,-1-20 0,1 20 0,19 0 32,-19 0 0,19-19-64,-20 19 64,21-20 0,0 20-32,-1 0-32,0-20 64,-20 20-64,21 0 64,-20-20-32,19 20 0,-19 0 0,0 0 32,-1-20-64,-20 20-192,21 0-513,-20 0-800,0 0-1506,-20 0-4741</inkml:trace>
  <inkml:trace contextRef="#ctx0" brushRef="#br0" timeOffset="23722.35">836 7298 1409,'0'0'929,"0"0"544,0-20-768,20 20 192,-20 0-97,0 0-351,20 0 63,-20 0-95,19 0 31,1 0-160,0 0 129,0-19 31,-1 19 97,1 0-129,1 0 1,-1 0 31,19 0-96,1 0-31,-1 0-1,1 0-32,0 0 0,0 0-191,20 0 63,-1 0 32,0 0-96,0 0 0,2 0-32,-2 0-32,0 0 513,1 0-193,20 0-256,-21 0-64,1 0 64,19 0 224,-19 0-255,19 0-1,0 0 0,0-21 64,2 21-96,-2 0 32,0 0-64,1 0 32,-21-19 0,1 19 32,-1 0-128,21 0 128,-21 0-64,20-20-64,-19 20 64,20 0 0,-1 0 64,0 0-64,-18-20 64,18 20-32,0 0 0,-20-19-64,21 19 96,-20 0-96,19-21 32,-20 21 32,21 0-32,-1-20 0,-19 20 0,20 0 0,-21 0 32,20 0-32,0-19 0,-18 19 0,18 0 0,-20 0 0,0 0 32,22 0-32,-22-20 32,20 20-32,-20 0 0,21 0 0,-1 0 64,-19 0-96,20 0 64,-1 0-64,0 0 64,0-20-32,1 20 0,0 0 0,-1 0 0,1 0 0,-1-20 0,0 20 32,1 0-32,-1 0-32,0 0 32,0 0 32,-18-20-32,18 20-32,-20 0 64,1 0-224,-20 0-609,0 20-1024,-1-20-2179</inkml:trace>
  <inkml:trace contextRef="#ctx0" brushRef="#br0" timeOffset="24946.42">736 8966 4548,'21'0'96,"-1"0"769,-20 0 96,19 0-225,1 0 289,0 0-480,0 0 159,19 0 97,-19-20-96,0 20-97,19 0-159,2 0-193,-21 0 193,19 0-161,1-19 160,19 19-288,-19 0-31,20 0-33,-20-21 64,19 21 0,0 0-32,20-20 0,-18 20 0,18 0 32,0 0-31,1-19-65,-1 19 0,-19-20 32,19 20 32,1-20-32,-1 20-32,20-20 32,-19 20-64,-1-20 32,0 20 32,1 0-64,-1 0 0,-19-19 32,-1 19 1,21 0-1,-20 0 0,19 0-64,-20 0 96,21 0-64,-1 0-32,0 0 32,2 0 0,-2-20 0,-20 20-32,20 0 32,1 0 32,-20 0-64,19 0 32,1 0 0,-21 0 0,20 0-64,0 0 96,-18-20-64,18 20 32,0 0 0,0 0-32,1-20 32,-21 20 0,21 0 32,-20 0-64,19 0 32,0 0 64,0-20-96,-18 20 64,18 0-64,0 0 97,-20 0-65,41 0 0,-21-20-32,0 20 32,1 0 32,0 0-32,-1-19-32,-19 19 64,39 0-32,-40-21-32,21 21 32,-1 0 0,-19 0 0,19 0-32,-19 0 0,0 0 0,-1 0 32,0 0-32,-19 0-224,-20 0-481,20 21-961,-40-21-1825,20 19-4997</inkml:trace>
  <inkml:trace contextRef="#ctx0" brushRef="#br0" timeOffset="26090.49">915 9800 3138,'20'0'161,"0"0"1056,-1 19 224,1-19-1056,1 0 255,-1 0 129,0 0 160,19 0 0,1 0 224,-21 0-769,41 0 97,-21 0 31,2 0-128,18 0-63,20 0-97,-19 0-192,20 0 256,-1 0-128,-20 0 65,20 0-129,2 0 0,-2 0 32,0-19-64,1 19-32,-1 0 32,20 0 0,-19 0 32,-1 0 0,20 0 32,-19 0-32,-1 0 65,-19 0-65,-1 0-32,21 0 0,-1 0 0,-20 0 0,22-20-64,-2 20 128,0 0-96,0-19 32,1 19 0,-1 0 32,0-21-64,-18 21 32,18 0-32,0-20 32,0 20-64,1-19 33,-1 19 31,0-20 0,-18 20 0,38 0-64,-40-20 64,20 20-64,1-20 32,-21 20 32,21 0-32,-20-20-32,-1 20 64,20 0-32,-19 0 0,20 0 0,-21 0 32,20-20-64,0 20 32,2 0 0,-2 0 0,0 0 32,1 0 32,-21 0-96,20 0 64,0 0-32,2 0 32,-2 0-31,0 0-33,-19 0 32,19 0-32,0 0 0,0 0 32,2-19-32,-22 19-32,20 0-97,-39 0-575,0 0-770,0 19-1857,-20-19-4196</inkml:trace>
  <inkml:trace contextRef="#ctx0" brushRef="#br0" timeOffset="27792.58">836 10773 2049,'0'0'961,"20"20"-192,-20-20 512,0 0-832,20 0 223,-20 0-63,19 0-33,1 0 161,0 0-128,-20 0-33,20 0-31,19 0-97,-18 0-95,-1 0-97,0 0-96,19 0 32,-19 0 32,19 0 97,-19 0-65,20 0-192,-1 0 32,-18 0 0,19 0 0,-1 0-64,1 20 32,-1-20-32,1 0 32,19 0 0,-18 0 97,-2 0 31,21 0-64,-21 0-32,21 0 0,0 0 32,-20 0 32,19 0-31,-20 0-65,1 0 0,-1 0 0,22-20-64,-22 20 0,21 0 128,-21 0-32,21 0 0,-20-20-64,0 20 0,19 0 0,-19 0 32,19 0-32,-20 0-32,2 0 64,-1 0-32,-1 0-32,-19 0-32,20 0 64,-1 0-64,-19-20 449,21 20-449,-2 0 32,1 0 0,-1 0 0,1 0 0,-1-20 32,1 20-32,0 0 0,0 0 32,0 0-64,-21 0 32,21 0 0,-1-20 32,1 20-64,1 0 64,-2 0-32,1 0 0,-21 0 32,21-19-32,-1 19 0,-19 0 32,20 0 32,-19 0-64,18 0 0,1 0 0,-20-20 0,19 20 0,1 0 0,-1 0 32,2 0-32,-2 0 32,1-21 0,-1 21-64,1 0 64,0 0-32,-21 0 0,21 0 0,0-19 0,0 19 0,0 0 0,19 0 0,-20 0 0,1 0 0,1 0 32,-2 0 0,1 0-32,-1 0 0,1 0 64,-1 0-32,2-20 0,-1 20 0,-1 0-32,1 0 32,-1 0 0,1 0-64,-1 0 32,2 0 32,-2 0 0,21 0-32,-21 0 0,1 0 32,-1-19-32,2 19 32,-1 0-32,-1 0 0,20 0 0,-19 0 32,-1 0-32,2 0 0,-1-21 32,-1 21-32,21 0 0,-21 0 0,1-20 32,0 20-64,0 0 96,-1 0-32,1 0 32,-1 0-64,1 0 32,-1 0-32,2 0 33,-1 0-33,-1 0 32,-19 0 0,20 0-32,-21 0 0,21 0 0,-20 0 32,20 0 0,-20 0-32,0 0 0,0 0 0,-1 0 64,-19 0-128,20 20 64,-20-20-161,20 0-799,-20 0-1987,0 0-4773</inkml:trace>
  <inkml:trace contextRef="#ctx0" brushRef="#br0" timeOffset="29308.67">5918 7815 1153,'0'0'1185,"0"0"-320,0 0-65,0 0 65,0 0 0,0-21-96,0 21-161,0 0 1,-19 0-33,19 0 33,0 0 64,0 0-129,0 0-63,0 0-97,0 0-96,0 0-32,0 0-224,0 0 33,0 0-33,19 0 224,-19 0 320,0 0 1,20 0 63,-20 0-191,20 0-129,0 0-64,-1 0 1,2 0-65,19 0-32,-20 0-32,19 0 32,-19 0-64,20 0 0,-21 0-63,21 0 31,-20 0-32,20 0 0,-20 0 32,20 21-128,-21-21 128,1 0-128,0 0-257,0 19-608,-20-19-1569,19 0-3235</inkml:trace>
  <inkml:trace contextRef="#ctx0" brushRef="#br0" timeOffset="30742.75">5780 7854 480,'0'0'641,"0"0"255,0 0 65,0 0-96,0-20-128,0 20 128,0 0-97,0 0 97,0 0 32,0 0-128,0 0-161,0 0 1,0 0-289,0 0 97,20 0 31,-20 0-64,0 0 193,0 0 64,20 0-65,-1 0-159,-19 0-65,20 0 64,-20 0-31,20-19-129,0 19-32,-20 0-32,19 0-128,-19 0 32,20 0 0,0 0-31,-20 0 31,20 0 0,-1 0 32,-19 0-32,21 0 0,-21-21 32,20 21-32,0 0 32,-20 0-64,20 0 65,-20 0-33,19 0 0,-19 0-64,20 0-32,-20 0 32,20 0-32,-20 0 96,20 0-192,-20 0 128,20 0 0,-20 0 0,19 0-64,1 0 64,-20 0-96,0 0 128,20 0-64,-20 0 32,20 0-32,-1 0 64,-19 0-64,21 0 0,-21 0 0,20 0-32,-20 0 64,20 0-64,-20 0 96,20 0-32,-20 0-32,19 21 0,-19-21 0,20 0 64,-20 0-128,0 0 96,20 0-32,-20 0 0,0 0 0,20 0 32,-20 0 0,0 0-32,19 0-64,-19 0 96,0 0 0,20 0-32,-20 0-64,0 0 128,20 0-64,-20 0 0,0 0-96,0 0 384,20 0-192,-20 0-32,0 0-32,20 0-32,-20-21-32,0 21 193,0 0-257,0 0 96,20 0 32,-20 0 64,0 21-192,0-21 64,0 0-321,0 0-544,0 0-1409,0 19-4068</inkml:trace>
  <inkml:trace contextRef="#ctx0" brushRef="#br0" timeOffset="32999.87">14457 10317 3395,'0'-21'1089,"0"21"1121,0 0 0,0-20-320,0 20-97,0 0-415,0 0-129,0 20-352,0 1 96,0 18-64,0 1 192,0 19-225,0 1-95,19-1-384,-19 20-129,0 1-128,0 0-32,0-21 192,0-19 1,20 0-65,-20-20-64,0-1-32,0-19-32,0 20-95,0-20 31,0 0 32,0 0-256,0-20-353,0 20-512,0-19-865,0-1-832,-20-1-6343</inkml:trace>
  <inkml:trace contextRef="#ctx0" brushRef="#br0" timeOffset="34173.94">15488 10317 4260,'0'-21'1185,"0"21"1313,20 0-224,-20 0-416,0 0-192,0 0-97,0 21-320,0 18 32,0 1-160,0 19 65,0-19-322,0 39-351,0-19-65,0 19-288,0-19 33,-20-1-33,20 1 0,0 0 0,0-21 32,0-19 0,-20-20-95,20 20-1,0-20-96,0 0-32,0 0-97,0-20-351,20 20-641,-20-20-833,0 1-1217,0 19-8712</inkml:trace>
  <inkml:trace contextRef="#ctx0" brushRef="#br0" timeOffset="35151.01">16362 10375 928,'0'-19'2082,"0"19"-160,0-20-288,0 20-161,0 0-128,0 0-192,0 0-160,0-19-96,0 19-192,0 0-96,-19 0-193,19 19 192,-20-19-63,20 20 0,-20-20-33,-1 19 65,1 2 63,1 18 97,-1-19 0,0 20-1,0 0-223,0-1-1,20 1-191,-19-1-65,19 21-128,0-20 64,19 0-224,-19-20 160,20 19-160,0-19 32,0 0 0,-20 0 96,39-1-160,-19-19 32,1 0-128,19 0-32,-21-19 128,21 19-32,-20-40-65,19 20 161,-19-19 0,19-1 0,-19 0 0,0-19-32,1-1 129,-1-19-194,-1 19 129,-19 20-32,0-20-32,0 41 64,-19-20 33,-1 18-97,-21 21 32,21-20 32,-19 20-97,19 0 33,0 0-512,1 20-705,-1-20-1346,20 21-7334</inkml:trace>
  <inkml:trace contextRef="#ctx0" brushRef="#br0" timeOffset="36261.07">17315 10435 5797,'0'-39'1602,"0"39"1184,0-21-768,0 21-128,19 0-385,-19 0-448,0 0-64,0 21 32,20-1-160,-20 19 32,21 1-32,-21 19-97,0 1-191,0 0-65,0-1-223,0 1-129,0 19 32,-21-20-128,21-18 32,0-2-32,-20 1 128,20-20-95,0-20-33,0 0 192,0 0-128,0 0-96,0 0-96,0-20-224,0 20-225,0-20-480,0 0-576,20 0-577,-20 20-2723</inkml:trace>
  <inkml:trace contextRef="#ctx0" brushRef="#br0" timeOffset="37166.11">18268 10416 6277,'0'-20'1346,"20"20"1312,-20 0-288,0 0-608,0 0-128,0 20-385,20-1-160,-20 21-96,0 20 160,19 0 0,-19-2-448,0 2-33,0 0-223,0-1-97,0 1-192,0-21 64,0 2-127,0-22 31,0 1 0,0 0-128,0-20 0,20 0-128,-20-20-417,0 0-288,20 20-736,-20-19-577,0-1-1602,20-1-11146</inkml:trace>
  <inkml:trace contextRef="#ctx0" brushRef="#br0" timeOffset="37903.15">19222 10416 6470,'0'-20'1089,"0"-1"1409,0 2-448,0 19-545,0 0-191,0 0-418,0 0-319,-20 0 32,-1 19 63,1 22 129,0-2 32,1 21 32,-21-1-33,20 1-383,0 0-129,20-21-192,-19 21-32,38-40-64,1-1 0,0 1-32,20-20-32,-1 0-384,22 0-353,-2-20 1,-20-19 223,1 19 161,-20 0 95,19-20 257,-39 1 32,20-21 32,-20 0-32,-20 21 193,20-21-1,-20 21 96,1-2-96,-21 22 193,20-1-129,1 1-160,-1 19-32,20-21-128,-20 21-481,20 0-1088,20 0-2467</inkml:trace>
  <inkml:trace contextRef="#ctx0" brushRef="#br0" timeOffset="38642.21">20115 10356 7110,'0'-20'1313,"0"20"1634,0 0-352,0 0-321,0 0-865,0 20-480,0-1 192,0 41 0,0-20-128,0 20-128,0 0-160,0-2-161,0 2-159,0-20-97,-20 20-128,20-21 96,0 1-128,0-1 0,0 2-96,-20-2 0,20-19-64,0 0-320,0-20-321,0 0-576,0 0-480,0-20-610,20 20-2593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32767" units="dev"/>
        </inkml:traceFormat>
        <inkml:channelProperties>
          <inkml:channelProperty channel="X" name="resolution" value="3139.8042" units="1/in"/>
          <inkml:channelProperty channel="Y" name="resolution" value="4978.27393" units="1/in"/>
          <inkml:channelProperty channel="F" name="resolution" value="0" units="1/dev"/>
        </inkml:channelProperties>
      </inkml:inkSource>
      <inkml:timestamp xml:id="ts0" timeString="2012-06-02T12:06:12.67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2166 6266 1697,'0'-20'609,"0"20"768,0 0 353,0 0-705,0 0 96,0 0-353,0 0-223,0 0 63,0 0-383,0 0 223,0 0 1,0 20 31,0-20 0,0 0-63,0 19-97,0-19 97,0 20-1,0 1-192,0-21 32,0 19-95,0 1 31,0 0 32,0-1-128,0 2 64,0-1-32,0-1 32,0 1-95,0 1-1,0-2-32,0 1 32,0-1-32,0 22 0,0-22 32,0 1-64,0 0 96,0-1 32,0 2-64,0-1 32,0-1 0,0 1-32,0 20 64,0-20-64,0-1 1,0 1-33,0 20 0,0-20-32,0 0 32,0 20-32,0-20 64,20 19-64,-20-19 0,0 0-64,0 19 128,0-19-64,0 20 0,0-20 0,0 0 0,0 20-64,0-21 128,0 21-64,0-20-128,0 20 31,20-1-63,-20 1 64,0-20 96,0 19 0,0-18 0,0-2 0,0 21 0,0-20 0,0 0 0,0 0 0,0-1 0,0 22 0,0-22 0,0 1 0,0 19-32,0-18 32,0 18-32,0-19 96,0 20-64,0-20 0,0-1 0,0 22 32,0-22 32,0 1-64,0-1 0,0-19-32,0 20 32,0 20 0,0-20 0,0 0 0,0 20 0,0-20 0,0 19 0,0-18 0,0 18 32,0 0-64,0 1 96,0-20-96,-20 20 32,20-20 0,20 19 32,-20-19-32,-20 20 0,20-20 0,0-1 0,0 22-32,0-22 0,0 1 64,0 20-32,0 0-32,0-21-32,0 21 64,0-20-32,0 19 32,0-19 0,0 20-32,0-20 0,0 20 32,0-20 0,0 0 0,0 19 0,0-19-32,0 0 0,0 0 0,0 19-96,0-18 96,0 18-96,0-19 32,0 20-64,0-1 224,0-19-128,0 20 64,0-1 0,0-19 0,0 20 0,0-20 0,0 20 0,0-20 0,0 19 0,0-19 0,0 0 0,0 20-32,0-21 32,0 1-65,0 20 1,20-20 32,-20-1 32,0 2 0,0 18 0,-20-19 0,20 0 0,20 0 32,-20 0-32,0 0 0,0-1 0,0 1 0,0 1 0,0-2 0,0-19 32,0 20-64,0-1 32,0 22 0,0-22 0,0 1 0,0 0 32,0 0-32,0 0 0,0 0 0,0-1 0,0-19 0,0 20 0,0 1-32,0-2-96,0 1 96,0-1 32,0 2 32,0-1-64,0-1 64,0 1-32,0 0 0,0 0 0,0 0 0,0-20 0,0 20 0,0-20 0,0 19 0,0 1 0,0-20-32,0 21 64,0-21-32,0 19-32,0 1 32,0-1 0,0-19 0,0 21-32,0-1 64,0-20-64,0 19 96,0-19-128,0 0 96,0 20-32,0-20 32,0 0-64,0 0 0,0 0-32,0 0-64,0 0-352,0 0-1058,0 0-1665,0 0-5860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32767" units="dev"/>
        </inkml:traceFormat>
        <inkml:channelProperties>
          <inkml:channelProperty channel="X" name="resolution" value="3139.8042" units="1/in"/>
          <inkml:channelProperty channel="Y" name="resolution" value="4978.27393" units="1/in"/>
          <inkml:channelProperty channel="F" name="resolution" value="0" units="1/dev"/>
        </inkml:channelProperties>
      </inkml:inkSource>
      <inkml:timestamp xml:id="ts0" timeString="2012-06-02T12:01:30.31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5720 9145 512,'0'0'1569,"0"-20"-63,0 20 192,0 0-225,0-20 160,0 20-63,0 0-257,0-20-64,0 20-64,0 0-95,0-20-130,0 20 1,0 0-160,0 0-32,0 0-161,0 0-191,0 0 63,0 0 1,0 40 63,0-20 33,0 19-97,0 2 129,0-22-193,0 21 1,19 0-257,-19-1 32,0-19-96,0 20 0,0-20 0,0 19-96,0-18 64,0-2 32,0 1-96,0-20 0,0 19 0,0-19-256,0 0-160,0 0-193,0 0-416,0 0-96,0 0-544,0-19-802,0 19-3490</inkml:trace>
  <inkml:trace contextRef="#ctx0" brushRef="#br0" timeOffset="548.03">5739 9105 9480,'-19'-40'737,"19"21"1601,0-1-416,19 0-737,2 0-160,-1 0-512,0 0-97,0 20-31,19-19-33,1 38-96,-21 1 32,21 0-63,-20 0-65,-1 20-160,-19-1 160,0-19 32,0 20 257,-19-1-97,-1-18 128,-20-2-127,1-19-97,-1 20-128,21-20-64,-1 0-64,0 0-32,0 0-512,20 0-321,0-20-641,20 20-768,-20 0-2530</inkml:trace>
  <inkml:trace contextRef="#ctx0" brushRef="#br0" timeOffset="933.05">6038 9244 10505,'0'0'1346,"0"20"608,20-20-321,-20 40-608,0-21-96,0 1-481,20 20-191,-20 0-289,0-21 96,0 22-64,0-22 96,-20 1-32,20-20 288,0 0 289,-20 0-97,20 0-63,0-20-65,0 1-64,0-2-63,0 1-97,20 1 64,0-21 32,-1 20-63,1 20-65,0-20-160,20 20 64,-21 0-128,1 0-64,0 0-609,-20 0-544,20 0-417,-20 0-1377,0 0-4740</inkml:trace>
  <inkml:trace contextRef="#ctx0" brushRef="#br0" timeOffset="1498.08">6713 8748 13292,'0'-20'673,"0"20"2081,-20 0-1344,0 0-481,20 0-289,-20 0-255,1 0-97,-1 0-192,0 0-64,0 0 32,20 20 32,-20-20-96,20 20 32,0-20-64,0 39 96,0-19 32,0 20 0,0-1-64,0 21 0,0 0-32,0-1-384,-20 20 736,20 1-320,0-20-128,-20 19 96,0-39 0,0 20 32,20-21 64,-20 1-32,1-1 321,19-19-65,-20 20-32,20-40-31,0 20-161,0-20 64,0 0 128,20 0-160,-1 0-96,1 0 0,0 0 0,0 0-64,0-20-512,0 20-257,20 0-832,-40 0-802,20 0-4611</inkml:trace>
  <inkml:trace contextRef="#ctx0" brushRef="#br0" timeOffset="2239.12">7050 8966 9737,'0'-39'1345,"-20"18"1794,20 21-1377,-20 0-353,0 21-224,1-2-384,-1 21-129,0 0 161,0 19 32,1 1-128,-1 19-33,0-19-383,20-1-65,0 1-128,0-21-96,0 2 0,20-2-96,0-20-416,-1-19-417,1 21-448,0-21-161,0 0-672,-1 0-2082,-19 0-8967</inkml:trace>
  <inkml:trace contextRef="#ctx0" brushRef="#br0" timeOffset="2542.14">7070 9164 9833,'0'-19'1249,"0"19"1922,20 0-1441,-20 19-193,20 1-416,-20 20-224,20-20-449,0 20 257,0-20-385,-1-1-63,-19 1-161,20 0-32,0 0-128,-20 0-545,20-20-352,-20 0-544,19 0-865,-19 0-2595</inkml:trace>
  <inkml:trace contextRef="#ctx0" brushRef="#br0" timeOffset="2757.15">7408 9105 11050,'-40'20'1185,"21"0"1345,-22 19-640,21-18-609,-19 18-95,-1 1-290,1-1-223,19 1-353,0-20-320,0 0 0,0 0-128,20-20-576,0 0-706,0 0-960,20 0-2659</inkml:trace>
  <inkml:trace contextRef="#ctx0" brushRef="#br0" timeOffset="2984.17">7428 9423 10922,'0'19'2114,"0"1"-160,0 1 128,-20-2-705,0 1-192,0-1-576,-20 2-481,20-1-64,0-1-160,0-19-417,1 20-768,19-20-1506,0-20-4387</inkml:trace>
  <inkml:trace contextRef="#ctx0" brushRef="#br0" timeOffset="3418.19">7627 9164 9705,'0'0'1793,"0"0"802,0 0-1090,0 0-352,19 20-320,-19 1-192,20-2-129,0 1-127,-20 0-257,20 0-128,-1 0-289,-19-1-671,20 1-1122,0 0-2531</inkml:trace>
  <inkml:trace contextRef="#ctx0" brushRef="#br0" timeOffset="3650.2">7924 9205 4900,'-20'19'9193,"1"21"-7688,-1-20 641,-1 39-736,-19-19 95,1 19-96,-1 21-320,1-20-416,-1-1-385,1 1-288,18 0-160,1-21-480,0-20-738,20 2-992,0-21-2851</inkml:trace>
  <inkml:trace contextRef="#ctx0" brushRef="#br0" timeOffset="4249.24">7983 8966 8423,'20'-20'1218,"0"20"2177,0 20-1441,0 0-321,-20 20-255,19 19-353,1 1-417,-20 0-63,0 19-449,0 0-32,-20 0 0,1-19 128,-1 0-64,0-1 385,-20-19-417,40-20-64,-19 0-96,-1-20-385,20 0-704,0 0-673,0-20-1152,20-20-3685</inkml:trace>
  <inkml:trace contextRef="#ctx0" brushRef="#br0" timeOffset="4496.25">8242 9304 6149,'0'0'7303,"19"0"-5669,1 0 576,0 0-1121,19-20-160,-19 20-513,21 0-448,-21-20 0,19 20-512,-19 0-577,-20 0-1186,0 0-3106</inkml:trace>
  <inkml:trace contextRef="#ctx0" brushRef="#br0" timeOffset="4670.26">8242 9403 10762,'0'20'2370,"0"-20"160,0 0-320,19 0-832,1-20-449,20 20-353,-21 0-256,21 0-223,-19 0-33,18 0-865,-19 0-1505,0 0-5318</inkml:trace>
  <inkml:trace contextRef="#ctx0" brushRef="#br0" timeOffset="5332.3">8937 8966 7623,'-21'-39'1473,"1"39"2211,20 0-1827,-20 0-319,1 19-161,-1 21-416,0 0 160,-19 19 64,19 1-288,0 19-96,-19 1-225,19-1-287,20-20-161,0 1-64,0 0-32,20-21-160,-1-19-673,1 0-480,20-20-609,-21 20-1057,21-20-4484</inkml:trace>
  <inkml:trace contextRef="#ctx0" brushRef="#br0" timeOffset="5828.33">8976 9403 10762,'-19'-20'1505,"19"0"1410,-20 0-1442,20-19-256,0-1-384,20 0-288,-1 21-225,1-22 32,0 22 33,20-1-161,-21 0-32,21 20 32,-20 20-128,-1 0-64,1 19 0,-20 1 33,0 0-97,-20 0 32,1-1-33,-1 1 66,-20-20-1,1 0 64,19-1-96,-20-19 64,21 0-96,-1 0-257,20 0-159,0-19-289,0 19-448,0-20-512,20 20-1635,-1-20-6085</inkml:trace>
  <inkml:trace contextRef="#ctx0" brushRef="#br0" timeOffset="6134.35">9254 9462 11530,'-19'21'1698,"19"-21"961,-20 19-1122,0 1-224,-1-1-352,1 2-641,1-1-223,-1-1-97,20-19-289,0 0-608,-20 0-864,20 0-2083,20 0-5765</inkml:trace>
  <inkml:trace contextRef="#ctx0" brushRef="#br0" timeOffset="6525.37">9413 9403 12619,'0'-40'737,"0"20"1345,19-19-1089,-19 19 0,21-20-192,19 20-385,-20 1-128,-1 19 193,1 0-289,-20 0-64,20 19 96,-20 21-160,0-20-64,-20 19 129,20 1-33,-39-20-96,19 20 96,0-21 0,-21 1-64,22-20 64,-1 0-160,0 0-32,20 0-321,-20-20-351,20 20-578,0-19-896,20-1-2370</inkml:trace>
  <inkml:trace contextRef="#ctx0" brushRef="#br0" timeOffset="6851.39">9690 8927 13773,'41'0'896,"-21"19"1763,-20 1-1058,20 20-287,-20 0 127,0 19-544,0 0-353,-20 1-95,0 20-225,-21-1-64,22-20 0,-21 21-32,1-40-96,-1 19-64,20-39-416,20 20-737,-19-40-865,19 0-1505,0 0-11660</inkml:trace>
  <inkml:trace contextRef="#ctx0" brushRef="#br0" timeOffset="7509.42">10128 9403 8423,'-20'-20'1186,"20"0"1728,0 20-864,20-20-801,-20 0-31,19 1-642,1-1-31,20 20-1,-21 0-63,-19 0-289,21 20 64,-21-20-64,0 39-64,0-19 1,0 0 159,-21 0-128,2 19 32,-21-39 0,20 20-64,1-20-64,-1 0-64,20 0-128,-20 0-416,20-20-225,0 20-512,20-19-993,0-1-2050</inkml:trace>
  <inkml:trace contextRef="#ctx0" brushRef="#br0" timeOffset="7806.44">10386 9264 10986,'19'0'1922,"-19"20"288,20 0-1217,-20-1 64,0 1-64,0 0-481,0 0-256,0 20-63,0-21-161,-20 1-32,20-20 64,0 21 32,-19-21 64,19-21-64,0 1 0,0 20 224,0-19 33,19-1 31,-19 0-288,20 0 32,0 0-64,0 0-64,0 20-32,0-19-96,0 19-512,0 0-674,0-20-1280,0 20-7367</inkml:trace>
  <inkml:trace contextRef="#ctx0" brushRef="#br0" timeOffset="8588.49">11001 9026 2882,'0'-20'4356,"0"0"-1761,0 20 288,-20 0-834,20 0-447,-20 0-545,20 20-96,-19 0-96,-1 19-129,0 1 193,0 19-96,0 1-96,20 0-161,-19-21-351,19 21-161,0-20-96,0-1-97,19-18-415,1 18-353,0-39-416,0 19-481,0-19-1281,-20 0-4324</inkml:trace>
  <inkml:trace contextRef="#ctx0" brushRef="#br0" timeOffset="8944.51">11081 9145 8808,'0'0'1762,"0"0"1184,20 19-1248,-20 1-257,0 1-352,20-2-96,-1 1-192,1 20-224,0-20-161,0-1-128,-1 1-96,1 0-256,0 0-160,-20 0-481,20 0-352,-20-20-608,0 19-898,21-19-2850</inkml:trace>
  <inkml:trace contextRef="#ctx0" brushRef="#br0" timeOffset="9175.52">11379 9145 10890,'-20'0'1633,"0"19"1090,0 1-1025,-20 1-545,20 18 64,-20 1-384,1-1-161,19-19-127,-19 20-385,19-20-96,0 0-96,20-1-64,0-19-705,0 0-544,0 0-929,0 0-2018,20 0-7592</inkml:trace>
  <inkml:trace contextRef="#ctx0" brushRef="#br0" timeOffset="9380.53">11379 9483 12427,'-20'39'865,"20"-20"1505,-20 2-416,0-1-897,-20-1-224,20-19-673,0 20-160,0-20-224,20 0-673,0 0-897,0 0-2273,0-20-8616</inkml:trace>
  <inkml:trace contextRef="#ctx0" brushRef="#br0" timeOffset="9754.54">11597 9164 12395,'0'20'673,"0"-20"1569,0 21-801,20-2-127,-20 1-161,20 0-609,-20 0-256,20 0-159,-1-1-129,-19 1-289,20-20-864,0 20-961,-20 0-2210,20-20-7559</inkml:trace>
  <inkml:trace contextRef="#ctx0" brushRef="#br0" timeOffset="9987.57">11915 9184 11851,'-20'21'2626,"0"-2"-896,-19 1 192,18 20-641,-19-1 416,1 21-255,-21-1-225,21 1-288,-20 0-641,18 19 129,-18-39-321,39 19-96,0-38-257,0 18-543,0-39-1218,20 19-929,0-19-2786</inkml:trace>
  <inkml:trace contextRef="#ctx0" brushRef="#br0" timeOffset="10594.6">11994 9006 7046,'39'0'1281,"-19"0"2307,-20 0-1634,20 20 128,1 19-545,-1 1-416,-20 19-544,0 1 255,0 0-383,-20 19-129,-1-19-192,1 0 64,0-2 161,-19-17-97,19-2-96,0-19-160,20 0 0,-19-20-448,19 0-513,0 0-480,19-20-706,-19 0-2497</inkml:trace>
  <inkml:trace contextRef="#ctx0" brushRef="#br0" timeOffset="10848.62">12272 9304 13260,'19'0'1377,"-19"0"1122,20 0-1122,0 0-448,1 0-256,18 0-449,-19 0-128,0-20-128,0 20-609,0 0-640,-1 0-1698,-19 0-3875</inkml:trace>
  <inkml:trace contextRef="#ctx0" brushRef="#br0" timeOffset="11022.63">12291 9383 704,'-19'20'12268,"19"-20"-10346,0 0 576,0 0-1249,0 0-256,19 0-288,1-20-193,0 20-223,21 0-257,-22 0-161,21 0-1280,-20 0-1762,0 0-11499</inkml:trace>
  <inkml:trace contextRef="#ctx0" brushRef="#br0" timeOffset="11667.66">12828 9065 7142,'0'-19'1570,"0"-1"1216,-20 20-63,20 0-1122,-20 0-63,0 20-417,0-1-416,1 21 31,-1 0 65,0 20-32,0-1-97,1-19-255,19 19-225,0-19-128,0-1-32,0 2 32,19-22-128,1 20-224,0-39-449,0 21-576,-1-21-385,1 20-928,-20-20-3140</inkml:trace>
  <inkml:trace contextRef="#ctx0" brushRef="#br0" timeOffset="12188.69">12947 9145 9993,'0'0'1666,"0"19"1152,0 1-928,0 1-449,0-2-320,-19 21-256,19-20-64,0 0-321,0-1-191,0 1-193,0 0-96,0 0 64,0 0-128,0-20-641,0 20-384,0-20-448,0 19-962,0-19-3106</inkml:trace>
  <inkml:trace contextRef="#ctx0" brushRef="#br0" timeOffset="12412.71">13066 9502 8199,'0'20'2018,"0"-1"1217,-20 2-704,20-1-834,-20-1-223,1 1-610,-1 0-415,0-20-161,20 20-288,-20-20 0,20 0-320,-19 0-449,19 0-608,0 0-1346,0 0-2049</inkml:trace>
  <inkml:trace contextRef="#ctx0" brushRef="#br0" timeOffset="12891.73">13265 9184 6021,'19'-20'2627,"-19"20"-97,0 0 385,0 0-1698,0 20-160,0 1 32,-19-2-128,19 21 0,0-20-160,0 19-33,-20-19-191,20 20-385,0-20-32,0 0-96,0-1-96,0 1-96,0-20-480,0 0-289,0 21-641,0-21-512,0 0-1537,0 0-5125</inkml:trace>
  <inkml:trace contextRef="#ctx0" brushRef="#br0" timeOffset="13210.75">13444 9105 8840,'20'0'1762,"-20"0"672,19 20 96,-19 19-1024,0-19 63,0 20-256,0 20-352,0-21-160,-19 1-320,-1 20-161,0-21-192,-21 1-64,22-1-160,19 2-513,-20-22-736,20 1-929,0-20-2979</inkml:trace>
  <inkml:trace contextRef="#ctx0" brushRef="#br0" timeOffset="14528.83">13503 8728 4580,'0'-20'1537,"0"20"1218,0 0-801,20-20-481,-20 20-128,0 0-256,20 0-128,-1 0-64,1 0-32,0-20-192,0 20-161,-1 0-31,1 20-161,-20-20-128,21 20 0,-21 0 129,0 0-33,0 0 160,0 19-224,0 1 97,0-1-97,0 2-64,0-2-192,0 21 128,0-21-32,0 1 0,0 0-64,-21 20 32,21-21-32,0 1 0,0 19 0,0-19 0,0 0 32,0-1 0,0 1 32,0-1 1,0 2-1,0-22-64,0 21 32,0-20-64,0 20 64,-20-21-32,20 1 64,0 1-32,0-2-64,0 1 0,0-1 32,0 2 0,0-1-32,0-20-64,0 19 96,0-19-65,0 20-31,0-20 64,0 20-32,0-20-32,0 0 0,20 0 32,-20 0 0,0 0 32,0 20 0,0-20-32,0 0 128,0 0-32,0 0 32,-20 0-32,20 0 32,-19 0-32,-1 0 0,20 0 256,-40 0-31,21-20 191,-1 20-64,0 0-384,20 0 65,-20 0-226,20 0-511,0 0-1282,0 0-2306,0 0-11499</inkml:trace>
  <inkml:trace contextRef="#ctx0" brushRef="#br0" timeOffset="15721.89">13880 9323 5637,'-20'0'6438,"20"0"-4388,0 0 576,0 0-1152,20 0-129,-20 0-512,20 0-321,20 0-191,-20 0-161,0 0-96,19-19-160,-19 19-737,0 0-480,0 0-1186,-20 0-2690</inkml:trace>
  <inkml:trace contextRef="#ctx0" brushRef="#br0" timeOffset="15885.9">13880 9423 5829,'0'0'6566,"20"0"-4452,-1 0 449,2 0-1378,19 0-320,-20 0-289,19 0-416,1 0-128,-1 0-448,-19 0-1762,0 0-5766</inkml:trace>
  <inkml:trace contextRef="#ctx0" brushRef="#br0" timeOffset="17216.98">2046 10773 7014,'0'20'3459,"0"-20"-480,0 0-801,0 0-416,21 0-513,-1 0-288,0 0-480,19 0-65,-19 0-384,20 0-64,-20 0 96,-1 0-448,1 20-481,-20-20-609,0 0-1024,20 0-2050</inkml:trace>
  <inkml:trace contextRef="#ctx0" brushRef="#br0" timeOffset="17396.99">2107 10892 7366,'0'0'2563,"0"0"95,0 0-63,0 0-641,20 20-609,-1-20-448,1 0-321,20 0-415,-20 0-33,19 0-385,1 0-832,0 0-1089,0 0-3523</inkml:trace>
  <inkml:trace contextRef="#ctx0" brushRef="#br0" timeOffset="17825">2702 10773 10570,'0'0'960,"0"0"1026,0 0 96,0 0-801,0 0-704,0 40 352,0-21-64,0 21-129,0 0-31,0 20-321,0-21-255,0 21 31,0-1-160,0-19-128,0-1-161,0-18-223,0-1 95,0-1-255,0-19-449,0 20-417,0-20-960,0 0-1378,0-20-5893</inkml:trace>
  <inkml:trace contextRef="#ctx0" brushRef="#br0" timeOffset="18144.03">2682 10793 9192,'0'-60'481,"0"21"864,20-2 641,0 22-225,0-1-543,19 1-257,-19-2-417,0 21 1,21 21 127,-22-2-159,1 1-65,0 20-31,-20-1-65,0 1-32,0 0 32,0-1-31,-20-19 63,20 0-256,-20 20 32,1-21-31,-2-19-161,1 21-33,0-21-383,0 20-481,20-20-256,0 0-1281,0 0-1826,20-20-7431</inkml:trace>
  <inkml:trace contextRef="#ctx0" brushRef="#br0" timeOffset="18479.05">3000 10931 9737,'20'60'224,"-20"-40"1730,19 0 64,-19 0-481,0 0-256,20 19-736,-20-19-289,0 0-64,0 0 0,0-20-95,0 20 191,0-20 256,0-20-127,0 20-161,0 0 0,0-20 0,0 0-31,0 0-97,0 1-32,0-1 0,20 0 32,0 0-160,-20 20 0,21-20-64,-2 20 64,1-20 96,-20 20-480,20 0-641,0 0-705,-20 0-1793,0 0-7464</inkml:trace>
  <inkml:trace contextRef="#ctx0" brushRef="#br0" timeOffset="19012.08">3675 10396 16431,'0'-21'513,"0"21"544,-19 0 0,19 0-129,-21 0-255,1 0-321,0 0-256,0 0-31,1 0 31,-1 21-128,0-21 0,0 0-32,20 20 31,-19-20-63,19 19 0,-20 1 32,20 20-64,0 0 192,0-1-96,-20 21-288,20 0 32,0 19-161,-20-20 65,20 21 96,0-20 159,-19-1 129,19 1 64,-21-21 1,21 21-33,-20-20 32,0-1 160,20 1-32,-20-20-64,20 19 32,0-19 0,0 0-63,0-20 31,20 20-32,0-20 160,0 0 0,1 0-32,-2 0-95,21 0-97,-20 0-129,-1 0-479,1 0-865,0 0-1794,-20 0-10667</inkml:trace>
  <inkml:trace contextRef="#ctx0" brushRef="#br0" timeOffset="20443.16">3914 10694 10025,'0'-20'1217,"-21"-1"1474,21 21-673,-20 0-609,0 0-448,1 21-256,-1-1-161,20-1-160,-20 41 97,0-20 159,1 19-31,-1 0-129,20 1-159,0 0-257,0-20-32,20-1-96,-20 1 32,19-20-385,1-1-672,0 2-64,0-21-448,-1 0-1154,1-21-3587</inkml:trace>
  <inkml:trace contextRef="#ctx0" brushRef="#br0" timeOffset="20688.18">3993 10793 8520,'20'0'3651,"-20"0"-2690,0 20 1153,19-20-448,-19 19-481,20 21-256,0-20-289,-20 0-256,20 20-159,0-20-129,-1-1-32,1 21-416,0-20-385,-20-20-769,21 20-832,-21-20-2050,19 0-6725</inkml:trace>
  <inkml:trace contextRef="#ctx0" brushRef="#br0" timeOffset="20890.18">4231 10852 9609,'-39'0'1857,"39"0"770,-21 0-609,1 20-673,-19 0-64,19 19-544,0-18-225,0 18-191,20-19-193,-20 0-128,20 0 0,0 0-320,0-20-609,0 20-801,20-20-1409,0-20-4804</inkml:trace>
  <inkml:trace contextRef="#ctx0" brushRef="#br0" timeOffset="21072.2">4291 11071 11434,'-20'59'641,"20"-39"1665,-20 0-512,0 19-97,0-39-768,1 21-672,19-1-225,-21-20-193,21 0-543,0 0-1250,0-20-1313,21-1-6182</inkml:trace>
  <inkml:trace contextRef="#ctx0" brushRef="#br0" timeOffset="21325.21">4470 10852 13516,'19'20'289,"-19"-20"800,0 20 320,0-20-224,20 20-448,-20-1-673,20-19 0,-20 21-288,20-21-961,-1 20-1506,-19-20-3619</inkml:trace>
  <inkml:trace contextRef="#ctx0" brushRef="#br0" timeOffset="21557.23">4708 10872 4676,'-21'40'8040,"1"-21"-6599,-19 2 385,19 18-353,0 21-128,-19-20-288,-1-1-256,20-19-224,1 20-385,-1 0-192,-1-20 32,1-1-288,20-19-385,0 0-352,0 0-705,0 0-576,0 0-1697,20-19-7240</inkml:trace>
  <inkml:trace contextRef="#ctx0" brushRef="#br0" timeOffset="21804.24">4827 10614 4708,'39'20'9609,"-39"-1"-8296,20 2 481,-20 18 0,0 21-129,0-20-223,-20 19-546,0 0-351,1 21-225,-21-20-192,1 19-31,19-39-33,-21 20-257,21-41-511,1 1-994,19 0-704,0-20-3364</inkml:trace>
  <inkml:trace contextRef="#ctx0" brushRef="#br0" timeOffset="22325.27">5164 10892 9256,'-20'0'2306,"20"0"577,0 0-449,20 0-768,0 0-545,-1 0-288,1 0-160,1 0-129,19 0-128,-21 0-287,21 0-97,-20 0-193,-1 0-511,-19 0-641,20 20-449,-20-20-1089,-20 0-3715</inkml:trace>
  <inkml:trace contextRef="#ctx0" brushRef="#br0" timeOffset="22506.28">5164 10991 9160,'0'0'2050,"0"0"384,0 0-480,20 0-608,-1 0-386,1 0-287,21 0-128,-21 0-385,19 0-160,1 0 32,-21 0-449,21 0-544,-20 0-1056,-1 0-2275</inkml:trace>
  <inkml:trace contextRef="#ctx0" brushRef="#br0" timeOffset="22824.3">5739 10674 11851,'0'-21'1473,"0"21"1186,-19 0-1122,-1 21-224,0-1-224,0-1-256,1 41-160,-1-20 31,-20 19-63,20 0-32,1 1-129,-1 0-352,20-1-128,0-19-32,0 0-640,20-21-578,-1 2-447,1-21-802,20 0-3714</inkml:trace>
  <inkml:trace contextRef="#ctx0" brushRef="#br0" timeOffset="23316.33">5997 11051 12748,'0'40'1441,"0"-21"705,-19 1-448,19 0-129,-20 0-288,0 19-768,0-18-449,20-21-32,0 20-545,0-20-640,0 19-865,0-19-2306</inkml:trace>
  <inkml:trace contextRef="#ctx0" brushRef="#br0" timeOffset="23642.35">6157 11091 10698,'20'-60'608,"-1"1"1698,1 18-800,0 2-161,19-1 64,2 20-480,-21 1-160,0 19-192,-1 0 31,-19 19-191,0 1-65,0 0-160,-19 20-32,-1 0-64,0-1-64,-21 1-64,2 0 96,19-20-160,-19-1-128,19 1-320,0-20-193,20 0-416,-20 0-673,20 0-1665,20-20-5574</inkml:trace>
  <inkml:trace contextRef="#ctx0" brushRef="#br0" timeOffset="23941.36">6514 10634 14701,'40'19'833,"-20"2"1473,-20-1-704,20 19 63,-20 21-63,0-1-417,-20 1-352,-20 19-321,0-19-191,0 19-193,1-19-64,19-20-64,-19-1-224,19-19-609,20-20-929,0 0-1185,0 0-2722</inkml:trace>
  <inkml:trace contextRef="#ctx0" brushRef="#br0" timeOffset="24946.42">6594 10296 7014,'0'-20'1217,"0"20"1250,0-19-481,20 19-417,0 0-96,-1 0-544,-19 0-192,20 0-481,-20 19 481,20 1-193,-20 1-127,0 18 31,20 21-31,-20-1-65,0 1 64,0 19-223,0 1 63,0 19-160,19-20 0,-19 1-64,0-1-96,20 0 96,-20 1-32,20-20 0,-20-1-96,20-19 96,-20-1-96,21 1 160,-21 0-64,0-21 0,0 2 32,-21-1-32,1-20 64,0 19 64,0-19-128,1 0 32,-1 0 32,0 0 32,-19-19-32,39 19-64,-20 0 0,20 0-96,-20-20-576,20 20-514,20-21-1024,-20 21-3651</inkml:trace>
  <inkml:trace contextRef="#ctx0" brushRef="#br0" timeOffset="25382.45">6951 10972 448,'0'-20'10346,"0"20"-8296,0 0 1025,20 0-1250,-1 0-191,1 0-673,20 0-32,-20 0-257,20-21-95,0 21-257,-1 0-224,1 0-64,-20-19-64,-1 19-320,1 0-641,0 0-288,-20 0-385,0 0-672,0 0-3075</inkml:trace>
  <inkml:trace contextRef="#ctx0" brushRef="#br0" timeOffset="25598.46">7170 10813 10762,'-20'0'1633,"20"19"1026,-20-19-577,20 20-545,0 20-127,-20-20-450,20 20-255,0-20-385,0 19-191,0-19-129,0 0-609,0 0-608,0-20-897,0 20-2883</inkml:trace>
  <inkml:trace contextRef="#ctx0" brushRef="#br0" timeOffset="33716.92">5820 10852 384,'0'0'2466,"0"0"-640,0 0 256,0-20-737,0 20-320,0 0-128,0 0-32,0 0-193,0 0 161,0 0-64,0 0-64,0 0-65,0 0-63,0 0-129,0 0-192,0 0-95,-20 0 159,20 20-32,0-20 32,0 0-95,-20 0-1,20 20-96,0-20 32,-20 0-32,20 20 0,0-20-64,-21 0 33,21 20-1,0-20 0,-19 19-32,19 2 128,0-21-128,0 20 32,0-20-32,0 19 0,-20-19 0,20 0 0,0 20-64,0-20 64,0 20 97,0-20-225,0 0 224,0 20-64,0-20-96,20 20 96,-20-20-32,0 20-64,0-20 0,0 0 0,19 19 64,-19-19 32,0 0-160,0 0 96,0 20 0,0-20-32,21 0 0,-21 0 32,0 0-64,0 0 32,0 0-64,20 0 160,-20 0-128,0 0 64,0 0 32,20 0-160,-20 0 192,0 0-64,20 0 32,-20 0-64,0 0 0,0 0 0,0 0 96,19 0-96,-19-20 0,0 20 0,0 0 0,20 0-32,-20 0 32,0-19-32,0 19 96,0 0-64,0 0 0,0 0-32,20-20 64,-20 20 0,0 0-128,0-20 192,0 20-192,0 0 192,0-20-192,20 20 160,-20 0-64,0-20 0,0 20 0,0 0 0,0 0 0,0 0-32,0-20 64,19 20-32,-19 0 0,0 0 0,0 0 0,0 0-32,0-19 64,0 19-32,0 0-32,0 0 96,0-20-64,0 20-32,0 0 32,0 0 64,0-21-96,0 21 32,0 0 32,0 0-64,0-19 0,0 19 64,0 0-32,-19 0 32,19-20-32,0 20 0,0 0 32,0 0-64,0-20 64,-20 20 0,20 0-32,-20-20 65,20 20-33,-20 0-96,20-20 128,0 20-64,-19 0-449,19 0-1248,0 0-4677</inkml:trace>
  <inkml:trace contextRef="#ctx0" brushRef="#br0" timeOffset="35562.03">7586 10753 8776,'-20'-20'352,"20"0"1506,0 20 192,0 20-993,0-20-256,0 20 31,0 20-95,0-20-192,0 19-161,0 1-128,0 20-96,0-21-96,0 21 0,0-20-64,0 19 0,0-39-64,0 19 161,0-18-130,0-21 98,0 0 63,0 0-64,0-21 32,0 2-96,0-1 32,0-20-64,0 20 128,0-19-224,0-21 128,20 1-96,-20-1-193,21 0-223,-1 1-161,-20-20 193,19 38 224,1 2 192,20-1 32,-40 20 160,19 20 160,1 0 32,0 0 129,-20 41-97,0-22-96,0 20-64,-20 2 97,0-2-161,1 21-32,-1-21-96,0-19 96,-19 20-96,19-20 64,-1-1-32,1 2-160,0-21-288,20 0-545,0 0-833,0 0-2658,0 0-5894</inkml:trace>
  <inkml:trace contextRef="#ctx0" brushRef="#br0" timeOffset="35923.05">7865 10872 9641,'0'40'768,"0"-21"193,0 2 929,0-1-320,0-1-321,0 1-577,0 20-287,0-20-193,20 0-64,-20-20 0,0 19-64,0-19 32,0 0 129,0 0 31,0-19-192,0-1-32,0 0 128,0 0-64,0 0 160,0 0 97,19 1-129,-19-1 0,20-1 64,0 2-31,0-1-97,19 20 0,-19-20-96,0 20-32,19 0-64,-19 0-192,-20-20-545,20 20-768,1 0-1538,-21 20-4773</inkml:trace>
  <inkml:trace contextRef="#ctx0" brushRef="#br0" timeOffset="36756.1">8500 10257 5509,'0'-20'3683,"0"0"-1184,0 20 319,-20-20-1344,20 20-193,-20-20-416,0 20-417,1 0-64,-1 0-63,20 0-193,-21 0 0,1 0-96,20 0 0,-20 20-32,20-20 32,0 20 96,-19 20 96,19-21-31,0 22 63,0-2-32,0 21 0,0-21-96,19 41-128,-19-20 96,0-2 33,-19 22-33,19 0-64,-20-1-32,0-19 96,20-1-96,-20 21 64,1-21-64,-1 0-32,20 1 96,-20-20-32,0 19-96,20-19 160,-19 0-128,19-20-32,0-20 128,0 19-64,19-19 32,1 0 96,0 0-96,0 0 0,19-19 32,-19 19-64,0-20 0,-1 0 0,1 20-416,0 0-673,-20-20-513,21 20-1537,-1 0-9865</inkml:trace>
  <inkml:trace contextRef="#ctx0" brushRef="#br0" timeOffset="37410.11">8797 10634 7142,'0'-20'1378,"-19"20"1088,19-19-64,-20 19-960,0 0-289,0 19-192,20 1-353,-39-1 65,19 22-97,-1 18 33,1 1 64,20-21-225,-19 21-160,19 0-96,0-1-224,0-19 160,19-20-224,1 19 64,1-39-512,-1 20-65,-20-20-672,20 0-641,-1 0-1537,1 0-4068</inkml:trace>
  <inkml:trace contextRef="#ctx0" brushRef="#br0" timeOffset="37677.15">8837 10753 6502,'20'-20'3811,"-20"20"-1985,0 0 544,0 20-928,19-20-33,-19 40-544,20-20-161,0-1-223,-20 21-129,21-20-192,-21 0-96,20-1 33,-1 22-65,-19-22-353,20 1-512,-20-20-608,20 20-705,0-20-2018,-20 0-5477</inkml:trace>
  <inkml:trace contextRef="#ctx0" brushRef="#br0" timeOffset="37895.15">9115 10773 9673,'-40'0'640,"21"0"1731,-1 20-418,0 0-768,0-1 65,-19 1-514,19 20-223,-1-20-225,1-1-96,20 2-160,0-1-32,-20-1-224,20 1-481,20-20-992,-20 0-1314,20 0-3235</inkml:trace>
  <inkml:trace contextRef="#ctx0" brushRef="#br0" timeOffset="38083.17">9095 10991 9096,'0'40'993,"-20"-20"1089,1 0 64,-1 0-673,0-1 129,0 1-961,0 0-449,1-20-192,-1 20-32,20-20-417,0 0-1184,0 0-1506,20-20-3043</inkml:trace>
  <inkml:trace contextRef="#ctx0" brushRef="#br0" timeOffset="38365.18">9254 10832 10762,'0'0'480,"0"0"1410,20 0-449,-20 20-288,20 0-416,-20 0-224,20 0-321,-1-20-160,-19 19-96,20 2-769,0-21-1121,-20 0-2082,20 20-6276</inkml:trace>
  <inkml:trace contextRef="#ctx0" brushRef="#br0" timeOffset="38612.18">9532 10813 11050,'-19'19'961,"-1"1"1537,0 20-896,-21-20-289,22 20-96,-21 19-224,20-19-256,-19 0-257,-1-1-127,20 1-257,1-1-64,-1-18-96,0-1 32,20-1-417,0-19-352,0 0-512,0 0-320,20 0-1378,-20-19-3876</inkml:trace>
  <inkml:trace contextRef="#ctx0" brushRef="#br0" timeOffset="38909.21">9611 10634 12427,'40'0'545,"-20"0"1857,-20 19-640,19 2-353,-19 18 129,0 1-321,-19 0-320,19 19-161,-40 1-95,20 0-289,-19 19-160,19-20-32,-19 1-95,19-21-65,0 2-65,0-2-607,20-19-1122,0 0-448,0-20-2595</inkml:trace>
  <inkml:trace contextRef="#ctx0" brushRef="#br0" timeOffset="39459.25">9810 10912 9384,'0'0'1698,"-20"0"736,40 0-63,-20 0-962,20 0-160,0 0-480,-1 0-225,21 0-223,0-20-65,0 20-192,-20 0-32,0-20-160,0 20-449,-1 0-544,-19 0-448,0 20-737,0-20-2051</inkml:trace>
  <inkml:trace contextRef="#ctx0" brushRef="#br0" timeOffset="39634.25">9869 11011 3267,'-19'20'3395,"-1"-20"-769,20 0 1,20 0-673,-20 0-97,19 0-928,1 0-448,20 0-257,-20-20-128,20 20-64,-20 0-128,20 0-545,-21 0-864,1 0-1890,-20 0-7207</inkml:trace>
  <inkml:trace contextRef="#ctx0" brushRef="#br0" timeOffset="39973.28">10525 10614 12107,'0'-19'352,"-20"19"2115,0 19-994,0 1-448,0-1 32,0 22-288,-19-2-65,19 21 1,0-1-32,-19 1-225,19 0 97,20-21-97,-20 21-384,20-21-32,20 1-64,0-20-320,-1 0-737,1-1-128,0 2-1026,0-21-1824,-1 0-8874</inkml:trace>
  <inkml:trace contextRef="#ctx0" brushRef="#br0" timeOffset="40291.3">10644 10773 11627,'0'-20'1217,"0"20"1409,0 0-384,0 0-993,0 20 1,-20 20-321,20-21-1,-20 21-319,20-20-193,-19 19-127,19 2-129,0-22-32,0 21-64,-20-20-96,20 20-384,0-21-577,0 1-417,20 0-255,-20-20-898,0 0-2177,19 0-5029</inkml:trace>
  <inkml:trace contextRef="#ctx0" brushRef="#br0" timeOffset="40501.31">10762 11110 8840,'0'40'2562,"-19"-40"193,19 20-801,-20 0-321,0-1-480,0 22-192,1-41-448,-1 19-129,0 1-288,0 0-64,20-20-160,0 0-448,0 0-706,0 0-928,0-20-1986,20 20-8294</inkml:trace>
  <inkml:trace contextRef="#ctx0" brushRef="#br0" timeOffset="40805.33">11001 10852 12972,'0'-20'993,"0"20"1281,0 20-577,0 0-191,0 0-513,-20 0-32,0-1-289,20 22-159,0-22-257,-19 21-32,19-20-160,-20 0 32,20 0-128,0-1-64,0 1-320,0-20-481,0 0-128,20 20-256,-20-20-449,0 0-864,0 0-2499</inkml:trace>
  <inkml:trace contextRef="#ctx0" brushRef="#br0" timeOffset="41082.33">11219 10634 12235,'20'0'897,"0"19"1505,-20 2-736,0 18-1,0 1-31,0 0-257,0 19-288,-20-19-192,0 20-384,-19-1-65,19 1-288,-19-1-64,-1 1-64,20-20-96,1-1-801,-2-19-896,21 0-802,0-20-3202</inkml:trace>
  <inkml:trace contextRef="#ctx0" brushRef="#br0" timeOffset="42305.41">11339 10257 5797,'20'-20'3363,"0"20"-1633,-1 0 768,-19-20-1153,20 20-191,-20 0-482,20 20-319,-20-20-65,0 20 160,0-20 65,0 39-97,0-18 97,0 18-97,0 1-160,0-1 0,0 1 65,0 0-161,0-1 96,0 2-96,0-2 32,0 1-95,0-1-33,0 21 32,0-20 0,0-1-96,0 1 64,0 20-96,0-21 96,0 1-64,0 0 96,0-1-96,0 1 32,0 0 0,0 0-32,0-20 0,0 19 64,0-19-96,0 20 96,0-21-64,-20 21 0,20-20-64,0 0 160,0 19-128,0-18 96,0-21-224,0 20 320,0-1-224,0 1 64,0-20-64,0 19 0,0-19-32,0 0 96,0 0 32,0 21 32,0-21-96,0 0 0,0 0 96,0 0-32,-20 0 0,20 0 32,0 0-96,0 0 160,-19 20-192,19-20 128,-20 0 64,0 0-32,0 0 65,1 0 95,-2 19 192,-19-19-95,20 0-161,1 0-160,-1 0 64,20 0-288,0 0-769,0-19-769,0 19-864,20-20-4613</inkml:trace>
  <inkml:trace contextRef="#ctx0" brushRef="#br0" timeOffset="43153.46">11379 10217 224,'0'0'1665,"0"0"-383,0 0-418,0 0 65,0 0 256,0 0-128,0 0 64,0 0-128,0 0 128,0 0-192,0 0 0,-20 0-128,20 0-64,0 0-65,0 0-159,0 0-65,-20 0 1,20 0-65,-20 0-224,20 0-64,-19 0 0,-2 0-128,21 0 32,-20 0-224,20 20-641,0-20-1281,0 0-3363</inkml:trace>
  <inkml:trace contextRef="#ctx0" brushRef="#br0" timeOffset="46062.63">11736 10872 10409,'-20'0'1506,"20"0"1409,0 0-801,0 0-737,20 0-64,-1 0-416,1 0-160,0 0-225,21 0-128,-2 0-159,-19 0-193,0-20-321,19 20-768,-19 0-704,0 0-609,0 0-3012</inkml:trace>
  <inkml:trace contextRef="#ctx0" brushRef="#br0" timeOffset="46236.64">11795 11011 12203,'0'20'1313,"0"-20"1538,20 0-1057,1 0-641,-2 0-352,21 0-385,-20-20-384,19 20 64,1 0-737,-20 0-1184,19 0-3140</inkml:trace>
  <inkml:trace contextRef="#ctx0" brushRef="#br0" timeOffset="47305.7">2087 12441 2786,'0'20'8424,"0"-20"-6662,0 0 832,0 0-832,0 0-257,0 19-448,20-19-192,0 0-448,-1 0-65,1 0-96,20 0-256,-20-19 32,-1 19-128,21 0-480,-20 0-546,-1 0-351,-19 0-513,21 0-2082,-21 0-3491</inkml:trace>
  <inkml:trace contextRef="#ctx0" brushRef="#br0" timeOffset="47485.71">2146 12580 9673,'0'19'3395,"0"-19"-1569,0 0 672,20 21-1057,-20-21-256,20 0-224,0 0-416,0 0-289,-1 0-192,1 0-192,20-21-1441,-21 21-1827,22 0-13291</inkml:trace>
  <inkml:trace contextRef="#ctx0" brushRef="#br0" timeOffset="49319.82">3219 12222 3042,'0'-20'1378,"-20"1"1248,20-1-288,0 20-256,-20-21-480,20 21-97,0 0-288,0 0-288,0 0-320,0 0-513,0 21 320,20-1 1,-20-1-33,0 21 33,0-20-193,0 20 32,0-21-96,20 2-32,-20-1-96,0-1 0,0 20 0,0-18 0,0-1-192,0-1-256,0 1-321,0 0-512,0-20-513,19 0-928,-19 0-2147</inkml:trace>
  <inkml:trace contextRef="#ctx0" brushRef="#br0" timeOffset="49652.84">3199 12163 7591,'0'-40'800,"0"20"1346,0 1-736,20 19 31,-1-20-384,1 20-64,0 0-448,19 0-65,-19 0 33,0 20-161,0-20 64,1 19-159,-21 1 191,0-1-64,0 2 33,-21-1-193,1-1 128,0 1-192,0-20 1,-19 20-97,19-20-64,0 0-225,1 0-191,19 0-673,0 0-705,0 0-1857,19 0-2403</inkml:trace>
  <inkml:trace contextRef="#ctx0" brushRef="#br0" timeOffset="50030.86">3595 12420 10409,'-20'0'1538,"1"0"31,19-19 481,-20 19-1025,20-20-64,0 1-577,0-1-63,0-1-33,20 2-128,-1 19-32,1-20 65,-20 20-161,20 0 192,0 20-128,1-20 96,-21 19-128,0 2 128,0-1-32,0-1 97,0 1-161,-21-20 0,1 19-128,0-19 0,0 21-545,1-21-384,-1 0-704,0 0-1634,0 0-5061</inkml:trace>
  <inkml:trace contextRef="#ctx0" brushRef="#br0" timeOffset="50379.88">3219 12580 3235,'-40'19'7751,"40"2"-6566,-20-21 1025,20 0-480,20 0-33,0 0-544,0 0-160,19 0-128,20-21-224,1 21-129,20-19-191,-21-1-97,0 0-320,1 20 352,-20-20-160,0 20-288,0 0-417,-21 0-608,1 0-64,-20 0-513,0 0-832,20 0-2915</inkml:trace>
  <inkml:trace contextRef="#ctx0" brushRef="#br0" timeOffset="50884.91">3477 12838 10441,'-20'20'609,"20"-20"2370,0-20-1218,0 20-832,0 0-160,0-20-353,20 20-159,-20 0-65,19-20 32,1 20 0,20 0-128,-21 20-64,1-20 65,0 20-65,-20 0 32,20-1 128,-20 2-128,0-2 128,-20 1-160,0 0 64,0 20-64,1-20 32,-1-1-32,0 1 64,-19-20 321,19 20 127,20 0-95,-20-20-257,20 20 0,0-20 289,20 0 63,0-20-288,-1 20-64,1 0-95,0 0-97,19-20 96,-19 20-224,0 0-513,21-20-1089,-22 20-1024,1 0-3909</inkml:trace>
  <inkml:trace contextRef="#ctx0" brushRef="#br0" timeOffset="51456.94">4310 12540 9256,'0'0'1538,"0"0"928,0 0-608,20 0-417,-20 0-192,20 0-320,19 0-96,1 0-160,-19 0-417,18 0-224,1 0-32,-1 0 0,-19 0-577,0 0-255,0 0-642,-20 0-448,20 20-1217,-20-20-2594</inkml:trace>
  <inkml:trace contextRef="#ctx0" brushRef="#br0" timeOffset="51666.95">4549 12461 9769,'0'-20'2082,"0"20"640,0 0-1312,-20 0-1,20 20-544,0-1-193,0 1-95,0 0-129,-20 0-223,20 0-129,0 0-96,0-1-289,0 2-511,0-21-1090,0 20-2178</inkml:trace>
  <inkml:trace contextRef="#ctx0" brushRef="#br0" timeOffset="52317.99">5343 12242 7431,'-20'-20'1697,"20"0"1218,0 20-833,0 0-352,0 0-1026,0 20-127,0 0-129,0 0-63,20 0 63,-20 0-96,0-1-63,0 2-129,0 18-64,0-19-32,0 20-96,0-20-160,0-1-289,0 21-127,0-40-578,20 20-863,-20-20-1603,0 0-3331</inkml:trace>
  <inkml:trace contextRef="#ctx0" brushRef="#br0" timeOffset="52637.01">5343 12163 6758,'20'-40'801,"-20"20"2177,19 20-1024,21-19-416,-20 19-225,-1 0-512,1 0-32,1 19-257,19-19 33,-40 39-321,19-18 192,-19-1 33,0 19-225,0-19 160,-19 0-288,-1 0 64,0 0-96,-1-20-64,1 19 32,1-19-32,-1 0-96,20 0-224,-20 0-224,0 0-481,20 0-769,0 0-1185,0 0-3555</inkml:trace>
  <inkml:trace contextRef="#ctx0" brushRef="#br0" timeOffset="52986.03">5700 12342 10057,'0'0'1922,"0"0"897,-20 0-1154,20 0-416,0 20-416,0-1-224,-20 1-161,20-1-224,-19 2-224,19-1 0,0-1 0,0 1-576,0-20-577,0 20-961,0-20-2018,19 0-7047</inkml:trace>
  <inkml:trace contextRef="#ctx0" brushRef="#br0" timeOffset="53339.05">5284 12620 11530,'-20'20'929,"0"-20"1826,20 0-993,0 0-385,20 0-192,0 0-320,19 0 256,1 0-416,19-20 31,0 20-191,2-21-193,18 2-96,-20 19 97,0 0-225,-18-20-32,-1 20-96,-1 0-192,1 0-417,-21 20-512,-19-20-320,0 19-65,0-19-768,0 21-2242</inkml:trace>
  <inkml:trace contextRef="#ctx0" brushRef="#br0" timeOffset="53926.08">5502 12858 10794,'-41'0'1057,"41"0"1954,-19 0-1058,19-20-639,0 20-321,0-20-321,0 20-31,19 0-97,1-20-159,1 20 63,19 0-160,-21 0-31,1 0-97,0 0-96,0 20 0,0-20 0,-20 20 32,0 0-32,0-20-32,0 19-96,-20 2-32,20-2-64,-20 1-96,-20 0 31,21-1 65,-1 2 32,0-1 96,-1-1 32,1 1 32,1 0 96,19-20 0,0 20 289,0-20-65,19 0 0,1 0 1,1 0 127,19-20-224,-1 20-31,1-20 127,-1 20-96,1 0-128,-20-20 1,20 20-194,-20 20-639,0-20-994,0 0-1056,-20 20-2147</inkml:trace>
  <inkml:trace contextRef="#ctx0" brushRef="#br0" timeOffset="66543.8">6474 12580 4676,'0'0'1441,"-20"0"1634,20 0-608,0-20-353,0 20-417,20 0-352,-20 0-224,20 0-224,-20 0-96,20 0 0,0 0-225,0 0-159,20 0-65,-20 0-64,19 0-224,-19-20 33,20 20-162,-1-20-127,-19 20-352,0 0-609,1 0 384,-21 0-320,19 0-320,-19 20-385,-19 0-608,19-20-897,-21 20-2979</inkml:trace>
  <inkml:trace contextRef="#ctx0" brushRef="#br0" timeOffset="66774.81">6614 12679 8039,'-20'19'1538,"0"-19"1472,20 0-351,0 0-801,20 0-449,-20 21-256,20-21-96,0 0-192,19 0-160,1 0-193,-1 0-192,1-21-224,0 21 1,0-19-33,-1 19-961,-19-20-993,20 20-1057,-21 0-8039</inkml:trace>
  <inkml:trace contextRef="#ctx0" brushRef="#br0" timeOffset="68270.89">7865 12222 4388,'0'-20'1121,"0"1"1377,0 19 577,0-20-993,20 20-224,-20 0-385,0 0-640,0 20 128,0-1-160,0 1-193,0 0-223,0 20 383,0-20-383,0 20-225,0-40-32,0 20-288,0-1 416,0 1-320,-20-1-32,20 2-449,0-1-159,0-20-353,0 19-417,0-19-480,0 0-1569,0 20-3395</inkml:trace>
  <inkml:trace contextRef="#ctx0" brushRef="#br0" timeOffset="68544.92">7686 12560 4099,'-20'20'5926,"20"-1"-4421,-20-19 1474,40 21-929,-20-21-320,20 0-545,19 0-288,1 0-193,-1-21-159,22 2-33,-22 19-223,21-20-161,-1 0-96,-19 20 64,-1-20-480,-19 20-513,1 0-192,-1 0-513,-20 0-576,0 20-1698,0-20-7014</inkml:trace>
  <inkml:trace contextRef="#ctx0" brushRef="#br0" timeOffset="69044.92">7844 12778 9833,'-20'0'672,"20"0"2724,-20 0-1250,20 0-897,0 0-256,20-20-321,-20 20-159,20 0-65,21 0 1,-22 0-97,1 0 32,20 0-127,-21 0-193,1 20 32,-20-20-64,20 20 32,-20 0 0,0 0-32,-20 0-32,0 20-64,1-21 160,-21 1-320,20 0 128,-19 20 192,18-20-160,-19 19 128,21 1-32,-1-20 32,0 0 192,20-1 97,0-19 415,40 0-159,-21 0-321,21 0-64,20-19 33,-20-1 95,19 20-128,-19-20-128,-20 20-192,19 0-577,-19 0-1280,1 0-1314,-1 0-9417</inkml:trace>
  <inkml:trace contextRef="#ctx0" brushRef="#br1" timeOffset="72914.17">14595 6762 2370,'0'20'4164,"0"0"-4132,0 0 961,0-1-321,0 1 1,0 1 160,0 18-385,20-19-128,-20 20 65,0-1-65,0 1-96,0 0-128,0 20 65,0-1-1,0 0-64,0 1-64,0-1 32,0 1-32,0-1-32,0 1 32,0 0 0,0-1 32,0 20 0,0-19 256,0 20-127,0 0 95,0-2-96,-20 2 0,20-1 0,-20 20-31,20-19-65,-20 0 128,20-1-128,-19 1 0,19 19 64,-20-20 0,20 0 33,-20 1-97,20 19 32,-20-20 128,1 1-224,19 19-32,-21-19 192,21-1-160,-20 1 64,20 19-128,0-19 96,0 19-32,-20-20 32,20 0-32,0 0 33,0 21 31,0-21 0,0 20 0,0-19-64,0 19 0,0-19 0,0 19 0,0 0-32,0-19 32,0 19 0,0 0-32,-20 0 32,20-19 0,0 19 0,0 0 32,0-19 32,0 19-32,-19 21 0,19-21 0,0 0 65,-20 1-33,20-21-96,0 20 96,0-19-96,0 19 64,0-20 32,0-19-64,0 0 32,0-2-64,0 2 64,-20 20 64,20-20-192,0 18 128,0-18-32,0 0 96,0-1 0,-20 1-128,20 0 97,0-21-65,0 21 32,0-21-64,-20 21 32,20-20 64,0 20 0,0-21-32,-19 1-32,19-1-32,0 2 96,-20-22-96,20 1-32,0 0 64,0-1-64,-20-19 0,20 21 96,0-21-128,0 0-32,0 20-192,20-20-257,-20 0-128,0-20-576,0 20-2402,0-21-8232</inkml:trace>
  <inkml:trace contextRef="#ctx0" brushRef="#br2" timeOffset="82840.73">15409 7259 224,'-20'0'2114,"20"0"320,0 0-320,0 0 96,0 0-704,0 0-225,0 0-224,20 0 256,-20 0-192,20 19-128,-20 1-96,19 0-160,1 0-193,0 0 33,0 0-289,1-1-128,-2 1-96,-19-20-32,20 21-160,0-21-384,0 19-578,-20-19-575,19 0-1250,-19 0-2402</inkml:trace>
  <inkml:trace contextRef="#ctx0" brushRef="#br2" timeOffset="83297.75">15846 7219 5317,'0'0'1057,"-20"0"1441,20 0-608,-20 19-225,1 2-191,-2-2-449,1 1-225,0 20 33,0-20-256,-19 0-321,19-1-160,0 1-160,20 1 32,-19-21-416,19 19-802,0-19-992,0 0-1633,0 0-5574</inkml:trace>
  <inkml:trace contextRef="#ctx0" brushRef="#br2" timeOffset="83889.79">15608 7457 288,'0'0'1473,"0"0"193,0-19-33,0 19 33,0 0-1,0 0 33,0 0-64,0 0-289,0 0-320,0 19 64,0 1 32,0 0-288,-20 20 160,20-1-193,0-19-31,0 20-96,-20 19-33,20-19-319,0-1 63,-20 2 0,20-22-95,0 1-161,0 0 0,0-20-32,0 0-128,0 0-256,0 0-673,0 0-320,0 0-865,20 0-2819</inkml:trace>
  <inkml:trace contextRef="#ctx0" brushRef="#br2" timeOffset="86795.96">14993 7953 320,'0'0'1729,"0"0"-127,0 0 192,0 0-385,0 0 160,0 0-191,0 0-770,0 0 417,0 0 257,19 0-225,1 0-32,0 0-1,0 0-127,-1 0-256,21 0-65,-20 0-223,-1 0-1,21 0-64,-20 0 65,1 0-161,18 0-32,-19 0 96,20-19-160,-1 19-64,-19 0 33,19 0 31,1 0-32,-20 0-64,20 19 64,0-19-32,-20 0 0,19 0-32,1 0 0,-21 0 128,21 0-192,1 0 320,-2 0-416,1 0 352,-1 0-96,21 0-64,-21 0 64,2 0-128,18 0 160,-19 0-31,-1 0 95,21-19-256,-21 19 160,22 0-32,-2 0 32,0-20 0,0 20 0,2 0 0,-22 0-32,21 0 32,-21-20 0,1 20-64,-20 0 32,-1 0-96,1 0 64,1 0-64,-21 0-384,0 0-289,0 0-223,0 0-610,-21 0-1345,1-20-4356</inkml:trace>
  <inkml:trace contextRef="#ctx0" brushRef="#br2" timeOffset="87737.01">16084 7219 384,'0'0'3555,"0"0"-2530,0 0 1089,0 19-512,0-19 127,0 21-447,-19-21-161,19 19-160,0 1-97,0 0-191,0 0-96,0 20-97,0-21-128,0 22-127,0-22-97,0 21 32,0-21-96,19 2 64,-19 18-64,0-19-32,0 20 64,0-20-256,0-1 608,0 22-191,0-22-193,0 20 128,0 2-128,0-22 32,20 21-32,-20 0 0,0-1 64,0 2-32,0-22 1,0 20 31,0 2 64,-20-2 32,20 1-64,0-20 128,0 19-95,0 2-33,0-2 64,0 0-32,0 1 0,0 0-96,-19 0 97,19-1-65,0 2-64,0-2 64,0 0 32,19 21 64,-19-20 33,0 0 31,0-1-96,0 1-32,0-1-64,0 2 64,0-2-64,0 1 65,0 19-193,0-19 64,0 0-32,0-1 0,0 1 0,0-20 32,0 0-32,0-20-32,0 0 0,0 0-385,0 0-512,0-20-736,0 0-1154,20-20-5829</inkml:trace>
  <inkml:trace contextRef="#ctx0" brushRef="#br2" timeOffset="88345.05">16422 7457 2754,'19'-19'2242,"-19"19"353,0-21-449,0 21-289,0 0-127,0 0-481,0 0-384,0 0 32,0 21-192,0-2-97,0 21 1,0-21-161,0 21 1,0-20-193,0 20-32,0-20-160,-19 0-32,19-1 64,0-19-128,0 20-160,0 1-288,0-21-321,0 0-320,0 0-417,19 0-992,-19 0-1346,0 0-5316</inkml:trace>
  <inkml:trace contextRef="#ctx0" brushRef="#br2" timeOffset="88656.07">16441 7457 3619,'-19'-40'1505,"19"1"1282,19 19-865,-19 0-385,20 0-159,0 0-353,0 20-289,-1-20 129,1 20-64,21 0-257,-41 20 129,20 0-129,-1 0-95,-19 0 31,0 19-95,-19-19-1,-1 1 65,-1 18-193,1-19-32,-19-20-64,19 19-160,0-19 64,0 0 96,1 0-352,19-19-288,0 19-289,0 0-608,0 0-641,19 0-1506,1 0-3939</inkml:trace>
  <inkml:trace contextRef="#ctx0" brushRef="#br2" timeOffset="89026.09">16640 7537 288,'0'-21'5061,"0"21"-3460,20 0 737,-20-19-608,0 19-97,0 0-383,0 19-193,0 2-353,-20-2-63,20 1-129,0 0-31,0 0-225,0 0-256,20 0 32,-20-1 128,0-19-64,0 0 193,0 0 127,0 0-224,-20-19 0,20 19 97,0-20-33,20 0-64,-20 0-32,20 20-96,-1-20 64,1 0-224,0 1 192,20-2-160,-21 21-64,1 0-672,1 0-1122,-21 0-2338,0 21-8583</inkml:trace>
  <inkml:trace contextRef="#ctx0" brushRef="#br2" timeOffset="89562.12">16680 7874 4420,'0'0'2530,"0"0"673,0 0-801,0 0-320,19 0-96,-19 0-352,20 20-225,20-20-64,-1 0-224,2 0-256,-1 0 64,-1 0-384,1 0-1,-1 0-191,1-20-289,-1 20 0,-18 0 0,-1 0-160,0 0-577,-20 0-897,19 0-832,-19 0-833,-19 0-7623</inkml:trace>
  <inkml:trace contextRef="#ctx0" brushRef="#br2" timeOffset="90300.16">15448 8350 7815,'-19'0'1826,"19"0"1505,-20 0-1473,20 0-289,-20-20-416,20 20-480,0-19-97,20-1-159,-20 20-161,20-19 0,19-2 32,-19 1-127,21 1 95,-22 19-96,21 0-64,-20 19-32,-1 1-64,-19 1 0,20 18 128,-20 0-64,0 1 0,-20-20 32,1 0 65,-21 0-33,20 0 192,-20-20 128,0 0-95,20 0-193,-19 0-64,19-20-160,20 0 64,-20 0-288,20 20-609,0-20-384,20 1-737,0 19-2499</inkml:trace>
  <inkml:trace contextRef="#ctx0" brushRef="#br2" timeOffset="91032.2">16441 8231 3299,'0'-19'2146,"-19"19"1089,19-20-769,0 20-416,0 0-352,0-20-449,0 20-352,0 20-257,0-20 65,0 20-225,0-1 33,0 22-33,0-22-31,0 20-1,0 2-192,0-22-95,0 21-65,0-20-96,0 0 0,0 0-32,0-1-289,0-19-319,0 0-417,0 0 96,0 0-833,19 0-1601,-19-19-5221</inkml:trace>
  <inkml:trace contextRef="#ctx0" brushRef="#br2" timeOffset="91336.22">16441 8192 7206,'20'-40'1282,"-20"40"1985,20 0-1314,0-20-447,-1 20-257,1 20-320,0-20-288,1 20-33,-21 0-159,20 0-161,-20-1 0,0 1-32,0 1-160,-20-2 545,-21 1-321,21-1-127,-19-19-97,19 0 0,-19 0-64,19 0 0,20 0-96,0-19-353,0 19-447,0 0-450,20-20-832,-1 20-2530</inkml:trace>
  <inkml:trace contextRef="#ctx0" brushRef="#br2" timeOffset="91705.24">16739 8450 10217,'0'0'1249,"-20"-20"1538,20 0-961,0 20-545,20-20-224,-20 1-545,20-2-127,0 1-33,-20 20-160,19 0 225,1 0-257,1 20 160,-1-20-160,-20 21 0,0-2 129,0 21-225,0-40 224,-20 20-64,-1 0 33,1-20-193,1 0 192,-21 0-256,20-20 0,0 20-288,20-20-801,0 0-513,0 20-1985,0-20-11115</inkml:trace>
  <inkml:trace contextRef="#ctx0" brushRef="#br2" timeOffset="93066.32">15429 9006 2370,'0'0'2658,"0"0"65,0 0-289,0 0-512,0 0-449,0 0-480,0 0-352,0 0-129,19-20-95,-19 20-193,20 0 64,-20-20-128,20 0 129,0 20-129,-20-19 64,21 19-64,-2-21 32,-19 21-96,0-20 65,0 20 95,0 0-64,0 0 96,0 0-224,0 0 129,0 20-33,0-20 0,-19 40 64,19-20 0,0 20 33,0-20 31,0 19-96,0 1-64,0-20-96,0 19 0,-21-19 0,21-20-96,0 21-224,0-2-161,0-19-319,0 0-353,0 0-449,0 20-800,0-20-1314,0 0-3170</inkml:trace>
  <inkml:trace contextRef="#ctx0" brushRef="#br2" timeOffset="93314.33">15389 9304 7655,'0'19'2594,"0"-19"289,0 0-929,0 0-225,0 0-287,20 0-225,19 0-160,-19 0-64,20 0-160,0 0-97,-20 0-159,20 0-129,-21 0-223,1-19-97,0 19 0,0 0-128,-20 0-737,19 0-896,1 0-674,-20 0-2305</inkml:trace>
  <inkml:trace contextRef="#ctx0" brushRef="#br2" timeOffset="94030.37">16501 9105 1729,'-20'-20'4741,"20"20"-2627,0-20 832,0 20-992,0 0-288,0 0-353,0 0-736,0 0-65,0 20 257,0 20-193,0-20 65,0 19 0,0 1-97,0 0 1,0 0-353,0-1-32,-20-19-64,20 20 160,0-20-160,-20-1 0,20 1-96,0 1-32,0-21-128,0 0-320,0 19-417,0-19-96,0 0-320,0 0-481,0-19-1377,0 19-4324</inkml:trace>
  <inkml:trace contextRef="#ctx0" brushRef="#br2" timeOffset="94364.39">16461 9145 5669,'0'-40'897,"0"0"1793,20 21-640,0-1-224,-20 0-257,39 20-287,-19-20-386,1 20-223,-1 20-64,-1 0-129,1 0-31,-20-1-65,0 21 0,0-20 33,0 0-33,-20-1 129,1 1-129,-1 1-160,-1-2-128,-19-19-160,21 0 320,-1 0-160,0 0-192,0 0-224,1 0-353,19 0 33,0 0-481,0 0-609,19 0-704,1 0-2691</inkml:trace>
  <inkml:trace contextRef="#ctx0" brushRef="#br2" timeOffset="94733.4">16779 9184 9480,'0'0'2275,"0"0"159,0 0-288,0 21-577,-20-2-351,20 1-386,0 20-191,0-20-225,0-1-352,0-19 33,0 20-194,0 0-639,0-20-513,0 0-1474,0 0-4164</inkml:trace>
  <inkml:trace contextRef="#ctx0" brushRef="#br2" timeOffset="95695.47">16104 9224 1249,'0'0'2210,"0"0"-256,0 0-1,0 0-415,0 0-321,0 0-160,0 0 32,0 0-192,0 0 32,0 0-257,0 0-255,0 0 31,0 0 1,0 0-1,0 0-63,0 0-65,0 20 192,0-20-159,0 20 95,0-20-96,0 20 33,0 0-33,0-20 32,0 19-31,0 1-65,0 0-64,0-20 65,0 20-65,0 0 64,0 0 64,-20-1-224,20-19 33,0 20-1,0-20-32,0 21-64,0-21 32,0 0-32,0 19-96,0-19-224,0 0-609,0 0-576,0 0-801,0 0-3684</inkml:trace>
  <inkml:trace contextRef="#ctx0" brushRef="#br2" timeOffset="97043.55">14972 8728 256,'0'0'1505,"-20"0"321,20 0-64,0 0-193,0 0-160,0 0-95,0 0-161,0 0-224,0 0-97,0 0-159,0 0-193,0 0 1,0 0 160,20 0-225,-20 0 193,21 0-1,-2 0-31,1 0-33,0 0-31,0 0-97,19 0-32,-19 0 65,0 0-129,-1 0-128,1 0 33,20 0-129,-19 0 0,-2 0 64,1 0 0,0 20 0,20-20-64,-21 0 32,1 0 0,20 0-63,-21 0 31,21 0 0,-20 0 0,20 0-32,-20 0 32,20 0-32,-1 0 128,-19 0-64,19 0 0,-19 0-31,0 0-1,21 0 64,-22 0 32,21 0-64,-20 0-96,19 0 0,-19 0 0,20 0 64,-1 0-64,2 0-32,-21 0 32,19-20 64,1 20-64,-21 0-96,21 0 128,-20 0-64,19 0 97,-19 0-97,21 0 64,-21 0-32,19 0-32,-19-20 0,19 20 32,-19 0-32,20 0 32,-1 0 0,-19 0-32,21 0 0,-22 0 0,21 0 32,-1 0-64,-19 0 96,20 0-64,-20 0 64,19 0-128,2 0 128,-2 0-96,1-20 128,-1 20 0,-19 0-64,20 0 64,-21 0-32,1 0 0,1 0 32,-1 0-32,-20 0-32,20 0 65,-20 0-130,0 0-127,0 0-672,0 0-706,-20 20-736,20-20-2659</inkml:trace>
  <inkml:trace contextRef="#ctx0" brushRef="#br2" timeOffset="98325.62">14993 9641 1953,'0'0'1762,"-21"0"736,21 0-95,0 0-994,21 0-192,-21 0-32,0 0-288,19 0-32,1 0 32,0 0-64,0 0-33,-1-20-127,1 20-96,20 0-97,-21 0 0,1 0-63,0 0-97,0 0-160,1 0 32,-2 0-95,1 0-33,0 0 64,0 0-96,0 0 64,19-20 0,-19 20 32,0 0-64,-1 0-64,1 0 32,0 0 0,21 0 96,-22 0 0,1 0 97,20 0-97,-21 0 0,1 0 128,0 0-128,19 0 0,-19 0-32,20 0 1,-19 0-33,18 0 0,-19 0-32,20 0 64,-1 0-64,-19 0-64,19 0 96,-19-19-96,21 19 96,-21 0 32,19 0-96,-19 0 96,19 0-32,-19 0-64,0 0 0,0 0 0,0 0 96,-1 0-96,1 0 32,1 0-32,-1 0 64,0 0-96,19 0 64,-19 0-32,0 0 32,-1 0-32,1 0 32,0 0-64,0 0 96,-1 0-64,1-20-32,0 20 64,1 0-32,-1 0-64,-1 0 192,1 0-160,0 0 0,0 0 64,-1 0 0,1 0-256,0 0 513,0 0-289,19 20 96,-19-20-32,1 0 64,-1 0 0,0 0-32,-1 0 0,1 0 0,0 0 64,0 0 0,-1 0-95,-19 0-33,20 0 32,-20 0-96,0 0 160,20 0-320,-20 0-321,0 0-1313,0 0-480,0 0-3940</inkml:trace>
  <inkml:trace contextRef="#ctx0" brushRef="#br2" timeOffset="100509.74">19003 7378 1,'0'-20'95,"0"20"-63,0 0 0,0 0-32,0 0 0,0 0 0,0 0-159</inkml:trace>
  <inkml:trace contextRef="#ctx0" brushRef="#br2" timeOffset="100987.77">19003 7378 1,'0'-60'895,"0"60"355,-20-20-97,20 20 224,0 0 192,0 0 353,0-20-448,0 20-33,0 0-224,0 0 160,0 0-320,0 0-224,0 0-224,0 0 288,20 0-129,-20 20-31,20 0-64,-1 20 95,21-20-223,-20 19-1,0 1-127,19-20-65,-19 0 1,21 20-161,-22-40-96,1 19 96,0 1-128,0-20-160,-20 20-256,19-20-257,-19 0-512,0 20-32,20-20-577,-20 0-960,0 0-2531</inkml:trace>
  <inkml:trace contextRef="#ctx0" brushRef="#br2" timeOffset="101357.79">19380 7238 2370,'0'0'5285,"0"0"-3652,-20 0 1186,20 0-1121,-20 0-129,0 40-192,1-20-224,-21 20-160,20 0 32,-19-1 64,18 1-320,-19 0-192,21-21-161,-1 21-352,0-40 32,0 20-96,0-20-256,20 20-801,-19-20-545,19 0-704,0 20-2755</inkml:trace>
  <inkml:trace contextRef="#ctx0" brushRef="#br2" timeOffset="102190.84">18824 7675 128,'0'0'1793,"-20"0"129,20 0-416,0 0 159,0 0-352,0 0 225,0 0-129,0 0-160,0 0-384,0 0-96,0 0 224,20 0-256,0 0-65,-1 0 225,41 0-32,-20 0 64,39 0-161,-19-19 33,19 19-32,1 0-193,-1 0-95,0 0 31,21 0-127,-1 0 287,0 0-31,1 0-161,-1 0-127,20 0 31,-20-20-96,-20 20-159,2 0-1,-2-20-32,-20 20-128,-20 0 64,1 0 32,-19 0-32,-21 0-160,0 0-481,0 0-224,0 0-864,-21 20-738,21-20-287,-20 0-4933</inkml:trace>
  <inkml:trace contextRef="#ctx0" brushRef="#br2" timeOffset="103203.9">19618 7238 832,'0'0'3748,"0"0"-3300,20 0 1122,-20 0 640,0 21-224,0-2-225,0-19-511,0 40-225,0-20 96,0 0-417,0 19-223,0-19-65,0 20-96,0 0-95,0-21-97,0 21 32,0 0-96,20 0 0,-20-1 0,0 21-32,0-21 96,0 2-160,-20-2 160,20 1 225,0-20-65,0 19 128,0-19 33,0 20-97,0-20 0,0 19-31,0 1-97,0 0-32,0-20 0,0 39 0,0-18-224,0-2-160,0 0 481,0 1-257,0 0 0,0-20-32,0 20 160,0-1-32,0-18 0,0 18 0,0 0 128,0 1-160,0-20-31,0 20-1,0 0 0,0-21-64,0 21 96,0 0-32,0-21 0,0 22 32,0-22 32,0 21 0,0-20 0,0 20-96,0-1 96,0 1-96,0-1 97,0 2-33,0-2 32,0 1-96,0-1 160,0 1 0,0-20-32,0 20 1,0-21 31,20 1-96,-20 1 0,0-2-32,0 1-160,0-20 128,0 19-481,0-19-479,0 0-514,0-19-576,19-1-1185,-19 1-8135</inkml:trace>
  <inkml:trace contextRef="#ctx0" brushRef="#br2" timeOffset="103804.93">19996 7298 2594,'0'-39'2851,"20"39"-225,-20-21 289,0 21-673,0 0-480,0 0-481,0 21-256,0-2-288,0 1-193,0 20 97,0-20-193,0 19-160,0 2 33,0-2-225,0-19-96,-20 20 0,20-21-224,0 1-289,0-20-224,0 20-448,0-20-480,0 0-1058,0 0-1313</inkml:trace>
  <inkml:trace contextRef="#ctx0" brushRef="#br2" timeOffset="104116.95">20016 7219 4964,'0'-59'545,"19"38"1505,1 1-257,0 1-63,0-1 32,0 20-161,-1 0-384,1 0-320,0 20-64,-20-1-192,0 22-33,0-22-31,0 21-129,-20 0 33,0-21-33,1 1-256,-1 0 64,0-20-224,-20 20 0,21-20-32,-1 0-64,-1 0-224,21 0-192,0 0-353,0 0-705,0 0-576,21 0-1825,-21 0-6823</inkml:trace>
  <inkml:trace contextRef="#ctx0" brushRef="#br2" timeOffset="104493.97">20233 7278 6502,'20'0'2114,"-20"0"929,0 0-865,0 0-577,0 20-320,0-20-352,0 40-128,0-20-321,0 0-31,0 19-225,0-18-160,0-2-32,0 1 32,0 0 96,-20-20-64,20 0 129,0 0-65,0 0-96,0-20 128,0 0-96,0 20 64,20-19 0,-20-2-31,21 1-33,-1 20 64,-20-19 0,19 19-32,21-20 0,-20 20-128,-1 0 32,1 0-256,0 0 256,-20 0-929,20 0-384,-20 0-1313,0 20-4517</inkml:trace>
  <inkml:trace contextRef="#ctx0" brushRef="#br2" timeOffset="105609.04">19141 8212 480,'-19'0'1922,"-1"0"96,20 19-225,0-19-63,-20 0-64,20 0-97,-20 0-192,20 0-63,0-19-97,-20 19-96,20 0-192,-19-20-225,19 20-31,0-20-160,0 0-97,19 0-128,1 0-64,0 1 1,0-2 31,0 1 0,19 20 32,-19 0 1,1 0-225,-1 0 32,-1 20-32,1 20 0,-20-20 64,0 20-64,-20-20 32,1 19-32,-1-19 128,-1 1-95,-19-2-1,21-19 160,-21 0-32,20 0-128,-19-19-96,19-2 64,0 21-160,20-20-32,0 1-513,0-1-672,20 0-609,0 0-2530</inkml:trace>
  <inkml:trace contextRef="#ctx0" brushRef="#br2" timeOffset="106320.08">20016 7894 1057,'0'-20'2818,"0"0"-31,0 20-65,0 0-479,0 0-354,0 0-223,0 0-609,0 0-192,0 20-129,0 0-31,0-20-96,0 40-65,0-21-63,0 1-97,0 1-160,0-2-160,0-19 96,0 20-256,0-20-160,0 19-256,0-19-289,0 0-384,0 20-513,0-20-864,19 0-1955</inkml:trace>
  <inkml:trace contextRef="#ctx0" brushRef="#br2" timeOffset="106615.09">20253 7834 3235,'21'0'5957,"-21"0"-3779,0 0 417,-21 20-898,1 0-223,20 20-225,-20-1-256,1 2-64,-1-2-64,0 0-97,-19 1-191,39-20-161,-20 20-288,0-20-64,20 0-64,-20-1-64,20-19-224,0 20-705,0-20-256,0 0-96,0 0-705,20 0-1730,-20 0-5957</inkml:trace>
  <inkml:trace contextRef="#ctx0" brushRef="#br2" timeOffset="107022.12">20294 8072 7879,'19'-20'1409,"1"1"1058,-20 19 63,20-20-832,0 20-417,-20 0-512,19 0-225,1 0-224,-20 20 97,20-20-129,-20 19-128,0 1-32,0 1 32,-20-2-63,0 1-97,1 0 0,-21 0 0,20 0 64,1 0-128,-22-20 64,41 19 32,-20-19 32,20 0-64,0 20-64,0-20 384,20 0 256,1 0-127,18 0-129,1 0-96,-1 0-128,-19 0-128,20-20 97,-21 20-386,1 0-608,0 0-320,-20 20-833,0-20-2178,-20 0-8776</inkml:trace>
  <inkml:trace contextRef="#ctx0" brushRef="#br2" timeOffset="108044.17">18705 8529 2626,'0'0'1890,"0"0"640,0 0-480,0 0-448,0 0-97,0 0-320,0 0-32,0 0-128,20 0-128,-20 0-64,40 0 160,-21 0-256,1-20-129,20 20 33,-1 0-161,-19 0-128,21 0 33,-2 0-129,-19 0-128,19 0 32,1 0-32,-20 20-63,19-20 31,-19 0 64,21 0-160,-2 0 384,-19 0-224,20 0 32,-1 0-31,1 0-97,-1 0 64,1 0-32,0 0 0,0 0-32,-1 0 32,1 0-64,0 0 32,-1 0-32,-19-20-64,21 20 128,-2 0 0,1 0-96,-1 0 64,1 0 1,-1 0-65,2 0 128,-2 0 64,1 0-160,0 0 32,-21 0 96,21 0-128,-20 0 64,19 0-128,-19 0 96,21 0-32,-22 20-32,21-20 0,-20 0 64,19 0-64,-19 0 64,19 0 0,1 0-64,-19 0 32,18 0 1,1 0-33,-20 0 128,19 0 0,-19 0-32,0 0 64,19 0-32,-19 0 0,-20 0-64,21 0 0,-21 0 0,0 0-64,20 0-32,-20 0-352,0 0-673,-20 0-865,20 0-928,-21 21-2435</inkml:trace>
  <inkml:trace contextRef="#ctx0" brushRef="#br2" timeOffset="108999.23">19082 8986 2562,'0'0'2466,"0"0"-192,0 0-31,0 0-322,0 0-255,0 0-353,0 0-128,0 0-256,0 0-288,20 0 31,-20-20-319,20 20-1,-20-20 0,19 20-191,1-19-97,-20-2 0,20 1-32,1 1 32,-1 19-96,-20-20 32,19 0 32,-19 20-32,0 0 64,0-20-64,0 20 160,0 0-288,0 20 224,0-20 64,-19 20 0,19 19 0,0-19 289,-20 20 95,20 0-159,0 0 127,0-1-191,-21 1 63,21 0-96,0-21-128,0 22-96,0-22-64,0 1 128,0 0-160,0 0 32,0-20-32,0 20-288,0-20-96,0 19-321,0-19-128,0 0 96,0 0-255,0 0-258,0 0-479,0 0-1474,0 0-2307</inkml:trace>
  <inkml:trace contextRef="#ctx0" brushRef="#br2" timeOffset="109252.24">19062 9363 8808,'0'0'2434,"0"0"705,20 0-576,-20 0-930,20 0-288,0 0 33,19 0-481,-19 0 63,1 0-351,-1 0-161,-1 0-255,1 0-97,0 0 0,0-20-320,-20 20-833,19 0-833,1 0-416,0 0-3300</inkml:trace>
  <inkml:trace contextRef="#ctx0" brushRef="#br2" timeOffset="110013.29">20055 8886 672,'0'-19'2531,"0"-1"31,0 20 0,0 0-384,0-20-288,0 20-320,0 0-97,0 0-352,0 0-256,0 0 0,0 20-257,0 0 65,0-1-128,0 22 63,0-22 1,0 1-161,0 20-224,-20-20 1,20 0-193,0-1-32,0 1-32,0-20-257,-19 20-415,19-20-97,19 0-96,-19 0-320,0 0-449,20-20-800,-20 20-1794,20-20-4741</inkml:trace>
  <inkml:trace contextRef="#ctx0" brushRef="#br2" timeOffset="110273.3">20313 8748 10089,'0'0'1922,"0"20"0,0-20-33,-19 39-415,19-19-193,-20 20-288,-1-1 32,-19 1-192,21 0 0,-1 0-289,20-1-192,-20 1-223,0-20-65,20 0-32,0-1-64,-19-19-225,19 20-479,0-20-449,0 21-65,0-21-287,19 0-961,-19 0-2211</inkml:trace>
  <inkml:trace contextRef="#ctx0" brushRef="#br2" timeOffset="110686.33">20373 9006 3042,'19'-40'6535,"1"40"-5094,0-20 1410,-20 20-994,20 0-543,-1 0-418,-19 0-287,20 0-128,0 0-33,-20 20-160,0 0-64,0 0-31,0-20-97,-20 20-32,0 0 0,1-1-64,-1 1 32,-20 0-96,21 0 32,-21 0 32,20-1 32,1 1 0,-1-20 0,20 21 288,0-21-64,0 0 97,20 0 127,-1 0 97,21 0-193,-20 0 0,19 0-159,1 0-129,-21 0 64,1 0-160,0 0-96,1 0-545,-21 0-672,20 0-545,-20 0-1121,0 19-7302</inkml:trace>
  <inkml:trace contextRef="#ctx0" brushRef="#br2" timeOffset="112279.42">18903 9641 480,'-20'0'801,"20"0"256,-20 0-417,20 0-447,0 0-161,-19 0 0,19 0-64,-20 0 32,20 0 32,0 0-32,-20 0 32,20 0 320,0 0 224,0 0-63,0 0-1,0 0-95,0 0-225,-20-20-96,20 20 128,0 0-192,0 0-32,0 0 32,0 0 193,0 0-97,-19 0 192,19 0-160,0 0 96,0-20 65,0 20 127,-20 0-31,20 0 127,0 0 1,0 0-97,0 0 289,-20 0 160,20 0 128,0 0-97,0 0-159,0 0 32,0 0-257,0 0 1,0 0 192,20 0-257,0 0-64,-20 0 129,19 0-65,1 0 33,0 0-33,0 0 33,19 0-129,-19 0 97,21 0-65,-2 0-192,1-19 65,-21 19-33,21 0-64,-20 0-64,19 0 0,-19 0 0,21 0-32,-21 0-64,-1 0-32,21 0 161,-20 0-65,-1 0-32,1 0 0,20 0-32,-21 0 96,1 0-64,20-20 64,-19 20-96,18 0 32,-19 0-32,0 0 32,19 0-32,-19 20 64,0-20-64,0 0 33,19 0-97,-19 0 128,1 0-32,-1 0 128,19 0-128,-19 0 32,0 0 0,19 0-64,-19 0 64,19 0-32,-19 0-32,0 0-32,21 0 64,-22 0-64,1 0 0,0 0 0,20 0 96,-21 0-64,1 0-32,0 0-224,0 0 481,19 0-257,-19 0 64,1 0-32,-1 0-96,-1 0 128,1 0 0,20 0-128,-21 0 64,1 0 64,0 0-96,19 0 0,-19 0 64,0 0 32,1 0-64,-1 0 32,-1 0-32,1 0 32,0 0-32,0 0 32,-20 0 32,20 0-64,-1 0 64,-19 0-32,20 0 0,-20 0 32,20 0-64,-20 0 160,20 0-224,-20 0 64,19 0 96,-19 0-160,20 0 64,-20 0-32,0 0-160,0 0-865,0 0-1538,-20 0-1697,-19 0-9545</inkml:trace>
  <inkml:trace contextRef="#ctx0" brushRef="#br1" timeOffset="142865.17">16520 10475 6342,'0'20'1217,"0"-20"961,0 0 192,20 0-576,0 20-257,-20 0-512,21-1-224,-1 1 32,19 1-193,-19-2-159,0 20-161,-1-18-64,1-21-256,0 20 32,0-1-32,0-19-512,-20 0-577,19 20-641,-19-20-1473,0 0-2883</inkml:trace>
  <inkml:trace contextRef="#ctx0" brushRef="#br1" timeOffset="143256.19">16859 10455 5060,'0'0'1314,"-20"0"1504,-1 20-704,1 0-416,1 0-129,-21 19-287,0 2-1,1-2-224,-1-20-96,21 22-417,-22-22-288,21 1-224,20-20 0,-20 20-384,20-20-929,0 0-1057,20-20-3428</inkml:trace>
  <inkml:trace contextRef="#ctx0" brushRef="#br1" timeOffset="144175.24">17474 10495 1409,'0'-20'2018,"0"20"320,0 0-128,0 0 128,0 0-544,0 0-513,0 0 96,0 0-416,0 20-128,20-20-96,-20 20-64,19 0-193,1-1-128,-20 1 1,20 1-193,0-21-96,-20 19-64,19 1-32,1-20-385,-20 19-576,21-19-608,-21 0-1218,20 21-2338</inkml:trace>
  <inkml:trace contextRef="#ctx0" brushRef="#br1" timeOffset="144471.26">17831 10455 9032,'-20'0'1377,"0"20"1826,1 0-1441,-21 20-192,20-1-129,-19 21-256,-1 0-224,-20-1 0,20 1-96,-19-1-289,0 0-31,19-18-321,-1-2-96,2 1-96,19-20-32,0 0-160,20-20-705,-19 19-608,19-19-161,19 0-800,-19 0-3684</inkml:trace>
  <inkml:trace contextRef="#ctx0" brushRef="#br1" timeOffset="145174.29">18467 10455 5252,'0'-20'1730,"0"1"1377,0 19-897,0 0-288,0 0-897,0 19 0,0 1-192,0 0-289,0 0 193,0 20-289,-20-1 97,20 1-289,0-1-64,-20-18-32,20 18-96,0-19-31,0 0-33,-21 0-33,21-20-255,0 0-352,0 20-449,0-20-545,0-20-736,21 20-1890</inkml:trace>
  <inkml:trace contextRef="#ctx0" brushRef="#br1" timeOffset="145477.31">18447 10455 5637,'20'-39'640,"-20"19"1859,20-1-129,-20 2-768,19 19 31,1-20-512,20 20-224,-21 20-32,1-20-193,-20 19-63,20 2-32,-20-1-97,0-1 1,-20 1-129,0 0 32,1 0-128,-1 0-159,0 0-33,0-20 0,1 0-128,-1 19 96,0-19-289,20 0-479,0 0-513,0 0-321,20 0-896,-20 0-2947</inkml:trace>
  <inkml:trace contextRef="#ctx0" brushRef="#br1" timeOffset="145860.34">18685 10554 3939,'0'-19'2659,"0"19"223,20 0-63,-20 0-929,0 19-353,0 1-544,0 1-32,0 18-256,-20-20-193,20 2-95,0-1-289,0-1-32,0 1 0,0-20 32,0 0 64,-20 0 1,20 0-161,0-20 96,0 20-160,0-19 128,20-1-128,-20-1 160,20 21 64,0-19-32,0-1 96,0 20-31,19-19-33,-19 19-160,19 0 32,-19 0-32,20 0-256,-19 0-673,-2 0-673,-19 0-1633,0 19-9897</inkml:trace>
  <inkml:trace contextRef="#ctx0" brushRef="#br1" timeOffset="147057.41">16183 11011 2146,'-20'20'1569,"1"-20"-32,19 0 97,0 0-32,0 0-129,0 0-544,0 0-96,0 0-1,0 0 97,19 0-160,-19 0-128,20 0-161,0 0-32,0 0 97,0 0 0,-1 0-97,1 0 32,1 0-31,19 0 31,-21 0-31,21 0-193,-1 0-32,-19 0 96,20-20-95,-1 20-97,2 0 32,-2 0-32,1 0-64,-1-20 32,1 20 0,0 0-64,-1 0 128,2 0 97,-2 0-257,1 0 96,-1 0 0,21 0 64,-21 0-96,2 0-32,-2 0-32,1 0 160,0 0-224,-1 0 192,1 0-160,-1 20 96,2-20-32,-2 0-32,1 0 64,-1 0-96,1 0 32,-1 0 65,2-20-98,-1 20 98,-1 0-1,-19 0-128,20 0 96,-1 0-64,1 0 96,0 0 32,20 0-160,-21-19 64,1 19 0,-1 0 64,21 0-96,-20-20 96,0 20-64,19 0 0,-19 0 0,19 0 96,1-21-32,0 21 64,-1 0 0,0 0 160,1 0-256,0 0 353,-1 0-257,1 0 224,-1 0-224,1 0-64,0 0 97,-21 0-161,1 0 0,-1 0-97,-19 0-223,0 0-673,-20 0-736,0 0-1026,0-19-6438</inkml:trace>
  <inkml:trace contextRef="#ctx0" brushRef="#br1" timeOffset="148360.47">17137 10455 2850,'0'-20'321,"0"1"1632,0 19-703,0 0-225,0 0 448,0-20-384,0 20-352,0 0-33,0 20 289,0-20-128,0 19-64,0-19-129,0 20-63,0 0-32,0 0-65,0 20-31,0-21-161,0 1-32,0 1-160,0 18 160,0-20-127,0 22-33,0-22-64,0 21 0,0-20-32,0 20 0,19-1 96,-19-19-192,0 20 128,0 0 32,0-1 0,0 1-96,0 0 128,0-1-64,0 1-64,0 0 0,0 0 97,0-1-33,0 1-32,0-20 32,0 19-96,0 1 0,0 0 128,0-1-96,0 2 0,0-2 0,0 1-64,0-1 128,0-19-64,20 20 0,-20 0 0,0-21 0,0 22 0,0-2 0,0 21 96,0-21-160,-20 1 0,20 0 128,0-21-160,0 22 160,0-2-96,0-20 0,0 22 32,0-2 0,0 1 32,0 0 0,0 0-32,0-1-32,0 0 96,0 2-128,0-22 32,0 21 32,0 0 64,0-20-160,0 20 192,0-1-96,0 0 32,0 2 0,0-22-32,0 21 0,0 0 64,0-20-32,0 20 32,0-1-128,0 0 160,0 21-96,0-20 32,0 20 96,0-1 32,0-19 64,0 0 129,0-1 31,20 1-64,-20 0 1,0-1-193,0 1 32,0 0-64,0 0-96,-20-1-64,20-19-224,0-1-385,0 2-416,0-21-1057,0 0-3171</inkml:trace>
  <inkml:trace contextRef="#ctx0" brushRef="#br1" timeOffset="149722.56">18069 10356 352,'0'0'993,"0"0"833,0 0-385,20 0 449,-20 19-65,0-19-191,-20 21-321,20-1-96,0-1-192,0 1-160,0 0-160,0 0-129,0 20-255,0-21 63,0 22-64,0-22-31,0 20-65,0 2-32,20-2-64,-20 1 96,0 0-96,0-1-31,0 1 127,0-1-32,0 2 0,0 18-224,0-19 224,0-1-192,0 1 96,0 0 0,0 0 33,0-1-65,0 1-32,0 0 32,0-1 0,0 1-32,0 19-128,0-18 160,0-2-64,0 1 0,0-1 32,0 21 32,0-20 0,-20 0-64,20-1 32,0 0-32,0 2 64,0-2-96,0 1 160,0 0-192,0 0 64,0-1-64,0 0 128,0 2-64,0-2 32,0 21 0,-20-21 0,20 2-64,0-2 192,0 1-160,0-20-32,0 19 64,0-19-32,0 20 96,0-1-96,0 2 64,0-22 97,-19 20-97,19 2 128,0-22-192,0 21 64,0 0-64,0-20 32,0 20 32,0-1-160,0 0 96,0 2 96,0-22-96,0 21 192,0-20-64,0 20 32,-20-21-31,20 2-1,0-2 0,0 21-96,0-21 64,0 2 0,20 18 0,-20-19 0,0 20 32,0-20 64,0 19-63,0 1 95,0-20 96,0 19-192,0-18 64,0-1-128,0-1 33,0-19-129,0 20 32,0-20-65,0 0-127,0 19-480,0-19-513,0 0-737,0 0-1826,0-19-9576</inkml:trace>
  <inkml:trace contextRef="#ctx0" brushRef="#br1" timeOffset="151467.66">16560 11408 4260,'0'-20'1825,"-20"20"802,20 0-417,0-20-481,0 1-319,0 19-545,0-20-161,20 0-223,-20 20-129,21-20-128,-1 0 33,-1 20-1,1 0 32,0 0-64,0 0-64,-1 20-128,1 20 0,-20-20 97,0 19-33,0-19-32,-20 0 0,1 20 128,-1-40 192,0 19 225,-19-19-449,-2 0 192,21-19-223,-19 19 31,19-20-64,0 0-192,20 0 32,0 0-129,20 20-511,0-20-1122,-1 1-2338</inkml:trace>
  <inkml:trace contextRef="#ctx0" brushRef="#br1" timeOffset="152053.69">17494 11428 2882,'-40'0'4549,"40"0"-1891,-20-20 353,20 20-1121,-19-20-513,19 0-352,0 1-384,0-1-353,19 20-32,1-20 0,0 0-63,19 0-97,-19 1 64,20 19 160,-21 0-128,1 19 0,1 1 33,-1 0-129,-20 0-32,0 0 64,-20-1-32,-1 1 64,1 0 0,1 0 97,-21-20-33,1 0-160,19 0-64,0 0 0,-19-20-224,19 20-737,20-20-961,0 20-2915</inkml:trace>
  <inkml:trace contextRef="#ctx0" brushRef="#br1" timeOffset="153871.79">16144 11726 3395,'0'0'608,"0"0"898,19 0 832,-19 0-833,20 0 289,0-20-481,0 20-128,0 0-31,-1 0-130,1 0-95,21-20-224,-21 20 64,-1 0-257,21 0-159,-20-20-65,-1 20-32,21 0 96,-20 0-320,19-20 193,2 20-1,-21 0-128,19 0 64,1 0 64,-1 0-96,1 0-31,-1 0-33,2 0 32,-1 0-64,-1 0 64,20 0-96,-19 0 160,19 0 288,-18 0-480,18 0 160,-19 0-160,-1 0 97,1 0-33,19 0 32,-18 0-32,-2 0 64,21 0-96,-21 0 96,1 0-128,-1 0 160,22 0-128,-22-19 160,1 19-64,-1 0 32,21 0 32,-20 0-160,0 0 97,19 0-33,-19-20-96,-1 20 64,1 0 96,-20 0-128,20-21 32,0 21 64,-1 0-96,1 0 32,-20 0 64,19 0-32,1 0 32,0 0-96,0 0 160,-1 0-224,1 0 160,-1 0-96,21 0 192,-20 21-160,0-21 65,19 0-1,-19 0 96,19 0-96,-19 0-32,20 0 192,-20 0-256,-1 0 128,1 0 33,-1 0-226,-19 0 65,0 0 97,1 0-162,-21 0 130,0 0-354,0 0-351,0 0-802,-21-21-576,1 21-704,0 0-4101</inkml:trace>
  <inkml:trace contextRef="#ctx0" brushRef="#br1" timeOffset="154653.84">16620 12123 2530,'-19'0'3267,"-1"19"-961,20-19 609,-21 0-961,21-19-353,-20 19-384,20-20-416,0 1-192,0 19-129,20-20-224,1-1 33,18 2-129,-19-1 0,20 20-32,-21 0 321,21 0-545,-20 0 384,0 20-384,-1 20 128,-19-20 32,0 19-64,-19 1 96,-1-20 32,0-1-96,-20-19 64,1 20 160,19-20-128,-19-20 1,-2 1-129,21-1 32,0-1-64,20 21 0,0-19-321,20-1-544,21 1-544,-21-1-1506,19 20-6790</inkml:trace>
  <inkml:trace contextRef="#ctx0" brushRef="#br1" timeOffset="155161.87">17612 11944 1761,'0'-20'4709,"0"20"-2691,0-19 960,0 19-832,0 0-192,0 0-865,-20 19-192,20 1 160,0 20-96,-19-20-160,19 0-161,0 20 33,0-20-225,0-1-319,0 20-33,0-18-64,0-21-289,0 20-639,0-20-514,0 19-864,0-19-2883</inkml:trace>
  <inkml:trace contextRef="#ctx0" brushRef="#br1" timeOffset="156312.94">16183 12500 5317,'0'0'640,"0"0"1987,0 0-802,0 0-351,20 0-97,-20 0-480,20 0-64,-20 0-1,20 0-127,-1 0-96,1-20 63,21 20-223,-21 0-129,-1 0-64,21 0 1,-20-19-33,-1 19-64,21 0-32,-20 0-64,19-20 192,22 20 545,-22 0-609,20 0 33,-19 0-161,0 0 96,-1 0-96,22 0 0,-22-21 32,1 21-64,19 0 0,-20 0-32,2 0 64,-1 0-32,-1-19 128,1 19-224,-1 0 224,1 0-128,-20 0 96,19 0-128,2 0 161,-2 0-65,1 0-32,-20 0-64,19 0 96,1 0 32,-1 0-64,2 0 0,-21 0 32,19 0 64,1 0 1,-1 0-33,1 0-32,-20 0-32,20 0 128,0 0-128,-1 0 0,1-20 0,-20 20 0,19 0-32,1 0 32,0 0-32,-20 0-32,20 0 64,-1 0-128,-19 0 160,20 0-128,-21 0 128,21 0-63,-20 0-66,20 0 98,0 0-1,-1 0 0,1 0-64,-1 0 32,1 20 64,0-20-64,0 0 0,0 0 0,-1 0 0,1 0 96,-1 0-96,-19 0 128,20 0-96,0 0 32,-20 0 65,20 0-161,-21 0 32,1 0 0,0 0-64,-20 0-257,20 0-544,0 0-768,-20 0-801,19-20-2563</inkml:trace>
  <inkml:trace contextRef="#ctx0" brushRef="#br1" timeOffset="157231.99">16739 12659 384,'0'0'1601,"0"0"609,0 0-63,0-19-258,0 19 1,0 0-160,0-20-65,0 20-159,0 0-321,0 0-288,0 0 96,0 20-32,0-1-97,0 1-223,0-1 128,0 22-161,0-22-223,20 21-129,-20-20-160,0 0-64,0 0 64,0-1-96,-20-19-288,20 21-641,0-21-480,0 0-641,20 0-2723</inkml:trace>
  <inkml:trace contextRef="#ctx0" brushRef="#br1" timeOffset="158059.04">17612 12818 6854,'-20'-20'1473,"1"20"1090,19-20-193,0 0-929,0 20-448,-20-19-448,20-1-225,20-1 0,-20 21 161,19-19-33,1-1-63,1 20 63,-1 0 1,0 0-97,-1 20 0,1-1-63,-20 2-97,20-1 32,-20-1 96,-20 21 1,20-40-161,-20 20 0,1 0-96,-21-20-32,19 0 32,1-20-577,-19 20-127,19-20-898,20 20-2241,-20-20-11370</inkml:trace>
  <inkml:trace contextRef="#ctx0" brushRef="#br1" timeOffset="159340.1">16223 13136 4195,'0'19'513,"0"-19"1665,0 0 128,0 0-672,0 0-161,20 0-384,-20 0-32,19-19 0,1 19-256,1 0-96,-1 0-161,0 0 33,19 0-65,-19 0-31,0 0-129,19 0-32,-19-20-31,19 20-33,-19 0 160,21-20-256,-2 20 129,1 0-65,-20-20 32,19 20 32,1 0-128,-1 0-128,2 0 193,-1 0-33,-1 0 0,1-20-96,-1 20 64,1 0-64,-1-20 33,2 20-129,-2 0 160,1 0-96,-20 0 0,19 0-32,1 0 0,-1-19 128,2 19-64,-1 0-128,-21 0 64,21 0-64,-1 0 128,1 0-96,-20 0 0,19 0 32,2 19-32,-21-19 0,19 0 0,-19 0 0,20 0 64,-21 0-32,21 20-32,-1-20 64,-18 0-64,19 0 0,-1 0 0,-19 0 0,20 0 32,-1 0 64,-19 0-128,20 0 0,-20 0 64,0-20-32,20 20 97,-20 0-97,19 0 64,-19 0-64,0 0 64,-1 0 96,21 0-96,-20 0-32,20 0 64,-20 0-64,20 0 0,-21-19 32,21 19 32,-1 0-64,-19 0 32,20 0-64,0 0 96,-20 0-96,20 0 64,-20 0-64,19 0 0,1 0 64,-21 0-31,21 0-33,1 0 0,-22 0 96,1 0-192,20 0 192,-21 0-64,1 0-225,-20 0-447,20 0-802,-20 0-1056,0 0-1506,0 0-10345</inkml:trace>
  <inkml:trace contextRef="#ctx0" brushRef="#br1" timeOffset="160165.16">16759 13354 2978,'0'0'2531,"0"-20"-417,0 20 1025,0 0-513,0-20-544,0 20-833,0 0-128,0 20 0,0 0-32,0 0-64,0 0 97,0 19-194,0 1-191,0 0-321,0-21 1,0 22-289,0-22-64,0 1 0,-20-1-64,20-19-416,0 0-737,0 21-705,0-21-96,0 0-1697,20 0-9097</inkml:trace>
  <inkml:trace contextRef="#ctx0" brushRef="#br1" timeOffset="160732.19">17612 13314 7046,'0'0'1570,"0"0"1729,0 0-577,0 0-1120,0 0-33,0 0-223,0 20-129,0 20 192,21-20-128,-21 19-256,0-18-352,0 18-129,-21 0-383,21-18 31,-20 18-160,20-19 0,0-1-32,0 2-417,0-1-608,0-20-864,0 0-866,20 0-3875</inkml:trace>
  <inkml:trace contextRef="#ctx0" brushRef="#br2" timeOffset="192323">18427 11209 1089,'0'0'2049,"0"0"33,0-19-352,0 19-192,0 0-97,0 0-224,0-20 96,0 20 1,0 0-129,0-20-32,0 20-128,0 0-289,0 0-255,0 20-1,0-20 161,0 20-129,0-1 33,0 22 64,0-22-65,0 1-160,-21 20-127,21-20 95,0-1-224,0 1 0,0 0-32,0-20-224,0 20 160,0-20-96,0 0-384,0 0-257,0 0-192,0 0 0,0 20-352,0-20-384,0 0-577,0-20-1570,0 20-4132</inkml:trace>
  <inkml:trace contextRef="#ctx0" brushRef="#br2" timeOffset="192699.02">18447 11190 3523,'0'-20'3235,"0"0"-1217,20 20 897,-20-20-1122,20 20-447,-20-20-482,19 20-159,1 0-160,0 0-33,0 20-32,-20-20-31,0 20-161,0 0-32,0 0 193,0-1-161,-20-19-32,0 21-31,0-1-33,1-1-96,-1-19-32,-20 20 0,19-20 32,21 0-224,-19-20 128,19 20-448,0 0-289,19 0-352,-19-19-801,21 19-1729,-1 0-4869</inkml:trace>
  <inkml:trace contextRef="#ctx0" brushRef="#br2" timeOffset="193113.04">18625 11408 6021,'0'0'2787,"0"-20"-513,0 20 288,0-20-1088,0 20-289,0-19-448,0 19-225,20-20-352,0 20 161,-20 0-65,20 0 32,-20 0-64,20 0 33,-20 20 31,0-1-64,0 1-96,-20 0 64,20 0 1,-20-20-1,20 20 64,-20-20-128,0 0-32,20 0-128,-20 0 64,20-20-448,-20 20-257,20 0-672,0 0-865,20-20-2371</inkml:trace>
  <inkml:trace contextRef="#ctx0" brushRef="#br2" timeOffset="193598.07">19023 11071 5733,'19'-20'1633,"-19"20"1571,0 0-450,0 0-736,0 0-865,0 20-192,-19 0-128,19 19 32,-20 1-193,-20-1 257,21 2-160,-22-2-129,1 21-31,21-21-96,-1-19-225,0 20 0,0-20-160,20-1-128,0-19-32,0 0-448,0 0-769,0 0-385,20 0-448,-20 0-2082,20-19-10184</inkml:trace>
  <inkml:trace contextRef="#ctx0" brushRef="#br2" timeOffset="194069.1">19082 11250 9769,'0'0'1153,"20"-20"1890,-20 20-1282,0-21-704,20 21-320,-1 0-224,1 0-33,-20 0-192,20 21 33,-20-21-65,21 20-64,-21-1-32,0-19 32,0 20-160,-21 0 64,1 0-31,0 0-1,1-1-96,19-19 32,-20 20 96,0 0-64,0-20 0,0 20 192,20-20 0,0 0 0,20 0 193,0 0 31,0 0-224,0 0 1,19-20-97,-19 20-160,1 0 64,-1 0-96,-1 0-481,1 0-608,-20 20-673,0-20-2434</inkml:trace>
  <inkml:trace contextRef="#ctx0" brushRef="#br2" timeOffset="194822.14">18367 11924 6950,'0'-19'1473,"0"19"1282,0-20-353,0 20-800,0 0-417,0 0-544,0 20 255,0-1-319,0 1-449,0 0 641,0 0-289,0 20-159,0 0-65,-20-20-128,20 19 32,0-20-160,0 2 0,-20-1 0,20-20-256,0 19-128,0-19-417,0 0-192,0-19-288,0 19-994,20-20-1472,-20 20-3044</inkml:trace>
  <inkml:trace contextRef="#ctx0" brushRef="#br2" timeOffset="195104.15">18367 11944 3523,'0'-39'2594,"0"19"-832,0-1 832,20 2-704,-20-1-288,19 1-385,2 19-352,-1 0-129,0 0-191,0 19 128,-1-19-97,-19 20-127,20-1-65,-20 22 0,0-22-256,0 1 129,-20 0 95,1 0-448,-1 0 512,0-20-480,0 0 192,-1 0-128,2 0-32,-1 0-96,20 0-448,0 0-321,0 0-577,20-20-608,-1 20-2370</inkml:trace>
  <inkml:trace contextRef="#ctx0" brushRef="#br2" timeOffset="195503.18">18605 12142 1985,'0'-19'7079,"0"19"-5157,0 0 1153,0 0-1249,0 0-449,0 19-480,0 2-225,0-1 33,0-1-225,-20 1-63,20 0-193,0-20-160,0 20-64,0-20 32,0 0-384,0 0-385,0 0-608,0 0-769,0 0-2627</inkml:trace>
  <inkml:trace contextRef="#ctx0" brushRef="#br2" timeOffset="195894.2">18944 11786 5028,'19'-21'4997,"-19"21"-3460,0 0 994,0 21-898,0-21-319,0 39-418,-19 0 65,-2 2 0,-19-2-64,20 21-128,-19-21-193,19 2 1,0 17-225,1-37-160,19 18-63,-20-19-97,20 0-32,0-20-161,0 20-735,0-20-386,0 0-127,0 20-769,20-20-1570,-20 0-5700</inkml:trace>
  <inkml:trace contextRef="#ctx0" brushRef="#br2" timeOffset="196400.23">19042 12004 5797,'-19'-20'4036,"19"20"-2851,19-20 1666,-19 20-1058,20-20-223,-20 20-577,20 0-577,0 0 385,0 0-321,-1 0-31,1 0 95,-20 20-544,0 0 417,20-20-321,-20 20 32,-20 0-64,0-1 32,1 22-64,-1-22-32,0 1 32,0-1-32,-19 2 96,19-21-224,20 20 224,-20-20-96,20 0-64,0 0 160,20 0 128,0 0 97,-1 0-161,1 0 0,20 0-128,-20 0 0,-1 0-64,1 0-32,0 0-192,-20 0-737,21 0-577,-21 0-992,0 19-3780</inkml:trace>
  <inkml:trace contextRef="#ctx0" brushRef="#br2" timeOffset="197675.3">18347 12640 832,'0'-20'4453,"0"-1"-2692,0 21 866,0-19-577,0 19-385,0 0-320,0-20-448,0 20-288,0 0 224,0 20-97,20-20-31,-20 19 0,0 2-97,0 18-95,0-19 63,0 20-255,-20-20-33,20 19-32,0-19-224,-20 20 32,20-20-32,0-20-32,0 19-96,0-19-448,0 21-193,0-21-160,0 0-128,0-21-608,0 21-898,0 0-1857,0 0-5668</inkml:trace>
  <inkml:trace contextRef="#ctx0" brushRef="#br2" timeOffset="198008.31">18387 12620 5637,'0'-21'737,"0"2"1825,0-1-576,0 20-385,0 0-416,19-20-160,2 20-192,-21 0-96,20 0-96,0 0-193,-20 20 32,20 0 1,-20-1-65,0-19 33,0 21-161,0-1 0,0-1-96,-20 1-31,0-20-33,0 19-128,-1-19 96,21 0-128,-19 0-64,-1 0-321,20 0-480,-20 0-800,20 0-1442,0 0-4292</inkml:trace>
  <inkml:trace contextRef="#ctx0" brushRef="#br2" timeOffset="198841.37">18585 12898 7142,'0'0'1602,"0"-21"1184,-19 21-543,19 0-930,0-19-480,0 19-353,0-20-224,19 0 33,-19 20-97,20-20 96,0 20 32,-20 0-31,20 0-33,-20 0-160,20 20 64,-20 0-96,0 0 0,0-1 32,0 2 96,-20-2-31,20-19-33,-20 20 0,0-20-64,20 20 0,-20-20-64,20 0-224,-19-20-257,19 20-384,0 0-544,0-20-961,0 20-2371</inkml:trace>
  <inkml:trace contextRef="#ctx0" brushRef="#br2" timeOffset="199218.39">18923 12560 864,'21'-20'9609,"-2"0"-8231,1 20 1312,-20-20-896,0 20-801,0 20-128,-20 0-32,20 0-1,-19 0 129,-2 20-192,1-1-32,-20 0-129,21 2-127,-21 18-97,20-19-224,1-20-192,-1 20 160,20-21-128,-20 1-160,20 0-641,0-20-416,0 0-96,20 0-385,-20 0-1056,20 0-3812</inkml:trace>
  <inkml:trace contextRef="#ctx0" brushRef="#br2" timeOffset="199660.41">19062 12679 7334,'0'-20'2146,"0"20"-800,0 0 1056,0-19-897,0 19-319,20 0-386,-20 0-159,20 0-129,0 0-95,-20 0-65,19 0 65,1 19-65,-20-19-128,0 20 32,0-1-160,0 2-32,0-1 65,-20-20-1,1 19-96,-1 1 64,0 0 128,20 0-32,-20 0 257,0-20-225,20 20 32,0-20 32,0 0 33,20 0-129,0 0-128,0 0-160,0-20 224,19 20-224,-19 0-256,1 0-545,-1 0-96,-1 0-1698,-19 0-3715</inkml:trace>
  <inkml:trace contextRef="#ctx0" brushRef="#br2" timeOffset="200406.46">18367 13314 6117,'0'-19'1442,"0"19"960,0 0 321,0-20-481,0 20-961,0 0-544,0 0 159,0 0-191,0 20-32,0 19-161,0-19 33,0 0-225,0 19-160,0-19-32,-20 20-96,20-20 0,-20 19-32,20-18-32,0-21-384,0 20-97,0-20-223,0 0-385,0 0-385,0 0-416,20 0-1633,-20-20-2659</inkml:trace>
  <inkml:trace contextRef="#ctx0" brushRef="#br2" timeOffset="200704.47">18387 13354 4772,'0'-40'1345,"0"1"769,19 39 545,-19-21-801,21 2-449,-21 19-320,20 0-224,-20 0-225,20 0 1,0 0-64,-1 19-97,1-19-192,0 21 1,-20-1-33,0-1 32,0 1-64,0 0-128,-20 0 0,0-20-64,-19 20 65,19-20-65,0 0-64,-1 0 0,2 0-65,-1 0-511,20 0-385,0-20-577,0 20-1537,20 0-3907</inkml:trace>
  <inkml:trace contextRef="#ctx0" brushRef="#br2" timeOffset="201043.49">18625 13532 10025,'0'0'1345,"0"0"737,0 21 192,0-21-864,0 20-449,0-20-321,0 19-255,0 1-225,0-1-32,-20-19-128,20 21-64,0-21-417,0 0-704,0 0-801,0 0-1953,0 0-5062</inkml:trace>
  <inkml:trace contextRef="#ctx0" brushRef="#br2" timeOffset="201507.52">18963 13215 5861,'20'-39'2018,"-20"18"288,20 21 577,-20 0-1121,0 0-481,0 0-96,-20 21-128,20 18-128,-20 0-32,1 2-97,-2-2 33,1 1-160,0 19-321,0-19-64,-19 0-127,19 20-65,0-41-128,20 20 0,-19-18-97,19-1-543,0-20-481,0 0-128,0 19-193,0-19-1088,0 0-2595</inkml:trace>
  <inkml:trace contextRef="#ctx0" brushRef="#br2" timeOffset="202143.56">19102 13394 6566,'0'0'1313,"0"0"897,0 0 673,20-20-1025,-20 20-513,19 0-384,-19-20 32,20 20-321,-20 0 1,20 0-225,1 0-31,-21 0 95,20 20-191,-20 0-97,0-20-128,0 19 32,0 22-160,0-22 96,-20 1-32,-1 0 0,21-1-32,-20 2 64,0-1-96,1-20 64,-1 19 0,20-19-96,0 0 96,-20 0 0,20 20 0,0-20 192,20 0 129,0-20 31,-1 20-256,1 0 64,21 0-192,-21 0 0,-1 0 64,21 0-480,-20 0-705,-1 0-801,-19 0-2178,20 0-11242</inkml:trace>
  <inkml:trace contextRef="#ctx0" brushRef="#br0" timeOffset="210596.04">19916 11329 5861,'0'0'1473,"19"0"-704,21-20 2082,1 20-897,-2 0-129,1-20-447,19 20-289,0 0-320,2 0-33,-2-20-223,0 20-193,1 0-128,-21 0 0,22 0-96,-22-19-31,-19 19-33,20 0 32,-21 0-64,1 0-96,0 0-161,-20 0-447,0 0-417,0 0-353,0 0-768,-20 19-1217,0-19-3268</inkml:trace>
  <inkml:trace contextRef="#ctx0" brushRef="#br0" timeOffset="210981.06">19996 11448 4452,'-41'0'1665,"21"0"1827,20 0-1026,0 0-1089,20-20 97,21 20-65,-2 0-288,21-20-128,19 20-128,-20-20-193,41 20-223,-21 0 63,-20 0-319,2 0-1,-2 0-96,-19 0-64,-1 0 0,-19 0-64,0-20-224,-20 20-513,0 0-192,0 0-673,0 0-960,-20 0-2595</inkml:trace>
  <inkml:trace contextRef="#ctx0" brushRef="#br0" timeOffset="211539.09">20095 11150 6502,'0'0'704,"0"0"1827,0 0-353,-20 20-1057,20-20-32,-40 20-224,21 20-129,-22-20-63,-18 19-160,19 1-129,1-1-32,-21 1 33,41-20-97,-1 0 64,-1 0 1,21-20-1,21 0 96,-1 0 97,-1 0-33,41 0-31,-21 19-97,20-19-256,2 21 225,-2-21-161,-19 20-96,-1-20-64,1 19 0,-20-19-352,19 0-673,-19 0-673,-20 0-2402</inkml:trace>
  <inkml:trace contextRef="#ctx0" brushRef="#br0" timeOffset="-203570.81">19876 13394 1,'0'0'1600,"-20"0"-30,20 0-225,0 0-256,0 0 192,0 0-224,0 0-32,-19 0 32,19-20-32,0 20-96,0 0 0,0 0-129,0 0-31,0 0-32,0 0-129,0 0-31,0 0-97,0 0-127,0 0 127,19 0-127,1 0 95,0 0-32,0-20 97,39 20-97,-18 0-159,18 0 159,0 20-160,1-20 32,20 0-31,-21 0-1,20 0-32,-20 0 0,2 0-192,18 0 225,-39 0-257,19 0 32,-20 0-32,2 0 96,-1 0-385,-1 0-479,-19 0-545,-20 0-161,0 0-1088,0 0-2787</inkml:trace>
  <inkml:trace contextRef="#ctx0" brushRef="#br0" timeOffset="-202831.77">19817 13532 1985,'0'0'1698,"0"0"352,0 0-801,0 0-192,0 0 64,0 0 32,0 0 64,20 0-63,-1 0-130,-19 0-191,40 0 96,-20 0-128,-1 0-64,21 21-97,1-21 33,-2 0-161,21 0 1,-1 0-65,20 0-63,-19-21-33,19 21-64,-19 0-32,-1 0-63,1 0-1,0 0-192,-21 0 64,1 0-64,-1 0 64,-19 0-128,1 0-192,-1 0-577,0 0-320,-1 0-929,-19 0-2306</inkml:trace>
  <inkml:trace contextRef="#ctx0" brushRef="#br0" timeOffset="-201346.69">20055 13235 256,'20'0'2882,"-20"0"-1440,0 0 1280,0 0-1056,0 0-225,0-20-416,0 20-224,0 0 96,0 20-64,-20-20-65,20 0-127,-20 0-64,1 19-161,19-19-64,-20 21 65,-1-1-161,1-20-96,0 19 96,1 1-128,-21-20 33,20 20-33,1 0-32,-21-20 0,20 20-32,1-1-64,-1-19 32,-21 20 32,21 1 0,1-21-64,-1 19 0,0-19-32,20 20 128,-20-20 0,20 20-64,0-20 64,0 0-64,-20 0 33,20 0-65,0 0 64,0 0 0,0 0 64,0 0-96,0 0 128,20 0 0,-20 0 0,0 0-32,0 0 33,0 0 63,20 0-32,-20 0 64,0 19-96,20-19 32,-20 0-63,20 0-1,-20 21 64,19-21-32,1 0 0,-20 0-32,20 20-32,1-20 33,-1 0-1,-1 0-96,1 19 96,0-19-32,19 0 0,-19 20-32,0-20 0,0 19-32,-1-19 32,1 21-32,0-1 128,-20-20-96,21 19 1,-1-19-33,-1 0 64,1 0-32,0 20-64,-20-20 96,20 0-64,0 0 160,-20 0-288,19 21 192,-19-21-64,0 0 32,20 0-64,-20 19 0,0-19 64,0 0-32,20 0 32,-20 0-160,0 0 192,0 0-96,0 0 64,0 0-32,0 0-32,0 0 64,0 0-128,0 0 64,0 0 32,0 0 0,0 0-64,0 0 64,0 0 0,20 0 0,-20 0 0,0 0-32,0 0 0,0 0 97,0 0-33,0 0 32,0 0-96,0 0 128,0 0-128,0 0-224,0 0-1026,0 20-1024,0-20-1729,0 0-10571</inkml:trace>
  <inkml:trace contextRef="#ctx0" brushRef="#br1" timeOffset="-172769.05">12589 13612 640,'0'0'2338,"0"0"-352,0 0-256,0 0-449,0 0 32,-20 0-192,20 0-288,0 0 160,0 0-128,0 0-96,0 0-65,0 0 33,0 0-192,0 0-1,0 0-224,0 0 33,0 0-97,0 0-64,0 0 0,0 0 32,20 0-31,-20 0 63,0 0-96,21 0 32,-21 0-96,20-20 32,-20 20-63,20 0-1,-20 0 32,19 0-32,1 0-32,-20 0-32,20 0 32,0 0 32,-20 0-64,19-19 64,1 19-32,0 0 0,0 0 0,0 0 96,-20 0-160,19 0 96,-19 0-32,20 0-32,-20 0 32,21 0 32,-1 0-64,-20 0 32,20 0 0,-1 0-96,-19 0 160,20 0-96,0 0-32,0 0 64,-1 0-32,1 0 0,-20 0 32,20 0-64,0 0 64,-20 0-64,19 0 64,1 0 0,1-20-32,-1 20 32,0 0-96,-1 0 64,1 0 64,-20 0-64,20 0 0,0 0-32,-1 0 64,-19 0-64,0 0 129,20 0-162,-20-21 33,0 21 64,0 0-64,0 0 32,20 0 0,-20 0 32,0 0-64,0 0 0,0 0 0,0 0 96,0 0-32,0 0-192,0 0 288,0 0-192,0 0 64,0 0 0,0 0-32,0 0-32,0 21 128,0-21-32,-20 0-64,20 0 32,0 20 0,0-20-64,0 19 96,-20 1 0,20-20-32,0 0-32,0 19 32,0 2 32,0-21-32,-19 20 0,19-20 0,0 19 0,0-19 0,0 20 0,0-20 32,0 21-32,0-2 0,0-19 0,-20 0-64,20 20 128,0-20-64,0 20 0,0-20 0,0 0 0,0 19 0,0-19 32,0 21-32,0-21 0,0 20-32,0-20 64,-20 19-32,20-19-32,0 0 128,0 20-160,0-20 64,0 0 64,0 19-96,0-19 32,0 0 32,0 21-64,0-21 32,-20 20 0,20-20-32,0 19 64,0-19 0,0 0-64,0 0 0,0 20 96,0-20-128,0 0 32,0 0 96,0 0-32,0 21-32,0-21 0,0 0-32,0 0 32,0 19 97,0-19-194,0 20 97,0-20 0,0 0 0,0 0 0,0 20 0,0-20 0,0 0 32,0 0-32,0 0-96,0 0 160,0 0-64,0 0 32,0 19-32,0-19 0,0 0 65,0 0-65,0 0 64,0 0-128,0 0 128,0 0-32,-19 0-32,19 0 0,0 0 0,-20 0 0,20 0 0,-20-19-64,-1 19 128,21 0-64,-20 0 0,1 0 0,-1 0 32,0 0-160,0 0 224,20 0-96,-19 0 0,-1 0 0,0 0 96,0 0-160,1 0 32,-1 0 32,20-20 32,-20 20-64,-1 0 32,1 0 0,20 0 0,-19 0 32,-1 0-32,20 0-32,-20 0 0,0 0 128,20 20-128,-20-20 0,1 0 96,19 0-64,-20 0-64,20 0 64,-20 0 32,20 0 0,-20 0-96,1 0 96,19-20-64,-20 20 64,20 0-32,-20 0 0,20 0 0,-21 0 32,21 0-64,-20 0 64,20 0 0,0 0-96,-19 0 128,19 0-64,0 0 32,-20 0 32,20 0-160,0 0 64,0 0 64,0 0-32,0 0 0,-20 0 32,20 0-32,0 0 32,0 0-96,0 0 128,0 0-64,0 0 0,0 0 32,0 0-64,0 0 32,20 0 0,-20-20 32,0 20-32,0 0 0,20-19 32,-20 19-32,0 0-64,0-21 224,0 21-256,19 0 128,-19-20-96,0 20 64,0-19 64,0 19-64,0 0 0,0-20 0,0 20-64,0-21 128,20 21-64,-20-19 0,0 19 32,0-20-96,0 20 64,0-19 32,0 19 0,0 0 32,21-20-64,-21 20 0,0-21 32,0 21 64,0-19 0,0 19-128,0-20 128,0 20 0,0-20 96,0 20-192,0-19 65,0 19 31,0-21-128,0 21 64,0 0-160,0 0-673,0 0-737,0 0-1633,0 0-7399</inkml:trace>
  <inkml:trace contextRef="#ctx0" brushRef="#br1" timeOffset="-167284.75">12709 13751 672,'0'0'1634,"0"0"-481,0 0 352,0 0-640,0 20 0,0-20 0,0 0-1,-20 0-159,20 0 224,0 0-224,0 0 416,0 0-353,0 0 33,0 0-224,0-20-353,20 20 32,-20 0 129,0 0 63,20 0-64,-20 0 33,19 0-1,-19-19-160,20 19 129,-20 0-193,20 0-32,0 0-96,0 0 0,-20 0 64,19 0-64,-19 0-32,20-21 33,1 21-98,-21 0 33,20 0 65,-20 0-97,20 0 160,-1 0-224,-19 0 128,20 0-96,-20 0 128,20 0-32,-20 0 0,20 0-64,-20 0 64,19 0-32,1 0-32,-20 0 0,20 0 128,-20 0-96,0 0-32,20 0 64,-20 0-32,19 0 0,-19 0 0,20 0 64,-20 0-64,21 0-64,-21 0 128,20 0-128,-20 21 192,20-21-160,-1 0 32,-19-21-32,0 21-32,20 0 96,-20 0-64,0 0 0,0 0 64,0 0-96,0 0 160,0 0-32,0 0-64,-20 0-32,20 21 96,-19-21-96,-1 0 64,-21 0-64,21 0 32,-19 0 32,-1 0-64,1 0 0,-1 0 32,-19 19 32,18-19-64,2 0 32,-1 20 0,1-20 0,-1 0 0,20 20 64,1-20 0,-1 0-128,20 0 96,0 0-96,0 0 32,20 0 32,-20-20 32,19 20-64,21 0 32,-20 0 0,19-20 0,1 20 0,-1 0 96,2-19-192,-1 19 128,-1 0-32,1 0 64,-1 0-160,1 0 128,-1 0-32,-18 0 0,19 0 0,-40 0 0,19 0-96,-19 0 224,0 0 0,0 0-224,0 0 128,-19 0-32,-1 0-32,0 0 32,-21 0 64,2 0-32,-1 0 32,1 0 64,-1 0-160,1 0 128,-2 0-96,2 0 0,-1 0 0,20 0 64,0 0 64,1 0-224,19 0 96,0 0-32,0 0 32,0 0 32,19 0-32,1 0 64,20 0-32,-1-21-96,2 21 128,-1 0-96,-1-20 64,1 20-32,19 0-32,-20 0 64,-19 0-32,21 0-32,-21 0 64,-1 0-96,-19 0 160,0 0-128,0 0 225,0 0-258,0 0 65,-19 20 65,-1-20-33,0 0 0,-1 0 0,-18 0-32,-1 0 0,1 0 96,-1 0-160,1 21 64,-1-21 32,-1 0-96,2 0 128,19 0-96,0 19 64,20-19-64,-20 0 0,20 0 96,0 0-128,20 0 64,0-19 96,0 19-192,0 0 96,19-21 32,2 21-32,18-20 64,-19 20-160,19 0 224,-20 0-160,2 0 32,-1 0 96,-21 0-128,1 0 96,0 0-96,0 0 96,-20 0 32,0 0 64,0 0-160,0 0 128,-20 0-160,0 0 32,0 0 0,-19 0 32,-2 0-32,-18 0 32,19 0-96,-19 20 160,0-20-128,18 0 32,2 0 0,-1 21 96,0-21-160,21 0 96,-1 0-96,20 0 0,-20 0-32,20 0 160,0 0-64,20 0 32,0 0 64,-1-21-192,21 21 192,0 0-192,-1-20 96,2 20 0,-2 0 0,21 0 64,-21-19-96,1 19 0,-1 0 32,-18 0 0,19 0 0,-40 0-64,19 19 96,-19-19 0,0 0 0,0 0 96,0 0-64,-19 0 0,-1 0-64,0 0 32,-1 0 33,-18 0-1,-1 0-96,-19 0 64,19 20 64,-19-20-96,-1 0 32,20 0 32,0 0-32,21 0-32,-1 0 32,0 21 32,20-21-128,-20 0 64,20 0 0,20 0 0,0-21 64,0 21-32,19 0-32,1 0 32,19-20-96,-18 20 96,18 0-64,0-19 96,1 19-64,0 0 0,-20 0 0,-21 0 0,21 0-32,-20 0 64,-1 0-64,-19 0 160,0 0-128,0 0 96,-19 0-128,19 0 32,-20 19 32,-20-19-32,1 0 32,-2 0-32,-18 0-32,-20 0 96,20 0-64,-2 20 0,2-20-32,19 0 96,1 0-96,-1 21 32,40-21 32,-20 0-128,20 0 64,0 0 128,20-21-128,0 21 0,19 0 96,1-20-32,0 20 0,20 0-64,-20-19 0,19 19 128,0 0-32,0-20-160,-18 20 32,-1 0 160,-1 0-64,1 0-64,-21 0 0,-19 0 64,20 0 128,-20 0-128,0 0-64,-20 0 129,1 0-162,-1 0 130,-20 0-65,1 0 0,-2 0 64,-18 0-96,0 0 32,-1 0 96,1 0-192,18 0 160,-18 20-64,39-20 0,-19 0 0,19 0 0,20 0-32,-20 0-129,20 0 258,20 0-65,-20 0 32,20 0-128,19 0 96,-19-20 0,20 20-32,-1 0-64,22-21 96,-2 21-32,-20 0 32,21-19-32,-21 19 0,22 0 0,-22 0 0,-19 0-64,0 0 160,-1 19-128,1-19-32,-20 0 128,0 0-32,0 0 64,-20 0-128,20 0 32,-39 0 0,-1 0 32,1 0-64,-2 0 96,-38 21-64,20-21 0,0 0 32,-2 0-96,2 0 64,-1 20 0,21-20 32,-1 0-32,21 0-64,-1 0 64,20 0-96,0 0 96,20 0-32,-1 0 64,1 0 32,20 0 0,19-20-96,0 20 0,2 0 64,-2-21-64,0 21 0,1 0 64,0 0 0,-20 0-32,-1 0 0,-19 0 0,0 0 0,-1 0-64,-19 0 128,20 0-64,-20 0 96,-20 0-96,20 0 0,-19 21 0,-21-21 0,1 0 0,-1 0-32,-20 0 128,0 0-128,-19 20 32,20-20 32,-21 0-96,20 0 96,1 19-64,20-19 96,-1 0-128,19 0 64,1 0-32,20 0-64,0 0 224,0 0-128,20 0-32,1 0 64,19 0-64,-1-19 64,20 19-64,-19-20 64,19 20-64,2 0 32,-22 0 0,21 0 0,-21 0 32,-19 0-32,19 0 0,-19 0-32,1 0 32,-21 0 0,0 0 96,0 0-128,0 20 96,-21-20-32,-18 0-64,19 0 96,-20 19-128,-19-19 96,20 0 0,-22 0-96,22 0 128,-1 20-96,0-20 64,1 0-64,19 0-32,0 0 64,20 21 32,20-21-96,0 0 32,0 0 96,19 0-96,21 0 64,0 0-32,-1-21 0,1 21 0,-1 0-64,-20 0 128,2 0-128,-1 0 128,-1 0-64,-19 0-32,-20 21 64,0-21-32,0 0 128,0 0-192,-20 19 96,0-19-32,1 0-96,-21 20 192,-1-20-128,-18 20 64,0-20-96,0 19 128,-2-19-64,2 0-64,19 21 160,-19-21-128,39 0 128,0 0-128,1 0 0,19 0-64,19 0 128,-19 0-64,40-21 96,-1 21-96,1-19 64,0 19-32,20 0 0,-1-20 0,1 20-32,-1 0 64,-20 0-32,2 0-96,-1 0 192,-21 0-96,21 0 0,-40 0-32,20 0-32,-20 0 192,0 20-96,-20-20 0,0 0-64,0 0 64,1 19 32,-21-19-128,-20 0 64,0 0 64,1 21-160,0-21 128,-2 20-32,2-20-32,19 19 96,1-19-96,-1 0-32,40 20-32,0-20 192,0 0-128,20-20 32,0 20 32,19 0-32,21-19-32,-21 19 32,22-20 64,-2 20-96,0-21 64,1 21 0,0 0-64,-20 0 32,-21 0 0,21 0 0,-20 0-32,-20 0 0,0 0 64,0 0 32,0 21-64,0-21 0,-20 0-64,-20 20 128,21-20 32,-21 0-160,-20 0 64,0 19 0,1-19 32,0 20-64,-2-20 0,2 19 64,19-19-64,1 21 64,19-21-64,0 0 32,20 0 0,0 0-32,40 0 32,-20-21 32,19 2-64,21 19 64,-21-20-32,22 20-32,-2-19 32,0 19 32,-19 0-32,-1 0-32,2 0 64,-21 0-64,-1 19 0,1-19 0,-20 0 96,0 0-32,0 0 0,-20 0-64,1 20 32,-1-20 0,-21 0 0,2 0 64,-1 19-128,-19-19 32,0 21 64,-2-21-32,2 20 32,19-20-32,-19 0 0,39 0-32,0 0-32,1 0 0,19 19 160,19-19-96,1-19-64,0 19 128,19 0-64,21-20 0,-21 20 32,22-21-64,-22 21 0,21 0 64,-21 0 0,1 0-64,-1 0 64,2 0-64,-21 0 32,-20 0-32,19 21 96,-19-21-64,0 0 0,-19 0 32,-1 0-32,0 0-64,-21 20 128,2-20-96,-1 0 64,-19 19-32,0-19 0,-2 20 32,2-20 0,19 0-32,1 21-32,-1-21-32,21 0 160,19 0-192,-20 0 96,20 0 0,20 0-64,-1 0 128,21-21-64,-20 21 0,39-20 0,-19 20 64,20-19-160,-20 19 128,19 0-32,-20 0-32,1-20 96,-1 20-96,-19 0 0,1 20 0,-21-20 64,20 0 32,-20 0-96,-20 0 64,20 0 0,-41 0-32,22 19-32,-21-19 32,1 0 0,-21 20 0,21-20-32,-22 21 160,22-21-224,-1 19 192,1-19-160,19 20-32,0-20 128,20 0-32,20 0 0,0-20-32,-1 20 0,21-19 96,19 19-64,-18-21 64,18 21-160,1 0 128,-21 0 32,20-20-128,-18 20 64,-21 20 0,0-20 0,-1 0 0,1 0 0,-20 0-96,0 0 128,0 0 96,0 0-128,0 0-32,0 0 96,0 0-32,-20 21 0,20-21-32,-19 0-32,19 0 32,-20 0 32,20 0-64,-20 0 64,20 0 0,0 0-64,-21 0 128,21 0-96,0 0-192,0 0 480,0 0-224,0 0-64,0 0-32,0 0-32,0 0-320,0 0-1089,0 0-1186,0 0-5669,0-21-704</inkml:trace>
  <inkml:trace contextRef="#ctx0" brushRef="#br1" timeOffset="-166104.68">13166 14109 1,'0'20'1248,"0"-20"449,0 0-544,-20-20-128,20 20-64,0 0 320,-21-21-224,21 21 193,0 0-321,-20 0 96,20 0-353,0 0 129,-19 0-160,-1 0-129,0 0 225,0 0-225,1 0-31,-1 21-129,-20-21-128,21 0-32,-21 0-192,19 0 0,1 0-288,1 0-769,-1 0-1601,20 0-5542</inkml:trace>
  <inkml:trace contextRef="#ctx0" brushRef="#br1" timeOffset="-165344.63">13146 14069 2146,'0'0'1185,"0"0"1217,0 0-288,0 0-577,0 0-127,0 0-289,0 0-224,-21 0-97,21 0-63,-20 0 96,20 0-32,-19 0-97,-1 0-191,-20 0-1,21 0-63,-21 0-161,20 0-192,-19 0-32,19 0-64,-1 0-128,1 0-513,1 0-832,19 0-2050,0-20-5702</inkml:trace>
  <inkml:trace contextRef="#ctx0" brushRef="#br1" timeOffset="-162403.46">13046 13969 288,'0'0'1505,"20"0"225,-20 0 576,0 0-480,-20 0-385,20 0-32,0 0-127,0 0-321,0-19-33,-20 19-255,20 0-64,-19 0-161,19-20-32,-20 20-127,0 0-33,20 0 32,-20-21-128,1 21 1,19-19-33,-20 19-64,0 0-32,20-20 128,-21 20-160,21 0 128,0-19-128,-20 19 96,20 0-32,0-20-32,0 20-32,0 0-32,0 0 64,0 0-32,0 0-32,0-21 64,20 21-96,-20 0 96,21 0-64,-1 0 32,-20-19 0,20 19-32,-1 0 0,-19 0 64,0 0 64,0 0-64,0 0-32,0 0 32,0 0-128,0 0 256,-19 0-96,19-20-128,-20 20-32,20 0 224,-20 0-160,-1 0-32,1 0 64,1 0 96,-1 0-64,20 0-64,-20 0 64,0 0 32,20 0-31,-20 0 63,20 0-32,0 0-128,0 0 64,0-20-32,20 20 0,-20 0 32,20 0 32,0 0 64,0-19-192,-20 19 32,19 0 128,1 0-64,-20 0 0,0 0 32,21 0 0,-21 0 32,0 0 32,0 0-64,0 0-32,0 0-32,-21 0 96,21 0-32,-20 0-32,20 0 0,-19 0 0,-1 0 0,0 0-64,20 0 128,-20 0-96,0 0 96,20 0-64,-19 0 32,19 0-64,0 0-32,0 0 64,0 0 64,0 0-96,19 0 0,-19-21 64,20 21-64,0 0 96,0-20-96,-20 20 32,20 0 0,-20 0-64,19 0 128,-19 0-64,0 0 0,-19 20 0,19-20-32,0 0 64,-20 0 32,0 0-64,20 0 32,-20 0-96,20 0 64,-20 0 32,20 0 32,-19 0-128,19 0 128,0 0-192,0 0 96,0 0 32,0 0 32,0 0-32,19 0 32,-19 0-128,20 0 96,0 0 32,0 0-32,-20 0 32,20-20-64,-20 20 64,0 0 0,19 0-32,-19 0 0,0 0 0,-19 0 0,19 0-32,0 0 32,-20 0 32,0 0-32,20 0-32,-20 0 32,20 0 32,-20 0 0,20 0-64,0 0 32,-19 0-64,19 0 32,0 0 32,0 0 32,19 0-64,-19 0 64,0 0-64,20 0 64,-20-19 32,20 19-160,-20 0 160,0 0-32,0 0-64,0 0 32,0 0-32,0 0 96,0 0-128,0 0 96,-20 0 0,20 0-32,-20 0-64,20 0 128,0 19-96,-19-19 128,19 0-224,0 0 128,0 0-32,0 0 32,0 0-96,0 0 160,0 0-128,0 0 96,0 0-64,0 0 64,0 0 0,0 20-128,0-20 128,0 0-32,0 0 0,0 0 0,0 21 0,0-21 0,0 0 0,0 19 32,0-19-64,0 20 64,0-20-64,0 20 32,0-20-32,0 0 64,-20 19 0,20-19-64,0 21 0,0-21 64,0 20-64,0-20 64,0 19 0,0-19-64,0 0 0,0 20 32,0-20 0,0 0 64,0 19-128,0-19 96,0 0-32,0 21 32,0-21-32,0 0-32,0 20 64,0-20-32,0 0-32,0 0 32,0 0 32,0 0-64,0 0 32,0 0 0,0 19 0,0-19-32,0 0 128,0 20-128,-20-20 0,20 0 64,0 0-32,0 21-32,0-21 32,0 0 0,0 19 32,-20-19-32,20 0 0,0 20 0,0-20 32,0 0-96,-19 20 96,19-20 64,0 19-160,0-19 64,0 0 32,0 0-32,0 21 0,0-21-32,0 0 32,0 0 0,0 0 32,0 20-32,0-20 0,0 0 0,0 0 0,0 0 0,0 0 0,0 0 96,0 0-96,0 0 0,0 0 0,0 0 0,0 0 64,0-20-128,0 20 96,19 0-64,-19-21 96,0 21-64,0-19-32,0-1 64,0 20 0,0-20-64,0 20 128,0-19-160,0 19 64,0-21 0,0 21 0,0-20 96,0 20-224,0-19 160,0 19-96,0 0 96,0 0 0,20-20-32,-20 20 0,0 0 0,0 0 0,0 0 0,0 0-96,0 0 128,0 0-32,-20 0 0,20 20 32,0-20-64,0 19 32,-19-19-32,19 20 32,0-20 0,0 21 96,0-21-128,0 0 32,0 0 32,0 19-32,-20-19 0,20 0 64,0 0 0,0 0-64,0-19 0,0 19 0,0 0 0,0-21-32,0 21 64,20-20 0,-20 1-32,0-1-32,0 20 64,0-21-32,0 2 0,0-1 96,0 20-192,0 0 192,0-19-160,0 19-32,0 0 192,0 0-32,0 0 64,0 19-64,-20-19-64,20 20 0,0-20 32,-20 19 129,20-19-97,0 21 0,0-21-128,0 0 96,0 0 32,0 0 32,0 0-96,0 0-224,0 0-897,0 0-1250,20-21-5316</inkml:trace>
  <inkml:trace contextRef="#ctx0" brushRef="#br1" timeOffset="-161693.43">13086 14049 1729,'0'0'3139,"-20"20"-1281,20-20 544,0 0-352,0 0-416,-20 0-353,20 0-384,-20 0-193,20 0-159,-19 0-321,-1 0-128,0 0-32,0 0-320,20 0-1378,-19 0-3747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9T04:08:37.1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7849 8053 24575,'0'18'0,"0"20"0,0 21 0,0-22 0,0 1 0,-1 1 0,-2-1 0,1-1 0,0 0 0,-1-1 0,1 0 0,-2 32 0,3-4 0,-1-9 0,-1-12 0,1-9 0,1-9 0,1 0 0,0 1 0,0 3 0,-1 2 0,-1 2 0,-1 1 0,0 2 0,1 0 0,0-6 0,-1-6 0,2-12 0,0-6 0</inkml:trace>
  <inkml:trace contextRef="#ctx0" brushRef="#br0" timeOffset="1687">7770 8065 24575,'0'15'0,"-2"9"0,-5 14 0,-6 7 0,-4-3 0,-1-4 0,4-8 0,3-6 0,4-6 0,4-8 0,1-9 0,2-12 0,3-12 0,3-13 0,6-9 0,4-5 0,1 3 0,3 6 0,-10 20 0,1 7 0</inkml:trace>
  <inkml:trace contextRef="#ctx0" brushRef="#br0" timeOffset="2417">7771 8062 24575,'15'12'0,"18"19"0,-9-6 0,3 4 0,5 6 0,2 2 0,-1 2 0,-2-1 0,-4-4 0,-3-1 0,13 17 0,-17-16 0,-8-17 0,-7-9 0,-2-6 0</inkml:trace>
  <inkml:trace contextRef="#ctx0" brushRef="#br0" timeOffset="5600">7512 9396 24575,'-4'-6'0,"2"9"0,1 8 0,1 17 0,0 9 0,0 7 0,0 5 0,0-2 0,0 0 0,0-4 0,1-9 0,1-8 0,1-11 0,1-8 0,-1-5 0,2-7 0,-2-6 0,2-8 0,-1-6 0,-2 0 0,5-5 0,3-12 0,5-17 0,-6 23 0,1-1 0,-1 1 0,1 1 0,6-22 0,-3 20 0,-4 18 0,-3 11 0,0 6 0,0 2 0,3 5 0,0 2 0,-1 2 0,-2 3 0,-3 0 0,-2 1 0,1 3 0,3 7 0,2 6 0,4 6 0,1 3 0,-3-2 0,-1-2 0,-3-6 0,-2-5 0,-2-3 0,0-4 0,-1 0 0,0-3 0,0-2 0,0-1 0,0-2 0,-1-2 0,-1-3 0,1-5 0,-1-5 0,2-4 0,0-7 0,0 5 0,0-5 0,0 2 0,0-7 0,0-10 0,0-6 0,0-1 0,0 2 0,3 5 0,3 3 0,4 5 0,4 4 0,-2 5 0,-2 5 0,-1 3 0,-4 3 0,0 2 0,1 1 0,0 0 0,1 4 0,-3 3 0,-2 4 0,-2 3 0,0 2 0,0 2 0,0 5 0,0 8 0,0 6 0,0 6 0,-1 3 0,-1-2 0,-2 0 0,0-3 0,-1 1 0,2 4 0,0 3 0,0 6 0,0 6 0,1 7 0,0 0 0,1-6 0,0-11 0,-2-9 0,-2-4 0,-1-2 0,-1-4 0,0-6 0,0-7 0,4-8 0,1-4 0</inkml:trace>
  <inkml:trace contextRef="#ctx0" brushRef="#br0" timeOffset="7320">7840 9445 24575,'3'-7'0,"10"2"0,8-2 0,4 0 0,-1-1 0,-6 1 0,-2 3 0,-3 1 0,0 2 0,-4 3 0,-3 1 0,-3 3 0,2 2 0,3 2 0,8 2 0,4 1 0,1 3 0,-3 0 0,-8 1 0,-5-2 0,-4-2 0,-1 1 0,0-1 0,0 1 0,0 2 0,0 6 0,2 6 0,3 9 0,5 7 0,5 5 0,2 3 0,1 1 0,-1 3 0,-1 0 0,-2 3 0,-3-5 0,-4-7 0,-3-8 0,-2-11 0,-2-7 0,-2-9 0,-3-6 0,-3-3 0,-5-6 0,-13-10 0,-17-14 0,15 8 0,-2-1 0,-2-4 0,1 0 0,-24-19 0,20 8 0,17 17 0,12 8 0</inkml:trace>
  <inkml:trace contextRef="#ctx0" brushRef="#br0" timeOffset="8438">7869 9714 24575,'32'0'0,"5"0"0,3 0 0,-8 0 0,-14 0 0,-8 1 0,-6 1 0,-2 3 0,-2 4 0,0-5 0,0 3 0</inkml:trace>
  <inkml:trace contextRef="#ctx0" brushRef="#br0" timeOffset="9400">7934 9928 24575,'8'0'0,"3"0"0,2 0 0,-4 0 0,-4 0 0</inkml:trace>
  <inkml:trace contextRef="#ctx0" brushRef="#br0" timeOffset="10550">7523 9766 24575,'14'-4'0,"13"-3"0,19-4 0,12-6 0,1-1 0,-17 4 0,-17 8 0,-15 4 0,-5 2 0</inkml:trace>
  <inkml:trace contextRef="#ctx0" brushRef="#br0" timeOffset="13704">7492 9800 24575,'0'11'0,"0"4"0,0 3 0,0 2 0,0-2 0,0-3 0,0-1 0,1-4 0,1 0 0,1-1 0,1-1 0,1 1 0,0 1 0,1 1 0,3 3 0,0 2 0,-1-1 0,-4-1 0,0-3 0,-1-6 0,2-1 0,0-1 0,-2 2 0,1-1 0,1-1 0,2-1 0,1-3 0,-1-3 0,-2-2 0,1-2 0,-1 0 0,-1 2 0,-1-1 0,0 2 0,3 0 0,9 1 0,13-1 0,11 1 0,-1 0 0,-8 0 0,-14-1 0,-9-1 0,-4 0 0,-3-1 0,0 2 0,-1 0 0,-1 0 0,-1 2 0,0-1 0,0-1 0,0 0 0,1-2 0,2 1 0,-1-1 0,-1-4 0,-1-5 0,-3-4 0,1-3 0,1 1 0,1 2 0,-1-2 0,-3 2 0,-1 0 0,2 3 0,2 8 0,3 4 0</inkml:trace>
  <inkml:trace contextRef="#ctx0" brushRef="#br0" timeOffset="14753">8508 9265 24575,'22'-11'0,"12"5"0,34 1 0,-30 4 0,0 2 0,31-1 0,-15 0 0,-31 0 0,-12 0 0</inkml:trace>
  <inkml:trace contextRef="#ctx0" brushRef="#br0" timeOffset="16172">8684 9533 24575,'8'-4'0,"24"2"0,4-2 0,5 0 0,11-3 0,3-1 0,6-1 0,-1 0 0,-7-1 0,-4 1 0,15-1 0,-24 5 0,-23 4 0,-12 0 0,-8 1 0,-1 2 0,-1 0 0,0 3 0,0 1 0,-1 2 0,0 1 0,-1-1 0,-1 5 0,-3 7 0,-3 15 0,-6 19 0,9-21 0,-1 2 0,0 1 0,-1 1 0,1-1 0,-1 0 0,-12 26 0,0-3 0,-1-6 0,0-4 0,1-4 0,0-4 0,2-3 0,1-5 0,1-3 0,2-6 0,3-5 0,3-7 0,1-4 0,-3-5 0,-12-2 0,-19-1 0,-11-6 0,-1-8 0,23 6 0,16-5 0</inkml:trace>
  <inkml:trace contextRef="#ctx0" brushRef="#br0" timeOffset="17090">8781 9760 24575,'54'4'0,"12"11"0,-23-1 0,2 1 0,1 4 0,0 1 0,0 2 0,-1 1 0,-2-1 0,-1-2 0,-7-3 0,-1-1 0,23 9 0,-16-10 0,-9-6 0,-5-2 0,-6-1 0,-6-1 0,1 2 0,22 9 0,-4-5 0,-1-1 0,12 6 0,6-3 0</inkml:trace>
  <inkml:trace contextRef="#ctx0" brushRef="#br0" timeOffset="18586">6217 8125 24575,'-15'0'0,"-28"3"0,1 5 0,-6 3 0,5 0 0,-4 3 0,0 0-302,-5 3 1,0 1 0,0 1 301,3 0 0,0 2 0,3-1 0,-14 7 0,5-1 148,10-2 1,2-1-149,3-1 0,1 1 75,2-2 0,1 0-75,1 0 0,1 0 0,-22 13 0,18-8 457,16-10-457,12-10 0,6-7 0,6-9 0,-2 4 0,3-1 0</inkml:trace>
  <inkml:trace contextRef="#ctx0" brushRef="#br0" timeOffset="19787">5165 8438 24575,'-6'16'0,"-4"10"0,-4 6 0,0 9 0,0-1 0,5-8 0,3-6 0,4-12 0,10-7 0,23-8 0,24-8 0,-19 2 0,1 0 0,1 0 0,-2-1 0,18-5 0,-23 4 0,-18 3 0,-8-1 0,0 1 0,5 0 0,8-1 0,18 1 0,21 1 0,-21 2 0,2 1 0,1 1 0,-2-1 0,8 0 0,-16 1 0</inkml:trace>
  <inkml:trace contextRef="#ctx0" brushRef="#br0" timeOffset="21120">9256 8016 24575,'53'0'0,"-10"0"0,7 0 0,-1 0 0,5-1 0,3 2-1034,-3 0 0,2 1 0,2 1 0,2 1 1034,-6 1 0,2 0 0,1 2 0,1 0 0,-1 1 0,1 0 0,1 2 0,-1 0 0,1 1 0,-2 1 0,12 4 0,-1 2 0,-1 0 0,-2 1 0,-5 0 0,-2 0 0,-1 1 0,-2-1 200,7 5 0,-2 0 0,-3-1-200,-8-2 0,-2 0 0,-3-2 411,10 5 0,-5-2-411,-13-6 0,-5 0 0,9 5 0,-18-7 0,-12-7 0,-6-4 0</inkml:trace>
  <inkml:trace contextRef="#ctx0" brushRef="#br0" timeOffset="22121">11661 8359 24575,'25'2'0,"5"4"0,-1 3 0,-7 1 0,-26-4 0,-14-2 0,-36-4 0,11 2 0,-5 0 0,2 1 0,-3 0 0,-2 1-304,-7-1 1,-3 1 0,0 0 303,-2-1 0,0 1 0,2-1 0,6-1 0,2 0 0,5-1 0,2-1 0,7 0 0,-8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4T02:42:56.0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2823 8159 24575,'5'-2'0,"7"8"0,11 20 0,10 17 0,4 9 0,-4-5 0,-15-23 0,-9-12 0</inkml:trace>
  <inkml:trace contextRef="#ctx0" brushRef="#br0" timeOffset="1452">2444 8644 24575,'0'16'0,"0"4"0,0 5 0,0-2 0,0-7 0,0-7 0,0 0 0,0 6 0,0 7 0,0 2 0,0-2 0,0-12 0,0-3 0</inkml:trace>
  <inkml:trace contextRef="#ctx0" brushRef="#br0" timeOffset="3200">2531 8577 24575,'60'0'0,"-21"0"0,2 0 0,11 0 0,3 0 0,7 0 0,1 0 0,1 0 0,-1 0 0,-4 0 0,-3-1 0,-5 0 0,-4 0 0,-9 0 0,-3-1 0,16 0 0,-15 0 0,-13 2 0,-8 0 0,-5 0 0,0 0 0,0 0 0,1 1 0,-3 2 0,-3 3 0,-4 2 0,-1 2 0,0 2 0,0 2 0,0 5 0,0 4 0,0 5 0,0 2 0,0-1 0,0-5 0,0-6 0,0-10 0,0-3 0</inkml:trace>
  <inkml:trace contextRef="#ctx0" brushRef="#br0" timeOffset="4436">2759 8771 24575,'-10'13'0,"-7"11"0,-5 13 0,-5 2 0,2-4 0,4-8 0,7-8 0,5-5 0,4-4 0,3-3 0,0-1 0,0 0 0,1-3 0,-1-1 0</inkml:trace>
  <inkml:trace contextRef="#ctx0" brushRef="#br0" timeOffset="6020">2749 8891 24575,'0'15'0,"0"0"0,0-2 0,2 0 0,5-3 0,9 2 0,10 2 0,5 2 0,0 0 0,-2-1 0,0-1 0,1-1 0,2-1 0,3 1 0,4 1 0,-1 0 0,-5-1 0,-7-4 0,-9-5 0,-4-2 0,1-2 0,1 0 0,2 0 0,1 0 0,-5 0 0,-3-1 0,-4-2 0,-2-3 0,-1-2 0,1 1 0,0-1 0,-2 0 0,0-4 0,0-11 0,0-7 0,0-5 0,-2 2 0,0 9 0,0 7 0,-2 2 0,-2 1 0,-1 0 0,2 5 0,0 5 0</inkml:trace>
  <inkml:trace contextRef="#ctx0" brushRef="#br0" timeOffset="7399">3111 8745 24575,'-16'21'0,"-10"12"0,-16 16 0,16-17 0,-1 0 0,-2 4 0,0 1 0,-2 1 0,-1 1 0,1 0 0,1 0 0,1-2 0,2-2 0,5-6 0,0-2 0,-7 12 0,12-16 0,10-14 0,4-3 0</inkml:trace>
  <inkml:trace contextRef="#ctx0" brushRef="#br0" timeOffset="8800">2902 8749 24575,'-3'6'0,"0"-1"0,3 0 0,0-2 0</inkml:trace>
  <inkml:trace contextRef="#ctx0" brushRef="#br0" timeOffset="9819">3075 8936 24575,'0'0'0</inkml:trace>
  <inkml:trace contextRef="#ctx0" brushRef="#br0" timeOffset="11319">2953 9245 24575,'0'10'0,"0"1"0,0 3 0,0 5 0,0 7 0,0 5 0,0 2 0,0 0 0,0-3 0,0-4 0,0-5 0,0-11 0,0-3 0</inkml:trace>
  <inkml:trace contextRef="#ctx0" brushRef="#br0" timeOffset="13436">2833 9272 24575,'0'16'0,"0"3"0,0 7 0,0 5 0,0 2 0,0-5 0,0-6 0,0-6 0,0-5 0,0-2 0,1-2 0,2-2 0,1-3 0,2-1 0,1-1 0,2-2 0,1 0 0,1-3 0,12-6 0,30-7 0,-14 5 0,4-1 0,9-2 0,2-1 0,-1 0 0,-2 1 0,-9 2 0,-3 1 0,15-5 0,-28 7 0,-14 5 0,-8 1 0,-3-1 0,-2 1 0,-2 0 0,-3-1 0,-1 0 0,-2-1 0,1 1 0,-1 0 0,1 2 0,-4 0 0,-1 0 0,-2 0 0,0 0 0,5 4 0,4 5 0,10 11 0,18 27 0,-5-11 0,3 3 0,6 9 0,1 1 0,1 4 0,-1-2 0,-3-7 0,-1-2 0,12 23 0,-13-24 0,-10-18 0,-7-12 0,-3-6 0,-1-3 0</inkml:trace>
  <inkml:trace contextRef="#ctx0" brushRef="#br0" timeOffset="14633">3777 8528 24575,'12'-3'0,"15"0"0,13 3 0,7 0 0,-4 0 0,-9 0 0,0 0 0,0 0 0,-3 0 0,-4 2 0,-9-1 0,-8 3 0,-4-3 0,-5 1 0</inkml:trace>
  <inkml:trace contextRef="#ctx0" brushRef="#br0" timeOffset="16116">3748 8870 24575,'41'0'0,"1"1"0,8-2 0,-1-1 0,4-1 0,2-1-461,6-1 1,1 0 0,0-1 460,-4-1 0,0 0 0,-4-1 0,10-3 0,-8 1 450,10-2-450,-34 4 228,-22 6-228,-9 1 0,-8 10 0,0-1 703,-5 10-703,3 0 0,-4 2 0,-2 4 0,-1 2 0,-5 5 0,-4 8 0,-10 15 0,12-20 0,-1 1 0,-1 1 0,0-1 0,0-2 0,1-1 0,-15 17 0,10-12 0,3-5 0,-2 0 0,-1 0 0,0-1 0,4-3 0,-1-2 0,-1-3 0,-3 0 0,-1-2 0,4-2 0,7-7 0,7-6 0,3-8 0,0-13 0,-1-11 0,-1-11 0,5 13 0,1 6 0</inkml:trace>
  <inkml:trace contextRef="#ctx0" brushRef="#br0" timeOffset="17384">4052 9057 24575,'17'0'0,"10"0"0,19 0 0,8 0 0,-1-2 0,-7 3 0,-5 4 0,5 7 0,10 6 0,4 0 0,-7 0 0,-11-6 0,-12-2 0,-6-5 0,-3-3 0,-3 0 0,-2-1 0,0 2 0,3 3 0,-1 0 0,-4-1 0,-3 1 0,2-2 0,35 3 0,-28-3 0,24 1 0</inkml:trace>
  <inkml:trace contextRef="#ctx0" brushRef="#br0" timeOffset="23502">10665 8817 24575,'0'12'0,"0"9"0,0 16 0,0 14 0,0 13 0,0-28 0,0 0 0,0 3 0,0-1 0,0 3 0,0-1 0,0-1 0,0-1 0,0 0 0,0-1 0,0 33 0,0-7 0,0-6 0,0-9 0,0-10 0,2-9 0,0-7 0,1-8 0,0-8 0,-2-5 0,2-8 0,-2 3 0,0-1 0</inkml:trace>
  <inkml:trace contextRef="#ctx0" brushRef="#br0" timeOffset="25186">11122 9079 24575,'-23'16'0,"-22"16"0,12-10 0,-2 3 0,-8 3 0,-1 1 0,3-3 0,2-1 0,8-5 0,3-2 0,-10 8 0,20-13 0,6-5 0,-3 1 0,-4 4 0,-6 3 0,0 5 0,1 0 0,2-1 0,3-2 0,7-8 0,6-4 0,5-5 0,7-2 0,7 1 0,13 0 0,18 3 0,17 10 0,-25-2 0,-1 1 0,27 17 0,-15-1 0,-17-9 0,-13-6 0,-5-4 0,1-2 0,2-2 0,0-1 0,-3-2 0,-2 0 0,1-1 0,4 1 0,1-2 0,-3 1 0,-5 0 0,-5 0 0</inkml:trace>
  <inkml:trace contextRef="#ctx0" brushRef="#br0" timeOffset="27149">11113 9456 24575,'10'0'0,"-1"0"0,3 0 0,10 0 0,11 0 0,2 0 0,-6 0 0,-7-3 0,-8-1 0,-3-2 0,-3-1 0,-2-2 0,2-1 0,1-1 0,1-1 0,-3 2 0,-4 0 0,0 1 0,-1 1 0,3-6 0,0-5 0,1-6 0,-2 0 0,-1 7 0,-3 7 0,-8 3 0,-6 4 0,-7 0 0,-4 1 0,1 2 0,0 1 0,1 0 0,3 0 0,2 0 0,4 2 0,6 0 0,4 4 0,3 3 0,-1 2 0,0 0 0,0 1 0,0-3 0,0 0 0,-2 5 0,-1 9 0,-2 8 0,2 2 0,1-4 0,3-4 0,1 2 0,1 6 0,7 3 0,5-1 0,7-7 0,4-10 0,4-10 0,7-5 0,2-3 0,-1 0 0,-8 0 0,-10-1 0,-9-2 0,-6-2 0,-2-1 0,-1 3 0,0 1 0</inkml:trace>
  <inkml:trace contextRef="#ctx0" brushRef="#br0" timeOffset="29569">11606 9236 24575,'0'36'0,"3"8"0,4 10 0,7 1 0,8-8 0,3-11 0,0-9 0,-4-9 0,-4-7 0,-2-5 0,-3-4 0,-1-4 0,-2-6 0,-2-11 0,-2-14 0,-2-12 0,-2-2 0,-1 6 0,0 13 0,0 11 0,0 8 0,0 2 0,0 0 0,0-1 0,0-2 0,0 1 0,0 1 0,0 1 0,0 1 0,0 3 0,0 8 0,0 10 0,0 13 0,0 13 0,1 10 0,4 4 0,4 2 0,1-3 0,2 0 0,-3-2 0,-2-3 0,-3-4 0,-2-4 0,-2 2 0,0 7 0,0 11 0,0-26 0,0 0 0,0 1 0,0-1 0,0 25 0,0-12 0,-1-15 0,-3-9 0,-1-6 0,-4-6 0,0-4 0,0-4 0,1-3 0,0 0 0,0-1 0,0 0 0,-1 0 0,1 0 0,1-1 0,1-3 0,2-6 0,-4-10 0,-5-11 0,-4-7 0,-1-2 0,2 5 0,7 5 0,5 5 0,3 1 0,1-1 0,0-6 0,1-8 0,4-5 0,4-1 0,5 5 0,0 11 0,-5 14 0,-4 7 0</inkml:trace>
  <inkml:trace contextRef="#ctx0" brushRef="#br0" timeOffset="32316">12327 9043 24575,'-3'8'0,"-6"5"0,-10 5 0,-4 3 0,2 0 0,9-4 0,8-7 0,7-4 0,5-3 0,4-3 0,4 4 0,3 4 0,3 4 0,2 3 0,2 2 0,-1 3 0,2 3 0,-4 1 0,-4-4 0,-6-5 0,-7-4 0,-3-1 0,-2 1 0,-1 6 0,0 8 0,0 3 0,0-1 0,0-6 0,0-5 0,-3-2 0,-6 2 0,-7 0 0,-7 0 0,-1-3 0,0-6 0,2-4 0,2-3 0,-4 0 0,-8 0 0,-6 0 0,0 0 0,12-7 0,13-12 0,8-10 0,6-5 0,1 6 0,1 13 0,0 8 0,0 5 0,-1 2 0</inkml:trace>
  <inkml:trace contextRef="#ctx0" brushRef="#br0" timeOffset="33683">12464 9273 24575,'12'-3'0,"15"0"0,15 3 0,4 0 0,-8 0 0,-15 0 0,-12 0 0,-4 0 0,8 0 0,12 0 0,12 0 0,4 0 0,-8 0 0,-16 0 0,-11 0 0</inkml:trace>
  <inkml:trace contextRef="#ctx0" brushRef="#br0" timeOffset="34966">12814 9220 24575,'-5'21'0,"-8"14"0,-10 15 0,-5 10 0,3 1 0,7-10 0,8-11 0,4-11 0,4-9 0,1-2 0,1-2 0,2-2 0,2-1 0,5-2 0,3-2 0,6-1 0,1-1 0,2-2 0,-1-2 0,-4-1 0,0-2 0,0-5 0,1-7 0,-1-10 0,-6-10 0,-4-5 0,-5 1 0,-1 5 0,0 7 0,0 13 0,0 4 0</inkml:trace>
  <inkml:trace contextRef="#ctx0" brushRef="#br0" timeOffset="36618">12985 9379 24575,'5'30'0,"5"7"0,4 6 0,0 1 0,-5-10 0,-4-6 0,-4-5 0,-1 1 0,0 0 0,-1-2 0,0-2 0,-2-5 0,-2-4 0,0-4 0,2-1 0,1-1 0,2-5 0,0-11 0,0-10 0,0-7 0,0-4 0,0 0 0,0 2 0,0 2 0,0 5 0,0 7 0,1 4 0,1 2 0,1 1 0,0 1 0,0 2 0,1 2 0,0-1 0,1 0 0,4-3 0,8-3 0,7-3 0,1 1 0,-2 4 0,-9 4 0,-3 7 0,-4 2 0,-4 2 0,-2 2 0,0-4 0,-1 1 0</inkml:trace>
  <inkml:trace contextRef="#ctx0" brushRef="#br0" timeOffset="38466">13266 9428 24575,'27'0'0,"6"0"0,8 0 0,-2 0 0,-10 0 0,-4 0 0,-6-3 0,1-3 0,-2-2 0,-3-3 0,-4 0 0,-4 1 0,-3-2 0,-3-1 0,-1 0 0,0 1 0,0 0 0,0 1 0,-4 1 0,-5-3 0,-5 1 0,-7-3 0,-3 0 0,0 2 0,-1 3 0,5 5 0,2 3 0,2 3 0,2 3 0,2 4 0,1 4 0,2 4 0,1 2 0,3 0 0,-1 1 0,3-4 0,1-1 0,1-2 0,0 0 0,-1 0 0,0 0 0,1 2 0,0-2 0,1-2 0,0-1 0,0-1 0,2 5 0,5 9 0,6 7 0,4 2 0,0-2 0,0-11 0,-3-7 0,2-7 0,2-4 0,0 0 0,0 0 0,-2-2 0,-4-2 0,-1-1 0,-3 0 0,-1 3 0,-3 1 0,-1 1 0</inkml:trace>
  <inkml:trace contextRef="#ctx0" brushRef="#br0" timeOffset="40800">13799 9339 24575,'-11'18'0,"1"-2"0,-1 0 0,0-2 0,0-1 0,-3 2 0,-2-1 0,-1 1 0,2-1 0,3-2 0,-1 3 0,-2 2 0,-3 5 0,2 1 0,2-3 0,6-3 0,5-7 0,7-2 0,11-5 0,11-3 0,11 0 0,3-1 0,-2-2 0,-7-4 0,-7-1 0,-5-1 0,-3 0 0,-2 0 0,-2-3 0,-4-2 0,-3-3 0,-4-1 0,-1 0 0,0 4 0,0 3 0,0 2 0,0 0 0,-2-1 0,-1-2 0,-2-2 0,0 2 0,0 0 0,2 0 0,0 0 0,0-2 0,-3 0 0,3 7 0,-2 5 0,3 8 0,1 5 0,-1 2 0,0 0 0,1 1 0,0 0 0,1 0 0,0 0 0,0 0 0,0 0 0,3 4 0,8 3 0,7 0 0,5-2 0,-2-5 0,-4-6 0,-1-4 0,2-1 0,0-1 0,0 0 0,-5 0 0,-4-2 0,-2 0 0,1 1 0,3 3 0,1-1 0,-5 0 0,-1-1 0</inkml:trace>
  <inkml:trace contextRef="#ctx0" brushRef="#br0" timeOffset="43568">13997 9278 24575,'0'20'0,"0"8"0,0 12 0,0 8 0,3 1 0,2-1 0,2-2 0,0-5 0,-2-6 0,-2-8 0,-1-9 0,-2-6 0,1-5 0,2-4 0,1-2 0,2-3 0,0-8 0,0-6 0,0-8 0,-2-8 0,-2-1 0,0-4 0,-2 0 0,0 5 0,0 5 0,1 2 0,4 0 0,3-7 0,1-2 0,1 1 0,-2 5 0,0 8 0,-2 7 0,0 5 0,1 3 0,-1 4 0,1 0 0,-2 2 0,3 4 0,0 5 0,-1 6 0,0 7 0,-3 4 0,-2 3 0,0 0 0,-2-3 0,0-4 0,0-1 0,0-1 0,0 0 0,0-3 0,0-3 0,0-1 0,-2-2 0,0-5 0,1-13 0,0-18 0,1-22 0,0-17 0,0-5 0,0 4 0,2 12 0,5 8 0,5 5 0,3 3 0,2 5 0,1 8 0,-2 7 0,3 7 0,1 2 0,4 2 0,1-2 0,-3 2 0,-6 2 0,-5 2 0,-6 3 0,-3 5 0,-2 3 0,0 2 0,0 2 0,0 0 0,-2 2 0,-3 3 0,-3 3 0,-2 3 0,0-2 0,-1-4 0,2-2 0,-2 4 0,0 4 0,1 5 0,3 0 0,3-4 0,3-3 0,1-2 0,9 2 0,13 5 0,18 5 0,-12-14 0,3 0 0,2-1 0,-1 0 0,30 13 0,-13-6 0,-17-10 0,-11-6 0,-10-6 0,-6-2 0,-3-2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32767" units="dev"/>
        </inkml:traceFormat>
        <inkml:channelProperties>
          <inkml:channelProperty channel="X" name="resolution" value="3139.80444" units="1/in"/>
          <inkml:channelProperty channel="Y" name="resolution" value="4978.27393" units="1/in"/>
          <inkml:channelProperty channel="F" name="resolution" value="0" units="1/dev"/>
        </inkml:channelProperties>
      </inkml:inkSource>
      <inkml:timestamp xml:id="ts0" timeString="2024-09-22T02:31:58.925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17042 3257 5829,'0'-20'2755,"0"0"-577,0 20-449,0 0-159,0 0-417,0 0-288,0 20 480,0 0-96,0 0-320,0 20 0,0-21-96,0 21-225,-19-1-63,19 1-513,0-19 128,-20 18 32,20-19-288,0 0 64,0-1-32,0-19-288,0 21-545,0-21-224,0 0-289,20 0-447,-20-21-385,19 2-1538</inkml:trace>
  <inkml:trace contextRef="#ctx0" brushRef="#br0" timeOffset="1">17360 3217 12043,'0'0'769,"0"0"448,-19 0-641,-1 20 609,-1 0 257,-18 0-641,20 20-129,-22-21 225,22 21-288,-22-20-1,41-1-159,-19 2-161,19-21-192,0 19 0,19-19 288,2 21-223,-1-21 159,18 19-224,-16-19-192,16 0 128,-18 20-577,1-20-319,-1 0-578,-20 20-896,19-20-1217</inkml:trace>
  <inkml:trace contextRef="#ctx0" brushRef="#br0" timeOffset="2">16288 3217 6470,'0'0'1377,"0"0"577,0 0-545,0 0-512,0 0-32,0 0-129,0 0-127,0 0-96,0 0 159,20-20-63,-20 20-1,19 0 1,2 0-1,-1 0 33,-1 0-160,22 0-97,-22 0 160,20 0-287,-18-20 63,18 20 128,-20 0-191,22 0-161,-2 0 96,-18 0 32,18 0-192,-20 0 192,22 0-224,-2-19 193,1 19-225,-1 0 128,2 0-64,-2 0 64,1 0 0,-1 0 64,2 0-96,-2 0-32,-20 0 64,22 0 96,-3 0-256,3 0 64,-22 0 96,22 0-96,-2 0 64,-20 0-96,22 0 96,-2 0-32,-18 0 193,18-20-321,0 20 224,1 0-128,-20 0 0,20 0 192,-1 0-320,-19 0 160,20-20 160,-1 20-352,-18 0 160,18 0 96,-20 0-96,3 0 192,16 0-256,-18 0-32,-20 0 64,21 0 224,-1 0-224,-20 0 64,0 0-160,0 0 160,0 0 64,0 0 96,0 0-288,0 0 192,0 0-96,0 0 128,0 0-384,0 0 224,0 20 0,0-20 96,0 20-128,-20-1 64,20 1 0,0 0 0,-21 0 32,21 0-32,0 0 160,-20-1-224,20 21 64,0-20 64,-19 20 0,19-21 32,0 2 97,-19 19-321,19-1 160,-22-19 160,22 19-288,0-18 64,0 18 32,-19-19 32,19 0-32,0 0 160,0 19-288,0-18 128,0-2 0,0 1 0,0 0 32,0 0-32,0-20 224,0 19-448,0-19 256,0 21 32,0-21-32,0 0-32,0 0 64,0 19 32,0-19-128,0 0 224,0 0-288,0 0 128,0 0 128,0 0-32,0 0-32,0 0 97,-19 0-322,19 0 129,-20 0 0,-1 0-32,2 0 64,-1 0-32,-20 0-32,20 0 0,-19 0-32,18 0 225,-18 0-161,-1 0 0,20 0-193,-19 0 289,-1 0-224,1 0 96,-2 0 32,3 0-32,18 0 64,-21 0 96,3 0-128,-3 0-160,2 0 160,18 0 0,-18 0 128,-2 0-288,3 0 160,-22 0 0,21 0 32,-2 0-64,2 0-32,-1 0 64,20 0 0,-18 0 32,-3 0-64,2 0 64,-2 0-64,22 0 32,-22 0 128,3 0-128,-3 0-128,2 0 128,-2 0 96,22 20-256,-20-20 224,18 0-160,-18 0 128,20 0 64,-2 0-224,1 0 256,1 0-256,-1 0 256,20 0-256,-21 0 160,21 20-64,0-20 32,0 0 0,0 0 0,0 0 0,0 0 0,0 0 0,0-20 96,0 20-64,0 0-64,0 0-64,0 0 160,0-20-96,0 20 128,0-19-288,0-2 256,0 2-64,0-1 0,0-20 96,0 21-224,0-21 288,0 0-320,21 0 192,-21 1 0,0-1-128,0 0 128,0 1 0,0-1 0,0 0 32,0 20-64,0-20 96,0 21-128,0-2 96,0 2-96,0-1 0,0 20-288,0 0-545,0 0-1057,0 0-2402</inkml:trace>
  <inkml:trace contextRef="#ctx0" brushRef="#br0" timeOffset="3">16110 4111 8359,'-19'0'97,"19"0"1216,0 0-352,0 0-257,0 19 33,0-19-577,0 0-256,0 21-480,0-21-1506</inkml:trace>
  <inkml:trace contextRef="#ctx0" brushRef="#br0" timeOffset="4">16110 4329 6502,'-19'40'961,"19"-40"-609,0 20-544</inkml:trace>
  <inkml:trace contextRef="#ctx0" brushRef="#br0" timeOffset="5">16129 4567 8199,'-19'60'32,"19"-40"160,0-20 65,-19 20-161,19-1-160,0-19-1474</inkml:trace>
  <inkml:trace contextRef="#ctx0" brushRef="#br0" timeOffset="6">16069 5143 9288,'-19'40'-224,"19"-19"256,0-2-160,0 0 128,0 2 0,0-1-3523</inkml:trace>
  <inkml:trace contextRef="#ctx0" brushRef="#br0" timeOffset="7">16031 5501 7623,'-20'0'224,"20"0"1281,0 0-928,0 0-481,0 20 96,0-20-576,0 0-1410</inkml:trace>
  <inkml:trace contextRef="#ctx0" brushRef="#br0" timeOffset="8">16031 5601 7399,'0'40'1633,"0"-40"-864,0 18-449,0-18-320,0 20-2274</inkml:trace>
  <inkml:trace contextRef="#ctx0" brushRef="#br0" timeOffset="9">15970 5879 6342,'0'0'1889,"0"0"-95,-19-19-417,19 19-384,0 0-352,0 0-193,19 0 65,-19 0 191,20 0 129,-20 0-224,21 0-33,-1 0 65,-1 0-32,0 0-161,3 0-160,-3 0 225,0 0-193,20 0-224,2 0 288,-22 0 129,22 0-321,-2 0 32,1 0-192,-1 0 161,2-21 351,-2 21-512,21 0 160,-22 0 0,3 0 65,19 0-289,-21 0 160,2-20-256,-3 20 384,22 0-96,-21 0-128,2 0 96,17 0 0,2 0 65,0 0-65,-21 0-256,21 0 352,-19 0-160,17 0 96,2 0-96,-19 0-256,17 0 448,2 0-480,0 0 544,-21 0-288,21 0-192,0 0 544,-2 0-672,2 0 320,0 20 224,0-20-127,-2 0-162,-17 0-159,19 0 609,-2 0-738,-17 0 578,17 0-65,-17 0-192,19 0-128,-2 0 320,-17 0-512,19 0 320,-21 0 320,21 0-320,0 0 96,-22 0-64,23 0 0,-1 0-160,-2 0 160,2-20 0,-21 20 96,21 0-128,-20 0-320,-1 0 576,2 0-512,17 0 512,-17 0-224,-3 0-32,3 0 96,19 0-384,-21 0 512,2 0-224,17 0-160,-18 0 352,-1-20-160,21 20-32,-21 0-192,21 0 416,-19 0-64,17 0-480,2-20 480,0 20-128,-21 0 0,2 0-64,19 0 160,-22 0-224,3 0-96,-2 0 544,2 0-512,17 0 224,-18 0-96,-1 0 32,2 0 0,-2 0 160,21 0-256,-22-19 32,3 19 64,-2 0 160,2 0-288,-3 0 128,3 0-192,19 0 416,-21 0-128,2 0-192,-3 0 64,3 0 32,-2 0 0,0 0 96,1 0-160,-1 0 64,-18 0 96,18 0-192,2 0 256,-2 0-320,-20 0 160,22 0-192,-3 0 224,-16 0 192,16 0-192,3-21 97,-22 21-258,20 0 97,-17 0 257,-3 0-257,20 0-97,-18 0 97,-2 0 32,-19 0 193,20 0-354,-1 0-31,-19 0 384,21 0-31,-21 0-257,0 0 256,0 0-288,0 0-33,0 0 354,0 0-1,0 0-352,0 0 192,0 0-32,20 0 32,-20 0-64,0 0-129,0 0 386,0 0-129,0 0-64,0 0-160,0 0 320,0 0-384,0 0 0,0 0 384,0 0-288,0 0 0,0 0-1,0 0-95,0 0 0,0 0 352,0 21-128,0-21 64,0 19-192,0-19-128,0 20 384,0 0-352,0 0 352,-20-20 32,20 21-192,0-2-192,0-19 224,0 19-64,0 1 32,0 0 192,0 1-352,0-1 128,0-2 32,0 3 64,0-1-96,-21-1 32,21 2 160,0-1-160,0-2-128,0 3 160,0 19 64,0-20-224,0-2 320,0 3-352,-19-1 320,19 0-320,0 1 320,0-2-320,0 20 352,0-19-384,0 0 192,-20 1 32,20-2-32,0 1 0,0-1 32,0 1-64,0 1 32,0-1 32,0-1-32,0 1-32,0-1 64,0-19 96,0 21-288,0-1 192,-19-20-32,19 20 0,0-1 0,19-19 160,-19 0-288,0 20 128,0-20 0,0 0 160,0 0-256,-19 0 128,19 0 65,0 0-33,0 0 64,0 0 160,0 0-288,0 0 96,0 0-96,0 0 64,-21 0 64,21 0-224,-20 0 32,1-20 160,0 20-224,-3 0 128,-17 0 0,20 0 0,-22 0 0,3 0 0,-3 0 160,-19 0-320,21 0 160,-2 0 0,-17 0 160,18 0-320,-20 0 288,1 0-288,-20 0 320,19 0-192,-20 20-64,1-20 64,19 0 32,-20 0 32,1 0 64,21 0-192,-22 0 96,1 0 0,-1 0-64,1 20 96,0-20-32,-1 0 0,1 0 160,-20 0-288,19 0 160,-18 0 0,18 0 0,1 0-160,-1 0 96,-21 0 192,22 0-256,-1 0 96,1 0-224,-20 0 448,20 0-320,-20 0 96,0 0 192,20 0-352,-1 0-32,-19 0 384,20 0-224,-22 0 64,24 0-224,-24 0 544,21 0-544,-19 0 224,20 0-64,-20 0-128,20 0 128,-1 0 256,-19 0-448,20 0 416,0 0-192,-1 20 0,1-20 96,-1 0-192,-19 0 96,20 0-32,-1 0 32,1 0 32,0 20-32,-1-20 0,1 0-32,19 0 0,-20 0 160,1 0-288,19 0 160,1 0 64,-20 0 64,19 0-320,0 0 192,2 0 128,17 0-192,-19 0 32,21 0 128,-2 0-224,22 0 128,0 0 32,-22-20 0,22 20-32,19 0-32,-20 0 64,20 0 0,0 0-224,0 0 320,0 0-32,0 0-160,0 0 32,0 0-32,20 0-64,-20 0 128,0 0 0,0 0 0,0 0 64,0 0-64,19-20 192,-19 20-224,0 0-64,21-20-64,-21 0 352,0 1-192,20-1 192,-20 0-288,0-1-64,19 2 320,-19-20-64,0-2 0,19 2-128,-19 0 0,0-2-160,22 2 384,-22 0-160,19-22 192,-19 22-320,0-1 160,20-1-128,-20 23 256,0-23-288,0 22 128,0-1 64,0-1-96,0 3-224,0-2-865,0 20-1345,-20 0-2755</inkml:trace>
  <inkml:trace contextRef="#ctx0" brushRef="#br0" timeOffset="10">18215 6197 6886,'19'-40'1730,"0"40"1216,1-20-1088,-20-1-160,0 3 192,0 18-577,0-20-608,0 20 159,-20 0-575,1 20-193,-22-2 160,2 23 192,-1-1 193,1 19 128,-2 1-161,3-21-223,18 1-385,-1 0 128,21-1-449,21-19 578,-1-20-33,-1 0-673,0 0 257,3 0-160,-3-20 0,0 20 63,-19-19 97,20-1-32,-20 1 256,0-2-64,-20 1 0,20 20 256,0-20-224,0 20 224,0 0-288,20 0 192,1 0-64,-2 20-96,1-20-96,-1 0 160,3 0-256,16 0-481,-18 0-544,-1 20-1505,-19-20-834</inkml:trace>
  <inkml:trace contextRef="#ctx0" brushRef="#br0" timeOffset="11">18749 6038 14637,'0'-20'353,"-19"20"2049,0 0-1185,-3 0-32,-16 20 385,-3 20-609,2-2-97,-2 23 97,3-2-288,-3 2-257,2-3-191,20-18-1,19 20-160,0-21-128,0 2-321,19-2 257,1-20-448,-1 2-866,2-1 129,18 0-288,-20-20-1122,22 0-640</inkml:trace>
  <inkml:trace contextRef="#ctx0" brushRef="#br0" timeOffset="12">18889 6256 13516,'0'0'513,"0"20"768,-19 1 353,-3 18-161,3-20 225,0 21-930,-1-19-640,20 18 1,-21-20-354,21 1 33,0 1-1089,21-21-929,-1 0-1089,-1 0-3043</inkml:trace>
  <inkml:trace contextRef="#ctx0" brushRef="#br0" timeOffset="13">19226 6236 14189,'-19'0'288,"-3"20"1474,3 0-257,-20 1 481,-1-2-352,1 1-834,-21 19 290,21-19-450,18 1-159,1-21-481,1 19-32,19-19 160,19 20-321,-19-1 97,41-19-64,-22 20-576,20 1-418,2-21-799,-2 20-610,1-20-960</inkml:trace>
  <inkml:trace contextRef="#ctx0" brushRef="#br0" timeOffset="14">19445 6177 14253,'20'0'160,"-1"20"1442,-19-2-65,0 23 609,0 0-192,0 17-513,-19 3-736,-22 17 0,2-18-417,-2 0-192,3-20-64,18-1-64,-1-19-705,2 0-608,-1-20-2627</inkml:trace>
  <inkml:trace contextRef="#ctx0" brushRef="#br0" timeOffset="15">18034 4111 15150,'0'0'-320,"22"0"255,-3 0 33,0-20-352,22 20-1185,-22 0-2179</inkml:trace>
  <inkml:trace contextRef="#ctx0" brushRef="#br0" timeOffset="16">18412 4130 7623,'20'21'288,"-1"-21"-192,22 0-96,-3 0-2050</inkml:trace>
  <inkml:trace contextRef="#ctx0" brushRef="#br0" timeOffset="17">18889 4230 7014,'39'19'929,"1"2"-416,-20-21-802,19 20-960</inkml:trace>
  <inkml:trace contextRef="#ctx0" brushRef="#br0" timeOffset="18">19525 4528 5733</inkml:trace>
  <inkml:trace contextRef="#ctx0" brushRef="#br0" timeOffset="19">19802 4627 6886,'38'40'1922,"-38"-40"-1217,22 19-577,17-19-160,-20 21-1538</inkml:trace>
  <inkml:trace contextRef="#ctx0" brushRef="#br0" timeOffset="20">20199 4766 5765,'19'20'1986,"-19"-20"-1121,20 19-609,1-19-160,-21 21-352,19-21-2659</inkml:trace>
  <inkml:trace contextRef="#ctx0" brushRef="#br0" timeOffset="21">20596 4925 7815,'20'20'673,"-1"-20"1152,-19 20-159,19-20-1378,3 20-160,-3-20-576,0 0-1570,1 19-2242</inkml:trace>
  <inkml:trace contextRef="#ctx0" brushRef="#br0" timeOffset="22">20933 5084 6758,'20'20'1409,"-1"-1"-480,3-19-320,-3 20-353,0-20-160,1 21-32,1-2-320,-2-19-833,20 21-1249</inkml:trace>
  <inkml:trace contextRef="#ctx0" brushRef="#br0" timeOffset="23">21290 5302 6982,'41'21'993,"-22"-2"-512,1 0-353,-1 2-64,-19-1-128,21 1 192,-1-3-192,-1 2-64,0 1-129,3-2 65,-3-19-160,20 20-609</inkml:trace>
  <inkml:trace contextRef="#ctx0" brushRef="#br0" timeOffset="24">21668 5560 7110,'19'41'1858,"-19"-22"-449,20 2-256,-20-3-288,21 2-576,-21-20-225,19 21-545,1-1-2402</inkml:trace>
  <inkml:trace contextRef="#ctx0" brushRef="#br0" timeOffset="25">17678 4746 5733,'19'-19'1473,"-19"-1"289,0 20 32,0-21-65,0 2-287,0 19 191,0-20-287,0 20-354,-19 0-383,19 20-321,-20-1 1,-1 2 415,-18 18-31,20 1 32,-22 0-129,22 19-127,19-19-417,0-20-193,0 20 578,19-21-770,1 1 674,1-20-545,18 0-257,-20 0 257,22 0-32,-22-20 95,-19 1-255,20 19 800,-20-20-704,0 0 384,0 20-320,0-20 961,-20 20-321,20 0 193,0 0-353,0 0-352,0 0 0,20 0 320,1 0-256,-2 0 64,1 20-193,-1-20-575,22 0-3140,-22 0-7335</inkml:trace>
  <inkml:trace contextRef="#ctx0" brushRef="#br0" timeOffset="26">14680 7091 9833,'-20'0'1185,"20"-20"288,0 20 801,20 0-640,-1 0 288,2 0-673,18 0-256,2 0-224,17 0-257,-17 0 161,19-20-289,19 20-320,-40 0 32,21 0-64,-21-21-416,-18 21-128,-1 0-610,-1 0-735,-19 0-674,0 0-319,0 0-2307</inkml:trace>
  <inkml:trace contextRef="#ctx0" brushRef="#br0" timeOffset="27">15058 6892 8488,'-20'0'640,"20"0"1570,-21 0-576,2 19-481,-1 21 544,1-19-383,-2 18-353,1-20-513,1 22 129,-1-2-129,-1-19-576,21 0 448,-19 0-448,19 0-288,0 0-513,0-20-833,0 19-608,0-19-1506</inkml:trace>
  <inkml:trace contextRef="#ctx0" brushRef="#br0" timeOffset="28">14858 6792 6245,'-79'20'705,"40"0"2626,-2 20-1217,-17 20-32,-2-1 96,0 1-544,21 19-385,-2-19-416,22-1-481,19 1-512,0-21 576,41-18-352,17-2-32,2 1-192,19-40-256,1 20-321,19-40 33,-20 1 159,1-1 65,-1 0 95,-38 1 193,-2-1 192,-20-19-32,-19 19 0,-19-20 64,-20 1-32,-2 19-64,2 0 160,-21 20 96,20 0 0,-19 0-96,19 20-160,20 0-352,1 0-1858,19 20-5990</inkml:trace>
  <inkml:trace contextRef="#ctx0" brushRef="#br0" timeOffset="29">15494 7448 7911,'0'-20'2594,"0"20"-832,0 0-385,0 20 321,0 20-385,0-1-32,0 1-480,0 0-160,-20-1-193,20 1-95,0 20-161,-19-21-128,19 1 32,0 0 64,0-20-384,-21 0-32,21-20-737,0 0-705,21 0 321,-21 0-609,0-20-2242</inkml:trace>
  <inkml:trace contextRef="#ctx0" brushRef="#br0" timeOffset="30">15494 7448 7527,'0'-20'96,"0"20"737,0 0-1,19 0 385,-19 0 353,21 0-449,18 0-128,-19 0 0,20 0-96,-1 0-97,2 0-159,19 0 32,-2 0-161,2 0-63,0-20-65,0 20-192,-2 0 193,2 0-225,-21 0-64,21 0 96,0 0-32,0 0 64,-21 0-96,21 0 1,0 0 191,-2 0-96,22 0 64,-20-20-63,19 20-161,1 0 0,-20 0 64,19 0 64,1 0-96,-22 0-32,21 0 64,-19 0-32,1 0-96,18 0 0,-19 0 64,18 0-32,1 0 65,-19 0-162,20 0 98,-1 0-1,0 0-32,-18 20 96,18-20-160,-19 0 64,20 0 64,-22 20-96,2-20 0,0 0 0,-2 20 96,21-20 64,-18 20-224,-1-20 96,0 0 0,-2 0 96,2 20-192,19-20 128,-19 0-64,-1 0 32,1 0 96,0 0-96,0 0-32,-2 0 64,2 0-64,0 0 32,0 0 160,-2 0-288,22 19 128,-20-19 0,19 0 224,-19 0-352,-2 0 96,22 0 192,-20 0-160,19 0 32,-18 0-96,-23 0 96,22 0-192,0 0 192,1-19-64,-3 19 0,-18 0 288,18 0-448,-17 0 320,19 0-96,-21 0-224,2 0 416,17 0-416,-17 0 384,19 0-384,-22 0 416,3 0-256,17 0-160,-17 0 192,-2 0 0,1 0 0,-1 0 160,2 0-288,-2 0 128,1 0 0,-1 0 160,2 0-320,-22 0 160,20 0 64,2 0 0,-22 0 0,22 0-256,-3 0 256,-18 0-64,20 0 160,-20 0-320,21 0 192,-3 0-32,-18 0 0,20-20 0,-20 20 128,20 0-128,-1 0-160,-19 0 288,20 0-352,-20-20 352,18 20-288,-16 0 96,-3 0 160,1 0-288,-20 0 192,19 0-32,-19 0 32,0 0-32,0 0 128,0 0-224,-19 0 96,19 0-33,0 0 65,0 0 161,0 0-322,0 0 129,0 0 161,0 0-322,0 0 289,-20 0-288,20 20 160,0-20 32,-19 0 128,19 20-320,0-1 352,-22 1-320,22 0 192,-19 0-64,0 0 32,19 0 0,0 0 0,-20-1 0,20 1 160,0 0-320,-21 20 192,21-20-64,-19 0 160,19 19-256,0-19 160,0 20-32,0-20 160,0 0-320,0-1 192,0 1 96,-20 0-224,20 0 96,0 0 0,0 0 128,-19 0-256,19-20 160,0 19-32,0 1 0,0-20 0,0 20 0,0-20 64,0 20-96,0-20 0,-20 20 192,20-20-288,0 20 128,0-20 0,0 0 32,0 0-32,0 0 32,0 0 32,0 0-64,0 0 97,-21 20-1,21-20 128,0 0-288,0 0 128,-19 0 0,19-20-64,-20 20 32,20 0-32,-19 0 160,-2 0-352,-18 0 224,20 0-32,-22 0 0,21 0-32,-20 20 32,1-20 32,-2 0-32,3 0 0,-22 0 0,21 0 0,-2 19 160,2-19-320,-1 0 160,-20 0 0,21 0 32,0 0 0,-21 0-64,0 0 32,-20 0 32,20 0-32,2 0 0,-2 0 32,0 0-64,0 0 192,2 0-192,-2 0-96,-20 0 128,42 0 128,-23 0-288,1 0 224,0 0 32,2 0-224,-2 0 128,0 0 0,-19-19 32,-1 19-32,20 0-32,2 0 160,-22 0-256,20 0 160,-19 0-64,19 0 32,-20 0 96,22 0-256,-21 0 160,-1 0 0,1 0 64,-1 0-64,1 0-32,0 19 32,-20-19-32,19 0 0,1 0 64,-22 0-32,22 0 96,-1 0-192,3 0 192,-3 0-224,1 0 128,-1 0 32,1 0-32,-1 0-96,-20 0 96,20 0-32,1 0 32,20 0 224,-20 0-416,0 0 192,18 0 192,-18 0-416,19 0 224,2 0 32,-22 0-32,1 0-32,19 0 64,0 0-32,-20 0 0,22 0 192,17-19-384,-19 19 384,2 0-384,-2 0 288,19 0 64,3-20-352,-3 20 288,2 0-128,-1-20 32,1 20 128,-2 0-288,2 0 224,20-20-32,-22 20-96,3 0 224,-3 0-352,2 0 192,20-20 0,-22 20 32,2 0-64,18 0 32,-18 0 192,20 0-384,-22 0 224,22 0 32,-1 0-128,-1 0 128,2 0 128,-1 0-192,1-20-192,-2 20 352,1 0-160,1 0 0,-1 0-192,-1 0 224,2 0 64,19 0-96,-20 0-224,1 0 0,-2 0-481,21 0-1089,-20 20-2017,20-20-4998</inkml:trace>
  <inkml:trace contextRef="#ctx0" brushRef="#br0" timeOffset="31">18631 7766 8648,'0'-20'736,"0"20"1955,0-20-673,20 20-289,-20 0 65,0 0-961,0 0-481,0 20 577,0 0 128,-20 19-512,20-19 159,-21 20-95,21 0-161,-19-21-159,19 21-193,0-20-64,-20-20 32,20 20 64,0-20 64,20 0-64,-20 0-64,19-20 32,2 0-64,-1 0 129,-1 0-258,22-19 162,-22-1-33,20 20-321,-18-20 225,-1 21 32,-1-1 0,0 20-32,-19 0-64,0 0 128,0 20 64,-19-1 160,0 21-288,-1-20 128,20 20-32,-21-20 64,21-1-96,0-19 32,0 20 0,21-20-32,-1 0 32,-1-20-32,22 20-96,-3-19 32,3-1 160,-2 0-288,-20 0 192,22 20 32,-22-20-96,1 20 32,-20 0-32,0 20 192,19-20-32,-19 20-224,0 0 256,0 0-160,0-1 128,0 1-384,0 0-1217,21 0-994,-21 0-1985</inkml:trace>
  <inkml:trace contextRef="#ctx0" brushRef="#br0" timeOffset="32">13846 8580 8680,'20'19'224,"1"-19"1634,-1 0-545,-1 20-576,22-20 832,-3 0-544,1 0-256,21 20 96,0-20-97,20 0-287,-1 21-97,20-21-31,0 0 319,2 0-223,36 0-65,-17 0-128,18 0 97,21 0-1,0-21-96,-20 21-32,40 0-160,-20 0 129,19 0 127,0 0-352,2 0 224,18 0 96,2 21 97,-3-21-385,22 0 192,-2 19-192,2-19 128,0 0-32,20 0 64,-3 0-128,2 0 160,1 0-288,-1 0 192,1-19-96,-20 19 96,0 0 97,-2 0-193,2 0 0,0 0 128,-22 0-64,22 0 0,-21 19-64,-20-19 0,22 0 96,-41 0 64,19 0-64,0 20-32,-19-20-32,-19 0-32,-22 19 96,-19-19-64,-20 0-32,-19 21 97,0-21-65,-40 19 32,18-19-64,-16 0 64,-22 0-96,19 0 64,-19 0 32,0 0 64,0 0 0,-19 0-32,19 0-128,0 0-352,0 0-705,0 0-705,-22 0-1409,22 21-1954</inkml:trace>
  <inkml:trace contextRef="#ctx0" brushRef="#br0" timeOffset="33">15356 9216 6085,'0'-20'1089,"0"20"353,0 0 383,0 0-1024,0 0 737,0 20-161,0-1-192,0 20-192,0-18 96,0 19-480,0-1-1,0 1-191,-21 0-225,21-1 32,-20 1-192,1 1-64,19-23-224,-19 23 96,19-22-97,0 1-415,0-20-513,0 21-577,0-21-256,19-21-1441</inkml:trace>
  <inkml:trace contextRef="#ctx0" brushRef="#br0" timeOffset="34">15414 9196 6630,'20'-21'128,"1"21"1570,-21 0-545,19 0-289,1 0 225,20 0-224,-20 0-192,-1-20-65,22 20 193,-2 0-448,1 0-65,-1 0 96,2 0-128,-2 0 1,1 0-65,18 0 224,2 0-63,1-19-225,-1 19-32,-2 0 96,2-20 0,0 20 96,-2 0-159,2 0 31,20 0 128,-20 0-192,19 0 0,-19 0-64,20 0 32,-1 0 160,-1 0-191,1 20-33,0-20 96,1 0 128,-20 0-288,19 0 64,-18 19 96,18-19-32,0 0 96,1 0-256,-1 20 192,1-20-96,-22 0 96,43 21-96,-22-21 96,1 0-96,-1 20 192,-21-20-256,22 0 160,-1 19-31,1-19 31,-1 0-128,1 0 0,-1 0 96,0 0-64,1 20 64,-1-20 96,1 0-96,-1 0-64,-19 0-128,20 0 96,-22 0 192,21 0-160,-19 0 160,1 0-320,18 0 160,-19 0 0,-2 0 64,2 0 96,20 0-160,-20 0 0,19 0 0,-21 0 64,2 0-64,1 0-64,-23 0 32,22 0 256,0 0-320,1 0 288,-3-20-224,2 20-64,0 0 96,-2 0 160,-17 0-320,19 0 192,-2 0-32,-17 0 160,19 0-320,-2 0 352,2 0-352,0 0 160,-21-19-32,21 19 64,-21 0 0,1 0 96,-1 0-288,2 0 192,19 0-64,-21 0 224,-20 0-384,22 0 256,-3 0-64,3 0 0,-2 0-32,-18 0 64,18 0 129,2 0-322,-22 0 161,0 0 0,22 0 0,-41 0 32,19 0-64,1 0 64,-20 0-32,0 0 0,0 0 64,0 0-32,0 0 65,19 0-33,-19-20-32,0 20 0,0 0 0,0 0-32,0 0 0,0 0 32,0 0-64,-19 0 64,19 0-32,0 0-32,0 0 0,0 0-32,0 0 32,0 0 96,0 20-192,0-20 128,0 0-32,-20 19 32,20 1-33,0-20 1,0 19 193,-19 2-129,19-1-32,-21 0-96,21 19 256,0-20-224,-20 2 224,1 19-224,19-19 64,-19 16 256,19-16-224,0 20 32,-22-23-32,22 23-128,-19-22 256,19 22-320,-20-23 320,20 3-160,0-1-96,-19 0 128,19 0 96,0-1-128,0 0-128,0-19 128,0 21 96,0-21-160,-21 20 64,21-20 32,0 20 96,0-20-96,0 0-64,0 0 128,0 0-256,0 0 224,0 0-64,0 20 96,-20-20-32,20 0 0,0 0 161,0 0-193,0 0-160,-19-20 128,19 20 192,0 0-352,-19 0 160,-3 0 0,3 0 160,0 0-224,-1-20-32,-1 20 96,-18 0 192,-2 0-352,3 0 288,-3 0-288,2 0 160,-21 20 32,21-20-32,-21 0 64,0 0 0,-19 0-32,21 0-64,-22 0 64,20 0-32,0 0-128,-19 0 192,18 0-96,-18 20 96,21-20-160,-22 0 224,20 0-256,0 0 96,-19 0 160,-1 0-96,1 0-128,-1 0 32,1 0 224,2 0-352,16 0 224,-18 0-64,0 0 64,-1 0-64,20 0 32,-19 0 0,-1 0 0,20 0 64,-19 0 0,-20 0-192,19 0 192,1 0-224,-1 0 160,1 0 0,-1 0 160,1 0-320,0 0 128,-1 0 32,-19 0 64,20-20 0,-1 20-192,-19 0 95,20 0 66,0 0 95,-20 0-321,19 0 354,20 0-193,-19 0 32,-1 0-129,1 0 226,21 0-194,-22-20 194,1 20-194,19 0 33,-20 0 160,1 0-192,-1 0 225,20 0-226,-19 0 161,21 0-96,-2 0-32,0-20 128,-1 20-160,3 0 224,-2 0-256,0-21 224,0 21-160,21 0 128,-21 0-64,2 0 65,-2 0-33,0-19-161,21 19 97,-21 0 96,19 0 65,-17 0-129,18 0-129,1 0 129,-2 0 0,2 0 0,-1 0 97,20 0-194,1 0-95,-2 0-512,1 19-994,20-19-1921,0 0-5414</inkml:trace>
  <inkml:trace contextRef="#ctx0" brushRef="#br0" timeOffset="35">19048 9512 10473,'0'-19'673,"0"1"865,0 18 608,0 0-897,-21-21 96,1 21-256,-19 21-96,-1-3-224,-18 1 224,17 22 64,2-20 0,-2 17-225,3-17 97,38-2-608,0 1-289,19 1 256,20-3-128,2-18-96,38 0 0,-19 0-288,18 0-385,1 0-768,-19 0-1185,-19 0-2403</inkml:trace>
  <inkml:trace contextRef="#ctx0" brushRef="#br0" timeOffset="36">1322 4448 7014,'19'-19'833,"0"-1"929,-19 0 448,0 0-737,0 0 257,-19 20-353,-22-20-448,22 20-64,-20 0-161,-1 20 129,1 0-64,-2 20 416,-17-1-384,17 21-97,2-1-159,-1 1-417,20-1-128,1 1 0,19-20-32,19 0 192,1-20-256,20-1-64,-1 1-609,21 0-352,20-20-544,-1 0-1282,20-20-1057</inkml:trace>
  <inkml:trace contextRef="#ctx0" brushRef="#br0" timeOffset="37">1876 4429 13676,'0'19'65,"0"-19"-194,0 0-799,0 0-1667,0 0-1665</inkml:trace>
  <inkml:trace contextRef="#ctx0" brushRef="#br0" timeOffset="38">1876 4627 10858,'-19'59'96,"19"-59"288,-20 21-31,20-21-321,0 0-577,0 0-2177</inkml:trace>
  <inkml:trace contextRef="#ctx0" brushRef="#br0" timeOffset="39">2035 4528 14253,'21'-20'256,"-1"20"1954,-1-20-1345,22 20-224,-3 0-97,3-20-287,-2 20-193,21 0 96,-21 0-352,21 0-385,-20 0-1057,-1 0-832,-19 20-1762</inkml:trace>
  <inkml:trace contextRef="#ctx0" brushRef="#br0" timeOffset="40">2136 4647 5957,'-22'20'8072,"22"-20"-7303,0 0 159,22 0-287,-3-20 96,20 20-481,1 0-256,-1-20-32,21 20-1249,20 0-2018</inkml:trace>
  <inkml:trace contextRef="#ctx0" brushRef="#br0" timeOffset="41">3068 4369 14733,'0'0'-352,"-20"20"512,20 0 673,-19 19 640,-2 1 161,1 0-801,1-1-353,-22 1-191,22 0-257,-1-1 0,1 2-96,19-22-193,-21-19-704,21 20-864,0-20-353,21 0 32,-2-20-1794</inkml:trace>
  <inkml:trace contextRef="#ctx0" brushRef="#br0" timeOffset="42">2988 4429 12331,'20'-20'1089,"1"20"-801,-2-20 1122,1 20-321,20-20 160,-1 20-192,2-20-641,-2 20 33,21-20-289,-22 20-192,3 0 32,-2-19-224,2 19-769,-22 0-865,-19 19-544,0-19-1794</inkml:trace>
  <inkml:trace contextRef="#ctx0" brushRef="#br0" timeOffset="43">3008 4548 6149,'-20'19'7175,"20"-19"-7623,20 0 1633,1 0-32,18 0 128,1-19-384,-1 19-673,21-20-160,-21 0-64,21 20 32,0-20-224,-40 20-481,18 0-832,-38 0-833,0 20-865</inkml:trace>
  <inkml:trace contextRef="#ctx0" brushRef="#br0" timeOffset="44">2909 4746 13100,'0'20'-160,"0"0"448,0-20 513,19 0 608,3 0-416,-3-20-577,20 20-255,1 0-33,-1-20-128,21 20-257,0-19-767,-21 19-578,21 0-1441</inkml:trace>
  <inkml:trace contextRef="#ctx0" brushRef="#br0" timeOffset="45">3822 4091 13292,'0'0'737,"-20"0"64,20 0-161,-39 20-95,18-1 1152,-18 21-95,-1 0-641,20 20-32,1-1-1,-22 1-191,41-1-192,-19 1-193,-1-1-128,20 1-320,0-20 288,0 0-320,20-1-32,-1 1-641,3-21-640,16 2-769,-18-1-801,20-20-608</inkml:trace>
  <inkml:trace contextRef="#ctx0" brushRef="#br0" timeOffset="46">4021 4409 14830,'0'-20'800,"0"20"-287,0 20-641,-21 0 992,21 19 1122,-20 1-544,1 0-577,19 0-833,-19-1 224,19 1-416,-20 20-193,20-41-800,0 21-512,0-21-1186,20-19-1313</inkml:trace>
  <inkml:trace contextRef="#ctx0" brushRef="#br0" timeOffset="47">4279 4369 16495,'-19'20'32,"-22"0"1057,21 0-32,-20 19 609,1 1-65,-21-20-736,21 19-320,18-18-545,1-2-32,20 1 96,0-20-417,0 20-351,20 0-706,1-20-832,18 19-737,2-19-800</inkml:trace>
  <inkml:trace contextRef="#ctx0" brushRef="#br0" timeOffset="48">4358 4746 12395,'-19'59'1313,"19"-38"1154,-21 18-1186,-18 1-32,20 0 32,-22-20-192,21 19-1217,1-19 160,-2 1 193,1-21-1122,1 19-1538,19-19-2209</inkml:trace>
  <inkml:trace contextRef="#ctx0" brushRef="#br0" timeOffset="49">4597 4548 14733,'0'-40'577,"0"20"1697,0 20-1537,0 0-481,0 0 481,0 20 256,-20 0-321,20 19-95,0-18-289,-21 18-128,21 1-32,0-21-128,-19 2 65,19-1 95,0-1-192,0 1-289,0-20-31,19 0 256,-19-20 128,21 1 32,-1-1-288,-1-20 0,1 20 288,1-20-257,-2 21 161,-19-2-64,20 21 32,-20 0 128,19 0 161,-19 21 95,0-2-96,0 1-224,0 0 224,0 0-224,0-1 32,0 2 0,19-21-32,-19 0 0,22 0 64,-22 0 193,19 0-65,0 0-256,1 0 128,1-21 32,-21 21-160,20 0-160,-1 21 192,-19-1 64,19-1 0,-19 1 96,22-20-192,-22 20-128,0-1-577,19 2-929,-19-21-1024,19 0-1346</inkml:trace>
  <inkml:trace contextRef="#ctx0" brushRef="#br0" timeOffset="50">5132 4111 17904,'60'0'-416,"-20"19"1825,-1 21-672,2 0 0,-22-1 640,1 41-288,-20 0-544,-20-1 95,-20 21-384,1 19-63,-2-40-257,-17 0-32,17-19-225,22-20-480,-1-1-1409,-1-19-2562</inkml:trace>
  <inkml:trace contextRef="#ctx0" brushRef="#br0" timeOffset="51">5570 4627 15214,'0'-20'1505,"19"1"-640,0 19 64,1-21-545,20 21 417,-1 0-481,-17 0-127,16 0-65,3 0-288,-22 0-1122,20 0-1248,-18 0-1250</inkml:trace>
  <inkml:trace contextRef="#ctx0" brushRef="#br0" timeOffset="52">5649 4686 17104,'-21'21'-64,"21"-21"960,0 0-1120,21 0 320,-21 0 129,39 0-65,-20 0-352,41 0-2083,-19 0-2369</inkml:trace>
  <inkml:trace contextRef="#ctx0" brushRef="#br0" timeOffset="53">6442 4448 6149,'0'-19'2210,"0"-1"-448,-20 0 128,20 0-193,0 20-95,0 0-225,0 0 33,0 0-481,0 0-705,0 20 416,0 0 225,0 0 32,0 19-32,-19 1-321,19 0-127,0 0-97,-19-21-64,19 21-288,-22-1 321,22-18-418,0 18 193,0-39 1,0 20-1,-19-20 32,19 0 64,0 0 160,19-20-64,-19 1-416,0-1 96,22-1 64,-22-18-32,19-1-160,-19 0 160,19 21-224,1-21 224,1 20 32,-21 0-96,0 20-257,19 0 353,-19 20 96,0 0 32,0 20-128,0 0 257,0-21-129,0 21-128,0-1 288,0-18-288,0-1-128,0-1 128,0-19 128,0 0-128,0 0-64,0 0 384,20-19-416,-1-1 64,2-1-64,-1 2 0,-1-21 128,1 20-96,1-20 0,-2 21 96,-19-1-128,20 20-256,-20 0 191,0 20 129,0-1 160,0 2 1,0-2 191,0 21-320,19-1-32,-19-18 0,0-1 0,21-1-224,-21 1-898,20 0-543,-1-20-1026,0 0-1313</inkml:trace>
  <inkml:trace contextRef="#ctx0" brushRef="#br0" timeOffset="54">7017 4567 12619,'22'-19'1890,"-3"19"-1057,0-20 608,22 20-928,-2 0 704,1 0-448,-1 0-449,2-20 32,-2 20-159,1 0-257,-1 0 224,2 0-513,-22 0-223,1 0-802,-1 0-383,-19 0-225,0 0-1281</inkml:trace>
  <inkml:trace contextRef="#ctx0" brushRef="#br0" timeOffset="55">7316 4329 12908,'0'40'-128,"-20"-20"832,20 0-63,-19 19 896,-2-19 321,21 20-801,-20-20-576,1 19-225,19 1-64,-20 0-192,-1-20-416,2 20-930,19-1-1056,-20-19-545</inkml:trace>
  <inkml:trace contextRef="#ctx0" brushRef="#br0" timeOffset="56">7176 4270 10217,'-79'59'96,"40"-39"2082,-2 40-640,2-1 544,-1 1-160,1 0-929,20-1-321,-22 1-480,41-1 33,0 1-354,0-40 161,41 19 33,-22-19 31,41 0 32,-2-20 96,2-20-512,20 0-225,-1 0 193,1-19 192,-20-1 160,0 0 32,-21 1 160,1-21-224,-20 1 64,-20-1 224,0-20-384,0 21 321,-41 19-225,22 1 384,-20-1-96,-2 40-256,-19-21 160,21 21-480,-1 21 64,1-1-865,39 0-1698,-20-1-2946</inkml:trace>
  <inkml:trace contextRef="#ctx0" brushRef="#br0" timeOffset="57">8011 4448 12619,'0'-39'577,"0"19"1313,-21 20-481,21 0-1025,-19 20-127,-20 0 543,-2 19 386,2 21-65,-1 0-192,20-1-193,1 1-383,-2-1-417,21 1 64,21-21 0,-2-19 0,1 0 32,20 0 0,-1-20-353,2-20 161,-22 0-160,1 0 128,-1 1 64,-19-22 128,0 22-33,0-1 194,0 0-161,0 1 64,0-1 256,-19 20-32,19 0-224,0 0-320,19 0-64,-19 20 288,21-20 32,18 19-353,-19-19-832,1 20-737,18-20-416,-20 0-1281</inkml:trace>
  <inkml:trace contextRef="#ctx0" brushRef="#br0" timeOffset="58">8546 4130 17360,'-19'21'-224,"19"-2"960,-20 1-351,-1 20 864,2 20 673,-20-1-705,-2 1-160,3 19-224,-3 0-289,2 1-191,20-20-385,-3 19 32,22-39-193,22 19 193,-3-39-416,20 0-257,2 0 289,-3 0-1346,22-20-992,-21 0-641,2-20-385</inkml:trace>
  <inkml:trace contextRef="#ctx0" brushRef="#br0" timeOffset="59">8746 4409 16367,'-21'20'96,"21"-1"1698,-20 21-1058,1 20 610,-1-20 127,-1 19-576,2-20-833,-1 2 32,1-2-128,19-19-448,0 20-705,0-20-609,19-20-1537,1 0-32</inkml:trace>
  <inkml:trace contextRef="#ctx0" brushRef="#br0" timeOffset="60">8984 4429 14958,'-40'19'384,"1"1"1794,-2 0-1377,22 20 768,-41-1 673,40 1-672,-20 0-929,20-1-385,20-18-384,0-1 160,0-1-64,20 1 288,1-20-384,18 20-353,-20-20-287,22 0-738,-3 0-832,3-20-1538,-21 0-2145</inkml:trace>
  <inkml:trace contextRef="#ctx0" brushRef="#br0" timeOffset="61">9380 4051 14221,'21'40'4452,"-2"-20"-3587,-19 39 416,20 1-320,-20 20 352,-20-1 193,-20 0-609,1 20-417,-41 20-224,20-39-160,0 0-192,2-1-256,17-39-160,3-1-1602,18-19-865,-1 1-3876</inkml:trace>
  <inkml:trace contextRef="#ctx0" brushRef="#br0" timeOffset="62">2791 6792 10313,'-22'-19'321,"22"19"1600,0 0-1248,0 19 416,0 1 513,0 20-257,0 0-384,0-21-160,0 21-225,0 20-128,0-20-255,0 0-129,0-1-32,0-19 128,0 0-96,0-20 256,0 0 161,0 0 352,0-20-737,-19 0-64,19-19-160,-19 19 63,19-21-31,0-17 128,0 18-256,0-20-192,19 0-97,0 21 97,3-1 288,-3 20-193,0 0 129,1 0 32,1 20 160,18 20-96,-20 0 128,22 0 128,-22 20 129,1 19-161,1 1-160,-21 20 256,0-22 64,0 22 0,-21-20 1,1-20 127,-18-1 97,-3-19 63,2 0-448,-2 0 0,3-20 129,-3 20-386,2-20-31,-2 0-32,22-20-641,19 0-352,0 20-1089,0-20-769,0-20-608</inkml:trace>
  <inkml:trace contextRef="#ctx0" brushRef="#br0" timeOffset="63">3504 6375 12235,'0'-20'769,"-20"1"1441,20 38-1249,-19 1 0,0 21 993,-22 17-641,2 22 64,-2 20-544,3-21-64,18 0-385,-1 20-64,2-19-224,19 0 97,0-21-386,19-19 257,2 19-128,18-19-320,0-20-449,2 0-544,-3 0-833,22-20-929,-19 0-929</inkml:trace>
  <inkml:trace contextRef="#ctx0" brushRef="#br0" timeOffset="64">3763 6713 13260,'0'20'32,"0"20"1762,-21-1 256,21 1-160,-19 0-449,19 19-704,-20-19-353,1-1-416,19 2 64,-21-21-64,21-1-673,0 1-512,21-20-833,-21 0-224,39 0 0,-20-20-2819</inkml:trace>
  <inkml:trace contextRef="#ctx0" brushRef="#br0" timeOffset="65">4000 6673 14798,'-20'20'-65,"20"0"962,-19 0 417,-20 20 543,18-1 65,-18 1-897,20 0-480,-2 0-225,1-21-288,20 2-128,0-2 64,0 1 0,20-1-321,1-19-447,-2 21-1186,20-21-897,2 0-1249</inkml:trace>
  <inkml:trace contextRef="#ctx0" brushRef="#br0" timeOffset="66">4139 7071 15598,'0'59'96,"-19"-39"1122,19 20-418,-19-20 674,-3 19 223,3-19-992,0 0-545,-1 0 96,20 0-384,-21-20-833,1 0-384,20 0-1602,0 0-1249</inkml:trace>
  <inkml:trace contextRef="#ctx0" brushRef="#br0" timeOffset="67">4616 6753 16463,'0'-20'1025,"-19"20"865,-1 0-1185,-20 0-33,1 40 737,-2-1-448,2 1-64,-1 0-128,20 19-385,1-19-288,-2 20-96,21-40 0,21 19-32,-21-19-224,39 0-416,-20-20-289,22 0-1121,-2 0-1314,1 0-1376</inkml:trace>
  <inkml:trace contextRef="#ctx0" brushRef="#br0" timeOffset="68">4874 6455 16015,'19'19'320,"3"22"833,-22-2-416,0 0 864,0 22 129,0 18-161,-22 0-800,-16 20-32,-3 1-449,2-1-224,-21-19 128,21-1-448,-1-39-641,20-1-512,1-18-1474,19-2-1313</inkml:trace>
  <inkml:trace contextRef="#ctx0" brushRef="#br0" timeOffset="69">5312 6852 14605,'0'0'609,"0"0"928,19 0-608,1 0 128,-1-20 128,22 20-480,-3 0-449,3 0 33,-2 0-289,2 0-801,-3 0-801,-18 0-1120,1 0-1282</inkml:trace>
  <inkml:trace contextRef="#ctx0" brushRef="#br0" timeOffset="70">5430 6991 14509,'0'20'705,"-19"-20"1537,19 0-1185,19 0-96,0-20-64,1 20-577,21 0-64,19-19-480,-22 19-320,22 0-1666,1 0-1922</inkml:trace>
  <inkml:trace contextRef="#ctx0" brushRef="#br0" timeOffset="71">6581 6792 10473,'0'-19'193,"-19"-1"1728,-1 20-607,-1 0-1,2 0 545,-20 0-417,18 20-448,-18-1 192,-2 21 64,22-20-192,-20 20-160,18 0-288,21 0-609,0-21 288,21 1-96,-2-1-320,20-19 0,21 21-897,-19-21-384,38 0-705,-20-21-1282,20 21-960</inkml:trace>
  <inkml:trace contextRef="#ctx0" brushRef="#br0" timeOffset="72">6918 6872 12235,'0'-20'513,"20"20"2145,1-20-1345,18 20-160,2 0 129,-3-20-642,22 20-63,0 0-289,-1 0-128,1 0-128,-20-20-192,-1 20-64,2 0-545,-22 0-544,1 0-769,-20 0-705,0 0-1601</inkml:trace>
  <inkml:trace contextRef="#ctx0" brushRef="#br0" timeOffset="73">7256 6673 10441,'-20'20'1218,"20"0"-386,-19-20 418,19 40 31,-20-20 544,-1 19-447,21-19-706,-19 20-640,-1-1 353,20-18-353,-19 19-320,19-21-129,0 1-1312,0-1-930,0-19-1281</inkml:trace>
  <inkml:trace contextRef="#ctx0" brushRef="#br0" timeOffset="74">7097 6593 5733,'-58'41'3555,"17"-2"-2562,2 1 1602,-2 0-834,3 19 610,-3 1-802,2-21-224,-2 22-832,22-3-321,19-17-320,19-2 320,3-19-352,17 20 416,21-40-224,-2 20-192,21-20-320,1-20-97,-1 0 97,1 0 255,-1-19 65,1-1 160,-20 0 96,-20-20-64,-1 20 0,-39-19 289,0-1-257,0 21-320,-19-21 320,-22 21 32,2 19 512,-1 0-352,1-1-320,-21 21 289,0 0-225,21 21-321,19-21-768,-1 20-2082</inkml:trace>
  <inkml:trace contextRef="#ctx0" brushRef="#br0" timeOffset="75">8110 6673 10473,'0'-39'2627,"0"19"-1794,0-1 1056,-19 21-1184,-2 21-32,1-1 256,-19 19 160,-21 1-321,0 20 225,21 19-480,-1-20 256,1 2-417,18-22-288,21 1 128,21 0-352,-2-21 160,20 1 96,2-20-320,-2-20-577,1 1 513,-1-1-385,-18-21 33,-21 2 351,20 20 193,-20-2 96,-20 2 64,20-2 321,0 21 223,-21 0-63,21 0-385,0 0-128,0 21-384,21-21 352,-1 19 224,19-19-416,1 21 64,-1-21-865,2 0-513,-3 0-1280,3 0-930</inkml:trace>
  <inkml:trace contextRef="#ctx0" brushRef="#br0" timeOffset="76">8626 6455 15887,'-20'0'544,"20"0"961,-19 19-832,-2 22 416,-18-2 737,-2 21-385,2 19-288,-21-19-224,22-1-256,16 21-289,3-21-288,0 1 32,19 0 1,19-1-161,22-19-257,-22 0-447,20-21-706,21 1-384,-20 0-992,-1-20-1987</inkml:trace>
  <inkml:trace contextRef="#ctx0" brushRef="#br0" timeOffset="77">8825 6693 7751,'0'20'8039,"0"-20"-7910,-21 40 1344,21-1-544,-19 1 704,-1 0-319,1-1-706,-2 1-864,21 0 608,-20-20-608,20 20-897,0-20-609,0 0-896,20-20-898</inkml:trace>
  <inkml:trace contextRef="#ctx0" brushRef="#br0" timeOffset="78">9062 6713 13805,'-20'20'1729,"1"0"-255,-20 0 31,18 19-32,2 1 321,-20-20-288,17 19-706,3-18-511,19 19-161,0-21-32,0 1-96,0-20 192,19 19-288,22-19-449,-21 21 97,20-21-545,-1 0-641,-20 0-896,22 0-1506</inkml:trace>
  <inkml:trace contextRef="#ctx0" brushRef="#br0" timeOffset="79">9300 6474 19890,'41'20'257,"-22"1"1536,1 18-736,1 0 353,-2 22 319,-19-2-608,0 20-512,-19 1 160,-22-1-577,2 0 288,-1 1-416,-20-20-288,21-1-256,20-19-994,-3 0-704,3-20-2594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32767" units="dev"/>
        </inkml:traceFormat>
        <inkml:channelProperties>
          <inkml:channelProperty channel="X" name="resolution" value="3139.80444" units="1/in"/>
          <inkml:channelProperty channel="Y" name="resolution" value="4978.27393" units="1/in"/>
          <inkml:channelProperty channel="F" name="resolution" value="0" units="1/dev"/>
        </inkml:channelProperties>
      </inkml:inkSource>
      <inkml:timestamp xml:id="ts0" timeString="2024-09-22T03:16:14.825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FF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1897 2423 11050,'20'-40'128,"-20"40"1281,-20-19-127,20 19-834,-21-21 449,-18 21 0,0 21-161,-21-2-63,-19 1 32,-1 19-97,20 2-95,-19-2-257,40 1-64,-2-20-416,22 19 320,19-19-192,19 0 96,22 0 32,17 0-32,2 0-160,0 19 160,0-19 0,-1 0-32,-19 0 32,-1 0 224,-18 0 64,-1-1 417,-20 1-257,-41 1-95,2-2-65,-21 1-64,0 0-224,-19 0 0,21-1 192,17 2-512,2-21-320,-2 0-1218,41 0-737,0 0 513,20 0-896</inkml:trace>
  <inkml:trace contextRef="#ctx0" brushRef="#br0" timeOffset="1">1936 2740 11883,'19'0'0,"-19"0"1313,-19 20-64,0 0 225,19 0 223,-20 20-768,20-20-545,0-1 65,0 1-129,0 1 257,20-21-161,18 0-64,-16 0-159,-3-41-97,20 22-321,-18-21-639,-1 0-770,-1 20-1473,0-19-2146</inkml:trace>
  <inkml:trace contextRef="#ctx0" brushRef="#br0" timeOffset="2">2215 2860 14029,'-41'79'-417,"22"-39"1218,19 20 0,0-21-289,0 21 481,-19-1-576,19 1-289,0 0 0,0-1-96,0 1-160,-22-20 64,22-21 160,0-19 384,0-19 33,0-2-513,0-19 96,-19 1-64,19-1 64,0-19-128,0-1-64,19-19 0,3-1-256,-3-19-289,20 0 257,-18 19 223,18 1 129,-20 39 0,3 0 225,-3 40 31,0 0 0,1 0 64,1 20 385,-21 20-97,0 19 65,-21 1-32,1 0-417,1 0 96,-22-1-32,2-20-192,20 1 96,-2-20-95,1 0 31,1 0-897,0-20-737,19 0-1536,0-20-1923</inkml:trace>
  <inkml:trace contextRef="#ctx0" brushRef="#br0" timeOffset="3">2473 2760 12171,'0'40'3876,"0"0"-3876,0-1 416,0 21 225,-20-20 1056,20 20-255,-21-1-738,21 1-191,-19 19-257,-1 1-32,1-21-128,-2 20 0,1-39-64,20-20 97,0 0-1,0-20 224,0 0 96,0-20-191,0 0-289,0-20-128,0 0 256,0-19-257,20-20 97,-20-1 32,40-19 0,-20 0-384,20-1 160,-1 21 128,-19-1-65,1 21 161,18-1 64,-20 41 97,-19-1 63,19 20-192,-19 20 128,22-1 64,-22 21 32,0 20 161,0-1-257,-22 1 0,3-1 64,0 1 96,-1-20-288,1 0-160,-2-21-288,21-19-898,-20 20-992,20-20-2338</inkml:trace>
  <inkml:trace contextRef="#ctx0" brushRef="#br0" timeOffset="4">2690 3098 14637,'21'-20'-512,"-21"-19"608,20 18-64,-1-18 128,0-20 641,22 18 64,-22 2-385,22 19 129,-22-20-129,1 40-159,-1 0-161,-19 0 256,22 20 289,-44 0 63,22 20-287,-19-1 160,-20 1-321,18 0 352,-18-20-543,20 20 31,-22-40 96,22 19-512,-1-19-577,20 0-865,0 0-832,0 0-1506,20-19-2306</inkml:trace>
  <inkml:trace contextRef="#ctx0" brushRef="#br0" timeOffset="5">3227 2621 15822,'-20'20'-128,"1"0"993,-22 0-673,2 20 1026,-21-1 896,20 1-737,1 0-801,-2-1-255,22-19-449,19 1 128,0-2-97,19-19 97,22 20 65,-22 0 63,1 0-192,20-20 128,-20 19-160,-1 2 96,2-2 224,-21 1-128,0 0 256,-21 0 129,2 0-97,-1 0-160,-20-20-32,20 0-192,1 0-736,19 0-97,0 0-1505,0-20-1858,0 0-1890</inkml:trace>
  <inkml:trace contextRef="#ctx0" brushRef="#br0" timeOffset="6">3267 2899 11466,'0'21'3075,"-21"-2"-3075,21-19 289,0 20-129,0-20 480,21 0 161,-1 0-192,-1 0-225,20 0-128,-18-20-96,18 20-256,2-19 64,-41-2 32,19 1 128,-19 20 65,0-19-97,-19 19 96,-3-20 192,-16 20 193,18 0-161,-21 0 385,3 0 320,18 20 0,-20-1-352,20 1-193,20 1-576,0-2-64,0 1 64,20 0-32,20-20-480,18 20-1186,3-20-1249,37 0 1250</inkml:trace>
  <inkml:trace contextRef="#ctx0" brushRef="#br0" timeOffset="7">4339 2740 14285,'0'0'3395,"19"0"-4163,-19 20 1344,0 20-128,0 0 481,0 19 192,-19-19-384,19 0-160,-21 20-417,1-21 64,1 21-96,0-40 96,19-1 193,-22 1-97,22-20 257,0-20-449,-19 1-192,19-1-64,0-20 31,0-19 33,19-1-64,3 1 224,16-21-512,3-20 32,-2 1 63,1 20 193,19 0-32,-38 38 192,18 2-192,-20 39 512,2 0-288,-21 20-32,20-1 481,-40 22-417,20-2 512,-21 21-511,-18-1 63,20 1 160,-22-21-128,22 1-224,-22-20 64,22 0-320,19 0-577,-20-20-608,1 0-1666,19 0-1442</inkml:trace>
  <inkml:trace contextRef="#ctx0" brushRef="#br0" timeOffset="8">4715 2641 17520,'0'60'-384,"0"-21"704,-19 1 64,19 0 193,0 0 1089,-20-1-481,1 1-897,-2 0 0,1-20-288,20 20 64,-19-40-32,19 0 289,0 0-482,0 0-63,0-40 0,0 20-64,19-20 96,1-20 224,20 21-64,-1-41-129,2 21-159,17-1 192,-17 1 64,-3 39-64,-16 0 160,-3 0 32,0 20 96,1 0-256,-20 20 448,0 0-160,0 0-127,-20 19 95,1 21 64,-22-20-288,22-21 352,0 21-320,-1-20 64,-1-20 64,21 20-192,-20-20 192,20 0 96,0 20-288,0 0 385,0-20-225,0 19 0,20 1 192,-20 1-352,0 18 160,0-19-128,21 0-289,-21-1-447,20-19-417,-20 21-673,19-21-929,0 0-1121</inkml:trace>
  <inkml:trace contextRef="#ctx0" brushRef="#br0" timeOffset="9">5351 2483 15694,'-20'0'225,"1"19"1184,-2 1-929,-18 20 609,-2 19 801,2 1-480,-1 19-514,1-19-511,-2 19-289,41-19 0,-19-1 64,19-38-288,0 18-192,19-19-257,2-20 289,-1-20 64,-1 0-193,1-20-191,1 1 415,-2 19 225,1-19 33,-20-2 319,0 22-96,19-1 97,-19 0 63,0 20-512,0 0 160,21 0-352,-1 0 160,-1 20-289,1-20-1312,20 20-2339</inkml:trace>
  <inkml:trace contextRef="#ctx0" brushRef="#br0" timeOffset="10">6126 2760 22100,'-41'60'-32,"22"-20"0,19-1 289,-20 1-225,20 0-96,0-20-417,0 20-864,20-40-353,-1 19-736,22-38-1474</inkml:trace>
  <inkml:trace contextRef="#ctx0" brushRef="#br0" timeOffset="11">6244 2621 10666,'-41'-19'5733,"41"19"-5765,0-20-1057,0 20-4036</inkml:trace>
  <inkml:trace contextRef="#ctx0" brushRef="#br0" timeOffset="12">6482 2681 15214,'-40'40'0,"20"-40"1890,1 19-1698,0-19 641,-3 20 640,22-20-448,-19 20-961,19-20 32,19 20-128,3 0 481,-3-20-481,0 20 224,22 0-160,-22-1-160,-19 1 128,20-20 192,-20 21 192,-20-2 193,1-19 159,-22 20-639,3-20 63,-3 20-96,2-20-321,18 0-703,1 0-2179,20 0-3620</inkml:trace>
  <inkml:trace contextRef="#ctx0" brushRef="#br0" timeOffset="13">7335 2860 18897,'0'0'-1729,"0"19"1697,21 1 96,-21 40 128,0-20 833,-21 19-288,21 1-97,-19-1 257,-1 1-737,1-1 0,-2 1 97,1-20-225,1-21 224,19-19 256,0 0 1,0-19-449,0-21-288,0 1 320,0-1-288,0-20 256,39-19-128,-18-1-353,18 1-31,-20-21-129,22 1 193,-2 20 256,1-1 96,-1 41 320,-18 39-128,-1 0-128,-1 0 321,0 39 95,-19 1-128,0 20 65,0-1-97,-19 1-32,0-1 96,-22-19-287,2 0 127,20-1 96,-22-18-96,22-2-544,-1-19-257,-1 0-352,2 0-576,19-19-1250,0-21-896,19 20-2083</inkml:trace>
  <inkml:trace contextRef="#ctx0" brushRef="#br0" timeOffset="14">7672 2582 16335,'22'59'32,"-22"-19"929,0 0-641,0-1 129,0 21 928,-22-20-384,22-1-192,-19-18-225,-1 18-352,1-19 321,19 0-129,0-20 417,0-20-160,0 20-545,0-20-96,19-19 160,-19 18-256,20 1 128,-1-19-32,3 19-192,16 0 128,-18 0-224,1 20-225,-2-20-768,20 20-545,-18 20-1313,-1-20-1441</inkml:trace>
  <inkml:trace contextRef="#ctx0" brushRef="#br0" timeOffset="15">8011 2879 14413,'0'20'-64,"20"-40"641,-1 20-545,1 0 32,1-19 192,-2-1 224,1 0-287,-1 20-97,2-20-32,-1 0 64,-1 20 160,-19-20 32,0 0-31,-19 20 95,-1-19 225,-1 19-1,2 0-223,-20 19 287,18 1 289,-18 0-32,-2 20-32,22 0-160,-1-1-449,1 1-64,-2-20-288,21 0 192,21 0-448,-2-1-321,20 2-224,2-21-768,19 0-866,-2-21-896,2 2-2338</inkml:trace>
  <inkml:trace contextRef="#ctx0" brushRef="#br0" timeOffset="16">8527 2780 9865,'0'-40'2530,"0"40"930,0 0-2436,-20 0-543,-20 20 768,20 20 192,-20 0-31,1-1-65,20 2-672,-3-2-545,3-19-32,0 19-192,19-18 288,0-2-416,19-19 320,0 0-192,3-19 96,16-2-417,3-18 97,-2-1-385,1 0 257,19-19-64,-19-1-1,-1-19-320,2-1-288,-2 1-192,-18-21 704,18 41 545,-20 19 385,-19 1 864,0 39 160,0-20 192,0 40-1472,-19-1-65,-1 22 1025,-20 18-353,1 1-31,-2 19-257,-17 0-32,37 1-384,-18-1 96,19 0-384,-1-19-384,21-20-225,0-1-545,21-18-1697,-1-21-993</inkml:trace>
  <inkml:trace contextRef="#ctx0" brushRef="#br0" timeOffset="17">8785 2760 16751,'-20'60'128,"1"-20"1858,-2-1-1441,1 1-1,20 0-223,0-20-225,0-1-96,0 2-737,41-21-1153,-22 0-2242</inkml:trace>
  <inkml:trace contextRef="#ctx0" brushRef="#br0" timeOffset="18">9004 2681 17264,'-20'-40'192,"-1"40"1698,21 0-1922,0-20-192,0 40-161,0-20-672,0 20-1569,0 0-2371</inkml:trace>
  <inkml:trace contextRef="#ctx0" brushRef="#br0" timeOffset="19">9182 2740 17168,'-41'-19'1858,"22"19"-65,-1 19-1312,-20 1 992,20 20 32,-18-20-608,-3 20-929,41-1 64,0 1-320,0-20-897,41 20-769,-3-40-2210</inkml:trace>
  <inkml:trace contextRef="#ctx0" brushRef="#br0" timeOffset="20">9659 2364 15438,'19'-41'865,"-19"41"1153,0 0-1025,-19 0-1057,-1 20 672,-20 1 674,20 38-1,-40 1-416,21 19-97,-1 0-351,20 1-193,-20-1-128,40-19 32,-20 0-160,20-21-64,20 1-417,20-21-383,-20 2-354,20-21-896,-1-21-1601,-20 2-1346</inkml:trace>
  <inkml:trace contextRef="#ctx0" brushRef="#br0" timeOffset="21">9420 2641 16719,'-40'0'513,"20"0"1377,20 20-2371,0-20 449,0 20 160,0 0-96,20 0-96,1 19-512,18-19-706,1 0-1216,18-20-2499</inkml:trace>
  <inkml:trace contextRef="#ctx0" brushRef="#br0" timeOffset="22">9837 2760 11498,'0'-39'993,"-19"39"1538,19-20-1506,-22 20 800,3 0-287,-1 0-481,1 20 0,-2-1-224,1 21-1,1-20-319,0 20-193,19-1-256,0-19-64,19 1 32,0-2-608,1-19-225,1 0-256,18-19-384,2-2-481,-22 1 224,20 1 833,-39-1 673,21 0 192,-21 0 513,0 0 640,0 20 320,0 0-384,0 0-512,0 20-481,-21-20 384,21 40 1,-20-20-257,20-1-224,0 1-96,0 1-192,0-2-897,0-19-1058,0 20-1600</inkml:trace>
  <inkml:trace contextRef="#ctx0" brushRef="#br0" timeOffset="23">10273 2323 17680,'0'20'-480,"-19"1"1152,19 18-319,-39 0 832,17 21 352,-16-20-672,18 20-769,-20-1 96,1 1 33,18-1-450,1-19 33,1 0 32,19-40-192,0 0-193,19 0 385,1-20 256,20 0-96,20-20-96,-21 0-192,2 21 288,-2-1-224,-20 20 256,-19 0 224,21 0-32,-21 39 160,-21-19-191,2 20 127,-1-20-32,1 20 65,-22-1 191,2-18-384,-1-2 96,20 1-63,-20-20-97,20 0-224,1 0-513,19-20-768,0 1-994,0-2-1408</inkml:trace>
  <inkml:trace contextRef="#ctx0" brushRef="#br0" timeOffset="24">10571 2224 17072,'0'40'128,"-19"0"1089,-2-1-833,1 21 673,1 20 865,-22-21-256,2 20-930,1-19-223,-3 19-417,22-19 96,-22-1-320,22 1-545,19-40-448,0 0-1121,0 0-1505,19-20-417</inkml:trace>
  <inkml:trace contextRef="#ctx0" brushRef="#br0" timeOffset="25">10571 2820 15822,'0'40'97,"20"-40"607,-1 0-608,-19 19 32,41-19 257,-22 0 95,22-19-352,-22 19-32,20-20-63,2 0-66,-22 0 162,1 0 63,-20 0 32,21 0-160,-21-19 96,-21 19-96,21 0 0,-20 0 289,-19 20-1,18 0 449,-18 0 32,20 40 224,-22 0 96,2 19 320,-1-19 97,20 19-770,1 1-479,19 0 63,19-20-224,20-21-192,21 21-160,0-40-1089,20 0-321,-1 0-896,1-20-4453</inkml:trace>
  <inkml:trace contextRef="#ctx0" brushRef="#br0" timeOffset="26">11564 2820 17328,'0'0'-160,"0"0"-289,0 20-127,0-20-545,0 0-193,0 0-3971</inkml:trace>
  <inkml:trace contextRef="#ctx0" brushRef="#br0" timeOffset="27">11544 2939 10794,'0'20'2306,"0"0"-2498,0-20 96,0 0-1666</inkml:trace>
  <inkml:trace contextRef="#ctx0" brushRef="#br0" timeOffset="28">2056 4290 12812,'-21'-20'704,"1"20"1442,20 0-1185,0-21-256,20 21-32,-20 0-353,21-19 32,-1 19-32,18-20-63,3 20-1,-2 0-320,1 0 64,-20 0-32,21 0 32,-22 20 0,20-1 0,-39 22 192,21-2 160,-21 1 161,0 20 95,0-1 1,0 20-64,-21-19-385,21 20 0,0-21-128,21 1 96,-21-1-288,19-19 128,1 0 128,-1-20-32,2-1 64,-21-19-224,20 0 384,-20 0-96,-20 0 545,-1 20-705,2-20 321,-41 0-386,21 0 514,-21 21-513,0-21 544,21 19-416,-21-19-96,21 0 129,18 0-225,1 0-385,20 0-864,-19 0-193,19 0-2273,0 0-1827</inkml:trace>
  <inkml:trace contextRef="#ctx0" brushRef="#br0" timeOffset="29">1996 4805 16719,'0'-19'-32,"0"19"769,19-20-192,-19 20-193,20-20 224,21 1-319,19 19-225,-2 0-32,2 0-865,0 0-1826,0 0-2369</inkml:trace>
  <inkml:trace contextRef="#ctx0" brushRef="#br0" timeOffset="30">2750 4607 18513,'-39'20'192,"39"0"193,0 19 351,-21 2 353,21-2 32,0 0-928,0 2-290,0-2-95,21-19-705,18 0-1441,2-20-1634</inkml:trace>
  <inkml:trace contextRef="#ctx0" brushRef="#br0" timeOffset="31">2889 4468 14926,'-60'-39'1537,"41"39"-1441,0 0-704,19 0-2852</inkml:trace>
  <inkml:trace contextRef="#ctx0" brushRef="#br0" timeOffset="32">3287 4588 15214,'19'0'608,"-19"0"-479,0 0 255,0 19-448,0-19 96,0 0-416,0 0-2339</inkml:trace>
  <inkml:trace contextRef="#ctx0" brushRef="#br0" timeOffset="33">3345 4786 12972,'0'0'256,"0"0"1025,0 0-864,0 0-1506,0 0-2275</inkml:trace>
  <inkml:trace contextRef="#ctx0" brushRef="#br0" timeOffset="34">5469 4329 10858,'-20'-59'160,"-18"38"1954,18 21-513,-20 0-608,1 0 321,-2 41-65,2-2-545,-1 21 386,1 19-194,-2-19 65,2 19-384,18-19-289,21 0-288,0-1-64,21-40 64,-1 22-64,19-41-96,-18 19-128,-2-38 223,1 19-255,-1-20-32,-19-20 160,0 20 96,0 0 160,0 1-64,0-22 64,0 41 0,0-19 128,0 19 64,0 0-352,0 0-128,21 0 224,-1 0 0,19 19 0,-18-19-96,18 21-449,1-1-864,-20-20-1121,18 0-577</inkml:trace>
  <inkml:trace contextRef="#ctx0" brushRef="#br0" timeOffset="35">5866 4091 17232,'-19'0'96,"-20"20"609,18 20 63,-18-1 514,-2 20 832,-17 2-1025,17 18-257,3 0-31,16 1-64,-16-1-513,18 1-160,20-21 0,20 1-224,-1-21-96,0 1-289,22 0 97,-2-20-1186,21 0-256,0-20-864,-21 0-641,1-20-5189</inkml:trace>
  <inkml:trace contextRef="#ctx0" brushRef="#br0" timeOffset="36">6025 4508 13805,'-19'20'448,"19"0"1314,-20-1-545,1 21-128,19 0 128,-21-1-672,21-18-545,-20 18 32,20-19-737,20 0-1089,-20-1-896,21-19-1282</inkml:trace>
  <inkml:trace contextRef="#ctx0" brushRef="#br0" timeOffset="37">6304 4409 13805,'-21'0'1121,"1"20"-385,1-1 353,-22 1 64,3 20 769,-23 0-224,23 0-737,-3-1-128,22-19-449,19 0-128,-20-1-320,40 2-32,-20-21 288,19 20-288,22-20 288,-22 19-800,22-19-353,17 0-416,-17 20-994,-3-20-1408,3 0-2371</inkml:trace>
  <inkml:trace contextRef="#ctx0" brushRef="#br0" timeOffset="38">6542 4051 15534,'39'40'0,"-19"-20"1666,1 20-545,-2 19 160,-19 21 449,0-1-577,-19 20-384,-22 0-513,2 20 32,-21-19-96,20-21-192,20-19 64,1-40-128,0 0-1409,19-20-481,0 0-2434</inkml:trace>
  <inkml:trace contextRef="#ctx0" brushRef="#br0" timeOffset="39">6959 3833 15758,'0'-20'641,"0"40"-577,0-1 1313,0 41-127,0 20 639,19 19-95,-19 0-673,0 21 64,0 18-160,-19 21-448,19 0-65,-21 0-416,1 0 289,-18-20-513,38-20 256,-22-20 416,3-39-800,19-40 256,0 1-224,0-21-961,0 0-97,0-21-319,0 21-1026,19-39-2241</inkml:trace>
  <inkml:trace contextRef="#ctx0" brushRef="#br0" timeOffset="40">7176 5302 10762,'0'-19'2018,"0"-1"576,0 20-352,0 20-1409,0-20 736,0 40-287,0-21-129,0 41-128,0-21-160,-19 2-65,19-2-447,0 0-193,-20 2-192,20-22 192,0 2-673,0-3-351,0-18-866,0 0-64,0 0-768,20 0-1122</inkml:trace>
  <inkml:trace contextRef="#ctx0" brushRef="#br0" timeOffset="41">7395 5560 11050,'0'60'2691,"-19"-39"-1923,-1 17 1186,-1-17-705,-18-1 737,20 20-961,-22-21-608,22-19-161,-1 0-480,20 0-641,0 0-1217,0 0-1986</inkml:trace>
  <inkml:trace contextRef="#ctx0" brushRef="#br0" timeOffset="42">7554 5659 15086,'0'20'32,"0"-20"705,0 0-673,0 0 32,0 0-385,19 0-1056,1-20-2563</inkml:trace>
  <inkml:trace contextRef="#ctx0" brushRef="#br0" timeOffset="43">7732 5679 12587,'0'21'961,"0"-21"192,0 0-1153,0 0-192,0 0 320,0 0-544,20-21-1922</inkml:trace>
  <inkml:trace contextRef="#ctx0" brushRef="#br0" timeOffset="44">7911 5659 11851,'0'20'3523,"-20"-20"-2306,20 0 128,0 0-1056,0 0 383,0 0-351,0-20-225,0 20-993,20 0-1698,1-18-2433</inkml:trace>
  <inkml:trace contextRef="#ctx0" brushRef="#br0" timeOffset="45">8110 5641 10570,'20'18'5637,"-20"2"-3555,-20 1-96,20 18-705,-19-18 256,-2 18-640,1-19-448,1 21-289,-1-22-96,-1 0-256,2-19-609,-1 20-640,20-20-1282,0 0-2242</inkml:trace>
  <inkml:trace contextRef="#ctx0" brushRef="#br0" timeOffset="46">8428 5402 18545,'-21'21'160,"1"-3"1506,1 23-737,0-2 992,-3 0-511,3 2-898,19-1-416,0-22-192,0 2-608,19 1-1026,3-21-1089,16 0-3459</inkml:trace>
  <inkml:trace contextRef="#ctx0" brushRef="#br0" timeOffset="47">8566 5302 18257,'-80'-19'1697,"61"19"-223,-1 0-898,20 0-2337,-19 0-1795,-2 19-5861</inkml:trace>
  <inkml:trace contextRef="#ctx0" brushRef="#br0" timeOffset="48">9122 4508 11627,'-20'0'384,"40"0"128,-20 0 513,41 0 128,-3 0 609,3 0-289,38-20-31,1 20-33,19 0-352,0 0-480,40 0-1,-21-20 1,22 20-1,-1-20-95,-1 20 63,1 0-416,1 0 129,-22-19 63,2 19-192,-21 0 0,0 0-192,-20-20 256,1 20-320,-20 0 320,-21 0-160,-20 0-96,2-20 96,-21 20 225,0 0-193,0-20-64,-21 20-321,2-20 193,19 0-64,-20 1 256,1 19-224,-2-20 96,21 20 64,0 0-32,0 0-32,0 0-128,0 0-33,0 0-159,21 0 128,-21 20 64,39-20 96,-20 19 32,22 1 192,-22 20-192,1-20-32,1 0 63,-21-1 33,19 1 161,-19 0-225,-19 0 416,-2 0-128,1 0-256,-19-20 288,-1 19-256,1 2-224,-2-21-513,3 0-576,-3 0-801,21 0-2018</inkml:trace>
  <inkml:trace contextRef="#ctx0" brushRef="#br0" timeOffset="49">10075 4032 11562,'0'-21'289,"-19"2"736,19 19 512,-21 0-608,1 0 192,1 19-512,-22 2-65,22-2 321,-1 1-128,20 0-161,-19 19-736,19-39 128,0 21 0,19-21-32,20 0 0,-18 0-32,18 0-449,2-21 225,-22 2 96,1-1 160,-1 20 96,-19 0 32,0-20 64,0 20 128,0 0 0,0 0-95,0 20-129,-19 0 128,-1-1-64,20 2-32,0-21-96,0 19-32,0 1-256,0-20-545,0 20-961,20-20-833,-20 0-2818</inkml:trace>
  <inkml:trace contextRef="#ctx0" brushRef="#br0" timeOffset="50">10393 3733 14093,'0'21'-160,"0"-2"1217,-19 1 192,19 20 833,-22 0-320,3-1-705,0 21-545,-1-21-224,20 21-224,-21-20-32,21 0-128,-19-21-576,19 21-994,0-20-1313,19-1-1441</inkml:trace>
  <inkml:trace contextRef="#ctx0" brushRef="#br0" timeOffset="51">10473 4111 11530,'0'-40'193,"19"20"1376,-19-20-992,19 21 672,1-1-96,1 0-705,-2 20-31,-19 0-33,20 0-64,-20 20-63,19 0 159,-19-1-96,0 2 33,-19-2-289,19 1 160,-20 0 0,1-20 0,-2 20-63,1-20-354,1-20 65,0 20-320,-3-20 320,22 0 96,-19 1-225,19 19-31,19-21 32,3 2 32,-3 19-1,0 0 161,1 19 160,1 21 65,18-20 31,-20 20 192,2 19-160,-1-19 193,-20 20-353,0-1 160,0-19-160,-20 20 128,-1-41 129,2 21 159,-1-40-32,-20 0 1,20 0-161,1-20 225,19 0-353,0 1-32,0-21-160,19 20 32,22-20 32,-2 21-64,1-1-160,19 0-32,1-1-801,-20 21-833,-1 21-1409</inkml:trace>
  <inkml:trace contextRef="#ctx0" brushRef="#br0" timeOffset="52">12715 4091 14381,'-20'-40'128,"1"40"1442,-2 0-1026,-18 20-127,-2 0 768,-17 40-224,17-1-64,-17 1-1,-2 19-63,19 1-320,3-21-449,18 1 96,-1-1-256,21-19 64,21-1-192,18-18 159,-20-21-159,3 0-96,-3 0 192,20-21-192,-18 2 159,-21-1 161,20 0-64,-20-19 128,0 18 225,0 2-193,0 19 512,0-20-63,0 20-353,0 0-512,19 20-33,-19-20 289,19 0 32,3 19 64,-3 2-320,0-21-577,1 19-544,21-19-1122,-3 0-223,-18-19-2307</inkml:trace>
  <inkml:trace contextRef="#ctx0" brushRef="#br0" timeOffset="53">13172 3912 15919,'-19'-20'320,"-3"20"1153,3 20-768,0 0 192,-41 20 800,21 20-319,-2-1-513,-19 20 63,21 0-95,-1 21-384,1-20-257,19-1-96,20 1-32,0-21-128,20 1-320,-1-21-33,1 1-544,20 0-320,-1-20-449,2-20-1152,-22 0-1186</inkml:trace>
  <inkml:trace contextRef="#ctx0" brushRef="#br0" timeOffset="54">13232 4230 10121,'0'19'4837,"0"2"-4453,-21 19 1282,21-1-545,-20 1 352,1 0-128,-22-1-800,41 1-449,-19 0-32,19 0-192,0-21-673,0 1-896,19-20-1090,3 0-640</inkml:trace>
  <inkml:trace contextRef="#ctx0" brushRef="#br0" timeOffset="55">13509 4270 14894,'-19'20'128,"-2"0"1153,-18-1-576,19 1 1120,-20 20 129,1 0-769,-2-1-256,22-19-480,0 0-257,19 0-256,0 0-193,0-20 354,19 19-514,0 2-320,1-21-416,20 0-1025,-1 0-1121,2 0-1826</inkml:trace>
  <inkml:trace contextRef="#ctx0" brushRef="#br0" timeOffset="56">13728 4051 12940,'20'20'1473,"-1"0"-896,-19 0 608,19 39-224,-19-19 672,0 20-31,0 19-641,0 1-449,-38-1-192,18 1 33,-20-21-257,20-20-192,1 2-353,-3-22-928,22-19-1922,0 0-3075</inkml:trace>
  <inkml:trace contextRef="#ctx0" brushRef="#br0" timeOffset="57">14104 3515 16944,'0'-20'672,"0"40"-800,0 39 1505,20 1 321,-20 39 192,0 20-32,0 1-705,-20 38-96,20 22-257,-39-2-383,18 20-65,2-19-160,-20-20 257,20-19-545,-3-41 352,3-39-512,19-22 640,0-17-1185,0-1-224,0-20 160,0-20-416,0-1-1217,0-17-2339</inkml:trace>
  <inkml:trace contextRef="#ctx0" brushRef="#br0" timeOffset="58">14403 5164 15342,'-20'19'577,"20"2"-257,-21-2 1474,21 21-97,-19 20-159,19-22-481,-20 3-865,20-2 128,0 2-576,20-22-705,-1 1-1249,2-20-1570</inkml:trace>
  <inkml:trace contextRef="#ctx0" brushRef="#br0" timeOffset="59">14482 5143 13708,'-19'-39'2851,"-3"19"-2883,22 0 352,0 1-512,0 19-128,0 0-257,22 0-1376,-22 0-2596</inkml:trace>
  <inkml:trace contextRef="#ctx0" brushRef="#br0" timeOffset="60">14542 5323 14221,'20'19'2210,"-20"-19"-1697,19 0 800,22 0-705,-22 0 257,20 0-512,1 0 95,-1 0-288,21-19-480,-40 19-161,20 0-704,-20 0-1217,-1 0-1250</inkml:trace>
  <inkml:trace contextRef="#ctx0" brushRef="#br0" timeOffset="61">14800 5223 13420,'0'19'192,"-21"2"1666,21-1-705,-20-1-160,20 2 513,-19 17-834,19-17-864,0 20 544,0-23-768,0-18-385,19 20-1505,-19 1-1089</inkml:trace>
  <inkml:trace contextRef="#ctx0" brushRef="#br0" timeOffset="62">15058 5164 14926,'0'19'993,"0"2"288,-20 17 96,20 3-416,-21-1 192,2-2 0,19 24-929,-20-24-31,20-17-322,0 18-1280,0-18-1313,0-3-1987</inkml:trace>
  <inkml:trace contextRef="#ctx0" brushRef="#br0" timeOffset="63">15296 5601 15150,'-60'58'1153,"41"-17"128,-22-21 193,22-1-738,-20 2 321,17-2-929,3 1-224,19-20-1761,-19 0-2051</inkml:trace>
  <inkml:trace contextRef="#ctx0" brushRef="#br0" timeOffset="64">15414 5700 20050,'0'0'-640,"0"0"-161,20 0-2082,1-21-2754</inkml:trace>
  <inkml:trace contextRef="#ctx0" brushRef="#br0" timeOffset="65">15633 5659 14926,'-40'20'864,"40"-20"290,0 21-386,0-21-255,0-21-321,21 21-448,-2 0-1506,1-20-2690</inkml:trace>
  <inkml:trace contextRef="#ctx0" brushRef="#br0" timeOffset="66">15812 5641 18129,'-20'18'576,"1"-18"1282,19 0-1185,0 0 223,0 0-703,0-18 95,0 18-288,19 0-1345,-19-21-1474,20 21-3011</inkml:trace>
  <inkml:trace contextRef="#ctx0" brushRef="#br0" timeOffset="67">16149 5641 13708,'19'18'2819,"-38"-18"224,19 20-1377,-20 21-449,-18-22 32,-22 21-352,19-20-481,-17 20-512,36-19 32,3-21-705,19 0-1056,0 0-1923,0 0-8712</inkml:trace>
  <inkml:trace contextRef="#ctx0" brushRef="#br0" timeOffset="68">16447 5242 19826,'0'0'1538,"0"0"-866,0 21 257,0-1 449,0-1-193,-19 21 160,-3 0-608,22-20-641,-19 19 480,0-19-512,19 1 32,0-21-288,0 19 288,0-19-384,0 0-481,0-19 673,19 19 96,0-21-288,22-17-96,-2 17 576,2-20-192,-22 22 64,0 0 0,3 19 128,-3 0 224,-19 19-63,19 0 95,-19 2-159,0 20 95,0-3-288,0-17 32,0-2-224,-19 1-352,19 1-1314,0-3-897,0 3-1825</inkml:trace>
  <inkml:trace contextRef="#ctx0" brushRef="#br0" timeOffset="69">984 7150 8616,'-40'20'480,"40"0"1602,-20-20 801,20 0-1250,-19 0-480,19 0-384,19 0 352,-19 0-160,39-20-288,-18 20-129,38-20-127,1 20-1,19-20-352,-19 0 32,39 20 32,-20-19-32,20-1-192,-19 20-320,-1-20-449,-19 20-576,0-21-673,-21 21-673,-19 0-1665</inkml:trace>
  <inkml:trace contextRef="#ctx0" brushRef="#br0" timeOffset="70">1579 7110 12427,'-40'0'609,"40"0"-609,-20 0 640,20 20 610,-19 0 255,0 0-288,-3 0-608,22 19-353,-19-19-64,-1 20-160,20-20-64,-19 19-192,19-18-737,0-2-608,0 1-577,0-20-705</inkml:trace>
  <inkml:trace contextRef="#ctx0" brushRef="#br0" timeOffset="71">1837 6932 13516,'60'-40'1346,"-60"40"-1731,20 19 898,-20 2 768,0-2 160,-20 21-31,20 20-514,-21-1-223,2-19-192,-1 20-257,1-1-160,-1 1-32,-1-20 32,2-1-64,19-19-481,0 0-127,19-20 320,2-20-193,-1 0-95,-1-19-129,20-1 192,-18 0-95,-1 0 288,-1 1 63,0-1 97,3 20 160,-22 20 481,19 0 63,-19 20 129,0 20-33,0-1-223,0 1-33,-19-20-160,19 19-352,0 1 96,0-20-352,0-20-769,0 20-1025,0-20-1826</inkml:trace>
  <inkml:trace contextRef="#ctx0" brushRef="#br0" timeOffset="72">2114 7289 13644,'0'40'-160,"22"-21"320,-22-19 449,0 0 256,19 0 96,0 0-513,1 0-192,20-19-127,-1-1-97,-17 0-321,16 0-31,-18 0 0,1 0-65,-21 1 225,0-1 160,0 0-32,-21 20 64,1-20 32,1 20 289,0 0 191,-3 0-63,3 20 159,-1 0 321,1 19 64,-2 1-160,1 0-161,1-1-255,19 1-257,0-20-192,0 0-96,0 0 0,19-20-609,1 0-352,20 0-512,-20 0-898,21-20-1088</inkml:trace>
  <inkml:trace contextRef="#ctx0" brushRef="#br0" timeOffset="73">2492 7091 15214,'0'39'320,"0"-19"1186,0 20-321,-19-1 32,19 1 96,-20 0-704,20-1-321,-21 1-96,21 0-256,-19-20 32,19 0-64,0 0-673,19-20-31,-19 0 415,21-20 97,18-20-96,-19 0-321,20 21 320,-20-21 161,-1 20 128,0 0 0,-19 20 160,22 0 449,-22 20 159,0 0 1,19-1-225,-19 2-191,0 18-33,0-19-32,0 0-288,19 0-96,-19-20-993,0 20-1378,20-20-1697</inkml:trace>
  <inkml:trace contextRef="#ctx0" brushRef="#br0" timeOffset="74">2870 7170 16335,'-41'40'929,"41"-40"-1602,0 19 97,0-19-1282,0 0-1217</inkml:trace>
  <inkml:trace contextRef="#ctx0" brushRef="#br0" timeOffset="75">2909 7388 17040,'-39'80'1025,"39"-80"-2339,0 20 738,0-20-1794,0 0-1506</inkml:trace>
  <inkml:trace contextRef="#ctx0" brushRef="#br0" timeOffset="76">1004 7706 17840,'-140'20'96,"102"0"1186,-3-20-1410,41 0 544,0 0 929,41 0 225,-3 0 95,42 0-255,19 0-289,40 0-192,39 20-513,61-20-32,-1 19 97,39-19-1,-17 0-63,-62 0-225,-59 0 160,-21-19-128,-19-1-128,-39 20 129,0-20-450,-21 20-479,-39 0-513,21 0-609,-42 0-480,21 0-3588</inkml:trace>
  <inkml:trace contextRef="#ctx0" brushRef="#br1" timeOffset="77">4159 7785 6053,'0'0'2274,"0"0"-160,-20 0-672,20 0-802,0 20 289,0 20 352,-19 0-192,19-1-32,-19 1-288,-3 20-128,22-21-353,-19 1-192,0 0 96,19 0-31,-20-21-65,20 2-192,0-2 128,-21-19-161,21 20-223,0-20-577,0 0-288,0 0-320,21-20-321,-21 1-1473</inkml:trace>
  <inkml:trace contextRef="#ctx0" brushRef="#br1" timeOffset="78">4120 7785 6309,'-19'0'1666,"19"0"-385,0 0-224,0 0-640,0 0-97,0 0 353,19 0 288,0 0-129,1 0-63,1 0-64,-2 0-129,20 0-95,2 0-97,19 0 129,-21 0-193,1-19 32,-1 19 161,2 0-257,-2 0 0,21-20-96,-21 20 65,1 0-1,-1 0 32,21 0-192,-21 0 64,21 0-32,-19 0 128,17 0-95,-18 0-97,-1 0 160,21 0-96,-19-20-96,17 20 256,2 0-192,-19 0-64,17 0 32,2 0 32,-21 0-32,2 0 0,19 0 0,-22 0 0,3 0 0,-2 0 0,21 0-32,-21 0 161,21 0-129,-20 0-32,-1 20-96,2-20 96,-2 0 96,1 0-64,-1 0-160,-20 0 288,42 0-288,-23 0 160,3 0 0,-2 0-32,21 0 0,-19 0 0,-3 0 192,3 0-192,17 0 64,-17 0-224,-2 0 160,21 0 64,-20 0 64,-1 0-256,21 0 96,-21 0 64,2 0-32,17 0 128,-18 0-96,-1 0-160,21 0 192,-19 20 64,17-20-256,2 0 128,0 0 32,0-20-32,-21 20 160,21 0-288,0 0 224,-21 0-96,21 0-64,-2 0 96,-17 0-64,19 0 96,-21 0 64,21-20-160,0 20-96,-21 0 128,21 0 0,-21 0 0,21 0 0,-20 0 32,18 0-32,-17-20-32,17 20 32,-17 0 192,-2 0-352,1 0 320,20 0-288,-21 0 160,2 0 0,-2 0-96,-20 0 64,22 0 0,-2 0 160,1 20-320,-20-20 320,20 0-288,-20 0 96,18 0 32,-16 0 32,-3 0-64,1 0 64,-1 20-32,2-20 64,-1 0-128,-1 0 64,-19 0 0,19 0 0,-19 0 0,0 0 192,0 0-320,20 0 160,-20 0 64,0 0 0,0 0-32,-20 0-64,20 0 129,0 0-290,0 0 257,0 0-256,-19 0 96,19 20 64,0-1 128,-19 1-288,19 0 128,0 0 0,-20 20 64,20-20 0,0 19 0,-21 1-32,21 0 0,0-20 192,0 19-256,0-19-96,0 20 224,0-20 32,0 0-96,0 20 64,0-21-64,0 1-192,0-20 224,0 20 64,0-20-224,0 0 256,21 0-256,-21 0 128,0 0 192,0 0-95,0 0-97,-21 0-129,21 0 129,0 0 0,-19-20 129,19 20-97,-20 0-161,20 0 65,-19-20 128,-3 20-96,3 0 32,0 0 0,-22 0 129,22 0-129,-20 0-161,-2 0 161,2 0 0,-1 20 161,-20-20-354,21 0 193,-2 0 0,-17 20 32,17-20 64,-19 0-224,2 20 128,-2-20 0,0 0 0,-19 19 0,20-19 0,-1 0 0,0 21 0,0-21-32,-19 0 64,21 0-32,-3 0 0,1 0-32,2 0 32,-2 0 0,0 0 0,0 0 0,-19 0 0,20 0 96,-20 0-256,19 0 256,0 0-32,0 0-224,-20 0 160,22 0 0,-2 0 0,0 0 0,2 0 96,-2 0-192,0 0 96,0 0 0,2-21 0,-3 21 0,1 0 32,0 0 0,2 0-32,-2 0 128,0 0-128,21 0-96,-21-19 96,21 19 0,-21 0-32,20 0 64,-18 0-64,17 0 64,-19 0-32,21 0 0,-21 0-32,21 0 128,-21 0-256,21 0 128,-21 0 64,0 0-64,0 0 32,2 0 64,17 19-192,-19-19 288,2 0-320,17 0 160,-19 0 0,22 0 0,-23 0 32,1 0 0,22 0 0,-22 0-32,21 0 0,-2 0 0,-17 0 0,17 0 64,2 0-64,-21 0 32,20 0 129,-18 0-322,17 0 193,2-19 0,-2 19 0,3 0 65,16 0-129,-16 0-1,18 0-607,-1 0-513,21-20-1378,0 20-2241</inkml:trace>
  <inkml:trace contextRef="#ctx0" brushRef="#br1" timeOffset="79">6482 7924 6566,'0'0'3171,"0"-19"-1153,0 19-417,-19 0-256,-2 0-480,21 0-192,-20 0 0,1 0 63,0 19 33,-22 1-64,21 0 223,-20 20 97,20 0-256,-18-1 64,38 1-224,-22-20-706,44 0 129,16 0 65,3-20-1,17 0-160,2-20-641,0 0-192,20-20-672,-20 20-1763,-21 20-1152</inkml:trace>
  <inkml:trace contextRef="#ctx0" brushRef="#br1" timeOffset="80">3087 8639 6694,'-19'0'1377,"19"-20"641,-20 20 384,20 0-640,0 0 128,0 0-481,0 0-864,20-20-161,-1 20-96,2 0 1,-1 0-97,19 0-192,1 20 224,-20-20-192,20 0 64,-1 0-256,0 0-128,2 0-321,-22 0-512,0 0-384,-19 0-513,22 0-1281</inkml:trace>
  <inkml:trace contextRef="#ctx0" brushRef="#br1" timeOffset="81">3325 8461 10570,'-19'0'160,"19"0"704,-19 19 33,-1-19-32,20 20 416,-21 0-448,2 0-416,19 20-97,-20-21-192,20 1-64,-19 0-128,19 1-128,0-2-417,0 1-480,0-20-608,0 19-1378</inkml:trace>
  <inkml:trace contextRef="#ctx0" brushRef="#br1" timeOffset="82">3068 8421 7431,'-39'40'192,"18"-1"1890,1 1 128,1 19-545,-22-19-31,22 20-481,-1-1-448,20 1-385,0-20-288,0-20 32,20 0-128,21-1 128,-3-19 64,22 0-128,0-19-288,20-1-257,-22-20 1,21 0 63,-18 0 161,-23 0 64,3-18 128,-22 17 96,-19 2 96,-19-1 32,0 0 32,-3 1 128,-16 19 129,-23 0 127,23 20-256,-22 0-63,21 0-161,-2 20-97,2-20-895,39 20-1955</inkml:trace>
  <inkml:trace contextRef="#ctx0" brushRef="#br1" timeOffset="83">3942 8898 6758,'0'0'2114,"0"0"-256,0 0-705,0 0-673,0 39 353,0-19 640,0 20-384,0 19-320,0-18-192,0 17-257,0-17-96,-20 18-32,20-19-128,0-20-64,0 0 32,-21 1-128,21-21-608,0 0-866,0 0-480,21 0-736</inkml:trace>
  <inkml:trace contextRef="#ctx0" brushRef="#br1" timeOffset="84">3901 8917 7879,'21'0'801,"-21"0"-1090,0 0 802,0 0 384,0 0 384,20 0-96,-1 0-352,-19 0-128,19 0-129,22 0-127,-21 0 127,-1 0-63,22 0-33,-3 0-256,3 0 0,-2 0 65,2 0 31,17 0-128,-18 0 64,-1-19-63,2 19-65,19 0 64,-21 0-64,1-20-32,-1 20 64,2 0 257,-2 0-257,21-20 160,-2 20-96,-17 0-224,19 0 161,-22-20-65,3 20 0,-2 0 192,21 0-384,-21 0 384,21 0 32,-20 0-223,19 0-33,1 0-32,0 0-32,-2 0 192,-17 0-192,19 0 64,-2 0 128,2-20-288,0 20 128,0 0 64,-2 0-128,-17 0 128,19 0-64,-21 0 0,21 0 0,-22 0-64,3 0 32,17 0 192,-17 0-352,19 0 288,-21 0-224,2 20 128,17-20 0,-18 0-32,-1 0 32,21 0 32,-19 0-128,17 0 257,-17 0-193,19 0-129,-2 0 290,-17 0-322,-3 0 322,22 0-193,-21 0-65,2 0 97,19 0 32,-21 0 1,21 0-33,-21 0 0,21 0 128,-20 0-224,-1 0 256,21 0-320,-21 0 256,2 0-160,-3 0 96,3 0 96,17 0-128,-17 0-64,-2 0 32,1 0 192,20 0-128,-21 0-160,2 0 128,-2 0 0,1 0-32,-1 0 64,2-20-32,-2 20 32,1 0 64,18 0-96,-17 0 64,-2 0-96,2 0 64,-3 0-96,3 0 96,-2 0-160,1 0 128,-20 0 192,19 0-352,1 0 192,-1 0 0,2 0-64,-22-20 0,22 20 192,-2 0-320,-20 0 192,2 0 96,-1 0-128,-1 0-160,0 0 352,3 0-384,-3 0 192,1 0 160,-20 0-320,19 0 192,-19 0 64,0 0-224,0 0 96,0 0 32,0 0 96,0 0 96,0 0-256,0 0 320,0 0-192,0 0-224,0 0 128,0 0 160,0 0-320,0 0 384,0 0-384,0 0 384,0 0-352,0 0 160,0 0 0,0 0 96,0 0-192,0 0 64,0 0 32,0 0 0,0 0 0,0 0 64,0 0-128,0 0 64,0 0-32,21 0 192,-21 0-192,0 0-64,0 0 96,0 0 0,0 0 0,0 0 0,0 0-32,0 0 32,0 0 32,0 0-32,0 0-32,0 0 128,0 0-224,0 0 288,0 0-160,0 0-160,0 0 320,0 0-320,0 0 160,0 0 0,0 0 0,0 0 0,0 0 160,0 0-288,0 0 128,0 0 32,0 0-64,0 0 224,0 0-352,0 0 192,0 0 128,0 0-288,0 0 160,0 0 128,0 0-128,0 0-32,0 0-192,0 0 320,0 0-224,-21 0 96,21 0-32,0 0 224,0 0-384,0 0 192,0 0 160,0 0-288,0 0 96,0 0 32,0 0 0,0 20-32,0-20 32,0 0 32,0 0-32,0 0 0,0 0 96,0 0-192,0 0 96,0 0 0,0 0-32,0 0 64,0 0-32,0 0 128,0 0-256,0 0 96,0 0 192,-19 20-320,19-20 192,0 0-64,0 0 64,0 0-32,0 0-32,0 20 192,0-20-288,0 0 256,0 0-128,0 0-128,-20 20 128,20-20 96,0 0-192,0 0 64,0 20 160,0-20-192,0 0 32,0 0 128,0 19-224,0-19 128,0 0 160,0 20-352,0-20 224,-19 20-32,19-20 32,0 20 96,0-20-160,0 20 64,0 0-192,0-20 288,0 19-256,0 1 160,0-20-96,0 20 256,-22-20-192,22 21-192,0-21 352,0 19-192,0 1 64,0-20-64,0 19-96,0-19 96,0 20 128,22-20-32,-22 21-224,0-21 352,0 20-384,0-20 224,0 0-32,0 19 160,0-19-352,0 0 192,0 20 128,0-20-288,0 0 96,0 19 32,19-19 256,-19 0-96,0 21-448,0-21 608,0 0-608,0 20 352,0-20 256,0 0-288,0 0-64,0 0 32,0 0 128,0 0-64,0 0-128,0 0-128,-19 0 576,19 0-512,0 0 160,0 0 0,0 0 160,0 0-512,0 0 608,0 0-416,0 0 352,0 0-192,0 0 0,0 0 0,0 0 32,0 0-64,0 0 128,-22 0-192,22 0 96,0 0 0,0 0-160,0 0 352,-19 0-32,19 0-256,0 0 0,-19 0 160,19 0-32,-20 0-32,20 0 0,-21 0-32,2 0 64,-1 0-32,1 0 128,19 0-160,-21 0-96,-18 0-64,19 0 416,-1 0-416,2 0 512,-1 0-448,-20 0 288,20 0-192,-19 0-96,18 0 128,-18 0 192,20 0-192,-22 0-352,3 0 544,-3 0-320,2 0 416,-21 0-288,21 0-32,-21 0-64,0 0 96,21 0 128,-21 20-448,0-20 480,21 0 0,-21 0-288,0 0 128,0 0 32,2 21-64,-2-21 32,0 0 128,2 0-224,-2 0 96,0 0 0,0 0 64,-20 0-128,22 0 32,-2 0 160,0 0-448,0 0 640,2 0-320,-22 0-96,20 0-96,0 0 192,-19 0 160,20 0-32,-1 0-448,0 0 352,-19 0 256,19 18-416,-20-18 288,22 0-288,-21 0 128,19 0 96,-20 0-128,20 0-64,2 0 128,-21 0 96,18 0-288,1 0 0,0 0 448,-19 0-384,21 0-96,-2 0 480,0 0-384,-20 0 96,22 0 0,-2 0 96,0 0-96,0 0 0,21 0-96,-21 0 224,0 0-256,2 0 224,-2-18-64,0 18-32,21 0-96,-21 18-128,21-18 416,-21 0-192,19 0 0,-17 0 96,17 0-96,3 0-288,-23 0 512,21 0-448,1 0 512,-2 0-320,3 0 161,-3 0-226,21 0 33,-18 0 96,-3 0-32,22 19 129,-1-19-290,1 0-255,19 0-929,0 0-1410,0 0-1793</inkml:trace>
  <inkml:trace contextRef="#ctx0" brushRef="#br1" timeOffset="85">5510 8878 5829,'0'0'1345,"0"-20"257,0 0-257,0 20-96,0 0 0,0-20-160,0 20 129,0 0-322,0 20-95,0 0 256,0 20 0,0-1 96,0 1-256,-20 19-320,20-19-65,0 20-159,-21 0-193,21-21 256,0 0-320,0-18-96,-20-1 385,20 0-321,0-20 32,0 0-449,0 0-319,0 0-674,20 0-1216,-20-20-1634</inkml:trace>
  <inkml:trace contextRef="#ctx0" brushRef="#br1" timeOffset="86">7217 8997 7463,'0'-20'2658,"0"20"-736,0-20-160,0 20 63,0 0-223,0 0-289,0 0-256,0 0-192,0 0-481,0 20 97,0 0 127,0 0-127,-20-1-97,20 1-32,0 0-63,0 1 31,0-2-96,0 1-96,0-1 32,0 1-160,0 1 65,0-1-33,0-20 0,0 19 0,0-19 0,0 20-32,0-20 0,0 0 32,0 0 160,0 0-288,0 0 192,0-20-64,0 20 64,20-19-128,-1-1 160,1-21-320,1 22 320,-2-1-160,1-20-96,-1 20 96,2 0 0,-1 1 64,-1-1 0,-19 20-96,20-20 32,-20 20 32,0 0-96,0 20 96,0 0-32,0-1 64,0 21 0,-20-19 32,20 18-64,0-20 96,0 1-96,0 1-64,0-1 160,0-20-32,0 0-64,0 0 0,20 0-96,-20 0 96,21-20 32,-2-1-64,1 1 0,-1 1 0,2-1 64,-1 1-256,18-2 384,-18 1-224,1 0-128,-21 20 127,19 0 194,-19 20-258,20-20 129,-20 41 225,0-22-321,0 20 384,0-19-288,0 1 32,0-1-160,0-1 160,0 1-801,0-20-832,19 0-1058,-19 19-1024</inkml:trace>
  <inkml:trace contextRef="#ctx0" brushRef="#br1" timeOffset="87">4041 8957 6598,'0'-20'1569,"19"20"-31,-19 0-33,0 0-384,-19 0-448,19 20 96,-20-20 95,20 20-191,-21 0-193,1 0-31,20-1-129,-19 1-96,0 0-63,19 1-129,-20-21 0,20 19-64,0-19-321,0 0-351,0 0-514,0 20-383,20-20-769,-20 0-2435</inkml:trace>
  <inkml:trace contextRef="#ctx0" brushRef="#br1" timeOffset="88">4199 8957 7975,'0'20'384,"-19"-20"1827,19 20-866,-41 0-160,22-1 128,0 21-320,-3-19-224,-16-2-97,18 1-255,-1-1-257,1 1-64,20 1-96,-19-21-96,19 20-352,0-20-770,0 0-415,0 0-609,19 0-1442</inkml:trace>
  <inkml:trace contextRef="#ctx0" brushRef="#br1" timeOffset="89">4397 8977 8680,'-19'0'256,"-1"20"1345,1 0-223,-22-1-1,3 21-64,-3-19-480,2 18-32,-2 0 64,3-18-257,16-1-287,-16 19-257,18-20 64,-1-19-256,21 21-545,0-21-1057,0 0-512,21 0-1217</inkml:trace>
  <inkml:trace contextRef="#ctx0" brushRef="#br1" timeOffset="90">4636 8957 5797,'0'0'3780,"-20"20"-3172,1 0 1442,-22 0-705,22 19 193,-20-19-321,-2 20-512,-19-1-33,21 2 33,-21-2 0,22 0-225,-23-18-384,42-1-192,-2 0 0,1 1-288,20-21-609,0 0-993,20 0-320,20-21-737</inkml:trace>
  <inkml:trace contextRef="#ctx0" brushRef="#br1" timeOffset="91">4855 8937 7078,'0'20'961,"-20"0"1409,-21 0-928,3 19-1,-3 1 97,-17 0-449,-2 19-161,19-18-31,-17-2-96,-2 1-320,19 0-353,2-19-160,20-3-257,-2-18-415,42 0-1378,-2 0-1057</inkml:trace>
  <inkml:trace contextRef="#ctx0" brushRef="#br1" timeOffset="92">5073 8917 11370,'-60'60'769,"20"-20"865,1-1-545,-21 2 544,0-2-384,2 21-480,17-21-449,-17 0 161,17 2-577,22-21 192,-1 1-384,20-21-513,0 0-1057,39 0-801,2-21-2690</inkml:trace>
  <inkml:trace contextRef="#ctx0" brushRef="#br1" timeOffset="93">5370 8878 11915,'-58'59'288,"-2"-19"1698,19 0-641,-17-1 321,-22 2-257,40 17-608,-20-17-545,2-2-32,36 0-96,3-18-96,0-1-160,19-20-897,19 0-1185,0-20-833,22-1-2626</inkml:trace>
  <inkml:trace contextRef="#ctx0" brushRef="#br1" timeOffset="94">5411 9017 12780,'-80'59'128,"40"-19"1569,-19 19-672,-1-18 769,20-2-513,1-20-544,-2 22-705,22-41 0,19 20-320,0-20-961,19 0-1026,2-20-1184</inkml:trace>
  <inkml:trace contextRef="#ctx0" brushRef="#br1" timeOffset="95">5469 9116 11691,'-78'80'288,"38"-60"865,1 19-384,-2-20 224,22 22 256,-22-21-769,22-20-512,19 21-512,0-21-1923</inkml:trace>
  <inkml:trace contextRef="#ctx0" brushRef="#br1" timeOffset="96">2295 9851 7302,'19'0'1890,"0"0"-512,-19 0-193,41 0-385,-41-21-255,19 21-33,20 0-31,-18 0-129,-1 0-64,19 0-31,1 0 95,-1 0 96,2 0-63,-3 0-161,3 0-32,17 0-64,-17 0 161,-2 0-1,1 0 32,-1 0-224,21 0 32,-19 0 161,17 0-97,2 0-128,0 0-32,-21 0 32,40 0-32,-18 0 32,-1 0 0,-2 0 96,2 0-64,0 0 193,0-19-321,-2 19 128,22 0 160,-20 0-160,19 0-96,-19-19 32,20 19 192,-1 0-352,1 0 192,-1 0-64,-21 0 160,22-20-320,-20 20 352,19 0-288,-19 0 64,-2 0 32,22 0 32,-20 0 0,19 0 161,-19 0-225,20 0 224,-1 0-320,1 0 352,-1 0-288,-19 0 288,18 0-96,1 0-128,1 0 64,-1-20-224,1 20 256,-1 0-128,1 0 160,-1 0-96,0-20-128,1 20 288,-1 0-320,1 0 256,-1 0-256,1 0 288,-1-21-288,1 21 128,-1 0 192,-19 0-192,20 0 32,-1 0-64,1 0 128,-1 0-128,0 0 96,1 0 1,-1 0-1,1-18-32,-1 18 32,-21 0-32,41 0 160,-19 0-192,-1-21-96,1 21 128,20-20 32,-20 20 32,-1 0-192,1-19 192,19 19-96,-20 0 0,-21-21 64,22 21 64,-1 0-96,1 0-192,-1 0 192,-19 0-32,20-20 192,-1 20-128,-19 0-160,20 0 160,-1 0-96,-21 0 128,22 0-96,-20 0-96,19 0 288,-19 0-192,0 0 32,-2 0-160,2 0 256,1 0-31,-3 0-33,-18 0-160,-1 0 96,21 0 64,-40 0-64,20 0 32,-1 0 160,-18 0-352,-1 0 224,-1 0 32,-19 0-64,0 0-224,0 0 160,0 0-545,0 0-1024,0 0-1506,0 0-3652</inkml:trace>
  <inkml:trace contextRef="#ctx0" brushRef="#br1" timeOffset="97">3822 10288 7174,'0'-21'1538,"21"21"-129,-21 0-160,0 0-160,0 0-256,0 0 544,0 21-127,0 20-65,0-3-160,0 22-417,0-20-159,-21 19-161,21 1-288,0-20 64,-20 20-32,20-41 192,0 1-384,0 0 224,0-20-64,0 0-993,0 0-576,0-20 159,20 0-511,-20 1-1955</inkml:trace>
  <inkml:trace contextRef="#ctx0" brushRef="#br1" timeOffset="98">3843 10308 7527,'0'0'-64,"19"0"1377,-19 0 160,0 0-31,20 0-225,-20 0-417,19 0-63,2 0-64,-1 0-1,-1 0-63,20 0-64,-18 0-129,-1 0-224,18 0 96,-16 0 33,16 0-97,-18 0 0,20 0-96,-1 0 32,2 0-31,-2 0 159,1 0-288,-1 0 448,2-20-448,-2 20 192,1 0-128,-1 0-128,2 0 193,-2 0 31,1 0 0,-1 0-96,2 0 160,-3 0-288,3 0 160,17 0 64,-17 0-288,-2 0 96,1 0 64,-1 0 96,2 0-224,-2 0 160,1 0 0,20 0-64,-21 0-32,21 0 96,-21 0 129,2 0-354,17 0 257,-17 0-96,-3 0-32,3 0 161,-2 0-226,21 0 226,-19 0-290,-3 0 225,3 0-96,17 0 225,-17 0-161,-2 0-160,1 0 320,20 20-256,-21-20 32,21 0 224,-21 0-288,21 0 96,-21 0 0,21 0 96,-19 0-160,-3 0 256,22 0-352,-21 0 192,21 0-32,-19 0 64,-2-20-32,21 20 128,-22 0-320,23 0 192,-23 0 32,3 0-64,19 0 32,-21 0 160,2-21-160,17 21-128,2 0 96,-20 0 192,19-18-320,1 18 160,0 0 32,-21 0-32,21 0 0,0-20-32,-22 20 64,22 0-64,-21 0 64,21 0 65,0-21-129,-21 21 64,21 0-192,-19 0 256,17 0-64,-17 0-192,-2 0 128,1 0 32,20-19-32,-21 19 0,2 0 192,-2 0-320,-1 0 128,3 0 32,-2 0-32,1 0 128,-1 0-256,2 0 288,-22 0-320,22 0 160,-2 0 0,-20 0 0,22 0 32,-2 0 128,-18 0-288,18 0 256,-20 0-288,2 0 160,-1 0 0,-1 0-32,0 0 96,3 0-96,-3 0 192,1 0-256,-1 0 96,2 0 96,-21 0-64,20 0-160,-1 0 128,-19 0 128,0 0-160,19 0-96,-19 19 256,0-19-288,0 0 160,0 0 160,0 0-128,0 0-160,0 0 320,-19 0-288,19 0 96,0 0 0,0 0-32,0 0 64,0 0 96,-19 0-288,19 0 192,0 0 32,0 0-32,0 21-192,-20-21 128,20 20 32,0-2 0,0 3 32,0-1-32,-21 20 64,21-21 0,0 2 32,0 18-256,0-18 160,0 18 32,-19 0-32,19-18 160,0 18-256,0-19 32,0 0 96,0-1-32,0 2 0,0-21 32,0 20 96,0-1-160,0-19-96,0 0 256,0 0-256,0 20 288,0-20-320,0 0 192,0 0 128,0 0-224,0 0 96,0 0-64,0 0 96,0 0-64,0 0 224,0 0-416,-20 0 384,20 0-192,0 0-160,-19 0 320,19 0-320,-22 0 128,22 0 96,-19 0-64,0 0 160,-1 0-352,-1 0 384,2 0-416,-20 0 288,18 0-64,-18 20 128,19-20-224,-20 0 64,1 0 128,-2 20-32,22-20-224,-22 0 224,2 0 32,-1 0-64,1 20-64,-2-20-32,-17 0-32,17 0 288,-17 0-352,18 0 320,1 20-160,-21-20 0,19 0 0,2 0 0,-1 0-160,-19 0 256,19 0-192,-20 0 128,21 0 128,-21 0-320,21 0 128,-21 0 32,21 0 0,-21 20 0,0-20 192,21 0-352,-21 0 160,0 0 32,0 0 32,2 0-192,-2 0 160,19 0-32,-17 0 160,17 0-128,-19 0-192,2 0 160,17 0 32,-17 0 129,18 0-194,-20 0 1,21 0 97,-2 0-33,-17 0-32,17 0-97,-19 0 226,21 0-290,-21-20 354,0 20-193,22 0-129,-23 0 97,23 0 64,-22 0-32,21 0 0,-2 0 193,-19 0-225,21-20-96,-21 20 256,22 0-224,-23 0 96,21-20 96,1 20-32,-2 0-256,-17 0 352,17 0-192,3 0 32,-22-20-128,21 20 224,-2 0-64,-19 0-193,21-20 194,-1 20 95,1 0-256,-2 0 128,2-20 0,-1 20 0,1 0 128,-2 0-224,22 0 192,-20-19-224,-2 19 160,3 0 64,-3 0-64,2 0-225,20 0 258,-22 0-130,2 0 226,18 0-322,-18 0 226,20 0-97,-22 0 32,22 0 0,-22 0 32,22 0-32,-20 0 0,18 0 32,1 0 0,-18 0-64,16 0 96,3 0-128,-20 0 128,18 0 32,1 0-224,1 0 224,-22 0-64,22 0-192,-20 0 128,18 19 32,1-19 0,-18 0 160,18 0-352,-1 20 192,-18-20-225,20 0-383,19 0-866,-21 0-1953,21 0-4580</inkml:trace>
  <inkml:trace contextRef="#ctx0" brushRef="#br1" timeOffset="99">5529 10308 6213,'0'-20'2307,"0"20"-257,0-21-161,0 21-415,0 0-353,0 0-385,0 21 257,0-1 193,0 1-418,-19 17-95,19 2-97,0-20-287,0 20-161,-20 0-96,20-21 96,0 2 0,-21 18-96,21-39-64,0 20-384,0-20-737,0 0-1410,21 0-992</inkml:trace>
  <inkml:trace contextRef="#ctx0" brushRef="#br1" timeOffset="100">5529 10329 6886,'0'0'1473,"0"0"-127,0 0-97,0 0-96,0 0-64,0 0-352,0 0-417,0 0-32,0 19 97,-19-19 31,19 19 32,0-19 33,0 21-65,0-2-95,-20-19-33,20 20-32,0-20 32,0 21-127,0-2-33,0 1-96,0-20 64,0 20-64,0-1 64,0 2-64,0-21-32,-21 20 96,21-1-96,0 1 0,0-20 32,0 20 0,0-20-32,0 19 32,0-19-32,0 21 32,0-21 0,0 0 0,0 20 32,0-20-32,0 0-32,0 0 32,0 0 0,0 0-32,0 0 32,0 0-160,0 0 224,0 19-224,0-19 224,0 0-96,0 0-96,0 0-224,0 20-545,0-20-544,0 0-353,0 20-1153</inkml:trace>
  <inkml:trace contextRef="#ctx0" brushRef="#br1" timeOffset="101">3961 10308 7334,'0'0'2371,"0"0"-706,0 0-672,0 0-352,-19 21 192,-1-21 31,-1 19-223,21 0-96,-19 2-129,-1-21-224,1 19-160,19-19 32,-21 20-160,21-20-352,0 0-769,0 0-705,0 0-897</inkml:trace>
  <inkml:trace contextRef="#ctx0" brushRef="#br1" timeOffset="102">4120 10288 7879,'-19'0'833,"19"20"1121,-22 1-545,3-2 160,-20 0-319,18 2-354,-18 18-255,20-18-64,-1-2-321,-20 1-192,20 0 0,20-1-96,-19-19-288,19 0-833,19 0-449,-19 0-992,20 0-2852</inkml:trace>
  <inkml:trace contextRef="#ctx0" brushRef="#br1" timeOffset="103">4318 10308 8744,'-20'21'736,"1"-2"-95,0 0 993,-22 2-385,2-2 384,-2 1-576,3 20-160,-3 0-160,2-21-257,-2 22-352,22-22-31,0-19-129,19 20-449,0-20-1024,0 0-385,19 0-1153</inkml:trace>
  <inkml:trace contextRef="#ctx0" brushRef="#br1" timeOffset="104">4477 10329 9865,'-20'38'224,"1"-17"897,-22-2-128,2 22 320,-1-22 161,-18 21-385,17 0-417,2-20-159,-2 19-289,3-19-160,16-1-96,22-19-576,0 0-1154,22 0-480,-3 0-1730</inkml:trace>
  <inkml:trace contextRef="#ctx0" brushRef="#br1" timeOffset="105">4676 10348 10505,'-40'19'353,"20"2"255,-19 18 545,-1-18-64,1 18 385,-2 0-417,-19 2-384,21-22-321,-1 1-192,20 0-192,1-1-288,19-19-833,0 0-929,19 0-993</inkml:trace>
  <inkml:trace contextRef="#ctx0" brushRef="#br1" timeOffset="106">4874 10329 8712,'-19'19'672,"-22"0"962,21 2-449,-18-2 64,-22 22 225,21-2-321,-2-19-481,2 20-63,-1-20-129,1 19-384,18-19-96,1-20-320,20 19-801,0-19-705,20 0-256,20-19-1921</inkml:trace>
  <inkml:trace contextRef="#ctx0" brushRef="#br1" timeOffset="107">5093 10329 10025,'-60'38'128,"21"2"1666,-21-20-705,19 20 608,-17 0-287,-2 0-609,0-1-417,21 1-224,-1-21-160,40 2-64,-20-21-737,40 0-1089,1 0-800,18-21-3652</inkml:trace>
  <inkml:trace contextRef="#ctx0" brushRef="#br1" timeOffset="108">5271 10329 9577,'-60'38'1153,"21"-17"-545,-1 18 449,1 1-256,-2 0 416,-17-21 0,17 22-544,-19-2-417,41-19-224,-20-1-192,39 2-577,0-21-864,0 0-1474</inkml:trace>
  <inkml:trace contextRef="#ctx0" brushRef="#br1" timeOffset="109">5331 10388 10858,'-99'60'993,"39"-21"-673,20 0 705,1 2-160,-21-2 416,40-19-865,1-1-352,-2 2-224,21-1-1185,21-20-1281</inkml:trace>
  <inkml:trace contextRef="#ctx0" brushRef="#br1" timeOffset="110">5391 10487 11370,'-79'60'96,"38"-21"1218,-19-19-386,41 19 482,-20-18-802,18-1-544,1-1-224,20-19-1057,20 0-1666</inkml:trace>
  <inkml:trace contextRef="#ctx0" brushRef="#br1" timeOffset="111">5469 10606 11755,'-58'80'224,"17"-61"-512,22 1-417,-1-20-3555</inkml:trace>
  <inkml:trace contextRef="#ctx0" brushRef="#br1" timeOffset="112">2295 10267 8071,'-22'-18'385,"22"18"1600,0 0-799,0 0-1,-19 0-192,-1 18-65,1 3-223,-22-1 320,22 20 320,0 0-352,-22 20-32,22-21-448,-1 21-289,20-21-352,0-19 128,20 0-32,-1-20 32,0 19 128,3-19-256,-3 0-385,0 0 1,1-19 31,1-1-63,-2 0 95,-19 1 161,20-1 160,-20-1 224,0 21-96,-20-19 96,20-1 96,0 20 225,0 0 191,0 0-95,-19 0-97,19 0-640,0 0 192,19 0 192,-19 0-128,20 0-128,-1 0 288,3 0-320,-3 0-96,0 0-353,-19 0-704,20 20-865,20-20-1185</inkml:trace>
  <inkml:trace contextRef="#ctx0" brushRef="#br1" timeOffset="113">2711 10130 12011,'-21'0'384,"21"0"929,-20 0-512,1 18 512,0 3 65,-3-1-161,3 20-64,0-2-320,-1 24 32,1-24-193,-2 2-576,21 20 0,-20-20-96,20-21 65,0 22-98,20-22-63,-20 1-224,0-20-321,21 20-480,-2-1-64,1-19-288,-1 0-225,0 0-224,3-19-1184</inkml:trace>
  <inkml:trace contextRef="#ctx0" brushRef="#br1" timeOffset="114">2769 10249 8936,'0'-20'865,"0"20"1281,0 0-224,0 0-577,0 20-833,0-20 385,-19 39 64,19-19-160,0 1-193,0-2-191,0 0-385,0 21 128,-19-20-192,19 1 64,0-21-320,0 19-737,0-19-961,0 0-288,0 0-641</inkml:trace>
  <inkml:trace contextRef="#ctx0" brushRef="#br1" timeOffset="115">2950 10208 11594,'-22'0'161,"22"21"703,-19-21 290,-1 20 479,1-2-416,-2 3-416,1-1-192,20 1-1,-19-2-223,19-19-257,0 19-160,0 2 64,0-21 64,19 19 0,-19-19-128,20 20 128,1-20-224,-2 21-353,1-21-608,-1 0-576,-19 0-449,22 0-1089</inkml:trace>
  <inkml:trace contextRef="#ctx0" brushRef="#br1" timeOffset="116">3048 10049 10666,'20'0'64,"-1"0"1089,-19 0 160,0 21 609,21 19 32,-21-2-577,0 3-576,0 19-65,0-1-255,-21 0-257,21 1 64,-19 0-95,-1 0-65,1-21 32,-2-19-64,21 19-288,-20-18-705,1-21-544,19 20-898,0-20-832</inkml:trace>
  <inkml:trace contextRef="#ctx0" brushRef="#br1" timeOffset="117">3306 10348 15534,'0'0'417,"0"0"-546,0 0 97,0 0 129,0 19-65,0-19-1218,0 0-2817</inkml:trace>
  <inkml:trace contextRef="#ctx0" brushRef="#br1" timeOffset="118">3325 10487 14733,'-19'20'-288,"19"-20"224,0 0 64,0 0-865,0 0-3523</inkml:trace>
  <inkml:trace contextRef="#ctx0" brushRef="#br1" timeOffset="119">4696 9393 6021,'0'-19'1762,"0"19"-161,0 0-448,0 0-224,0 0-224,0 0 0,0 0-161,0 0 65,0 0-1,0 0-127,0 0 63,0 0-31,0 0-161,0 0 0,0 0-95,0 0-65,0 19 64,0-19-96,-20 0 32,20 0 1,0 21-1,0-21 0,-19 20 0,19-20-32,0 20 193,-21-20-321,21 0 192,0 21-64,-20-3 0,20-18 0,0 19-96,0-19 161,-19 0-289,19 21 160,0-21-64,0 20 32,0 1 224,-20-21-384,20 18 224,0 2 64,0 1 0,-21-2 65,21 1-129,0-20-32,0 21-192,0-3 352,0-18-224,0 21-96,0-21 288,0 20-320,0 0 288,0-20-224,0 20 224,0-1-224,0-19-32,0 19 225,0 2-258,0-21 129,0 20 97,0 0-65,0-20-96,0 20 0,0-20 64,0 19 160,0-19-192,21 21-96,-21-2 64,0-19 224,0 20-352,0-20 352,0 21-352,0-21 128,20 20 64,-20-20 0,0 18-32,0-18 32,0 21-32,0-21-32,0 0 64,0 19-32,19-19 0,-19 0 192,0 21-256,0-21 0,0 20 192,0-20-128,0 0 64,0 0-64,20 18-160,-20-18 224,0 0-64,0 21 96,0-21-64,0 0-160,0 0 320,0 0-384,0 0 192,0 0 128,0 0-128,0 20-96,0-20 96,0 0 0,0 0 0,0 0 0,0 19 0,0-19 160,0 0-320,0 0 256,0 0-192,0 0 128,0 0 0,0 0 96,0 0-160,0 0 64,0 0 32,0 0-32,-20 0 0,20 0 32,0 0-64,-19-19 0,19 19 193,0 0-290,-20 0 97,20-20 0,-21 20 32,21-21 1,-19 21-1,19-18 96,-20 18-192,20-20 32,-19 20 32,19 0 160,-21-21-160,21 21-128,0 0 160,-20 0 64,20-19-96,0 19-96,0 0 64,0 0-32,0 0 96,0 0-257,0 0 129,0 0 96,0 19 0,0-19 0,20 21 32,-20-21-32,0 20 32,21-2 0,-21-18 129,0 21-322,19-21 193,-19 20 129,20-20-290,-20 19 193,19-19-128,-19 0 96,21 0-32,-1 0 193,-20 0-289,19-19 256,-19 19-96,20-20-96,-20 20 96,21-21-32,-21 3 0,19-23 32,-19 22 0,0-2-32,20 3-32,-20-2 32,0-1 0,19 21-32,-19-20 96,0 20-224,0 0-224,19 0-1026,3 0-896,-3 0-2915</inkml:trace>
  <inkml:trace contextRef="#ctx0" brushRef="#br1" timeOffset="120">4636 10745 5925,'0'0'1826,"0"0"-737,0-20-577,-20 20-63,20 20 448,0-20-97,0 0 33,0 20-64,0-20 32,0 0 31,0 20-127,0-20-192,0 20-65,0-20 0,0 20-159,0-1 63,0 1-128,0 1 65,20-2-161,-20 1 64,0 0 0,0-1-96,21 1 0,-21 1 0,19-2 32,-19 1 97,0 0-225,20 0 256,-20-1-352,19-19 192,-19 21 0,19-2-96,3 1 160,-3 0-320,-19-20 224,19 20-64,1 0 32,1 0 64,-1-1-192,-1 1 96,0-20 32,-19 20-32,22 0 160,-3 0-160,0-20-192,1 20 352,1-1-128,-2-19-192,1 20 288,-1-20-96,2 20-224,-1-20 224,-1 21 128,1-21-256,1 0 96,-2 0 0,1 19 32,-1-19 128,2 0-256,-1 0 128,-1 20 96,1-20-192,20 0 321,-20 0-321,-1 0 352,2 0-288,-1 0 320,-1 0-160,0 0-128,1 0 128,1 0-63,-1-20 127,-1 20-32,0 0-128,3 0 160,-3-19-192,0 19 192,1 0-192,1-21 129,-2 21-65,1 0 128,-1-20-256,-19 20 96,22-20-96,-3 20 128,0 0-32,1-19-64,1 19 32,-2-20 160,1 20-288,-1-20 192,-19 20-128,21-20 96,-1 20-32,-1-20 0,1 20 129,1-20-258,-2 20 129,-19-19 129,20 19-290,-20 0 97,19-20 129,2 20-97,-21-20 96,20 20-64,-20 0-32,19-20 192,-19 20-320,19-20 128,-19 0 32,22 20 0,-22 0 96,19-19-256,-19 19 160,20-21-32,-20 21 192,0 0-192,0-19-192,19 19 192,-19 0 0,0-20 96,0 20-160,19-20 256,-19 20-192,0 0 0,22 0-96,-22-20 64,0 20 32,0 0 96,0 0-32,0-19-224,0 19 192,19 0-32,-19 0 160,0 0-256,0 0 128,0 0-32,0 0 0,0-21 0,0 21 32,0 0 128,0 0-256,0 0 96,0 0 0,0 0 0,0 0 0,0 0 0,0 0 192,0-20-352,0 20 128,0 0 32,0 0 0,0 0 160,0 0-160,0 0-160,0 0 256,0 0-192,0 0 96,0 0 32,0 0 32,0 0-64,0 0 192,-19 0-192,19 0-192,0 0 384,0 0-256,-22 0-64,3 0 96,19 20-32,-19-20 96,-1 21-64,-21-21 64,22 19-32,0-19 96,-1 0-64,-1 20-96,2-20 64,19 0 64,-20 0-32,20 0-96,0 0 128,0 0 32,0 0-288,0 0 128,0 0 128,0 0-320,0 0 416,20 0-352,-20 0 192,19 0 0,2 0 0,-1-20 0,-1 20 0,0 0 128,22-19-160,-21 19 32,-1 0-64,0-21 64,3 21 0,-3 0-32,0-20 32,-19 20 64,20 0 64,-20 0-288,21 0 96,-21 0 96,0 20-64,19-20 64,-19 21-32,0-21-32,0 19 64,0 1 0,0 0 224,0 0-352,20-1 288,-20-19-256,0 21 224,0-21-288,0 0 160,0 19-32,0-19 0,19 0-224,-19 0-609,22 0-1056,-22 0-1731,19 0-5124</inkml:trace>
  <inkml:trace contextRef="#ctx0" brushRef="#br1" timeOffset="121">6680 10288 6758,'0'0'2338,"0"0"-512,0 0-737,0 0-352,0-21-1,0 21 65,21 0-64,-21-18 31,0 18-63,0-20-64,20 20-65,-20-21-127,0 2 63,19-1-159,-19-1 191,19 3-416,-19-2 257,0-1-193,0 2 0,22-2 0,-22 3-160,0-2 96,0-1 128,19 1-288,-19 1 96,0-2 1,0 2 159,20-1-224,-20 0 64,0 0-128,0-1 256,19 2-288,-19 0 128,0-1 96,0 0-32,0 0-192,0-1 256,0 3-160,0-3-128,0 1 192,0 1-64,0-2 128,0 1-224,0 20 128,0-18 0,0-3-32,-19 21 96,19-20-128,0-1 64,-20 2-32,20 19 0,0-18 128,0 18-128,-19-21-128,19 21 128,0-20 0,0 20 160,-22 0-128,22-20-128,0 20 224,0 0-256,0 0 128,-19 0 161,19 0-514,0 0 513,0 0-320,0 0 160,0 0 192,0-21-31,0 21-514,0 0 738,0 0-417,0 0-129,0 0 161,0 0-32,0 0 32,0 0-256,0 0 448,0 0-192,0 0-64,0 0 192,0 0-96,0 21-64,0-21 64,0 0-64,-19 20-128,19-20 352,0 20-320,0 1 128,-20-3 0,20-18 160,0 19-288,-21 2 128,21-1 96,-19 1 0,19-21-128,0 18 32,-20-18-128,20 20 160,0-20-32,0 0 128,0 0-224,20 0 289,-20 0-129,0-20-225,0 2 354,19-3-193,-19 21-32,0-20 32,21-1-161,-21 2 322,0 1-290,0 18 129,20-21 65,-20 1-162,0 20 65,19 0 0,-19-20 0,19 20 64,-19 0-64,22 0-224,-22 20 480,19 0 1,1-20-161,-1 21-64,0-3 352,3-18-160,-3 19 0,0-19-160,1 21 64,1-21-64,-21 0 65,19 20-226,-19-20-1184,20 0-1409,-20 0-5158</inkml:trace>
  <inkml:trace contextRef="#ctx0" brushRef="#br1" timeOffset="122">14938 7567 6470,'0'0'929,"0"20"160,-20-20 96,20 20-321,0 0-223,-19-1-64,19 21-65,0-20-192,0 20 33,0-1-1,0 1-32,0 20-95,0-21 63,0 21 0,19 0-32,-19-1-63,0 21 95,20-21 96,-20 20-224,0-19 1,21 20 95,-21-1 64,0 0-128,0 1-64,0 19 65,19-19-33,-19 19-128,0-20 64,0 20-32,0 1-32,0-20 160,0 19-32,-19 0 64,19 20 1,0-19-225,0-1 192,-21 20-32,21-19 0,-20 19-32,20-20-32,-19 1 65,19-1 31,-20 20 96,20-20-288,-21 21 96,2-21 192,19 0-288,-20 1 96,1-1 97,19 0-289,-21-20 320,21 1-352,0 0 320,-20-1-352,20 20 192,-19-20-64,19 1 128,-20 19 0,20-19 288,-21-1-448,21 1 128,-19-1-64,19-19-256,-20-1 256,20-19 448,0 0-544,0-1 192,0 21-192,-19-21 96,19 21 0,0-20 0,0-21 0,19 22 128,-19-22-288,0 1 128,0 0-96,0 0-288,20 0-193,-20 0-768,0-20-1186,0 0-1280</inkml:trace>
  <inkml:trace contextRef="#ctx0" brushRef="#br1" timeOffset="123">14959 7686 5733,'0'-20'1153,"0"20"-512,0 0 223,0 0 1,0 0-288,19 0 31,1 0-63,-1 0-65,22 0 33,-3 0-225,3 0 32,19 0-31,-2-20-65,2 20 96,39 0 65,-19 0 31,40-19-224,-2 19 128,2-20 1,18 20 95,1-20-128,-20 20 33,20-20-33,1 20 32,19-20-160,-1 20-63,-20-20 127,21 20-64,0 0-96,0-20-32,19 20 32,2 0 0,-1-19-32,-1 19-32,0 0 32,0 0 0,3 0 64,-3 0 0,0 0-64,-19 0 32,19 0 33,1 0-65,-1 0 32,2 0 32,-1 0-128,-1 0 64,0 0-32,-19 0 0,19 0 32,3 0-32,-3 0 0,-19 0 32,0 0-32,0 0 32,-1 0 0,-1 0-32,2 0 32,0 0 0,-19 0-32,-1-20 32,-1 20-64,1 0 64,1 0-32,0 0 32,-22 0-32,-39 0 0,1 0 0,-1 0 0,20 0 32,0 0-32,21 0 0,-2 20 0,2-20 0,-21 0 0,19 0 0,-17 0 32,-2 0-64,-20 0 32,20 0-32,-39 19 32,-2-19-64,3 0-513,-21 0-544,-1 0-672,-20 20-65,3-20-2178</inkml:trace>
  <inkml:trace contextRef="#ctx0" brushRef="#br1" timeOffset="124">14660 12870 6566,'0'0'1505,"0"0"-1056,-19 0-289,19 0 544,0 0 161,0 20 320,0 0-128,0 20-32,0-21-32,0 41-160,0-20 0,0 20-64,-19 18-193,19 2-31,0 0 63,0 19-159,-22-20-97,22-19-256,0 20 160,0-21-96,0-19-352,-19 20 609,19-20-738,0-1 353,-19-18 225,19-3-642,0 2-576,0-20-608,0 0-705,0 0-2211</inkml:trace>
  <inkml:trace contextRef="#ctx0" brushRef="#br2" timeOffset="125">15513 8779 7110,'0'0'737,"0"0"1857,0 0-992,0 0-33,21 19-383,-1-19-386,-1-19-351,1 19-1,1-21-96,-2 21-127,1-19-161,-1-2 32,2 2-96,-21 19 96,20-20-32,-20 1 32,0-2-64,-20 21-32,-1-20 64,2 20-64,-20 0 0,18 0 128,-18 0 225,-2 20-1,22 1 64,-1 18 129,1 1 31,-2 0-127,21-1 31,-20 1-288,40 0-95,-20-21-1,40 21-160,-20-40 224,20 20-64,-1 0-577,2-20-383,-2 0-642,1 0-1184,-1-20-674</inkml:trace>
  <inkml:trace contextRef="#ctx0" brushRef="#br2" timeOffset="126">15970 8619 12267,'0'0'513,"0"20"-193,0 1 1602,0-2-225,-19 20 193,19 1-897,0 0-480,0 0-129,0-20-192,0 20-64,0-21-96,19-19 96,-19 0 353,20 0 288,1-19-577,-1-21-64,18 20 64,-16-20-256,16 0 96,-18 0-416,-1 21-289,2-1-736,-1 1-353,-1 19-576,1 0-32,-20 0-1122</inkml:trace>
  <inkml:trace contextRef="#ctx0" brushRef="#br2" timeOffset="127">16209 8818 6149,'0'0'2883,"19"0"-1698,-19 0 769,0-20-1057,0 20-160,20 0-289,1 0-320,-2-19-96,1 19-32,-1-21 96,2 21-96,-1-19 0,-1 19 0,0-21 0,3 2 0,-22 19 0,0-20 128,0 1-128,0 19 96,-22 0 289,3-21 384,0 21-1,-1 21 129,-1-2-64,2 1-32,-1-1-161,1 21 193,-2-19-192,1 18-289,20-19-160,0 0-224,0 0-32,20 0-32,1-1-481,-2-19-672,1 0-1057,20 0-897,-20 0-2210</inkml:trace>
  <inkml:trace contextRef="#ctx0" brushRef="#br2" timeOffset="128">16606 8679 11659,'0'0'1569,"0"20"1,0-1 383,-19 2-479,-3 19 95,22-21-640,-19 21-288,19-20-641,-19 0 192,19 19-320,0-19-64,0 0-353,19-20-256,0 0 321,3-20 288,-3 0 64,0 1-97,22-21 257,-21 0-128,18 1 160,-16 18-64,-3 2 385,0 19 159,-19 0 129,20 0 160,-20 19-129,0 21-223,0 0 31,-20-20-608,20 20 192,0-21-192,20 1-769,-20 0-1569,21 0-2531</inkml:trace>
  <inkml:trace contextRef="#ctx0" brushRef="#br2" timeOffset="129">17996 8540 10025,'0'-20'-32,"-20"0"2082,-1 20-481,-18 0-191,20 20-97,-22 20-256,2-1 64,-1 22 96,-20-3-288,21 22-96,-2 0-289,2-1-192,20-19-223,19-21 31,19-19-128,20-20 96,-18 0-192,18 0-193,2-20-255,-22 0 127,1-19 65,-20 19 160,19 0 32,-19-20 160,21 21 128,-21 19-288,0-20 192,20 20 0,-20 0 128,19 0-32,-19 0-288,19 0 192,3 0-64,-3 20-224,0-20-833,1 19-961,1-19-833,-1 0-1761</inkml:trace>
  <inkml:trace contextRef="#ctx0" brushRef="#br2" timeOffset="130">18352 8461 9929,'0'-40'1537,"0"40"289,-19 0 352,-1 0-384,-1 20 160,-18 19-545,1 1-576,16 0 96,-17 19-129,-1 21-95,20-21-224,1 21-225,19-20-160,-19 19 0,38-39-32,0 19-576,1-38-1,1 18-576,18-20-160,-20-19-353,3 0-1216,16 0-738</inkml:trace>
  <inkml:trace contextRef="#ctx0" brushRef="#br2" timeOffset="131">18511 8599 12459,'0'0'1057,"0"20"449,0 21 800,-19-22-737,-1 20-95,-1 1-513,2 0-513,-1 0-256,20 0-256,-19-20 32,19-1-352,0 1-545,19-20-705,1 0-1216,-1 0-225,2-20-1954</inkml:trace>
  <inkml:trace contextRef="#ctx0" brushRef="#br2" timeOffset="132">18769 8580 12075,'0'0'673,"-39"19"1280,20 1-223,-22 0-32,2 20-33,-1-20-384,-21 20-320,23 0-352,18-21-65,20 1-287,0 20-161,0-40-64,20 20 64,-1-20 32,0 20-576,22-20-33,-2 19-832,2-19-577,-22 0-1249,22 0-897</inkml:trace>
  <inkml:trace contextRef="#ctx0" brushRef="#br2" timeOffset="133">19007 8441 13612,'20'20'0,"-20"-1"2050,0 1-224,0 40-160,0-21 31,-20 22-928,1 18-513,-20 0-96,18-19-32,1-1 65,1 1-289,0-40-1,19-1-927,-22 1-450,22-20-1537,0 0-384</inkml:trace>
  <inkml:trace contextRef="#ctx0" brushRef="#br2" timeOffset="134">19226 8044 11146,'20'0'609,"-20"0"1761,19 19-480,-19 41 96,0 0-193,0 19-159,-19 20-321,19 1-544,-20 38-353,1 2 193,-3-1-161,-16 19-288,18-19 161,-1-19-353,2-41 352,-1 1-288,20-22 32,0 4 64,0-44 0,0 2-384,0-20-353,0 0-384,20 0-832,-20-20-1699,19-19-5348</inkml:trace>
  <inkml:trace contextRef="#ctx0" brushRef="#br2" timeOffset="135">19366 9414 11338,'0'0'1153,"0"-21"1025,0 21-288,0 0-416,-22 21 287,22-1-448,0 0-384,0 19-384,-19-20 31,19 22 65,-19-2-545,19 2 160,-20-22-256,20 22 32,0-23-96,0 3-480,0-1-577,0-20-513,20 0-992,-1 0-1250</inkml:trace>
  <inkml:trace contextRef="#ctx0" brushRef="#br2" timeOffset="136">19544 9693 11242,'-19'59'1185,"-3"-39"-352,22-20 769,-19 20-129,0-1 417,-1 0-609,-1 2-1025,1-21-64,1 0-352,19 0-352,0 0-1346,0 0-1665</inkml:trace>
  <inkml:trace contextRef="#ctx0" brushRef="#br2" timeOffset="137">19684 9772 12075,'-22'0'2274,"22"0"-1890,0 0 770,0 0-450,0 0-416,0 0-288,22 0-832,-22 0-1731,19 0-5284</inkml:trace>
  <inkml:trace contextRef="#ctx0" brushRef="#br2" timeOffset="138">19840 9772 10377,'0'0'609,"0"0"480,0 0 512,0 0-608,0 0-736,0 0-353,0 0-1154,22 0-2657</inkml:trace>
  <inkml:trace contextRef="#ctx0" brushRef="#br2" timeOffset="139">19999 9752 13612,'0'0'833,"-19"0"769,19 0-33,0 0-480,0 0-192,0 0-641,0-20-320,19 20-416,-19 0-1282,22 0-1729</inkml:trace>
  <inkml:trace contextRef="#ctx0" brushRef="#br2" timeOffset="140">20218 9772 13901,'0'20'512,"-19"-1"1506,19 0-320,-19 2-321,-3-1-128,3 0-993,19 0-256,-19-20 64,-1 19-224,-1-19-448,21 21-834,0-21-1312,0-21-1154</inkml:trace>
  <inkml:trace contextRef="#ctx0" brushRef="#br2" timeOffset="141">20476 9533 14285,'0'0'1057,"0"0"609,0 0 448,0 20-353,-19 1-287,-1 17-225,-1 2-673,2-20-480,-1 1-31,20-3-1,0 3-417,20-1-736,-20-20-1601,40 0-2371</inkml:trace>
  <inkml:trace contextRef="#ctx0" brushRef="#br2" timeOffset="142">20616 9393 15758,'-20'-19'1698,"20"19"192,-21-18-1378,21 18-448,0 0-192,0 0-2050,0 0-6534</inkml:trace>
  <inkml:trace contextRef="#ctx0" brushRef="#br2" timeOffset="143">20755 8878 13901,'0'0'416,"0"0"-704,20 0 864,-1 0 641,41 0 321,0 0-289,-2 0-576,2 0-161,20 0-127,-20 0 127,19 0-128,-21 0-31,22 20 127,-20-20-288,0 0-192,0 0 289,-21 0-289,2-20 224,-3 20-224,3 0 64,-41 0 0,19 0 96,-19 0 32,0-20 161,0 20-449,-19-20 128,-2 20-96,1 0 64,1-20 32,0 20-32,-22-20 0,21 20 32,1 0-32,-2-19 128,1 19-256,1 0 288,19 0-288,0-21 64,19 21-97,-19 0 161,41 0 0,-22 0-32,20 21 32,-17-21 129,-3 19-322,20 1 289,-39 0-192,21 20 96,-21-20 32,0-1 0,0 1 97,0-20-1,-21 20 192,1 0-256,1-20-64,-22 20 192,22-20-288,-20 0 64,18 0-224,1 0-64,1 0-353,19 0-96,0 0-928,0 0-994,0 0 161,19 0-737</inkml:trace>
  <inkml:trace contextRef="#ctx0" brushRef="#br2" timeOffset="144">22383 8660 10954,'19'-41'192,"-19"21"1089,-19 20-96,-2 20-64,-18 0 353,-2 1 31,-17 18-288,17 1 1,3 19-129,-3 1-385,2-1-480,39-19-63,-21 0-65,42-1-160,-21-19 0,20 0 64,-20 1-481,19-21 33,0-21-33,22 21 225,-22-40-224,-19 21 383,20-1 162,-20 0-194,0-20 226,0 40-1,0-20 160,0 20 128,0-19 33,0 19-481,21 0 160,-21 0-160,20 19-33,-1-19 1,0 20-448,3-20-545,16 0-1345,-18 20-769,1-20-3876</inkml:trace>
  <inkml:trace contextRef="#ctx0" brushRef="#br2" timeOffset="145">22740 8500 11370,'19'-20'4132,"-19"1"-3427,0 19 512,0 0-96,-19 19 224,-1 1 33,-1 0-546,-18 40 33,-2-21-288,3 41 63,-1-21-31,18 1-545,1 20 0,20-21 0,0 1-128,0-1 160,20-19-224,1-1-577,-2-19-384,20 1-224,-20-1-1057,3-20-705,-3 0-801</inkml:trace>
  <inkml:trace contextRef="#ctx0" brushRef="#br2" timeOffset="146">22959 8679 14477,'0'0'641,"0"0"-129,0 0 289,0 20 1057,-22-1-321,3 21-384,0 0-608,-1 0-225,-21-20-224,22 20-64,0-1-96,19-19-448,0 0-609,0 0-1538,0-20-800,38 0-4260</inkml:trace>
  <inkml:trace contextRef="#ctx0" brushRef="#br2" timeOffset="147">23096 8739 14637,'-19'19'32,"-1"-19"1025,1 21 673,-2-2 96,1-19-385,1 40-672,0-20-513,-3 0-64,22 0 97,0-1-386,0 1 226,22 0-193,-22 0-33,19-20-351,0 20-801,1-20-449,1 20-1120,-2-20-802</inkml:trace>
  <inkml:trace contextRef="#ctx0" brushRef="#br2" timeOffset="148">23255 8580 12075,'19'0'480,"3"0"1250,-22 0-225,19 19 449,-19 1-352,0 0-289,0 20-480,-19 20-481,-3-1 65,-16 21-449,-1-1-33,-2-19-447,22-21-1090,0 2-2241,19-22-6503</inkml:trace>
  <inkml:trace contextRef="#ctx0" brushRef="#br2" timeOffset="149">23592 8321 15342,'22'-39'96,"-22"19"224,0 20 1,0 0 1440,0 40-95,-22 0-65,3 19-511,19 1-258,-19 19-191,-1 20-289,-1 1-192,1-1 33,1 20-65,0 0-32,-22 1 128,22-21-160,-1-20 0,-1-19-512,21-1-1,-19-19-704,19 1-256,0-23-609,0 2-1634,-20-20-1408</inkml:trace>
  <inkml:trace contextRef="#ctx0" brushRef="#br2" timeOffset="150">23712 9393 17648,'-19'21'0,"-22"-1"1057,22 21 641,0-4-481,-3 4-705,22-2-415,-19-19-1,19 20-897,19-20-1441,3 1-2819</inkml:trace>
  <inkml:trace contextRef="#ctx0" brushRef="#br2" timeOffset="151">23910 9356 14894,'-39'-41'224,"-1"21"192,20-1-384,1 21-128,19 0-544,0 0-1122,0 0-3331</inkml:trace>
  <inkml:trace contextRef="#ctx0" brushRef="#br2" timeOffset="152">23831 9553 18417,'0'21'256,"21"-21"64,-21 0 481,19 0 32,1 0-288,-1 0-257,2 0-384,-1 0-96,19 0-609,-20 0-416,22 18-705,-22-18-673,0 0-1921</inkml:trace>
  <inkml:trace contextRef="#ctx0" brushRef="#br2" timeOffset="153">24088 9434 13164,'0'0'1313,"-19"20"-448,19 1 801,-19-3 127,-1 1-255,20 2-898,-21-1-255,2 1-385,19-3 0,-20 23-224,20-22-898,0 1-1472,-19 1-1954</inkml:trace>
  <inkml:trace contextRef="#ctx0" brushRef="#br2" timeOffset="154">24288 9475 18833,'19'0'64,"-19"18"321,0 1 1280,0 2 289,0-1-384,0 1-1122,-19 17-288,0 2-64,-3-20-288,22 19-801,0-18-1313,0 19-2787</inkml:trace>
  <inkml:trace contextRef="#ctx0" brushRef="#br2" timeOffset="155">16327 11023 21075,'0'0'0,"0"20"321,21-20-1058,18 20-1121,2-20-2017</inkml:trace>
  <inkml:trace contextRef="#ctx0" brushRef="#br2" timeOffset="156">16666 10666 14541,'-41'-40'641,"22"20"-481,0 20 96,19 0-224,0 0-64,-22 0-288,22 20-1378,0-20-2626</inkml:trace>
  <inkml:trace contextRef="#ctx0" brushRef="#br2" timeOffset="157">16825 10666 10281,'0'20'1922,"0"-20"-1217,-21 0 1088,1 19-736,1-19 705,0 20-417,-3 0-384,22 0-416,-19-20-289,19 20-96,0 0-288,19 0 352,3-1-320,-3 1 128,0 1 0,1 18-32,1-19 224,-21-1-224,0 1-32,0 1 257,-21-2-65,-18-19-224,-2 20 128,3-20 64,18 0-192,-21 0 128,22 0-480,0 0-481,19 0-1922,0-20-1089</inkml:trace>
  <inkml:trace contextRef="#ctx0" brushRef="#br2" timeOffset="158">16406 10825 6854,'0'0'1922,"0"-20"224,0 20-384,-19 0-225,19 0-384,0 0-96,-19 20-128,19-1-32,-20 1 0,20 1-545,-21 18-256,21-19 96,0-1-736,21 1-2051,-21-20-7014</inkml:trace>
  <inkml:trace contextRef="#ctx0" brushRef="#br2" timeOffset="159">17955 10785 13420,'-20'-20'32,"1"0"705,0 20 192,-3 0 96,3 0 416,0 20-352,-22 0-352,2 0 32,-1 19 63,1 2-191,19-22-193,-1 21-255,21-21-33,0-19-320,0 20 320,21-20-224,18-20 0,2 20-609,-2-19 128,21-21-383,-22 21 63,3-2 448,-2-18 193,-18 19 0,-1 0 96,-20 0 96,19 20 64,-19 0 256,-19 0 129,-1 0 351,-1 20-95,-18 20-97,20-1 225,-22 1-320,22-20-193,19 19-192,0-19-64,0 1-192,19-2-769,22 1-1730,-3-20-2273</inkml:trace>
  <inkml:trace contextRef="#ctx0" brushRef="#br2" timeOffset="160">18889 10963 12459,'0'-19'1922,"0"38"-1762,0 1 1314,-19 1-449,19 18 512,0-19-224,0 19-192,-22 1-640,3 0-1,19 20-416,-19-21 0,-1 1 33,20 19 31,-21-39-224,1 21 96,20-41 96,0 0 96,0-21-256,0 1 224,0-19-320,0-1 192,0 0 96,20-19-288,1 19 128,-1-40 0,-1 1-417,0 19 129,22-18 96,-2 18 192,1 20 0,-1 0 160,2 20-128,-22 0 192,20 20 0,-39 20 225,21 20-257,-21 0 192,0 19-64,0-19-95,0 19 159,-21-18-288,2 18 160,-1-39 289,1 20-289,-22-40-64,2 19 224,-1-19-448,20 0 224,-18-19-288,38 19-32,-22-40-352,22 20-257,0 0-640,22 0-834,-3 1-2241</inkml:trace>
  <inkml:trace contextRef="#ctx0" brushRef="#br2" timeOffset="161">19366 10725 13933,'-22'0'128,"22"20"1025,0 0 705,0 0 63,0 20-223,0-1-481,-19 1-512,19 0-64,0-1-417,0 1 160,-19 0-320,19-1 385,0-18-385,0-2 96,0-19-32,0 0 96,0 0-160,0 0 224,19-19-256,-19-2 1,19-18 127,-19-1-224,22 0 96,-22 1 32,19-1 32,0 21-96,1-2 64,1 1-32,-1 1-32,-1 19-64,0 0-160,22 0-545,-22 0-801,1 19-768,20 1-2082,-20 1 32</inkml:trace>
  <inkml:trace contextRef="#ctx0" brushRef="#br2" timeOffset="162">19684 11123 13484,'0'-40'257,"0"20"223,19-20 641,0 21-128,1-22 288,-1 22-384,2-1-481,-1 20 65,18 0-1,-16 0-95,-3 20 31,1-1-128,-20 1 193,-20 20-321,20 0 224,-41-1-63,22-18-33,0-2-224,-1-19 32,-20 20 0,20-20-64,1-20-320,0 1-641,19-2-576,0 2-1538,19-1-833</inkml:trace>
  <inkml:trace contextRef="#ctx0" brushRef="#br2" timeOffset="163">20139 10526 11210,'0'-59'545,"19"40"1376,-19-2-671,0 21 607,22 0-704,-22 40 289,0-20-577,0 40-65,-22-21-63,22 20-192,0 21-33,-19-20-320,19 19-160,-19-19 32,-1-1 32,20-19 129,-21 0-193,21-40-32,0 0-192,0 0 192,0-20-193,21 0 129,-1-20-32,-1 20-96,22-19 0,-22 19 32,20 1 192,-18-2-224,-2 21 320,1 21-288,-20-2 192,19 1 64,-19 19 0,-19 2 32,19-2-64,-39-19 64,18 19 32,1-18 32,-18-2-192,16-19 96,-16 0-128,18-19 32,20 19-160,-21-21-224,21-18-321,21 19-736,-21-19-545,20 18-1025,-1-18-993</inkml:trace>
  <inkml:trace contextRef="#ctx0" brushRef="#br2" timeOffset="164">20536 10367 16303,'0'21'-64,"0"-2"769,0 1 223,0 20 450,-19 19 415,-3 1-479,3-1-578,0 1-383,-1 20-33,-1-21-64,-18 21-192,20-21 96,0 1-512,-3-1-256,22-38-417,0-2-865,0 1-1922,0-20-1120</inkml:trace>
  <inkml:trace contextRef="#ctx0" brushRef="#br2" timeOffset="165">20575 10983 11819,'0'40'2210,"0"-40"-2082,0 20-32,21-20 96,-1 20 481,-1-20-129,0 0-416,3 0-96,16 0-128,-18-20 0,21 0-256,-22 20 96,0-19 160,3-2 96,-22 1 32,0 1 0,0-1 0,-22 0 32,3 1 192,19 19 224,-19 0 417,-1 0 417,-1 0-97,1 0 0,1 19-160,0 21-64,-3-21-224,22 22-225,0-22-160,0 21-95,0-20-257,0-1-160,22 2 96,-3-2-289,0 1-832,1-20-96,1 0-320,-1 0-1186,-1 0-672,0 0-3876</inkml:trace>
  <inkml:trace contextRef="#ctx0" brushRef="#br2" timeOffset="166">21073 10805 12684,'19'0'1825,"-19"0"-127,0 0 31,0 20-63,-19 19-32,-2-18-417,21 18-352,-20 0-97,1-19-447,0 20-257,-3 0 64,3-20 64,-1 20-320,1-40 96,19 19 0,0-19-289,19 0-95,1-19 224,-1-2 96,22 2-96,-22-1 31,1-20 33,20 21 128,-20-2 0,-1 1-64,1 1 192,1 19-160,-21 0 449,0 0 31,0 19-95,-21 1-225,21 1 192,-20-2-96,20 1-32,0 0-160,0-20 161,0 0-193,20 0 32,1 0-96,-2 0-65,1 0 258,-1 0-161,2-20-97,-21 20 161,20 0 0,-20 0-64,19 20-64,-19 0 192,0-1-256,0 21-64,0-20-449,0 0-1056,0 0-1442,19 0-1666</inkml:trace>
  <inkml:trace contextRef="#ctx0" brushRef="#br2" timeOffset="167">21747 10686 17136,'0'-20'865,"0"20"544,0 20-640,-19-1 800,19 21-192,-21 0-191,21 0-290,-20-1-447,20 1-353,-19 0 32,19-1-96,-19 1 0,19 0-448,0-1-769,0-18-1218,0-2-2690</inkml:trace>
  <inkml:trace contextRef="#ctx0" brushRef="#br2" timeOffset="168">21649 11361 21204,'0'39'320,"0"-39"224,0 0-383,19 20-65,-19-20-737,0 0-2594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B83A3E7-05F3-BCD7-73AD-C534E123585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>
            <a:lvl1pPr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A3E1544-28DF-6FC1-62E9-CD37124EE4F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>
            <a:lvl1pPr algn="r"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3012" name="Rectangle 4">
            <a:extLst>
              <a:ext uri="{FF2B5EF4-FFF2-40B4-BE49-F238E27FC236}">
                <a16:creationId xmlns:a16="http://schemas.microsoft.com/office/drawing/2014/main" id="{5DD23119-6565-51BD-BF18-0848C21B079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9688" cy="38401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F2A28D4B-29A3-C403-E945-19318BC27CA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738" y="4860925"/>
            <a:ext cx="5203825" cy="460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Klicken Sie, um die Formate des Vorlagentextes zu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CFDD7D4-5978-3429-22F0-EBCE892BFA9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b" anchorCtr="0" compatLnSpc="1">
            <a:prstTxWarp prst="textNoShape">
              <a:avLst/>
            </a:prstTxWarp>
          </a:bodyPr>
          <a:lstStyle>
            <a:lvl1pPr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6E219614-3C27-BE8F-6E19-7D42698D00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b" anchorCtr="0" compatLnSpc="1">
            <a:prstTxWarp prst="textNoShape">
              <a:avLst/>
            </a:prstTxWarp>
          </a:bodyPr>
          <a:lstStyle>
            <a:lvl1pPr algn="r" defTabSz="949325">
              <a:defRPr sz="1300">
                <a:latin typeface="Times New Roman" panose="02020603050405020304" pitchFamily="18" charset="0"/>
              </a:defRPr>
            </a:lvl1pPr>
          </a:lstStyle>
          <a:p>
            <a:fld id="{4F6F0E45-B8CC-5842-BD8F-D0D67EF13E8F}" type="slidenum">
              <a:rPr lang="de-DE" altLang="zh-CN"/>
              <a:pPr/>
              <a:t>‹#›</a:t>
            </a:fld>
            <a:endParaRPr lang="de-DE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1C19CC51-604F-F3F4-D8EE-5B0106E045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8897CCF-2E7F-7541-AB05-6CA796C04EA0}" type="slidenum">
              <a:rPr lang="de-DE" altLang="zh-CN">
                <a:latin typeface="Times New Roman" panose="02020603050405020304" pitchFamily="18" charset="0"/>
              </a:rPr>
              <a:pPr/>
              <a:t>1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AEF37872-D19A-F467-8EBB-B9584D0F3C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B58293F8-5231-9990-39B6-92A89E74B0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F044CA21-32F5-9DCE-93EE-BF10525698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4BED075-2338-E649-B6F2-E87CF9171D24}" type="slidenum">
              <a:rPr lang="de-DE" altLang="zh-CN">
                <a:latin typeface="Times New Roman" panose="02020603050405020304" pitchFamily="18" charset="0"/>
              </a:rPr>
              <a:pPr/>
              <a:t>2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D51F4B38-972D-B1C9-F638-A816FAD351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2913C391-2F43-787E-FC0F-D2F476BCE8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30DF9D0C-2288-A612-D806-97CD1438A1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01C2DF9-00A0-C14A-98BB-2D6244ABC296}" type="slidenum">
              <a:rPr lang="de-DE" altLang="zh-CN">
                <a:latin typeface="Times New Roman" panose="02020603050405020304" pitchFamily="18" charset="0"/>
              </a:rPr>
              <a:pPr/>
              <a:t>3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CF2A2BF5-8074-3E84-8251-03F033D314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472769A4-3E91-3EE9-760F-1AD1C75C2C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E177D10A-C925-17B5-7553-2F5723FAA8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7ED3064-1482-7745-9FAB-D134F98C63F6}" type="slidenum">
              <a:rPr lang="de-DE" altLang="zh-CN">
                <a:latin typeface="Times New Roman" panose="02020603050405020304" pitchFamily="18" charset="0"/>
              </a:rPr>
              <a:pPr/>
              <a:t>4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FD0E2006-E719-4768-52F5-6287CE0744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457E40A5-75E0-1D94-D510-14FBE8FD18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81111ABB-FAFA-5535-2E44-B9BC05765E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CA58865-CD0C-BC4E-B7A2-8C301FF88130}" type="slidenum">
              <a:rPr lang="de-DE" altLang="zh-CN">
                <a:latin typeface="Times New Roman" panose="02020603050405020304" pitchFamily="18" charset="0"/>
              </a:rPr>
              <a:pPr/>
              <a:t>5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F93612AA-B66A-EAC2-3F27-4172C9152B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12B45EC8-D011-07C0-9FF9-C29EE37B84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F19F7137-38B1-4724-5961-347538D1C1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A65D083-47C2-EE4E-9B19-A0B8C9748D0F}" type="slidenum">
              <a:rPr lang="de-DE" altLang="zh-CN">
                <a:latin typeface="Times New Roman" panose="02020603050405020304" pitchFamily="18" charset="0"/>
              </a:rPr>
              <a:pPr/>
              <a:t>7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A9853704-BD8F-BD93-7A17-547D3E4A69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659EDEAD-74BC-B559-C947-EB56AAAF5C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XOR</a:t>
            </a:r>
            <a:r>
              <a:rPr lang="en-US" baseline="0" dirty="0"/>
              <a:t> is addition mod 2.    Write truth table.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F38DAD-5F37-4EA5-A798-26ED1E45393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73811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Put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another way. Being XORed with a uniformly random key bit string, all the statistic properties of the plaintext have been “erased”. </a:t>
            </a:r>
            <a:r>
              <a:rPr lang="en-US" altLang="zh-CN"/>
              <a:t>On the contrary,</a:t>
            </a:r>
            <a:r>
              <a:rPr kumimoji="1" lang="en-US" altLang="zh-CN"/>
              <a:t> the monoalphabetic substitution cipher cannot hide a statistic property (the letter frequency) of the plaintext in the corresponding ciphertext. 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F38DAD-5F37-4EA5-A798-26ED1E45393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73811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Put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another way. Being XORed with a uniformly random key bit string, all the statistic properties of the plaintext have been “erased”. On the contrary,</a:t>
            </a:r>
            <a:r>
              <a:rPr kumimoji="1" lang="en-US" altLang="zh-CN" dirty="0"/>
              <a:t> the monoalphabetic substitution cipher cannot hide a statistic property (the letter frequency) of the plaintext in the corresponding ciphertext. 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6F0E45-B8CC-5842-BD8F-D0D67EF13E8F}" type="slidenum">
              <a:rPr lang="de-DE" altLang="zh-CN" smtClean="0"/>
              <a:pPr/>
              <a:t>10</a:t>
            </a:fld>
            <a:endParaRPr lang="de-DE" altLang="zh-CN"/>
          </a:p>
        </p:txBody>
      </p:sp>
    </p:spTree>
    <p:extLst>
      <p:ext uri="{BB962C8B-B14F-4D97-AF65-F5344CB8AC3E}">
        <p14:creationId xmlns:p14="http://schemas.microsoft.com/office/powerpoint/2010/main" val="42718248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3304DA5D-B8F9-FE40-9A2F-CB4010FE82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4DD3C99-3A33-5A4D-817F-1904CA1E3F5B}" type="slidenum">
              <a:rPr lang="de-DE" altLang="zh-CN">
                <a:latin typeface="Times New Roman" panose="02020603050405020304" pitchFamily="18" charset="0"/>
              </a:rPr>
              <a:pPr/>
              <a:t>11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801584DB-9DD2-8CE1-2D96-A37FF6B844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6BA76D54-6EBC-8472-2548-C39B1FA581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(1)Flipping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 coin 100 times.</a:t>
            </a:r>
          </a:p>
          <a:p>
            <a:r>
              <a:rPr kumimoji="1" lang="en-US" altLang="zh-CN" dirty="0"/>
              <a:t>(2)Hardware-based TRNGs or TPM.</a:t>
            </a:r>
          </a:p>
          <a:p>
            <a:r>
              <a:rPr kumimoji="1" lang="en-US" altLang="zh-CN" dirty="0"/>
              <a:t>(3)Computer systems without a hardware TRNG.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6F0E45-B8CC-5842-BD8F-D0D67EF13E8F}" type="slidenum">
              <a:rPr lang="de-DE" altLang="zh-CN" smtClean="0"/>
              <a:pPr/>
              <a:t>13</a:t>
            </a:fld>
            <a:endParaRPr lang="de-DE" altLang="zh-CN"/>
          </a:p>
        </p:txBody>
      </p:sp>
    </p:spTree>
    <p:extLst>
      <p:ext uri="{BB962C8B-B14F-4D97-AF65-F5344CB8AC3E}">
        <p14:creationId xmlns:p14="http://schemas.microsoft.com/office/powerpoint/2010/main" val="17310734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85951DDC-7186-E445-AC06-A7A888EBB4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C6CEFD8-EC77-7F44-9F61-9A1CEFB6DD64}" type="slidenum">
              <a:rPr lang="de-DE" altLang="zh-CN">
                <a:latin typeface="Times New Roman" panose="02020603050405020304" pitchFamily="18" charset="0"/>
              </a:rPr>
              <a:pPr/>
              <a:t>16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B81FC136-37FB-0FFC-CB1D-FD398B1002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C7BFE36A-3B93-02DA-300D-D44DC64C83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Requirements for a cipher to be unconditionally secure are tremendous.</a:t>
            </a:r>
          </a:p>
          <a:p>
            <a:r>
              <a:rPr kumimoji="1" lang="en-US" altLang="zh-CN" dirty="0"/>
              <a:t>A cipher with a key length of 10000 bits is not unconditionally secure.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6F0E45-B8CC-5842-BD8F-D0D67EF13E8F}" type="slidenum">
              <a:rPr lang="de-DE" altLang="zh-CN" smtClean="0"/>
              <a:pPr/>
              <a:t>17</a:t>
            </a:fld>
            <a:endParaRPr lang="de-DE" altLang="zh-CN"/>
          </a:p>
        </p:txBody>
      </p:sp>
    </p:spTree>
    <p:extLst>
      <p:ext uri="{BB962C8B-B14F-4D97-AF65-F5344CB8AC3E}">
        <p14:creationId xmlns:p14="http://schemas.microsoft.com/office/powerpoint/2010/main" val="25571480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71E80-D477-6C0B-38F6-3A965A83B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EA5FC347-FF15-C3DD-9E40-A2FCC7AD12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C6CEFD8-EC77-7F44-9F61-9A1CEFB6DD64}" type="slidenum">
              <a:rPr lang="de-DE" altLang="zh-CN">
                <a:latin typeface="Times New Roman" panose="02020603050405020304" pitchFamily="18" charset="0"/>
              </a:rPr>
              <a:pPr/>
              <a:t>19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4ED6D697-E93C-074D-2419-B8C9253195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958686A8-D6F4-55B2-0ABB-1C070F1CFF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  <p:extLst>
      <p:ext uri="{BB962C8B-B14F-4D97-AF65-F5344CB8AC3E}">
        <p14:creationId xmlns:p14="http://schemas.microsoft.com/office/powerpoint/2010/main" val="9952099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6F0E45-B8CC-5842-BD8F-D0D67EF13E8F}" type="slidenum">
              <a:rPr lang="de-DE" altLang="zh-CN" smtClean="0"/>
              <a:pPr/>
              <a:t>23</a:t>
            </a:fld>
            <a:endParaRPr lang="de-DE" altLang="zh-CN"/>
          </a:p>
        </p:txBody>
      </p:sp>
    </p:spTree>
    <p:extLst>
      <p:ext uri="{BB962C8B-B14F-4D97-AF65-F5344CB8AC3E}">
        <p14:creationId xmlns:p14="http://schemas.microsoft.com/office/powerpoint/2010/main" val="28885799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10ADB912-6605-6332-670F-9984B4C7D5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0E4E6D4-A9DF-AE48-8FA1-2E06E3167D4C}" type="slidenum">
              <a:rPr lang="de-DE" altLang="zh-CN">
                <a:latin typeface="Times New Roman" panose="02020603050405020304" pitchFamily="18" charset="0"/>
              </a:rPr>
              <a:pPr/>
              <a:t>25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7DCC58E0-5D59-62EA-9AD1-487D6B758B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DA35861D-56A3-06EB-8E3F-E52172A686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Flip-flops </a:t>
            </a:r>
            <a:r>
              <a:rPr kumimoji="1" lang="zh-CN" altLang="en-US" dirty="0"/>
              <a:t>触发器，正反器（湾），二元存储器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6F0E45-B8CC-5842-BD8F-D0D67EF13E8F}" type="slidenum">
              <a:rPr lang="de-DE" altLang="zh-CN" smtClean="0"/>
              <a:pPr/>
              <a:t>27</a:t>
            </a:fld>
            <a:endParaRPr lang="de-DE" altLang="zh-CN"/>
          </a:p>
        </p:txBody>
      </p:sp>
    </p:spTree>
    <p:extLst>
      <p:ext uri="{BB962C8B-B14F-4D97-AF65-F5344CB8AC3E}">
        <p14:creationId xmlns:p14="http://schemas.microsoft.com/office/powerpoint/2010/main" val="8662190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605A21CB-755A-6D36-24AE-9E74F99194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3225874-2F2A-9441-A19F-06506DEAFD7F}" type="slidenum">
              <a:rPr lang="de-DE" altLang="zh-CN">
                <a:latin typeface="Times New Roman" panose="02020603050405020304" pitchFamily="18" charset="0"/>
              </a:rPr>
              <a:pPr/>
              <a:t>30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FB4875AE-91BA-8930-9289-C79B219BAE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AE95AD88-1F83-2B9B-FDBF-FFA7A06097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9B7FE-E1A6-EA49-12AF-1E2716266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38EE9DE7-B9FA-17D7-6FE8-57AC2327EA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3225874-2F2A-9441-A19F-06506DEAFD7F}" type="slidenum">
              <a:rPr lang="de-DE" altLang="zh-CN">
                <a:latin typeface="Times New Roman" panose="02020603050405020304" pitchFamily="18" charset="0"/>
              </a:rPr>
              <a:pPr/>
              <a:t>39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B23D4B51-3C31-D4EF-63FE-06EDE15D89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2C0D8FEF-D9A8-AC65-DA2D-F5F7814D6F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  <p:extLst>
      <p:ext uri="{BB962C8B-B14F-4D97-AF65-F5344CB8AC3E}">
        <p14:creationId xmlns:p14="http://schemas.microsoft.com/office/powerpoint/2010/main" val="6810881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27776950-43BA-275B-5F75-F9E3440C87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4FB178F-E900-6E4C-B57A-4C30E9F9AA38}" type="slidenum">
              <a:rPr lang="de-DE" altLang="zh-CN">
                <a:latin typeface="Times New Roman" panose="02020603050405020304" pitchFamily="18" charset="0"/>
              </a:rPr>
              <a:pPr/>
              <a:t>41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930437B6-6A30-78DE-6FD0-CE29AB85C5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676E4DB8-F375-3163-14A2-A1A3754873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73075" y="322263"/>
            <a:ext cx="6769100" cy="744537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Klicken Sie, um das Titelformat zu bearbeiten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58838" y="1108075"/>
            <a:ext cx="6303962" cy="1752600"/>
          </a:xfrm>
        </p:spPr>
        <p:txBody>
          <a:bodyPr/>
          <a:lstStyle>
            <a:lvl1pPr marL="0" indent="0">
              <a:buFontTx/>
              <a:buNone/>
              <a:defRPr sz="1800"/>
            </a:lvl1pPr>
          </a:lstStyle>
          <a:p>
            <a:r>
              <a:rPr lang="de-DE"/>
              <a:t>Klicken Sie, um das Format des Untertitelmasters zu bearbeiten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E40E01E9-98A1-9EC9-5C73-FB4B4942EB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8101013" y="6453188"/>
            <a:ext cx="812800" cy="2159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bg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B89323C-3F82-8CB9-9521-49AF7D9CB5C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34925" y="6623050"/>
            <a:ext cx="720725" cy="33496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13701FD-ADC4-5643-ADDD-B7081B096ED4}" type="slidenum">
              <a:rPr lang="de-DE" altLang="zh-CN"/>
              <a:pPr/>
              <a:t>‹#›</a:t>
            </a:fld>
            <a:r>
              <a:rPr lang="de-DE" altLang="zh-CN"/>
              <a:t>/27</a:t>
            </a:r>
          </a:p>
        </p:txBody>
      </p:sp>
    </p:spTree>
    <p:extLst>
      <p:ext uri="{BB962C8B-B14F-4D97-AF65-F5344CB8AC3E}">
        <p14:creationId xmlns:p14="http://schemas.microsoft.com/office/powerpoint/2010/main" val="2705928655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F2486F6-9E1B-E0AA-4D81-7FE48D5F5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2607AB3-8FD1-FC45-B481-B7C256D78133}" type="slidenum">
              <a:rPr lang="de-DE" altLang="zh-CN"/>
              <a:pPr/>
              <a:t>‹#›</a:t>
            </a:fld>
            <a:r>
              <a:rPr lang="de-DE" altLang="zh-CN"/>
              <a:t>/27</a:t>
            </a:r>
          </a:p>
        </p:txBody>
      </p:sp>
    </p:spTree>
    <p:extLst>
      <p:ext uri="{BB962C8B-B14F-4D97-AF65-F5344CB8AC3E}">
        <p14:creationId xmlns:p14="http://schemas.microsoft.com/office/powerpoint/2010/main" val="223899633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D5164EE-8999-84AD-DFDA-7BAF299AAF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CEBA4EF-D1D0-9646-905D-41CF2ED346EA}" type="slidenum">
              <a:rPr lang="de-DE" altLang="zh-CN"/>
              <a:pPr/>
              <a:t>‹#›</a:t>
            </a:fld>
            <a:r>
              <a:rPr lang="de-DE" altLang="zh-CN"/>
              <a:t>/27</a:t>
            </a:r>
          </a:p>
        </p:txBody>
      </p:sp>
    </p:spTree>
    <p:extLst>
      <p:ext uri="{BB962C8B-B14F-4D97-AF65-F5344CB8AC3E}">
        <p14:creationId xmlns:p14="http://schemas.microsoft.com/office/powerpoint/2010/main" val="858479763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49313" y="1130300"/>
            <a:ext cx="2965450" cy="1779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967163" y="1130300"/>
            <a:ext cx="2967037" cy="1779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8E14216-1E27-086D-077A-CF8166E480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657085B-C429-F64D-AAF8-E2FEC309D957}" type="slidenum">
              <a:rPr lang="de-DE" altLang="zh-CN"/>
              <a:pPr/>
              <a:t>‹#›</a:t>
            </a:fld>
            <a:r>
              <a:rPr lang="de-DE" altLang="zh-CN"/>
              <a:t>/27</a:t>
            </a:r>
          </a:p>
        </p:txBody>
      </p:sp>
    </p:spTree>
    <p:extLst>
      <p:ext uri="{BB962C8B-B14F-4D97-AF65-F5344CB8AC3E}">
        <p14:creationId xmlns:p14="http://schemas.microsoft.com/office/powerpoint/2010/main" val="3700637238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250889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Textmasterformate durch Klicken bearbeiten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</a:p>
          <a:p>
            <a:pPr lvl="3"/>
            <a:r>
              <a:rPr lang="en-US" noProof="0"/>
              <a:t>Vierte Ebene</a:t>
            </a:r>
          </a:p>
          <a:p>
            <a:pPr lvl="4"/>
            <a:r>
              <a:rPr lang="en-US" noProof="0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250889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Textmasterformate durch Klicken bearbeiten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</a:p>
          <a:p>
            <a:pPr lvl="3"/>
            <a:r>
              <a:rPr lang="en-US" noProof="0"/>
              <a:t>Vierte Ebene</a:t>
            </a:r>
          </a:p>
          <a:p>
            <a:pPr lvl="4"/>
            <a:r>
              <a:rPr lang="en-US" noProof="0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FC65EDC-DDDE-EA0C-DF0A-B363270971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654C2B-D786-B544-B274-41EADC77B64A}" type="slidenum">
              <a:rPr lang="de-DE" altLang="zh-CN"/>
              <a:pPr/>
              <a:t>‹#›</a:t>
            </a:fld>
            <a:r>
              <a:rPr lang="de-DE" altLang="zh-CN"/>
              <a:t>/27</a:t>
            </a:r>
          </a:p>
        </p:txBody>
      </p:sp>
    </p:spTree>
    <p:extLst>
      <p:ext uri="{BB962C8B-B14F-4D97-AF65-F5344CB8AC3E}">
        <p14:creationId xmlns:p14="http://schemas.microsoft.com/office/powerpoint/2010/main" val="171032313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942F311-6AA8-7DA2-1B6D-3C24DDEA13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1A5FBF0-4220-3942-B71F-71402FDDDCF2}" type="slidenum">
              <a:rPr lang="de-DE" altLang="zh-CN"/>
              <a:pPr/>
              <a:t>‹#›</a:t>
            </a:fld>
            <a:r>
              <a:rPr lang="de-DE" altLang="zh-CN"/>
              <a:t>/27</a:t>
            </a:r>
          </a:p>
        </p:txBody>
      </p:sp>
    </p:spTree>
    <p:extLst>
      <p:ext uri="{BB962C8B-B14F-4D97-AF65-F5344CB8AC3E}">
        <p14:creationId xmlns:p14="http://schemas.microsoft.com/office/powerpoint/2010/main" val="3019431578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6B42B4E-0F34-30E5-4633-69730C897E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D27BD80-7688-BE4F-B46D-FB31B8B3C7AE}" type="slidenum">
              <a:rPr lang="de-DE" altLang="zh-CN"/>
              <a:pPr/>
              <a:t>‹#›</a:t>
            </a:fld>
            <a:r>
              <a:rPr lang="de-DE" altLang="zh-CN"/>
              <a:t>/34</a:t>
            </a:r>
          </a:p>
        </p:txBody>
      </p:sp>
    </p:spTree>
    <p:extLst>
      <p:ext uri="{BB962C8B-B14F-4D97-AF65-F5344CB8AC3E}">
        <p14:creationId xmlns:p14="http://schemas.microsoft.com/office/powerpoint/2010/main" val="2728317299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6C3807D-4746-92CD-533D-DA20D6C459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B43D49E-A995-6E4D-9B1B-993E32DE74F8}" type="slidenum">
              <a:rPr lang="de-DE" altLang="zh-CN"/>
              <a:pPr/>
              <a:t>‹#›</a:t>
            </a:fld>
            <a:r>
              <a:rPr lang="de-DE" altLang="zh-CN"/>
              <a:t>/34</a:t>
            </a:r>
          </a:p>
        </p:txBody>
      </p:sp>
    </p:spTree>
    <p:extLst>
      <p:ext uri="{BB962C8B-B14F-4D97-AF65-F5344CB8AC3E}">
        <p14:creationId xmlns:p14="http://schemas.microsoft.com/office/powerpoint/2010/main" val="397810137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FC6C7A8-8ACE-7A8C-C88F-F7379C17FA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39B7577-D2F6-C342-819F-357EE7A0C15E}" type="slidenum">
              <a:rPr lang="de-DE" altLang="zh-CN"/>
              <a:pPr/>
              <a:t>‹#›</a:t>
            </a:fld>
            <a:r>
              <a:rPr lang="de-DE" altLang="zh-CN"/>
              <a:t>/34</a:t>
            </a:r>
          </a:p>
        </p:txBody>
      </p:sp>
    </p:spTree>
    <p:extLst>
      <p:ext uri="{BB962C8B-B14F-4D97-AF65-F5344CB8AC3E}">
        <p14:creationId xmlns:p14="http://schemas.microsoft.com/office/powerpoint/2010/main" val="4269516415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2850E0-94D9-518B-377B-D5F483FB82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09E82C3-E8FE-5C4C-86E5-0C8D51CD2AEF}" type="slidenum">
              <a:rPr lang="de-DE" altLang="zh-CN"/>
              <a:pPr/>
              <a:t>‹#›</a:t>
            </a:fld>
            <a:r>
              <a:rPr lang="de-DE" altLang="zh-CN"/>
              <a:t>/34</a:t>
            </a:r>
          </a:p>
        </p:txBody>
      </p:sp>
    </p:spTree>
    <p:extLst>
      <p:ext uri="{BB962C8B-B14F-4D97-AF65-F5344CB8AC3E}">
        <p14:creationId xmlns:p14="http://schemas.microsoft.com/office/powerpoint/2010/main" val="3429434749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5319713" y="322263"/>
            <a:ext cx="1614487" cy="25876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71488" y="322263"/>
            <a:ext cx="4695825" cy="2587625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CEB8075-A68C-772E-34E7-8DC2B9BD1A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15FE8C0-BBC4-3F42-B1D8-8D2C71754A64}" type="slidenum">
              <a:rPr lang="de-DE" altLang="zh-CN"/>
              <a:pPr/>
              <a:t>‹#›</a:t>
            </a:fld>
            <a:r>
              <a:rPr lang="de-DE" altLang="zh-CN"/>
              <a:t>/34</a:t>
            </a:r>
          </a:p>
        </p:txBody>
      </p:sp>
    </p:spTree>
    <p:extLst>
      <p:ext uri="{BB962C8B-B14F-4D97-AF65-F5344CB8AC3E}">
        <p14:creationId xmlns:p14="http://schemas.microsoft.com/office/powerpoint/2010/main" val="133459095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el und Diagramm oder Organi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1488" y="322263"/>
            <a:ext cx="6462712" cy="515937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SmartArt-Platzhalter 2"/>
          <p:cNvSpPr>
            <a:spLocks noGrp="1"/>
          </p:cNvSpPr>
          <p:nvPr>
            <p:ph type="dgm" idx="1"/>
          </p:nvPr>
        </p:nvSpPr>
        <p:spPr>
          <a:xfrm>
            <a:off x="849313" y="1130300"/>
            <a:ext cx="6084887" cy="1779588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6C91EA2-E713-32A8-AA53-B45C4B2053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F974E23-B906-CE48-8DDD-2074F3973CA1}" type="slidenum">
              <a:rPr lang="de-DE" altLang="zh-CN"/>
              <a:pPr/>
              <a:t>‹#›</a:t>
            </a:fld>
            <a:r>
              <a:rPr lang="de-DE" altLang="zh-CN"/>
              <a:t>/34</a:t>
            </a:r>
          </a:p>
        </p:txBody>
      </p:sp>
    </p:spTree>
    <p:extLst>
      <p:ext uri="{BB962C8B-B14F-4D97-AF65-F5344CB8AC3E}">
        <p14:creationId xmlns:p14="http://schemas.microsoft.com/office/powerpoint/2010/main" val="4036081871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8365066" y="6426200"/>
            <a:ext cx="762000" cy="406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51410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75659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90604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1475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5366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99757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9457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8134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4399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94082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0374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14217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45698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1685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80ABF0D-B8BE-82FB-7F55-633F01903A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71488" y="322263"/>
            <a:ext cx="6462712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/>
              <a:t>Mastertitelformat bearbeiten</a:t>
            </a:r>
            <a:br>
              <a:rPr lang="de-DE" altLang="zh-CN"/>
            </a:br>
            <a:endParaRPr lang="de-DE" altLang="zh-CN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903698F-5708-F16E-951A-1B18F03795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49313" y="1130300"/>
            <a:ext cx="6084887" cy="177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de-DE" altLang="zh-CN"/>
              <a:t>Mastertextformat bearbeiten</a:t>
            </a:r>
          </a:p>
          <a:p>
            <a:pPr lvl="1"/>
            <a:r>
              <a:rPr lang="de-DE" altLang="zh-CN"/>
              <a:t>Zweite Ebene</a:t>
            </a:r>
          </a:p>
          <a:p>
            <a:pPr lvl="2"/>
            <a:r>
              <a:rPr lang="de-DE" altLang="zh-CN"/>
              <a:t>Dritte Ebene</a:t>
            </a:r>
          </a:p>
          <a:p>
            <a:pPr lvl="3"/>
            <a:r>
              <a:rPr lang="de-DE" altLang="zh-CN"/>
              <a:t>Vierte Ebene</a:t>
            </a:r>
          </a:p>
          <a:p>
            <a:pPr lvl="4"/>
            <a:r>
              <a:rPr lang="de-DE" altLang="zh-CN"/>
              <a:t>Fünfte Ebene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9EE62DC-09D5-1AA8-BC8A-91F2D691F5D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79388" y="6597650"/>
            <a:ext cx="50482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defRPr sz="900">
                <a:solidFill>
                  <a:srgbClr val="394073"/>
                </a:solidFill>
              </a:defRPr>
            </a:lvl1pPr>
          </a:lstStyle>
          <a:p>
            <a:fld id="{E97C431E-AB01-E04C-AFBD-FCEEA33FF745}" type="slidenum">
              <a:rPr lang="de-DE" altLang="zh-CN"/>
              <a:pPr/>
              <a:t>‹#›</a:t>
            </a:fld>
            <a:r>
              <a:rPr lang="de-DE" altLang="zh-CN"/>
              <a:t>/27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4" r:id="rId1"/>
    <p:sldLayoutId id="2147483985" r:id="rId2"/>
    <p:sldLayoutId id="2147483986" r:id="rId3"/>
    <p:sldLayoutId id="2147483987" r:id="rId4"/>
    <p:sldLayoutId id="2147483988" r:id="rId5"/>
    <p:sldLayoutId id="2147483989" r:id="rId6"/>
    <p:sldLayoutId id="2147483990" r:id="rId7"/>
    <p:sldLayoutId id="2147483991" r:id="rId8"/>
    <p:sldLayoutId id="2147483992" r:id="rId9"/>
    <p:sldLayoutId id="2147483993" r:id="rId10"/>
    <p:sldLayoutId id="2147483994" r:id="rId11"/>
    <p:sldLayoutId id="2147483995" r:id="rId12"/>
  </p:sldLayoutIdLst>
  <p:transition spd="slow"/>
  <p:hf hdr="0" dt="0"/>
  <p:txStyles>
    <p:titleStyle>
      <a:lvl1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+mj-lt"/>
          <a:ea typeface="+mj-ea"/>
          <a:cs typeface="+mj-cs"/>
        </a:defRPr>
      </a:lvl1pPr>
      <a:lvl2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Arial" charset="0"/>
        </a:defRPr>
      </a:lvl2pPr>
      <a:lvl3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Arial" charset="0"/>
        </a:defRPr>
      </a:lvl3pPr>
      <a:lvl4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Arial" charset="0"/>
        </a:defRPr>
      </a:lvl4pPr>
      <a:lvl5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Arial" charset="0"/>
        </a:defRPr>
      </a:lvl5pPr>
      <a:lvl6pPr marL="8382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18" charset="2"/>
        <a:buChar char="&lt;"/>
        <a:defRPr sz="1900" b="1">
          <a:solidFill>
            <a:schemeClr val="tx2"/>
          </a:solidFill>
          <a:latin typeface="Arial" charset="0"/>
        </a:defRPr>
      </a:lvl6pPr>
      <a:lvl7pPr marL="12954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18" charset="2"/>
        <a:buChar char="&lt;"/>
        <a:defRPr sz="1900" b="1">
          <a:solidFill>
            <a:schemeClr val="tx2"/>
          </a:solidFill>
          <a:latin typeface="Arial" charset="0"/>
        </a:defRPr>
      </a:lvl7pPr>
      <a:lvl8pPr marL="17526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18" charset="2"/>
        <a:buChar char="&lt;"/>
        <a:defRPr sz="1900" b="1">
          <a:solidFill>
            <a:schemeClr val="tx2"/>
          </a:solidFill>
          <a:latin typeface="Arial" charset="0"/>
        </a:defRPr>
      </a:lvl8pPr>
      <a:lvl9pPr marL="22098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18" charset="2"/>
        <a:buChar char="&lt;"/>
        <a:defRPr sz="1900" b="1">
          <a:solidFill>
            <a:schemeClr val="tx2"/>
          </a:solidFill>
          <a:latin typeface="Arial" charset="0"/>
        </a:defRPr>
      </a:lvl9pPr>
    </p:titleStyle>
    <p:bodyStyle>
      <a:lvl1pPr marL="195263" indent="-1952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8891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2pPr>
      <a:lvl3pPr marL="952500" indent="-187325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3pPr>
      <a:lvl4pPr marL="1325563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4pPr>
      <a:lvl5pPr marL="1698625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5pPr>
      <a:lvl6pPr marL="2155825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6pPr>
      <a:lvl7pPr marL="2613025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7pPr>
      <a:lvl8pPr marL="3070225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8pPr>
      <a:lvl9pPr marL="3527425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-254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7000"/>
            <a:ext cx="8229600" cy="546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8495979" y="6589889"/>
            <a:ext cx="7617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Dan Boneh</a:t>
            </a:r>
          </a:p>
        </p:txBody>
      </p:sp>
    </p:spTree>
    <p:extLst>
      <p:ext uri="{BB962C8B-B14F-4D97-AF65-F5344CB8AC3E}">
        <p14:creationId xmlns:p14="http://schemas.microsoft.com/office/powerpoint/2010/main" val="4014403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  <p:sldLayoutId id="2147483999" r:id="rId2"/>
    <p:sldLayoutId id="2147484000" r:id="rId3"/>
    <p:sldLayoutId id="2147484001" r:id="rId4"/>
    <p:sldLayoutId id="2147484002" r:id="rId5"/>
    <p:sldLayoutId id="2147484003" r:id="rId6"/>
    <p:sldLayoutId id="2147484004" r:id="rId7"/>
    <p:sldLayoutId id="2147484005" r:id="rId8"/>
    <p:sldLayoutId id="2147484006" r:id="rId9"/>
    <p:sldLayoutId id="2147484007" r:id="rId10"/>
    <p:sldLayoutId id="2147484008" r:id="rId11"/>
    <p:sldLayoutId id="2147484009" r:id="rId12"/>
    <p:sldLayoutId id="2147484010" r:id="rId13"/>
    <p:sldLayoutId id="2147484011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customXml" Target="../ink/ink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0.png"/><Relationship Id="rId5" Type="http://schemas.openxmlformats.org/officeDocument/2006/relationships/customXml" Target="../ink/ink4.xml"/><Relationship Id="rId4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png"/><Relationship Id="rId5" Type="http://schemas.openxmlformats.org/officeDocument/2006/relationships/customXml" Target="../ink/ink6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7" Type="http://schemas.openxmlformats.org/officeDocument/2006/relationships/image" Target="../media/image1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7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4">
            <a:extLst>
              <a:ext uri="{FF2B5EF4-FFF2-40B4-BE49-F238E27FC236}">
                <a16:creationId xmlns:a16="http://schemas.microsoft.com/office/drawing/2014/main" id="{73D75405-02FE-757B-BD32-37EA1D8E702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404813"/>
            <a:ext cx="9144000" cy="2808287"/>
          </a:xfrm>
        </p:spPr>
        <p:txBody>
          <a:bodyPr/>
          <a:lstStyle/>
          <a:p>
            <a:pPr algn="ctr">
              <a:buFont typeface="Webdings" pitchFamily="2" charset="2"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  </a:t>
            </a:r>
            <a:br>
              <a:rPr lang="en-US" altLang="zh-CN" sz="1400" dirty="0">
                <a:ea typeface="宋体" panose="02010600030101010101" pitchFamily="2" charset="-122"/>
              </a:rPr>
            </a:br>
            <a:br>
              <a:rPr lang="en-US" altLang="zh-CN" sz="1400" dirty="0">
                <a:ea typeface="宋体" panose="02010600030101010101" pitchFamily="2" charset="-122"/>
              </a:rPr>
            </a:br>
            <a:r>
              <a:rPr lang="en-US" altLang="zh-CN" sz="2800" dirty="0">
                <a:ea typeface="宋体" panose="02010600030101010101" pitchFamily="2" charset="-122"/>
              </a:rPr>
              <a:t>Chapter 2 – Stream Ciphers</a:t>
            </a:r>
            <a:br>
              <a:rPr lang="en-US" altLang="zh-CN" sz="2800" dirty="0">
                <a:ea typeface="宋体" panose="02010600030101010101" pitchFamily="2" charset="-122"/>
              </a:rPr>
            </a:br>
            <a:endParaRPr lang="en-US" altLang="zh-CN" sz="1600" b="0" dirty="0">
              <a:ea typeface="宋体" panose="02010600030101010101" pitchFamily="2" charset="-122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16F72C8-E8F2-CA4C-EDEF-7689A8809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749593"/>
            <a:ext cx="6300192" cy="2479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4">
            <a:extLst>
              <a:ext uri="{FF2B5EF4-FFF2-40B4-BE49-F238E27FC236}">
                <a16:creationId xmlns:a16="http://schemas.microsoft.com/office/drawing/2014/main" id="{CBFF0095-8DE8-3D3D-08DB-FD1F5E8115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1488" y="322263"/>
            <a:ext cx="8204200" cy="515937"/>
          </a:xfrm>
        </p:spPr>
        <p:txBody>
          <a:bodyPr/>
          <a:lstStyle/>
          <a:p>
            <a:pPr>
              <a:buFont typeface="Webdings" pitchFamily="2" charset="2"/>
              <a:buNone/>
            </a:pPr>
            <a:r>
              <a:rPr lang="de-DE" altLang="zh-CN" sz="2800"/>
              <a:t>Content of this Chapter</a:t>
            </a:r>
          </a:p>
        </p:txBody>
      </p:sp>
      <p:sp>
        <p:nvSpPr>
          <p:cNvPr id="21508" name="Rectangle 7">
            <a:extLst>
              <a:ext uri="{FF2B5EF4-FFF2-40B4-BE49-F238E27FC236}">
                <a16:creationId xmlns:a16="http://schemas.microsoft.com/office/drawing/2014/main" id="{3B351A7F-7B6E-E8C7-E708-2EB5174685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844675"/>
            <a:ext cx="7394575" cy="3116879"/>
          </a:xfrm>
          <a:noFill/>
        </p:spPr>
        <p:txBody>
          <a:bodyPr/>
          <a:lstStyle/>
          <a:p>
            <a:r>
              <a:rPr lang="en-US" altLang="zh-CN" sz="2000" dirty="0">
                <a:ea typeface="宋体" panose="02010600030101010101" pitchFamily="2" charset="-122"/>
              </a:rPr>
              <a:t>Intro to stream ciphers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Random number generators (RNGs)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One-Time Pad (OTP)</a:t>
            </a:r>
          </a:p>
          <a:p>
            <a:r>
              <a:rPr lang="de-DE" altLang="zh-CN" sz="2000" dirty="0" err="1">
                <a:ea typeface="宋体" panose="02010600030101010101" pitchFamily="2" charset="-122"/>
              </a:rPr>
              <a:t>Towards</a:t>
            </a:r>
            <a:r>
              <a:rPr lang="de-DE" altLang="zh-CN" sz="2000" dirty="0">
                <a:ea typeface="宋体" panose="02010600030101010101" pitchFamily="2" charset="-122"/>
              </a:rPr>
              <a:t> </a:t>
            </a:r>
            <a:r>
              <a:rPr lang="de-DE" altLang="zh-CN" sz="2000" dirty="0" err="1">
                <a:ea typeface="宋体" panose="02010600030101010101" pitchFamily="2" charset="-122"/>
              </a:rPr>
              <a:t>Practical</a:t>
            </a:r>
            <a:r>
              <a:rPr lang="de-DE" altLang="zh-CN" sz="2000" dirty="0">
                <a:ea typeface="宋体" panose="02010600030101010101" pitchFamily="2" charset="-122"/>
              </a:rPr>
              <a:t> Stream </a:t>
            </a:r>
            <a:r>
              <a:rPr lang="de-DE" altLang="zh-CN" sz="2000" dirty="0" err="1">
                <a:ea typeface="宋体" panose="02010600030101010101" pitchFamily="2" charset="-122"/>
              </a:rPr>
              <a:t>Ciphers</a:t>
            </a:r>
            <a:endParaRPr lang="en-US" altLang="zh-CN" sz="2000" dirty="0">
              <a:ea typeface="宋体" panose="02010600030101010101" pitchFamily="2" charset="-122"/>
            </a:endParaRPr>
          </a:p>
          <a:p>
            <a:r>
              <a:rPr lang="en-US" altLang="zh-CN" sz="2000" dirty="0">
                <a:ea typeface="宋体" panose="02010600030101010101" pitchFamily="2" charset="-122"/>
              </a:rPr>
              <a:t>Linear feedback shift registers (LFSRs)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A practical steam cipher: Salsa20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A practical stream cipher: Trivium</a:t>
            </a:r>
          </a:p>
        </p:txBody>
      </p:sp>
      <p:sp>
        <p:nvSpPr>
          <p:cNvPr id="21509" name="Foliennummernplatzhalter 5">
            <a:extLst>
              <a:ext uri="{FF2B5EF4-FFF2-40B4-BE49-F238E27FC236}">
                <a16:creationId xmlns:a16="http://schemas.microsoft.com/office/drawing/2014/main" id="{C20CBB85-DE72-9740-1684-4EDEC13B95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4E58663-5D22-8A41-9D4A-49B2E3FCDFAA}" type="slidenum">
              <a:rPr lang="de-DE" altLang="zh-CN">
                <a:solidFill>
                  <a:srgbClr val="394073"/>
                </a:solidFill>
              </a:rPr>
              <a:pPr/>
              <a:t>2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4">
            <a:extLst>
              <a:ext uri="{FF2B5EF4-FFF2-40B4-BE49-F238E27FC236}">
                <a16:creationId xmlns:a16="http://schemas.microsoft.com/office/drawing/2014/main" id="{E26F6013-B45E-0B90-2680-083B7EBA31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1488" y="322263"/>
            <a:ext cx="8204200" cy="515937"/>
          </a:xfrm>
        </p:spPr>
        <p:txBody>
          <a:bodyPr/>
          <a:lstStyle/>
          <a:p>
            <a:pPr>
              <a:buFont typeface="Webdings" pitchFamily="2" charset="2"/>
              <a:buNone/>
            </a:pPr>
            <a:r>
              <a:rPr lang="de-DE" altLang="zh-CN" sz="2800"/>
              <a:t>Content of this Chapter</a:t>
            </a:r>
          </a:p>
        </p:txBody>
      </p:sp>
      <p:sp>
        <p:nvSpPr>
          <p:cNvPr id="22532" name="Rectangle 7">
            <a:extLst>
              <a:ext uri="{FF2B5EF4-FFF2-40B4-BE49-F238E27FC236}">
                <a16:creationId xmlns:a16="http://schemas.microsoft.com/office/drawing/2014/main" id="{AFCC5717-8432-B7FB-387F-19ECB53A8D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844675"/>
            <a:ext cx="7394575" cy="3116879"/>
          </a:xfrm>
          <a:noFill/>
        </p:spPr>
        <p:txBody>
          <a:bodyPr/>
          <a:lstStyle/>
          <a:p>
            <a:r>
              <a:rPr lang="en-US" altLang="zh-CN" sz="2000" b="1" dirty="0">
                <a:ea typeface="宋体" panose="02010600030101010101" pitchFamily="2" charset="-122"/>
              </a:rPr>
              <a:t>Intro to stream ciphers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Random number generators (RNGs)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One-Time Pad (OTP)</a:t>
            </a:r>
          </a:p>
          <a:p>
            <a:r>
              <a:rPr lang="de-DE" altLang="zh-CN" sz="2000" dirty="0" err="1">
                <a:ea typeface="宋体" panose="02010600030101010101" pitchFamily="2" charset="-122"/>
              </a:rPr>
              <a:t>Towards</a:t>
            </a:r>
            <a:r>
              <a:rPr lang="de-DE" altLang="zh-CN" sz="2000" dirty="0">
                <a:ea typeface="宋体" panose="02010600030101010101" pitchFamily="2" charset="-122"/>
              </a:rPr>
              <a:t> </a:t>
            </a:r>
            <a:r>
              <a:rPr lang="de-DE" altLang="zh-CN" sz="2000" dirty="0" err="1">
                <a:ea typeface="宋体" panose="02010600030101010101" pitchFamily="2" charset="-122"/>
              </a:rPr>
              <a:t>Practical</a:t>
            </a:r>
            <a:r>
              <a:rPr lang="de-DE" altLang="zh-CN" sz="2000" dirty="0">
                <a:ea typeface="宋体" panose="02010600030101010101" pitchFamily="2" charset="-122"/>
              </a:rPr>
              <a:t> Stream </a:t>
            </a:r>
            <a:r>
              <a:rPr lang="de-DE" altLang="zh-CN" sz="2000" dirty="0" err="1">
                <a:ea typeface="宋体" panose="02010600030101010101" pitchFamily="2" charset="-122"/>
              </a:rPr>
              <a:t>Ciphers</a:t>
            </a:r>
            <a:endParaRPr lang="en-US" altLang="zh-CN" sz="2000" dirty="0">
              <a:ea typeface="宋体" panose="02010600030101010101" pitchFamily="2" charset="-122"/>
            </a:endParaRPr>
          </a:p>
          <a:p>
            <a:r>
              <a:rPr lang="en-US" altLang="zh-CN" sz="2000" dirty="0">
                <a:ea typeface="宋体" panose="02010600030101010101" pitchFamily="2" charset="-122"/>
              </a:rPr>
              <a:t>Linear feedback shift registers (LFSRs)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A practical steam cipher: Salsa20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A practical stream cipher: Trivium</a:t>
            </a:r>
          </a:p>
        </p:txBody>
      </p:sp>
      <p:sp>
        <p:nvSpPr>
          <p:cNvPr id="22533" name="Foliennummernplatzhalter 5">
            <a:extLst>
              <a:ext uri="{FF2B5EF4-FFF2-40B4-BE49-F238E27FC236}">
                <a16:creationId xmlns:a16="http://schemas.microsoft.com/office/drawing/2014/main" id="{EAA8EFF0-BAE6-E066-0E46-63712F5761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0A4CF78-9E7F-124F-91BB-34ED46A992DB}" type="slidenum">
              <a:rPr lang="de-DE" altLang="zh-CN">
                <a:solidFill>
                  <a:srgbClr val="394073"/>
                </a:solidFill>
              </a:rPr>
              <a:pPr/>
              <a:t>3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id="{62662437-FF8A-F605-02E6-66C8F7F330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/>
              <a:t>Stream Ciphers in the Field of Cryptology</a:t>
            </a:r>
          </a:p>
        </p:txBody>
      </p:sp>
      <p:grpSp>
        <p:nvGrpSpPr>
          <p:cNvPr id="2" name="Group 54">
            <a:extLst>
              <a:ext uri="{FF2B5EF4-FFF2-40B4-BE49-F238E27FC236}">
                <a16:creationId xmlns:a16="http://schemas.microsoft.com/office/drawing/2014/main" id="{70EE6B95-50F7-8BD3-7503-24E9E7D2A75A}"/>
              </a:ext>
            </a:extLst>
          </p:cNvPr>
          <p:cNvGrpSpPr>
            <a:grpSpLocks/>
          </p:cNvGrpSpPr>
          <p:nvPr/>
        </p:nvGrpSpPr>
        <p:grpSpPr bwMode="auto">
          <a:xfrm>
            <a:off x="4932363" y="1196975"/>
            <a:ext cx="1800225" cy="463550"/>
            <a:chOff x="3107" y="754"/>
            <a:chExt cx="1134" cy="292"/>
          </a:xfrm>
        </p:grpSpPr>
        <p:sp>
          <p:nvSpPr>
            <p:cNvPr id="23596" name="AutoShape 21">
              <a:extLst>
                <a:ext uri="{FF2B5EF4-FFF2-40B4-BE49-F238E27FC236}">
                  <a16:creationId xmlns:a16="http://schemas.microsoft.com/office/drawing/2014/main" id="{97675E6A-A587-8B54-E7E4-221A4FEBA1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7" y="774"/>
              <a:ext cx="1134" cy="272"/>
            </a:xfrm>
            <a:prstGeom prst="flowChartTerminator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zh-CN"/>
            </a:p>
          </p:txBody>
        </p:sp>
        <p:sp>
          <p:nvSpPr>
            <p:cNvPr id="23597" name="Text Box 29">
              <a:extLst>
                <a:ext uri="{FF2B5EF4-FFF2-40B4-BE49-F238E27FC236}">
                  <a16:creationId xmlns:a16="http://schemas.microsoft.com/office/drawing/2014/main" id="{1A1C24B0-E776-1FB4-3DD4-CAB063E71A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3" y="754"/>
              <a:ext cx="59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zh-CN" sz="2000"/>
            </a:p>
          </p:txBody>
        </p:sp>
        <p:sp>
          <p:nvSpPr>
            <p:cNvPr id="23598" name="Text Box 30">
              <a:extLst>
                <a:ext uri="{FF2B5EF4-FFF2-40B4-BE49-F238E27FC236}">
                  <a16:creationId xmlns:a16="http://schemas.microsoft.com/office/drawing/2014/main" id="{B80C13DA-CB11-3E04-153B-35DFD30EE3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2" y="819"/>
              <a:ext cx="108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de-DE" altLang="zh-CN"/>
                <a:t>Cryptology</a:t>
              </a:r>
            </a:p>
          </p:txBody>
        </p:sp>
      </p:grpSp>
      <p:grpSp>
        <p:nvGrpSpPr>
          <p:cNvPr id="3" name="Group 62">
            <a:extLst>
              <a:ext uri="{FF2B5EF4-FFF2-40B4-BE49-F238E27FC236}">
                <a16:creationId xmlns:a16="http://schemas.microsoft.com/office/drawing/2014/main" id="{BE2CA28C-1120-170C-48CE-DC0CBF450D34}"/>
              </a:ext>
            </a:extLst>
          </p:cNvPr>
          <p:cNvGrpSpPr>
            <a:grpSpLocks/>
          </p:cNvGrpSpPr>
          <p:nvPr/>
        </p:nvGrpSpPr>
        <p:grpSpPr bwMode="auto">
          <a:xfrm>
            <a:off x="3132138" y="1660525"/>
            <a:ext cx="5329237" cy="1079500"/>
            <a:chOff x="1973" y="1046"/>
            <a:chExt cx="3357" cy="680"/>
          </a:xfrm>
        </p:grpSpPr>
        <p:grpSp>
          <p:nvGrpSpPr>
            <p:cNvPr id="23586" name="Group 55">
              <a:extLst>
                <a:ext uri="{FF2B5EF4-FFF2-40B4-BE49-F238E27FC236}">
                  <a16:creationId xmlns:a16="http://schemas.microsoft.com/office/drawing/2014/main" id="{8F057231-A842-F497-E062-19C799E358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3" y="1454"/>
              <a:ext cx="1134" cy="272"/>
              <a:chOff x="1973" y="1454"/>
              <a:chExt cx="1134" cy="272"/>
            </a:xfrm>
          </p:grpSpPr>
          <p:sp>
            <p:nvSpPr>
              <p:cNvPr id="23594" name="AutoShape 23">
                <a:extLst>
                  <a:ext uri="{FF2B5EF4-FFF2-40B4-BE49-F238E27FC236}">
                    <a16:creationId xmlns:a16="http://schemas.microsoft.com/office/drawing/2014/main" id="{B5847BE1-BFEA-E00C-3523-DB56A699E2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3" y="1454"/>
                <a:ext cx="1134" cy="272"/>
              </a:xfrm>
              <a:prstGeom prst="flowChartTerminator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de-DE" altLang="zh-CN"/>
              </a:p>
            </p:txBody>
          </p:sp>
          <p:sp>
            <p:nvSpPr>
              <p:cNvPr id="23595" name="Text Box 31">
                <a:extLst>
                  <a:ext uri="{FF2B5EF4-FFF2-40B4-BE49-F238E27FC236}">
                    <a16:creationId xmlns:a16="http://schemas.microsoft.com/office/drawing/2014/main" id="{3578B41B-1BE2-E7BE-AAE1-1DE7DA1FB5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8" y="1499"/>
                <a:ext cx="1089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de-DE" altLang="zh-CN"/>
                  <a:t>Cryptography</a:t>
                </a:r>
              </a:p>
            </p:txBody>
          </p:sp>
        </p:grpSp>
        <p:grpSp>
          <p:nvGrpSpPr>
            <p:cNvPr id="23587" name="Group 56">
              <a:extLst>
                <a:ext uri="{FF2B5EF4-FFF2-40B4-BE49-F238E27FC236}">
                  <a16:creationId xmlns:a16="http://schemas.microsoft.com/office/drawing/2014/main" id="{28A4443B-79AE-62DA-98EA-E4B7E5C215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96" y="1454"/>
              <a:ext cx="1134" cy="272"/>
              <a:chOff x="4196" y="1454"/>
              <a:chExt cx="1134" cy="272"/>
            </a:xfrm>
          </p:grpSpPr>
          <p:sp>
            <p:nvSpPr>
              <p:cNvPr id="23592" name="AutoShape 22">
                <a:extLst>
                  <a:ext uri="{FF2B5EF4-FFF2-40B4-BE49-F238E27FC236}">
                    <a16:creationId xmlns:a16="http://schemas.microsoft.com/office/drawing/2014/main" id="{CD1DAA14-3F90-20F1-5142-B893E34D35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6" y="1454"/>
                <a:ext cx="1134" cy="272"/>
              </a:xfrm>
              <a:prstGeom prst="flowChartTerminator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de-DE" altLang="zh-CN"/>
              </a:p>
            </p:txBody>
          </p:sp>
          <p:sp>
            <p:nvSpPr>
              <p:cNvPr id="23593" name="Text Box 32">
                <a:extLst>
                  <a:ext uri="{FF2B5EF4-FFF2-40B4-BE49-F238E27FC236}">
                    <a16:creationId xmlns:a16="http://schemas.microsoft.com/office/drawing/2014/main" id="{EDE3B8B4-C8F7-0A9C-9EA7-64AEE1006F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41" y="1499"/>
                <a:ext cx="1089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de-DE" altLang="zh-CN"/>
                  <a:t>Cryptanalysis</a:t>
                </a:r>
              </a:p>
            </p:txBody>
          </p:sp>
        </p:grpSp>
        <p:sp>
          <p:nvSpPr>
            <p:cNvPr id="23588" name="Line 40">
              <a:extLst>
                <a:ext uri="{FF2B5EF4-FFF2-40B4-BE49-F238E27FC236}">
                  <a16:creationId xmlns:a16="http://schemas.microsoft.com/office/drawing/2014/main" id="{8FF6BB21-85F1-28CE-2F4A-6BA89672BD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1046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3589" name="Line 41">
              <a:extLst>
                <a:ext uri="{FF2B5EF4-FFF2-40B4-BE49-F238E27FC236}">
                  <a16:creationId xmlns:a16="http://schemas.microsoft.com/office/drawing/2014/main" id="{5BB0D1A0-5FE2-450D-1403-096934DF5B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7" y="1227"/>
              <a:ext cx="22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3590" name="Line 42">
              <a:extLst>
                <a:ext uri="{FF2B5EF4-FFF2-40B4-BE49-F238E27FC236}">
                  <a16:creationId xmlns:a16="http://schemas.microsoft.com/office/drawing/2014/main" id="{644FB5E3-4386-369A-3D0B-489ABC38B7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7" y="1227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3591" name="Line 43">
              <a:extLst>
                <a:ext uri="{FF2B5EF4-FFF2-40B4-BE49-F238E27FC236}">
                  <a16:creationId xmlns:a16="http://schemas.microsoft.com/office/drawing/2014/main" id="{9EA0B1F4-4A06-6D51-2C6B-FA870FDC7E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1227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</p:grpSp>
      <p:grpSp>
        <p:nvGrpSpPr>
          <p:cNvPr id="6" name="Group 63">
            <a:extLst>
              <a:ext uri="{FF2B5EF4-FFF2-40B4-BE49-F238E27FC236}">
                <a16:creationId xmlns:a16="http://schemas.microsoft.com/office/drawing/2014/main" id="{97CD8ABD-C3B3-562B-D870-371EC06516B8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2740025"/>
            <a:ext cx="6408737" cy="1225550"/>
            <a:chOff x="521" y="1726"/>
            <a:chExt cx="4037" cy="772"/>
          </a:xfrm>
        </p:grpSpPr>
        <p:grpSp>
          <p:nvGrpSpPr>
            <p:cNvPr id="23572" name="Group 57">
              <a:extLst>
                <a:ext uri="{FF2B5EF4-FFF2-40B4-BE49-F238E27FC236}">
                  <a16:creationId xmlns:a16="http://schemas.microsoft.com/office/drawing/2014/main" id="{F732132D-34B0-FE0C-EC24-0EC324B92C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" y="2226"/>
              <a:ext cx="1135" cy="272"/>
              <a:chOff x="521" y="2226"/>
              <a:chExt cx="1135" cy="272"/>
            </a:xfrm>
          </p:grpSpPr>
          <p:sp>
            <p:nvSpPr>
              <p:cNvPr id="23584" name="AutoShape 26">
                <a:extLst>
                  <a:ext uri="{FF2B5EF4-FFF2-40B4-BE49-F238E27FC236}">
                    <a16:creationId xmlns:a16="http://schemas.microsoft.com/office/drawing/2014/main" id="{9FC52D7F-2BAF-A131-7B2C-0CEB0DB922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1" y="2226"/>
                <a:ext cx="1134" cy="272"/>
              </a:xfrm>
              <a:prstGeom prst="flowChartTerminator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de-DE" altLang="zh-CN"/>
              </a:p>
            </p:txBody>
          </p:sp>
          <p:sp>
            <p:nvSpPr>
              <p:cNvPr id="23585" name="Text Box 33">
                <a:extLst>
                  <a:ext uri="{FF2B5EF4-FFF2-40B4-BE49-F238E27FC236}">
                    <a16:creationId xmlns:a16="http://schemas.microsoft.com/office/drawing/2014/main" id="{CFF8C7E5-1904-BCAA-9E7E-22B5C58EB9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7" y="2271"/>
                <a:ext cx="1089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de-DE" altLang="zh-CN" sz="1400" b="1"/>
                  <a:t>Symmetric Ciphers</a:t>
                </a:r>
              </a:p>
            </p:txBody>
          </p:sp>
        </p:grpSp>
        <p:grpSp>
          <p:nvGrpSpPr>
            <p:cNvPr id="23573" name="Group 58">
              <a:extLst>
                <a:ext uri="{FF2B5EF4-FFF2-40B4-BE49-F238E27FC236}">
                  <a16:creationId xmlns:a16="http://schemas.microsoft.com/office/drawing/2014/main" id="{098D2BE6-D9A0-D387-5B05-14F388FF37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82" y="2226"/>
              <a:ext cx="1270" cy="272"/>
              <a:chOff x="1882" y="2226"/>
              <a:chExt cx="1270" cy="272"/>
            </a:xfrm>
          </p:grpSpPr>
          <p:sp>
            <p:nvSpPr>
              <p:cNvPr id="23582" name="AutoShape 25">
                <a:extLst>
                  <a:ext uri="{FF2B5EF4-FFF2-40B4-BE49-F238E27FC236}">
                    <a16:creationId xmlns:a16="http://schemas.microsoft.com/office/drawing/2014/main" id="{4AAE06DB-7447-FA04-14E8-910EEA94C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82" y="2226"/>
                <a:ext cx="1270" cy="272"/>
              </a:xfrm>
              <a:prstGeom prst="flowChartTerminator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de-DE" altLang="zh-CN"/>
              </a:p>
            </p:txBody>
          </p:sp>
          <p:sp>
            <p:nvSpPr>
              <p:cNvPr id="23583" name="Text Box 34">
                <a:extLst>
                  <a:ext uri="{FF2B5EF4-FFF2-40B4-BE49-F238E27FC236}">
                    <a16:creationId xmlns:a16="http://schemas.microsoft.com/office/drawing/2014/main" id="{C17ABD00-ED53-E61E-C143-A7EF816743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3" y="2271"/>
                <a:ext cx="1089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de-DE" altLang="zh-CN" sz="1400" b="1"/>
                  <a:t>Asymmetric Ciphers</a:t>
                </a:r>
              </a:p>
            </p:txBody>
          </p:sp>
        </p:grpSp>
        <p:grpSp>
          <p:nvGrpSpPr>
            <p:cNvPr id="23574" name="Group 59">
              <a:extLst>
                <a:ext uri="{FF2B5EF4-FFF2-40B4-BE49-F238E27FC236}">
                  <a16:creationId xmlns:a16="http://schemas.microsoft.com/office/drawing/2014/main" id="{A719ADD8-0DEC-9CE1-6F8B-A5E838BBF0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4" y="2225"/>
              <a:ext cx="1134" cy="272"/>
              <a:chOff x="3424" y="2225"/>
              <a:chExt cx="1134" cy="272"/>
            </a:xfrm>
          </p:grpSpPr>
          <p:sp>
            <p:nvSpPr>
              <p:cNvPr id="23580" name="AutoShape 24">
                <a:extLst>
                  <a:ext uri="{FF2B5EF4-FFF2-40B4-BE49-F238E27FC236}">
                    <a16:creationId xmlns:a16="http://schemas.microsoft.com/office/drawing/2014/main" id="{E5A1E02F-3876-55F2-1D71-0B217EB2AD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4" y="2225"/>
                <a:ext cx="1134" cy="272"/>
              </a:xfrm>
              <a:prstGeom prst="flowChartTerminator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de-DE" altLang="zh-CN"/>
              </a:p>
            </p:txBody>
          </p:sp>
          <p:sp>
            <p:nvSpPr>
              <p:cNvPr id="23581" name="Text Box 35">
                <a:extLst>
                  <a:ext uri="{FF2B5EF4-FFF2-40B4-BE49-F238E27FC236}">
                    <a16:creationId xmlns:a16="http://schemas.microsoft.com/office/drawing/2014/main" id="{F1FF7079-175C-DDB0-521B-719E6F5767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4" y="2270"/>
                <a:ext cx="1089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de-DE" altLang="zh-CN" sz="1400" b="1"/>
                  <a:t>Protocols </a:t>
                </a:r>
              </a:p>
            </p:txBody>
          </p:sp>
        </p:grpSp>
        <p:sp>
          <p:nvSpPr>
            <p:cNvPr id="23575" name="Line 44">
              <a:extLst>
                <a:ext uri="{FF2B5EF4-FFF2-40B4-BE49-F238E27FC236}">
                  <a16:creationId xmlns:a16="http://schemas.microsoft.com/office/drawing/2014/main" id="{B797BE52-CF38-E56E-4E4D-D7D8F48941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7" y="1726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3576" name="Line 46">
              <a:extLst>
                <a:ext uri="{FF2B5EF4-FFF2-40B4-BE49-F238E27FC236}">
                  <a16:creationId xmlns:a16="http://schemas.microsoft.com/office/drawing/2014/main" id="{D3B0F7DF-538C-3609-9F07-CC1AAFE658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1" y="1953"/>
              <a:ext cx="28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3577" name="Line 47">
              <a:extLst>
                <a:ext uri="{FF2B5EF4-FFF2-40B4-BE49-F238E27FC236}">
                  <a16:creationId xmlns:a16="http://schemas.microsoft.com/office/drawing/2014/main" id="{FBA2B2D9-877E-533E-16EC-86FD84F0D5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1953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3578" name="Line 48">
              <a:extLst>
                <a:ext uri="{FF2B5EF4-FFF2-40B4-BE49-F238E27FC236}">
                  <a16:creationId xmlns:a16="http://schemas.microsoft.com/office/drawing/2014/main" id="{20227571-8D7B-39FD-2C08-BE25B181B1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7" y="1953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3579" name="Line 49">
              <a:extLst>
                <a:ext uri="{FF2B5EF4-FFF2-40B4-BE49-F238E27FC236}">
                  <a16:creationId xmlns:a16="http://schemas.microsoft.com/office/drawing/2014/main" id="{ABAE1EFB-B434-8DCF-9B18-5F46D15336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1" y="1953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</p:grpSp>
      <p:grpSp>
        <p:nvGrpSpPr>
          <p:cNvPr id="10" name="Group 64">
            <a:extLst>
              <a:ext uri="{FF2B5EF4-FFF2-40B4-BE49-F238E27FC236}">
                <a16:creationId xmlns:a16="http://schemas.microsoft.com/office/drawing/2014/main" id="{F009959B-8FBB-A6DC-B5CD-4266FFC3C475}"/>
              </a:ext>
            </a:extLst>
          </p:cNvPr>
          <p:cNvGrpSpPr>
            <a:grpSpLocks/>
          </p:cNvGrpSpPr>
          <p:nvPr/>
        </p:nvGrpSpPr>
        <p:grpSpPr bwMode="auto">
          <a:xfrm>
            <a:off x="252413" y="3963988"/>
            <a:ext cx="4103687" cy="1225550"/>
            <a:chOff x="159" y="2497"/>
            <a:chExt cx="2585" cy="772"/>
          </a:xfrm>
        </p:grpSpPr>
        <p:grpSp>
          <p:nvGrpSpPr>
            <p:cNvPr id="23562" name="Group 60">
              <a:extLst>
                <a:ext uri="{FF2B5EF4-FFF2-40B4-BE49-F238E27FC236}">
                  <a16:creationId xmlns:a16="http://schemas.microsoft.com/office/drawing/2014/main" id="{E871AEBB-8CFB-0F3D-0908-5A170BBB54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9" y="2997"/>
              <a:ext cx="1134" cy="272"/>
              <a:chOff x="159" y="2997"/>
              <a:chExt cx="1134" cy="272"/>
            </a:xfrm>
          </p:grpSpPr>
          <p:sp>
            <p:nvSpPr>
              <p:cNvPr id="23570" name="AutoShape 28">
                <a:extLst>
                  <a:ext uri="{FF2B5EF4-FFF2-40B4-BE49-F238E27FC236}">
                    <a16:creationId xmlns:a16="http://schemas.microsoft.com/office/drawing/2014/main" id="{5CBF1E8F-58FE-C6DF-C811-107EBEBE3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" y="2997"/>
                <a:ext cx="1134" cy="272"/>
              </a:xfrm>
              <a:prstGeom prst="flowChartTerminator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de-DE" altLang="zh-CN"/>
              </a:p>
            </p:txBody>
          </p:sp>
          <p:sp>
            <p:nvSpPr>
              <p:cNvPr id="23571" name="Text Box 36">
                <a:extLst>
                  <a:ext uri="{FF2B5EF4-FFF2-40B4-BE49-F238E27FC236}">
                    <a16:creationId xmlns:a16="http://schemas.microsoft.com/office/drawing/2014/main" id="{86790FF9-AECA-62C6-784F-8D1D656E1A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4" y="3042"/>
                <a:ext cx="1089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de-DE" altLang="zh-CN" sz="1400" b="1"/>
                  <a:t>Block Ciphers</a:t>
                </a:r>
              </a:p>
            </p:txBody>
          </p:sp>
        </p:grpSp>
        <p:grpSp>
          <p:nvGrpSpPr>
            <p:cNvPr id="23563" name="Group 61">
              <a:extLst>
                <a:ext uri="{FF2B5EF4-FFF2-40B4-BE49-F238E27FC236}">
                  <a16:creationId xmlns:a16="http://schemas.microsoft.com/office/drawing/2014/main" id="{7201ABD8-181B-A00A-4F7D-B547C18273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65" y="2997"/>
              <a:ext cx="1179" cy="272"/>
              <a:chOff x="1565" y="2997"/>
              <a:chExt cx="1179" cy="272"/>
            </a:xfrm>
          </p:grpSpPr>
          <p:sp>
            <p:nvSpPr>
              <p:cNvPr id="23568" name="AutoShape 27">
                <a:extLst>
                  <a:ext uri="{FF2B5EF4-FFF2-40B4-BE49-F238E27FC236}">
                    <a16:creationId xmlns:a16="http://schemas.microsoft.com/office/drawing/2014/main" id="{CA824E06-1F57-AAF5-2B1C-97C812FDEB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5" y="2997"/>
                <a:ext cx="1179" cy="272"/>
              </a:xfrm>
              <a:prstGeom prst="flowChartTerminator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de-DE" altLang="zh-CN" dirty="0"/>
              </a:p>
            </p:txBody>
          </p:sp>
          <p:sp>
            <p:nvSpPr>
              <p:cNvPr id="23569" name="Text Box 37">
                <a:extLst>
                  <a:ext uri="{FF2B5EF4-FFF2-40B4-BE49-F238E27FC236}">
                    <a16:creationId xmlns:a16="http://schemas.microsoft.com/office/drawing/2014/main" id="{D903529E-EB5C-B00A-EEFC-B0F8A35FA4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20" y="3042"/>
                <a:ext cx="1089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de-DE" altLang="zh-CN" b="1" dirty="0"/>
                  <a:t>Stream </a:t>
                </a:r>
                <a:r>
                  <a:rPr lang="de-DE" altLang="zh-CN" b="1" dirty="0" err="1"/>
                  <a:t>Ciphers</a:t>
                </a:r>
                <a:endParaRPr lang="de-DE" altLang="zh-CN" b="1" dirty="0"/>
              </a:p>
            </p:txBody>
          </p:sp>
        </p:grpSp>
        <p:sp>
          <p:nvSpPr>
            <p:cNvPr id="23564" name="Line 45">
              <a:extLst>
                <a:ext uri="{FF2B5EF4-FFF2-40B4-BE49-F238E27FC236}">
                  <a16:creationId xmlns:a16="http://schemas.microsoft.com/office/drawing/2014/main" id="{FE72AA3B-58A7-447B-C2C2-70E8397132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1" y="2497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3565" name="Line 51">
              <a:extLst>
                <a:ext uri="{FF2B5EF4-FFF2-40B4-BE49-F238E27FC236}">
                  <a16:creationId xmlns:a16="http://schemas.microsoft.com/office/drawing/2014/main" id="{A960804C-E2FC-089B-CFD6-FE68FBA9D4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2724"/>
              <a:ext cx="14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3566" name="Line 52">
              <a:extLst>
                <a:ext uri="{FF2B5EF4-FFF2-40B4-BE49-F238E27FC236}">
                  <a16:creationId xmlns:a16="http://schemas.microsoft.com/office/drawing/2014/main" id="{6F792DF8-728B-C6A5-84B7-403E2C896A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2724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3567" name="Line 53">
              <a:extLst>
                <a:ext uri="{FF2B5EF4-FFF2-40B4-BE49-F238E27FC236}">
                  <a16:creationId xmlns:a16="http://schemas.microsoft.com/office/drawing/2014/main" id="{D3103A77-37C5-B12C-5191-69E21CC7F4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0" y="2724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</p:grpSp>
      <p:sp>
        <p:nvSpPr>
          <p:cNvPr id="46" name="Inhaltsplatzhalter 2">
            <a:extLst>
              <a:ext uri="{FF2B5EF4-FFF2-40B4-BE49-F238E27FC236}">
                <a16:creationId xmlns:a16="http://schemas.microsoft.com/office/drawing/2014/main" id="{94D29CA5-FF41-2E2D-6D95-041912BEF613}"/>
              </a:ext>
            </a:extLst>
          </p:cNvPr>
          <p:cNvSpPr txBox="1">
            <a:spLocks/>
          </p:cNvSpPr>
          <p:nvPr/>
        </p:nvSpPr>
        <p:spPr bwMode="auto">
          <a:xfrm>
            <a:off x="844550" y="5715000"/>
            <a:ext cx="6084888" cy="2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95263" indent="-195263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defRPr/>
            </a:pPr>
            <a:r>
              <a:rPr lang="en-US" sz="1600" kern="0" dirty="0">
                <a:latin typeface="+mn-lt"/>
              </a:rPr>
              <a:t>Stream Ciphers were invented in 1917 by Gilbert </a:t>
            </a:r>
            <a:r>
              <a:rPr lang="en-US" sz="1600" kern="0" dirty="0" err="1">
                <a:latin typeface="+mn-lt"/>
              </a:rPr>
              <a:t>Vernam</a:t>
            </a:r>
            <a:endParaRPr lang="en-US" sz="1600" kern="0" dirty="0">
              <a:latin typeface="+mn-lt"/>
            </a:endParaRPr>
          </a:p>
        </p:txBody>
      </p:sp>
      <p:sp>
        <p:nvSpPr>
          <p:cNvPr id="23561" name="Foliennummernplatzhalter 46">
            <a:extLst>
              <a:ext uri="{FF2B5EF4-FFF2-40B4-BE49-F238E27FC236}">
                <a16:creationId xmlns:a16="http://schemas.microsoft.com/office/drawing/2014/main" id="{3E2A97C3-077C-9CC7-B885-A1B8AB123F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B56DAD2-BBBA-7144-B707-51E578E81935}" type="slidenum">
              <a:rPr lang="de-DE" altLang="zh-CN">
                <a:solidFill>
                  <a:srgbClr val="394073"/>
                </a:solidFill>
              </a:rPr>
              <a:pPr/>
              <a:t>4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4">
            <a:extLst>
              <a:ext uri="{FF2B5EF4-FFF2-40B4-BE49-F238E27FC236}">
                <a16:creationId xmlns:a16="http://schemas.microsoft.com/office/drawing/2014/main" id="{E38B933F-EB0C-6425-E4F7-68AB610695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76213"/>
            <a:ext cx="6462713" cy="515937"/>
          </a:xfrm>
        </p:spPr>
        <p:txBody>
          <a:bodyPr/>
          <a:lstStyle/>
          <a:p>
            <a:r>
              <a:rPr lang="de-DE" altLang="zh-CN"/>
              <a:t>Stream Cipher vs. Block Cipher</a:t>
            </a:r>
          </a:p>
        </p:txBody>
      </p:sp>
      <p:sp>
        <p:nvSpPr>
          <p:cNvPr id="500773" name="Rectangle 37">
            <a:extLst>
              <a:ext uri="{FF2B5EF4-FFF2-40B4-BE49-F238E27FC236}">
                <a16:creationId xmlns:a16="http://schemas.microsoft.com/office/drawing/2014/main" id="{21E884C3-F912-81D1-0138-19960D712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143250"/>
            <a:ext cx="7251700" cy="283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Char char="•"/>
            </a:pPr>
            <a:r>
              <a:rPr lang="en-US" altLang="zh-CN" sz="1600" b="1">
                <a:ea typeface="宋体" panose="02010600030101010101" pitchFamily="2" charset="-122"/>
              </a:rPr>
              <a:t>Stream Ciphers</a:t>
            </a:r>
          </a:p>
          <a:p>
            <a:pPr lvl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1600">
                <a:ea typeface="宋体" panose="02010600030101010101" pitchFamily="2" charset="-122"/>
              </a:rPr>
              <a:t>Encrypt bits individually</a:t>
            </a:r>
          </a:p>
          <a:p>
            <a:pPr lvl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1600">
                <a:ea typeface="宋体" panose="02010600030101010101" pitchFamily="2" charset="-122"/>
              </a:rPr>
              <a:t>Usually small and fast </a:t>
            </a:r>
            <a:r>
              <a:rPr lang="en-US" altLang="zh-CN" sz="1600">
                <a:ea typeface="宋体" panose="02010600030101010101" pitchFamily="2" charset="-122"/>
                <a:sym typeface="Wingdings" pitchFamily="2" charset="2"/>
              </a:rPr>
              <a:t> common in embedded devices (e.g., A5/1 for GSM phones)</a:t>
            </a:r>
          </a:p>
          <a:p>
            <a:pPr lvl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1600" b="1"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1600" b="1">
                <a:ea typeface="宋体" panose="02010600030101010101" pitchFamily="2" charset="-122"/>
              </a:rPr>
              <a:t>Block Ciphers:</a:t>
            </a:r>
          </a:p>
          <a:p>
            <a:pPr lvl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1600">
                <a:ea typeface="宋体" panose="02010600030101010101" pitchFamily="2" charset="-122"/>
              </a:rPr>
              <a:t>Always encrypt a full block (several bits)</a:t>
            </a:r>
          </a:p>
          <a:p>
            <a:pPr lvl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1600">
                <a:ea typeface="宋体" panose="02010600030101010101" pitchFamily="2" charset="-122"/>
              </a:rPr>
              <a:t>Are common for Internet applications </a:t>
            </a:r>
          </a:p>
        </p:txBody>
      </p:sp>
      <p:pic>
        <p:nvPicPr>
          <p:cNvPr id="24581" name="Picture 38" descr="F:\Arbeit\book\grundlagen_krypto\graphics\blockcipher_vs_streamcipher1.png">
            <a:extLst>
              <a:ext uri="{FF2B5EF4-FFF2-40B4-BE49-F238E27FC236}">
                <a16:creationId xmlns:a16="http://schemas.microsoft.com/office/drawing/2014/main" id="{3D2C1DF1-3E67-918E-0523-5DFA2FF9A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1214438"/>
            <a:ext cx="4624387" cy="145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2" name="Picture 39" descr="F:\Arbeit\book\grundlagen_krypto\graphics\blockcipher_vs_streamcipher2.png">
            <a:extLst>
              <a:ext uri="{FF2B5EF4-FFF2-40B4-BE49-F238E27FC236}">
                <a16:creationId xmlns:a16="http://schemas.microsoft.com/office/drawing/2014/main" id="{603F5F1B-DAC7-E8C2-122E-101A653AD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7138" y="1214438"/>
            <a:ext cx="3821112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3" name="Foliennummernplatzhalter 7">
            <a:extLst>
              <a:ext uri="{FF2B5EF4-FFF2-40B4-BE49-F238E27FC236}">
                <a16:creationId xmlns:a16="http://schemas.microsoft.com/office/drawing/2014/main" id="{360E9768-BDB7-B39F-7173-79926B7A3D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75CE7C4-7239-804C-A9FB-085DC8294A5E}" type="slidenum">
              <a:rPr lang="de-DE" altLang="zh-CN">
                <a:solidFill>
                  <a:srgbClr val="394073"/>
                </a:solidFill>
              </a:rPr>
              <a:pPr/>
              <a:t>5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077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el 1">
            <a:extLst>
              <a:ext uri="{FF2B5EF4-FFF2-40B4-BE49-F238E27FC236}">
                <a16:creationId xmlns:a16="http://schemas.microsoft.com/office/drawing/2014/main" id="{08226552-4BC6-3EB9-E0FF-E99CFA394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Encryption and Decryption with Stream Ciphers</a:t>
            </a:r>
          </a:p>
        </p:txBody>
      </p:sp>
      <p:sp>
        <p:nvSpPr>
          <p:cNvPr id="25603" name="Inhaltsplatzhalter 2">
            <a:extLst>
              <a:ext uri="{FF2B5EF4-FFF2-40B4-BE49-F238E27FC236}">
                <a16:creationId xmlns:a16="http://schemas.microsoft.com/office/drawing/2014/main" id="{8EE3E690-6503-FB3F-37BF-288F8DF13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0" y="3714750"/>
            <a:ext cx="7429500" cy="178435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Encryption and decryption are simple additions modulo 2 (aka XOR)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Encryption and decryption are the same functions</a:t>
            </a:r>
          </a:p>
          <a:p>
            <a:endParaRPr lang="en-US" altLang="zh-CN" b="1" dirty="0">
              <a:ea typeface="宋体" panose="02010600030101010101" pitchFamily="2" charset="-122"/>
            </a:endParaRPr>
          </a:p>
          <a:p>
            <a:r>
              <a:rPr lang="en-US" altLang="zh-CN" b="1" dirty="0">
                <a:ea typeface="宋体" panose="02010600030101010101" pitchFamily="2" charset="-122"/>
              </a:rPr>
              <a:t>Encryption:  </a:t>
            </a:r>
            <a:r>
              <a:rPr lang="en-US" altLang="zh-CN" i="1" dirty="0" err="1">
                <a:ea typeface="宋体" panose="02010600030101010101" pitchFamily="2" charset="-122"/>
              </a:rPr>
              <a:t>y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i="1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= </a:t>
            </a:r>
            <a:r>
              <a:rPr lang="en-US" altLang="zh-CN" dirty="0" err="1">
                <a:ea typeface="宋体" panose="02010600030101010101" pitchFamily="2" charset="-122"/>
              </a:rPr>
              <a:t>e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si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i="1" dirty="0">
                <a:ea typeface="宋体" panose="02010600030101010101" pitchFamily="2" charset="-122"/>
              </a:rPr>
              <a:t>x</a:t>
            </a:r>
            <a:r>
              <a:rPr lang="en-US" altLang="zh-CN" i="1" baseline="-25000" dirty="0"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 ) = </a:t>
            </a:r>
            <a:r>
              <a:rPr lang="en-US" altLang="zh-CN" i="1" dirty="0">
                <a:ea typeface="宋体" panose="02010600030101010101" pitchFamily="2" charset="-122"/>
              </a:rPr>
              <a:t>x</a:t>
            </a:r>
            <a:r>
              <a:rPr lang="en-US" altLang="zh-CN" i="1" baseline="-25000" dirty="0"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 + </a:t>
            </a:r>
            <a:r>
              <a:rPr lang="en-US" altLang="zh-CN" i="1" dirty="0" err="1">
                <a:ea typeface="宋体" panose="02010600030101010101" pitchFamily="2" charset="-122"/>
              </a:rPr>
              <a:t>s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 mod 2	</a:t>
            </a:r>
            <a:r>
              <a:rPr lang="en-US" altLang="zh-CN" i="1" dirty="0">
                <a:ea typeface="宋体" panose="02010600030101010101" pitchFamily="2" charset="-122"/>
              </a:rPr>
              <a:t>x</a:t>
            </a:r>
            <a:r>
              <a:rPr lang="en-US" altLang="zh-CN" i="1" baseline="-25000" dirty="0">
                <a:ea typeface="宋体" panose="02010600030101010101" pitchFamily="2" charset="-122"/>
              </a:rPr>
              <a:t>i</a:t>
            </a:r>
            <a:r>
              <a:rPr lang="en-US" altLang="zh-CN" i="1" dirty="0">
                <a:ea typeface="宋体" panose="02010600030101010101" pitchFamily="2" charset="-122"/>
              </a:rPr>
              <a:t> , </a:t>
            </a:r>
            <a:r>
              <a:rPr lang="en-US" altLang="zh-CN" i="1" dirty="0" err="1">
                <a:ea typeface="宋体" panose="02010600030101010101" pitchFamily="2" charset="-122"/>
              </a:rPr>
              <a:t>y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i="1" dirty="0">
                <a:ea typeface="宋体" panose="02010600030101010101" pitchFamily="2" charset="-122"/>
              </a:rPr>
              <a:t> , </a:t>
            </a:r>
            <a:r>
              <a:rPr lang="en-US" altLang="zh-CN" i="1" dirty="0" err="1">
                <a:ea typeface="宋体" panose="02010600030101010101" pitchFamily="2" charset="-122"/>
              </a:rPr>
              <a:t>s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i="1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ea typeface="宋体" panose="02010600030101010101" pitchFamily="2" charset="-122"/>
                <a:cs typeface="Arial" panose="020B0604020202020204" pitchFamily="34" charset="0"/>
              </a:rPr>
              <a:t>∈ </a:t>
            </a:r>
            <a:r>
              <a:rPr lang="en-US" altLang="zh-CN" dirty="0">
                <a:ea typeface="宋体" panose="02010600030101010101" pitchFamily="2" charset="-122"/>
                <a:cs typeface="Arial" panose="020B0604020202020204" pitchFamily="34" charset="0"/>
              </a:rPr>
              <a:t>{0,1}</a:t>
            </a:r>
            <a:endParaRPr lang="en-US" altLang="zh-CN" b="1" dirty="0">
              <a:ea typeface="宋体" panose="02010600030101010101" pitchFamily="2" charset="-122"/>
            </a:endParaRPr>
          </a:p>
          <a:p>
            <a:r>
              <a:rPr lang="en-US" altLang="zh-CN" b="1" dirty="0">
                <a:ea typeface="宋体" panose="02010600030101010101" pitchFamily="2" charset="-122"/>
              </a:rPr>
              <a:t>Decryption:  </a:t>
            </a:r>
            <a:r>
              <a:rPr lang="en-US" altLang="zh-CN" i="1" dirty="0">
                <a:ea typeface="宋体" panose="02010600030101010101" pitchFamily="2" charset="-122"/>
              </a:rPr>
              <a:t>x</a:t>
            </a:r>
            <a:r>
              <a:rPr lang="en-US" altLang="zh-CN" i="1" baseline="-25000" dirty="0">
                <a:ea typeface="宋体" panose="02010600030101010101" pitchFamily="2" charset="-122"/>
              </a:rPr>
              <a:t>i</a:t>
            </a:r>
            <a:r>
              <a:rPr lang="en-US" altLang="zh-CN" i="1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= </a:t>
            </a:r>
            <a:r>
              <a:rPr lang="en-US" altLang="zh-CN" dirty="0" err="1">
                <a:ea typeface="宋体" panose="02010600030101010101" pitchFamily="2" charset="-122"/>
              </a:rPr>
              <a:t>e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si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i="1" dirty="0" err="1">
                <a:ea typeface="宋体" panose="02010600030101010101" pitchFamily="2" charset="-122"/>
              </a:rPr>
              <a:t>y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i="1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) = </a:t>
            </a:r>
            <a:r>
              <a:rPr lang="en-US" altLang="zh-CN" i="1" dirty="0" err="1">
                <a:ea typeface="宋体" panose="02010600030101010101" pitchFamily="2" charset="-122"/>
              </a:rPr>
              <a:t>y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i="1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+ </a:t>
            </a:r>
            <a:r>
              <a:rPr lang="en-US" altLang="zh-CN" i="1" dirty="0" err="1">
                <a:ea typeface="宋体" panose="02010600030101010101" pitchFamily="2" charset="-122"/>
              </a:rPr>
              <a:t>s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 mod 2</a:t>
            </a:r>
            <a:endParaRPr lang="en-US" altLang="zh-CN" b="1" dirty="0">
              <a:ea typeface="宋体" panose="02010600030101010101" pitchFamily="2" charset="-122"/>
            </a:endParaRPr>
          </a:p>
        </p:txBody>
      </p:sp>
      <p:pic>
        <p:nvPicPr>
          <p:cNvPr id="25605" name="Picture 2" descr="F:\Arbeit\book\grundlagen_krypto\graphics\mod2addencr_with_channel.png">
            <a:extLst>
              <a:ext uri="{FF2B5EF4-FFF2-40B4-BE49-F238E27FC236}">
                <a16:creationId xmlns:a16="http://schemas.microsoft.com/office/drawing/2014/main" id="{F0A61056-5733-D6CB-9754-32E05B562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575" y="1643063"/>
            <a:ext cx="7083425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94B0F454-AF38-FED5-534C-AB73AD251CD6}"/>
              </a:ext>
            </a:extLst>
          </p:cNvPr>
          <p:cNvSpPr txBox="1">
            <a:spLocks/>
          </p:cNvSpPr>
          <p:nvPr/>
        </p:nvSpPr>
        <p:spPr bwMode="auto">
          <a:xfrm>
            <a:off x="844550" y="857250"/>
            <a:ext cx="6084888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95263" indent="-195263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defRPr/>
            </a:pPr>
            <a:r>
              <a:rPr lang="en-US" sz="1600" kern="0" dirty="0">
                <a:latin typeface="+mn-lt"/>
              </a:rPr>
              <a:t>Plaintext </a:t>
            </a:r>
            <a:r>
              <a:rPr lang="en-US" sz="1600" i="1" kern="0" dirty="0">
                <a:latin typeface="+mn-lt"/>
              </a:rPr>
              <a:t>x</a:t>
            </a:r>
            <a:r>
              <a:rPr lang="en-US" sz="1600" i="1" kern="0" baseline="-25000" dirty="0">
                <a:latin typeface="+mn-lt"/>
              </a:rPr>
              <a:t>i</a:t>
            </a:r>
            <a:r>
              <a:rPr lang="en-US" kern="0" dirty="0">
                <a:latin typeface="+mn-lt"/>
              </a:rPr>
              <a:t>,</a:t>
            </a:r>
            <a:r>
              <a:rPr lang="en-US" sz="1600" kern="0" dirty="0">
                <a:latin typeface="+mn-lt"/>
              </a:rPr>
              <a:t> </a:t>
            </a:r>
            <a:r>
              <a:rPr lang="en-US" sz="1600" kern="0" dirty="0" err="1">
                <a:latin typeface="+mn-lt"/>
              </a:rPr>
              <a:t>ciphertext</a:t>
            </a:r>
            <a:r>
              <a:rPr lang="en-US" sz="1600" kern="0" dirty="0">
                <a:latin typeface="+mn-lt"/>
              </a:rPr>
              <a:t> </a:t>
            </a:r>
            <a:r>
              <a:rPr lang="en-US" sz="1600" i="1" kern="0" dirty="0" err="1">
                <a:latin typeface="+mn-lt"/>
              </a:rPr>
              <a:t>y</a:t>
            </a:r>
            <a:r>
              <a:rPr lang="en-US" sz="1600" i="1" kern="0" baseline="-25000" dirty="0" err="1">
                <a:latin typeface="+mn-lt"/>
              </a:rPr>
              <a:t>i</a:t>
            </a:r>
            <a:r>
              <a:rPr lang="en-US" i="1" kern="0" dirty="0">
                <a:latin typeface="+mn-lt"/>
              </a:rPr>
              <a:t> </a:t>
            </a:r>
            <a:r>
              <a:rPr lang="en-US" sz="1600" kern="0" dirty="0">
                <a:latin typeface="+mn-lt"/>
              </a:rPr>
              <a:t>and key stream </a:t>
            </a:r>
            <a:r>
              <a:rPr lang="en-US" sz="1600" i="1" kern="0" dirty="0" err="1">
                <a:latin typeface="+mn-lt"/>
              </a:rPr>
              <a:t>s</a:t>
            </a:r>
            <a:r>
              <a:rPr lang="en-US" i="1" kern="0" baseline="-25000" dirty="0" err="1">
                <a:latin typeface="+mn-lt"/>
              </a:rPr>
              <a:t>i</a:t>
            </a:r>
            <a:r>
              <a:rPr lang="en-US" sz="1600" kern="0" dirty="0">
                <a:latin typeface="+mn-lt"/>
              </a:rPr>
              <a:t> consist of individual bits</a:t>
            </a:r>
          </a:p>
        </p:txBody>
      </p:sp>
      <p:sp>
        <p:nvSpPr>
          <p:cNvPr id="25607" name="Foliennummernplatzhalter 7">
            <a:extLst>
              <a:ext uri="{FF2B5EF4-FFF2-40B4-BE49-F238E27FC236}">
                <a16:creationId xmlns:a16="http://schemas.microsoft.com/office/drawing/2014/main" id="{05041D73-4B3E-D3D2-6EF3-4974F755E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83CC6D2-73E4-C446-8BC5-843EA5BE4945}" type="slidenum">
              <a:rPr lang="de-DE" altLang="zh-CN">
                <a:solidFill>
                  <a:srgbClr val="394073"/>
                </a:solidFill>
              </a:rPr>
              <a:pPr/>
              <a:t>6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10DC9271-95CB-D367-F4E5-C8BD119A76DF}"/>
                  </a:ext>
                </a:extLst>
              </p14:cNvPr>
              <p14:cNvContentPartPr/>
              <p14:nvPr/>
            </p14:nvContentPartPr>
            <p14:xfrm>
              <a:off x="1995840" y="1206720"/>
              <a:ext cx="5083560" cy="8460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10DC9271-95CB-D367-F4E5-C8BD119A76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86480" y="1197360"/>
                <a:ext cx="5102280" cy="864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4">
            <a:extLst>
              <a:ext uri="{FF2B5EF4-FFF2-40B4-BE49-F238E27FC236}">
                <a16:creationId xmlns:a16="http://schemas.microsoft.com/office/drawing/2014/main" id="{3FEEFD05-DB9D-C8F3-D159-0468D7DD08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76213"/>
            <a:ext cx="6462713" cy="515937"/>
          </a:xfrm>
        </p:spPr>
        <p:txBody>
          <a:bodyPr/>
          <a:lstStyle/>
          <a:p>
            <a:r>
              <a:rPr lang="de-DE" altLang="zh-CN"/>
              <a:t>Synchronous vs. Asynchronous Stream Cipher</a:t>
            </a:r>
          </a:p>
        </p:txBody>
      </p:sp>
      <p:sp>
        <p:nvSpPr>
          <p:cNvPr id="500773" name="Rectangle 37">
            <a:extLst>
              <a:ext uri="{FF2B5EF4-FFF2-40B4-BE49-F238E27FC236}">
                <a16:creationId xmlns:a16="http://schemas.microsoft.com/office/drawing/2014/main" id="{BC5A2085-02B3-B1E8-BCF8-89666A737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238500"/>
            <a:ext cx="7748588" cy="330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1600">
                <a:ea typeface="宋体" panose="02010600030101010101" pitchFamily="2" charset="-122"/>
              </a:rPr>
              <a:t>Security of stream cipher depends entirely on the key stream </a:t>
            </a:r>
            <a:r>
              <a:rPr lang="en-US" altLang="zh-CN" sz="1600" i="1">
                <a:ea typeface="宋体" panose="02010600030101010101" pitchFamily="2" charset="-122"/>
              </a:rPr>
              <a:t>s</a:t>
            </a:r>
            <a:r>
              <a:rPr lang="en-US" altLang="zh-CN" sz="1600" i="1" baseline="-25000">
                <a:ea typeface="宋体" panose="02010600030101010101" pitchFamily="2" charset="-122"/>
              </a:rPr>
              <a:t>i</a:t>
            </a:r>
            <a:r>
              <a:rPr lang="en-US" altLang="zh-CN" sz="1600">
                <a:ea typeface="宋体" panose="02010600030101010101" pitchFamily="2" charset="-122"/>
              </a:rPr>
              <a:t> :</a:t>
            </a:r>
          </a:p>
          <a:p>
            <a:pPr lvl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1600">
                <a:ea typeface="宋体" panose="02010600030101010101" pitchFamily="2" charset="-122"/>
              </a:rPr>
              <a:t>Should be </a:t>
            </a:r>
            <a:r>
              <a:rPr lang="en-US" altLang="zh-CN" sz="1600" b="1">
                <a:ea typeface="宋体" panose="02010600030101010101" pitchFamily="2" charset="-122"/>
              </a:rPr>
              <a:t>random </a:t>
            </a:r>
            <a:r>
              <a:rPr lang="en-US" altLang="zh-CN" sz="1600">
                <a:ea typeface="宋体" panose="02010600030101010101" pitchFamily="2" charset="-122"/>
              </a:rPr>
              <a:t>, i.e.,  Pr(</a:t>
            </a:r>
            <a:r>
              <a:rPr lang="en-US" altLang="zh-CN" sz="1600" i="1">
                <a:ea typeface="宋体" panose="02010600030101010101" pitchFamily="2" charset="-122"/>
              </a:rPr>
              <a:t>s</a:t>
            </a:r>
            <a:r>
              <a:rPr lang="en-US" altLang="zh-CN" sz="1600" i="1" baseline="-25000">
                <a:ea typeface="宋体" panose="02010600030101010101" pitchFamily="2" charset="-122"/>
              </a:rPr>
              <a:t>i</a:t>
            </a:r>
            <a:r>
              <a:rPr lang="en-US" altLang="zh-CN" sz="1600">
                <a:ea typeface="宋体" panose="02010600030101010101" pitchFamily="2" charset="-122"/>
              </a:rPr>
              <a:t> = 0) = Pr(</a:t>
            </a:r>
            <a:r>
              <a:rPr lang="en-US" altLang="zh-CN" sz="1600" i="1">
                <a:ea typeface="宋体" panose="02010600030101010101" pitchFamily="2" charset="-122"/>
              </a:rPr>
              <a:t>s</a:t>
            </a:r>
            <a:r>
              <a:rPr lang="en-US" altLang="zh-CN" sz="1600" i="1" baseline="-25000">
                <a:ea typeface="宋体" panose="02010600030101010101" pitchFamily="2" charset="-122"/>
              </a:rPr>
              <a:t>i</a:t>
            </a:r>
            <a:r>
              <a:rPr lang="en-US" altLang="zh-CN" sz="1600">
                <a:ea typeface="宋体" panose="02010600030101010101" pitchFamily="2" charset="-122"/>
              </a:rPr>
              <a:t> = 1) = 0.5</a:t>
            </a:r>
            <a:endParaRPr lang="en-US" altLang="zh-CN" sz="1600" b="1">
              <a:ea typeface="宋体" panose="02010600030101010101" pitchFamily="2" charset="-122"/>
            </a:endParaRPr>
          </a:p>
          <a:p>
            <a:pPr lvl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1600">
                <a:ea typeface="宋体" panose="02010600030101010101" pitchFamily="2" charset="-122"/>
              </a:rPr>
              <a:t>Must be </a:t>
            </a:r>
            <a:r>
              <a:rPr lang="en-US" altLang="zh-CN" sz="1600" b="1">
                <a:ea typeface="宋体" panose="02010600030101010101" pitchFamily="2" charset="-122"/>
              </a:rPr>
              <a:t>reproducible</a:t>
            </a:r>
            <a:r>
              <a:rPr lang="en-US" altLang="zh-CN" sz="1600">
                <a:ea typeface="宋体" panose="02010600030101010101" pitchFamily="2" charset="-122"/>
              </a:rPr>
              <a:t> by sender and receiver</a:t>
            </a:r>
          </a:p>
          <a:p>
            <a:pPr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Char char="•"/>
            </a:pPr>
            <a:endParaRPr lang="en-US" altLang="zh-CN" sz="1600" b="1"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Char char="•"/>
            </a:pPr>
            <a:r>
              <a:rPr lang="en-US" altLang="zh-CN" sz="1600" b="1">
                <a:ea typeface="宋体" panose="02010600030101010101" pitchFamily="2" charset="-122"/>
              </a:rPr>
              <a:t>Synchronous Stream Cipher</a:t>
            </a:r>
          </a:p>
          <a:p>
            <a:pPr lvl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zh-CN" sz="1600">
                <a:ea typeface="宋体" panose="02010600030101010101" pitchFamily="2" charset="-122"/>
              </a:rPr>
              <a:t>Key stream depend only on the key (and possibly an initialization vector IV)</a:t>
            </a:r>
            <a:endParaRPr lang="en-US" altLang="zh-CN" sz="1600">
              <a:ea typeface="宋体" panose="02010600030101010101" pitchFamily="2" charset="-122"/>
              <a:sym typeface="Wingdings" pitchFamily="2" charset="2"/>
            </a:endParaRPr>
          </a:p>
          <a:p>
            <a:pPr lvl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sz="1600" b="1"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Char char="•"/>
            </a:pPr>
            <a:r>
              <a:rPr lang="en-US" altLang="zh-CN" sz="1600" b="1">
                <a:ea typeface="宋体" panose="02010600030101010101" pitchFamily="2" charset="-122"/>
              </a:rPr>
              <a:t>Asynchronous Stream Ciphers</a:t>
            </a:r>
          </a:p>
          <a:p>
            <a:pPr lvl="1">
              <a:lnSpc>
                <a:spcPct val="125000"/>
              </a:lnSpc>
              <a:spcBef>
                <a:spcPct val="25000"/>
              </a:spcBef>
              <a:buClr>
                <a:srgbClr val="007AC2"/>
              </a:buClr>
              <a:buSzPct val="120000"/>
              <a:buFontTx/>
              <a:buChar char="•"/>
            </a:pPr>
            <a:r>
              <a:rPr lang="en-US" altLang="zh-CN" sz="1600">
                <a:ea typeface="宋体" panose="02010600030101010101" pitchFamily="2" charset="-122"/>
              </a:rPr>
              <a:t>Key stream depends also on the ciphertext (dotted feedback enabled)</a:t>
            </a:r>
          </a:p>
        </p:txBody>
      </p:sp>
      <p:pic>
        <p:nvPicPr>
          <p:cNvPr id="26629" name="Picture 2" descr="F:\Arbeit\book\grundlagen_krypto\graphics\asynch.png">
            <a:extLst>
              <a:ext uri="{FF2B5EF4-FFF2-40B4-BE49-F238E27FC236}">
                <a16:creationId xmlns:a16="http://schemas.microsoft.com/office/drawing/2014/main" id="{33A3DB9B-43C8-4BF1-F6D6-0D0E94255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644525"/>
            <a:ext cx="4572000" cy="242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0" name="Foliennummernplatzhalter 6">
            <a:extLst>
              <a:ext uri="{FF2B5EF4-FFF2-40B4-BE49-F238E27FC236}">
                <a16:creationId xmlns:a16="http://schemas.microsoft.com/office/drawing/2014/main" id="{5E65321E-A106-406B-3397-957E6A9B6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FDAB696-D63D-9848-B078-06DAAF256691}" type="slidenum">
              <a:rPr lang="de-DE" altLang="zh-CN">
                <a:solidFill>
                  <a:srgbClr val="394073"/>
                </a:solidFill>
              </a:rPr>
              <a:pPr/>
              <a:t>7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10319277-094B-2A63-6055-1E15A098E9BB}"/>
                  </a:ext>
                </a:extLst>
              </p14:cNvPr>
              <p14:cNvContentPartPr/>
              <p14:nvPr/>
            </p14:nvContentPartPr>
            <p14:xfrm>
              <a:off x="3653640" y="651240"/>
              <a:ext cx="2469960" cy="48049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10319277-094B-2A63-6055-1E15A098E9B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44280" y="641880"/>
                <a:ext cx="2488680" cy="4823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077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XOR </a:t>
            </a:r>
            <a:r>
              <a:rPr lang="en-US" altLang="zh-CN" dirty="0"/>
              <a:t>(Exclusive-OR)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905000"/>
            <a:ext cx="8686800" cy="40957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XOR of two strings in {0,1}</a:t>
            </a:r>
            <a:r>
              <a:rPr lang="en-US" baseline="30000" dirty="0"/>
              <a:t>n</a:t>
            </a:r>
            <a:r>
              <a:rPr lang="en-US" dirty="0"/>
              <a:t>  is their bit-wise addition mod 2</a:t>
            </a:r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4876800" y="3048000"/>
            <a:ext cx="3352800" cy="1981200"/>
            <a:chOff x="4419600" y="2266950"/>
            <a:chExt cx="3352800" cy="1981200"/>
          </a:xfrm>
        </p:grpSpPr>
        <p:sp>
          <p:nvSpPr>
            <p:cNvPr id="5" name="Rounded Rectangle 4"/>
            <p:cNvSpPr/>
            <p:nvPr/>
          </p:nvSpPr>
          <p:spPr>
            <a:xfrm>
              <a:off x="4419600" y="2266950"/>
              <a:ext cx="3352800" cy="1981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909638"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909638" algn="l"/>
                </a:tabLst>
              </a:pPr>
              <a:r>
                <a:rPr lang="en-US" sz="2800" dirty="0">
                  <a:solidFill>
                    <a:srgbClr val="0000FF"/>
                  </a:solidFill>
                  <a:latin typeface="Calibri"/>
                </a:rPr>
                <a:t>0  1  1  0  1  1  1</a:t>
              </a:r>
            </a:p>
            <a:p>
              <a:pPr defTabSz="909638" eaLnBrk="1" fontAlgn="auto" hangingPunct="1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tabLst>
                  <a:tab pos="909638" algn="l"/>
                </a:tabLst>
              </a:pPr>
              <a:r>
                <a:rPr lang="en-US" sz="2800" dirty="0">
                  <a:solidFill>
                    <a:srgbClr val="0000FF"/>
                  </a:solidFill>
                  <a:latin typeface="Calibri"/>
                </a:rPr>
                <a:t>1  0  1  1  0  1  0</a:t>
              </a:r>
            </a:p>
          </p:txBody>
        </p:sp>
        <p:cxnSp>
          <p:nvCxnSpPr>
            <p:cNvPr id="6" name="Straight Connector 5"/>
            <p:cNvCxnSpPr/>
            <p:nvPr/>
          </p:nvCxnSpPr>
          <p:spPr>
            <a:xfrm>
              <a:off x="4648200" y="3562350"/>
              <a:ext cx="23622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6934200" y="2495550"/>
              <a:ext cx="69442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4000" dirty="0">
                  <a:solidFill>
                    <a:prstClr val="black"/>
                  </a:solidFill>
                  <a:latin typeface="Calibri"/>
                </a:rPr>
                <a:t>⊕</a:t>
              </a:r>
            </a:p>
          </p:txBody>
        </p:sp>
      </p:grpSp>
      <p:sp>
        <p:nvSpPr>
          <p:cNvPr id="4" name="Rectangle 3"/>
          <p:cNvSpPr/>
          <p:nvPr/>
        </p:nvSpPr>
        <p:spPr>
          <a:xfrm>
            <a:off x="6096000" y="4495800"/>
            <a:ext cx="13716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/>
              <p14:cNvContentPartPr/>
              <p14:nvPr/>
            </p14:nvContentPartPr>
            <p14:xfrm>
              <a:off x="264960" y="3077370"/>
              <a:ext cx="6976800" cy="176580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5600" y="3068010"/>
                <a:ext cx="6995520" cy="178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/>
              <p14:cNvContentPartPr/>
              <p14:nvPr/>
            </p14:nvContentPartPr>
            <p14:xfrm>
              <a:off x="779760" y="3105810"/>
              <a:ext cx="14760" cy="161568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0400" y="3096450"/>
                <a:ext cx="33480" cy="163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3260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important property of XOR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905000"/>
            <a:ext cx="8686800" cy="4095750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 err="1"/>
              <a:t>Thm</a:t>
            </a:r>
            <a:r>
              <a:rPr lang="en-US" dirty="0"/>
              <a:t>:	Y a rand. var. over {0,1}</a:t>
            </a:r>
            <a:r>
              <a:rPr lang="en-US" baseline="30000" dirty="0"/>
              <a:t>n</a:t>
            </a:r>
            <a:r>
              <a:rPr lang="en-US" dirty="0"/>
              <a:t> ,    X an </a:t>
            </a:r>
            <a:r>
              <a:rPr lang="en-US" dirty="0" err="1"/>
              <a:t>indep</a:t>
            </a:r>
            <a:r>
              <a:rPr lang="en-US" dirty="0"/>
              <a:t>. uniform var. on {0,1}</a:t>
            </a:r>
            <a:r>
              <a:rPr lang="en-US" baseline="30000" dirty="0"/>
              <a:t>n</a:t>
            </a:r>
            <a:r>
              <a:rPr lang="en-US" dirty="0"/>
              <a:t> </a:t>
            </a:r>
          </a:p>
          <a:p>
            <a:pPr marL="0" indent="0">
              <a:spcBef>
                <a:spcPts val="1776"/>
              </a:spcBef>
              <a:buNone/>
            </a:pPr>
            <a:r>
              <a:rPr lang="en-US" dirty="0"/>
              <a:t>	Then    Z := Y⨁X   is uniform var. on {0,1}</a:t>
            </a:r>
            <a:r>
              <a:rPr lang="en-US" baseline="30000" dirty="0"/>
              <a:t>n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Proof</a:t>
            </a:r>
            <a:r>
              <a:rPr lang="en-US" dirty="0"/>
              <a:t>:    (for n=1)</a:t>
            </a:r>
          </a:p>
          <a:p>
            <a:pPr marL="0" indent="0">
              <a:spcBef>
                <a:spcPts val="1824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Pr</a:t>
            </a:r>
            <a:r>
              <a:rPr lang="en-US" dirty="0"/>
              <a:t>[ Z=0 ] = 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736560" y="3291570"/>
              <a:ext cx="6783840" cy="26524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7200" y="3282210"/>
                <a:ext cx="6802560" cy="267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80E3D463-652A-58A6-E473-5B69B36CF0CF}"/>
                  </a:ext>
                </a:extLst>
              </p14:cNvPr>
              <p14:cNvContentPartPr/>
              <p14:nvPr/>
            </p14:nvContentPartPr>
            <p14:xfrm>
              <a:off x="1828080" y="2885400"/>
              <a:ext cx="2408400" cy="83700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80E3D463-652A-58A6-E473-5B69B36CF0C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18720" y="2876040"/>
                <a:ext cx="2427120" cy="85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10D9A674-EE89-5148-018C-238C04E88F44}"/>
                  </a:ext>
                </a:extLst>
              </p14:cNvPr>
              <p14:cNvContentPartPr/>
              <p14:nvPr/>
            </p14:nvContentPartPr>
            <p14:xfrm>
              <a:off x="879840" y="2936520"/>
              <a:ext cx="4411080" cy="77508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10D9A674-EE89-5148-018C-238C04E88F4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70480" y="2927160"/>
                <a:ext cx="4429800" cy="79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40902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el 1">
            <a:extLst>
              <a:ext uri="{FF2B5EF4-FFF2-40B4-BE49-F238E27FC236}">
                <a16:creationId xmlns:a16="http://schemas.microsoft.com/office/drawing/2014/main" id="{E74C1CCE-B934-4E49-EF2F-4E43D01EA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322263"/>
            <a:ext cx="7243762" cy="515937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Why is Modulo 2 Addition a Good Encryption Function?</a:t>
            </a:r>
          </a:p>
        </p:txBody>
      </p:sp>
      <p:sp>
        <p:nvSpPr>
          <p:cNvPr id="27651" name="Inhaltsplatzhalter 2">
            <a:extLst>
              <a:ext uri="{FF2B5EF4-FFF2-40B4-BE49-F238E27FC236}">
                <a16:creationId xmlns:a16="http://schemas.microsoft.com/office/drawing/2014/main" id="{7DCEA5C8-0D12-0CF6-48DE-91CB597EF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813" y="1000125"/>
            <a:ext cx="7818635" cy="283210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Modulo 2 addition is equivalent to XOR operation</a:t>
            </a:r>
          </a:p>
          <a:p>
            <a:pPr>
              <a:buFontTx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For perfectly random key stream </a:t>
            </a:r>
            <a:r>
              <a:rPr lang="en-US" altLang="zh-CN" i="1" dirty="0" err="1">
                <a:ea typeface="宋体" panose="02010600030101010101" pitchFamily="2" charset="-122"/>
              </a:rPr>
              <a:t>s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 , each ciphertext output bit has a 50% chance to be 0 or 1 </a:t>
            </a:r>
          </a:p>
          <a:p>
            <a:pPr>
              <a:buFontTx/>
              <a:buNone/>
            </a:pPr>
            <a:r>
              <a:rPr lang="en-US" altLang="zh-CN" dirty="0">
                <a:ea typeface="宋体" panose="02010600030101010101" pitchFamily="2" charset="-122"/>
                <a:sym typeface="Wingdings" pitchFamily="2" charset="2"/>
              </a:rPr>
              <a:t>	 Good statistic property for ciphertext</a:t>
            </a:r>
          </a:p>
          <a:p>
            <a:endParaRPr lang="en-US" altLang="zh-CN" dirty="0">
              <a:ea typeface="宋体" panose="02010600030101010101" pitchFamily="2" charset="-122"/>
              <a:sym typeface="Wingdings" pitchFamily="2" charset="2"/>
            </a:endParaRPr>
          </a:p>
          <a:p>
            <a:r>
              <a:rPr lang="en-US" altLang="zh-CN" dirty="0">
                <a:ea typeface="宋体" panose="02010600030101010101" pitchFamily="2" charset="-122"/>
                <a:sym typeface="Wingdings" pitchFamily="2" charset="2"/>
              </a:rPr>
              <a:t>Inverting XOR is simple, since it is the same XOR operation</a:t>
            </a:r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36610104-7F53-A95F-A6AD-2767A5725C97}"/>
              </a:ext>
            </a:extLst>
          </p:cNvPr>
          <p:cNvGraphicFramePr>
            <a:graphicFrameLocks noGrp="1"/>
          </p:cNvGraphicFramePr>
          <p:nvPr/>
        </p:nvGraphicFramePr>
        <p:xfrm>
          <a:off x="3429000" y="4071938"/>
          <a:ext cx="2286000" cy="18288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6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r>
                        <a:rPr kumimoji="0" lang="en-US" u="none" strike="noStrike" kern="0" cap="none" spc="0" normalizeH="0" baseline="-2500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i</a:t>
                      </a:r>
                      <a:r>
                        <a:rPr lang="en-US" dirty="0"/>
                        <a:t> 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u="none" strike="noStrike" kern="1200" cap="none" spc="0" normalizeH="0" baseline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s</a:t>
                      </a:r>
                      <a:r>
                        <a:rPr kumimoji="0" lang="en-US" u="none" strike="noStrike" kern="0" cap="none" spc="0" normalizeH="0" baseline="-2500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i</a:t>
                      </a:r>
                      <a:r>
                        <a:rPr lang="en-US" dirty="0"/>
                        <a:t> </a:t>
                      </a:r>
                    </a:p>
                  </a:txBody>
                  <a:tcPr marL="91441" marR="9144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y</a:t>
                      </a:r>
                      <a:r>
                        <a:rPr kumimoji="0" lang="en-US" u="none" strike="noStrike" kern="0" cap="none" spc="0" normalizeH="0" baseline="-2500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i</a:t>
                      </a:r>
                      <a:r>
                        <a:rPr lang="en-US" dirty="0"/>
                        <a:t> </a:t>
                      </a: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91441" marR="9144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41" marR="9144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91441" marR="9144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1441" marR="9144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L="91441" marR="91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673" name="Foliennummernplatzhalter 7">
            <a:extLst>
              <a:ext uri="{FF2B5EF4-FFF2-40B4-BE49-F238E27FC236}">
                <a16:creationId xmlns:a16="http://schemas.microsoft.com/office/drawing/2014/main" id="{BFDE211B-5B8F-1C7D-6D33-06AA042B78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D7A907D-EA86-3041-A01C-DE89495F5251}" type="slidenum">
              <a:rPr lang="de-DE" altLang="zh-CN">
                <a:solidFill>
                  <a:srgbClr val="394073"/>
                </a:solidFill>
              </a:rPr>
              <a:pPr/>
              <a:t>10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4">
            <a:extLst>
              <a:ext uri="{FF2B5EF4-FFF2-40B4-BE49-F238E27FC236}">
                <a16:creationId xmlns:a16="http://schemas.microsoft.com/office/drawing/2014/main" id="{7BB21E14-1CC0-DD0B-8944-46D54B2D2A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1488" y="322263"/>
            <a:ext cx="8204200" cy="515937"/>
          </a:xfrm>
        </p:spPr>
        <p:txBody>
          <a:bodyPr/>
          <a:lstStyle/>
          <a:p>
            <a:pPr>
              <a:buFont typeface="Webdings" pitchFamily="2" charset="2"/>
              <a:buNone/>
            </a:pPr>
            <a:r>
              <a:rPr lang="de-DE" altLang="zh-CN" sz="2800"/>
              <a:t>Content of this Chapter</a:t>
            </a:r>
          </a:p>
        </p:txBody>
      </p:sp>
      <p:sp>
        <p:nvSpPr>
          <p:cNvPr id="29700" name="Rectangle 7">
            <a:extLst>
              <a:ext uri="{FF2B5EF4-FFF2-40B4-BE49-F238E27FC236}">
                <a16:creationId xmlns:a16="http://schemas.microsoft.com/office/drawing/2014/main" id="{3F928B77-2579-5934-0933-704F2A396D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844675"/>
            <a:ext cx="7394575" cy="3116879"/>
          </a:xfrm>
          <a:noFill/>
        </p:spPr>
        <p:txBody>
          <a:bodyPr/>
          <a:lstStyle/>
          <a:p>
            <a:r>
              <a:rPr lang="en-US" altLang="zh-CN" sz="2000" dirty="0">
                <a:ea typeface="宋体" panose="02010600030101010101" pitchFamily="2" charset="-122"/>
              </a:rPr>
              <a:t>Intro to stream ciphers</a:t>
            </a:r>
          </a:p>
          <a:p>
            <a:r>
              <a:rPr lang="en-US" altLang="zh-CN" sz="2000" b="1" dirty="0">
                <a:ea typeface="宋体" panose="02010600030101010101" pitchFamily="2" charset="-122"/>
              </a:rPr>
              <a:t>Random number generators (RNGs)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One-Time Pad (OTP)</a:t>
            </a:r>
          </a:p>
          <a:p>
            <a:r>
              <a:rPr lang="de-DE" altLang="zh-CN" sz="2000" dirty="0" err="1">
                <a:ea typeface="宋体" panose="02010600030101010101" pitchFamily="2" charset="-122"/>
              </a:rPr>
              <a:t>Towards</a:t>
            </a:r>
            <a:r>
              <a:rPr lang="de-DE" altLang="zh-CN" sz="2000" dirty="0">
                <a:ea typeface="宋体" panose="02010600030101010101" pitchFamily="2" charset="-122"/>
              </a:rPr>
              <a:t> </a:t>
            </a:r>
            <a:r>
              <a:rPr lang="de-DE" altLang="zh-CN" sz="2000" dirty="0" err="1">
                <a:ea typeface="宋体" panose="02010600030101010101" pitchFamily="2" charset="-122"/>
              </a:rPr>
              <a:t>Practical</a:t>
            </a:r>
            <a:r>
              <a:rPr lang="de-DE" altLang="zh-CN" sz="2000" dirty="0">
                <a:ea typeface="宋体" panose="02010600030101010101" pitchFamily="2" charset="-122"/>
              </a:rPr>
              <a:t> Stream </a:t>
            </a:r>
            <a:r>
              <a:rPr lang="de-DE" altLang="zh-CN" sz="2000" dirty="0" err="1">
                <a:ea typeface="宋体" panose="02010600030101010101" pitchFamily="2" charset="-122"/>
              </a:rPr>
              <a:t>Ciphers</a:t>
            </a:r>
            <a:endParaRPr lang="en-US" altLang="zh-CN" sz="2000" dirty="0">
              <a:ea typeface="宋体" panose="02010600030101010101" pitchFamily="2" charset="-122"/>
            </a:endParaRPr>
          </a:p>
          <a:p>
            <a:r>
              <a:rPr lang="en-US" altLang="zh-CN" sz="2000" dirty="0">
                <a:ea typeface="宋体" panose="02010600030101010101" pitchFamily="2" charset="-122"/>
              </a:rPr>
              <a:t>Linear feedback shift registers (LFSRs)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A practical steam cipher: Salsa20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A practical stream cipher: Trivium</a:t>
            </a:r>
          </a:p>
        </p:txBody>
      </p:sp>
      <p:sp>
        <p:nvSpPr>
          <p:cNvPr id="29701" name="Foliennummernplatzhalter 5">
            <a:extLst>
              <a:ext uri="{FF2B5EF4-FFF2-40B4-BE49-F238E27FC236}">
                <a16:creationId xmlns:a16="http://schemas.microsoft.com/office/drawing/2014/main" id="{839BDDCB-7226-13CD-F97D-52EC77A041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051925C-1AD3-504A-9103-E186482ABDD7}" type="slidenum">
              <a:rPr lang="de-DE" altLang="zh-CN">
                <a:solidFill>
                  <a:srgbClr val="394073"/>
                </a:solidFill>
              </a:rPr>
              <a:pPr/>
              <a:t>11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el 1">
            <a:extLst>
              <a:ext uri="{FF2B5EF4-FFF2-40B4-BE49-F238E27FC236}">
                <a16:creationId xmlns:a16="http://schemas.microsoft.com/office/drawing/2014/main" id="{885E4F4B-B040-8622-BE6B-2656A537C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1800">
                <a:ea typeface="宋体" panose="02010600030101010101" pitchFamily="2" charset="-122"/>
              </a:rPr>
              <a:t>Random number generators (RNGs)</a:t>
            </a:r>
            <a:br>
              <a:rPr lang="en-US" altLang="zh-CN" sz="1800">
                <a:ea typeface="宋体" panose="02010600030101010101" pitchFamily="2" charset="-122"/>
              </a:rPr>
            </a:br>
            <a:endParaRPr lang="de-DE" altLang="zh-CN"/>
          </a:p>
        </p:txBody>
      </p:sp>
      <p:grpSp>
        <p:nvGrpSpPr>
          <p:cNvPr id="30724" name="Group 55">
            <a:extLst>
              <a:ext uri="{FF2B5EF4-FFF2-40B4-BE49-F238E27FC236}">
                <a16:creationId xmlns:a16="http://schemas.microsoft.com/office/drawing/2014/main" id="{0876CBBA-B05F-4866-ECAF-EC6476299D17}"/>
              </a:ext>
            </a:extLst>
          </p:cNvPr>
          <p:cNvGrpSpPr>
            <a:grpSpLocks/>
          </p:cNvGrpSpPr>
          <p:nvPr/>
        </p:nvGrpSpPr>
        <p:grpSpPr bwMode="auto">
          <a:xfrm>
            <a:off x="3397250" y="1714500"/>
            <a:ext cx="2174875" cy="571500"/>
            <a:chOff x="1956" y="1454"/>
            <a:chExt cx="1134" cy="272"/>
          </a:xfrm>
        </p:grpSpPr>
        <p:sp>
          <p:nvSpPr>
            <p:cNvPr id="30740" name="AutoShape 23">
              <a:extLst>
                <a:ext uri="{FF2B5EF4-FFF2-40B4-BE49-F238E27FC236}">
                  <a16:creationId xmlns:a16="http://schemas.microsoft.com/office/drawing/2014/main" id="{A725C1C5-9129-AAED-A08E-0DA87D07A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6" y="1454"/>
              <a:ext cx="1134" cy="272"/>
            </a:xfrm>
            <a:prstGeom prst="flowChartTerminator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zh-CN"/>
            </a:p>
          </p:txBody>
        </p:sp>
        <p:sp>
          <p:nvSpPr>
            <p:cNvPr id="30741" name="Text Box 31">
              <a:extLst>
                <a:ext uri="{FF2B5EF4-FFF2-40B4-BE49-F238E27FC236}">
                  <a16:creationId xmlns:a16="http://schemas.microsoft.com/office/drawing/2014/main" id="{3B9CB708-11A6-C14B-E9BA-8B34D3D37A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0" y="1512"/>
              <a:ext cx="1089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de-DE" altLang="zh-CN" sz="2000" b="1"/>
                <a:t>RNG</a:t>
              </a:r>
            </a:p>
          </p:txBody>
        </p:sp>
      </p:grpSp>
      <p:sp>
        <p:nvSpPr>
          <p:cNvPr id="30725" name="Line 44">
            <a:extLst>
              <a:ext uri="{FF2B5EF4-FFF2-40B4-BE49-F238E27FC236}">
                <a16:creationId xmlns:a16="http://schemas.microsoft.com/office/drawing/2014/main" id="{60B5B3E3-9BC0-8898-CE7B-B4C3D8F54C7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0563" y="2289175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0726" name="Line 47">
            <a:extLst>
              <a:ext uri="{FF2B5EF4-FFF2-40B4-BE49-F238E27FC236}">
                <a16:creationId xmlns:a16="http://schemas.microsoft.com/office/drawing/2014/main" id="{ABFDAA16-7E88-2BFB-C981-067242625DDC}"/>
              </a:ext>
            </a:extLst>
          </p:cNvPr>
          <p:cNvSpPr>
            <a:spLocks noChangeShapeType="1"/>
          </p:cNvSpPr>
          <p:nvPr/>
        </p:nvSpPr>
        <p:spPr bwMode="auto">
          <a:xfrm>
            <a:off x="7572375" y="2640013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0727" name="Line 48">
            <a:extLst>
              <a:ext uri="{FF2B5EF4-FFF2-40B4-BE49-F238E27FC236}">
                <a16:creationId xmlns:a16="http://schemas.microsoft.com/office/drawing/2014/main" id="{0CC7AEBE-4466-9B25-4921-98423BD22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0563" y="2649538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grpSp>
        <p:nvGrpSpPr>
          <p:cNvPr id="30728" name="Group 55">
            <a:extLst>
              <a:ext uri="{FF2B5EF4-FFF2-40B4-BE49-F238E27FC236}">
                <a16:creationId xmlns:a16="http://schemas.microsoft.com/office/drawing/2014/main" id="{4C323689-D63C-9E54-7E79-86462C69A147}"/>
              </a:ext>
            </a:extLst>
          </p:cNvPr>
          <p:cNvGrpSpPr>
            <a:grpSpLocks/>
          </p:cNvGrpSpPr>
          <p:nvPr/>
        </p:nvGrpSpPr>
        <p:grpSpPr bwMode="auto">
          <a:xfrm>
            <a:off x="6215063" y="3071813"/>
            <a:ext cx="2643187" cy="928687"/>
            <a:chOff x="1956" y="1454"/>
            <a:chExt cx="1134" cy="326"/>
          </a:xfrm>
        </p:grpSpPr>
        <p:sp>
          <p:nvSpPr>
            <p:cNvPr id="30738" name="AutoShape 23">
              <a:extLst>
                <a:ext uri="{FF2B5EF4-FFF2-40B4-BE49-F238E27FC236}">
                  <a16:creationId xmlns:a16="http://schemas.microsoft.com/office/drawing/2014/main" id="{48BFD1EF-7FDE-AF96-F610-20E55FBF4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6" y="1454"/>
              <a:ext cx="1134" cy="272"/>
            </a:xfrm>
            <a:prstGeom prst="flowChartTerminator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zh-CN"/>
            </a:p>
          </p:txBody>
        </p:sp>
        <p:sp>
          <p:nvSpPr>
            <p:cNvPr id="30739" name="Text Box 31">
              <a:extLst>
                <a:ext uri="{FF2B5EF4-FFF2-40B4-BE49-F238E27FC236}">
                  <a16:creationId xmlns:a16="http://schemas.microsoft.com/office/drawing/2014/main" id="{E223A711-A9E8-70A5-502E-8AA6CC95FB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0" y="1487"/>
              <a:ext cx="1089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de-DE" altLang="zh-CN" sz="2000" b="1"/>
                <a:t>Cryptographically Secure RNG</a:t>
              </a:r>
            </a:p>
          </p:txBody>
        </p:sp>
      </p:grpSp>
      <p:grpSp>
        <p:nvGrpSpPr>
          <p:cNvPr id="30729" name="Group 55">
            <a:extLst>
              <a:ext uri="{FF2B5EF4-FFF2-40B4-BE49-F238E27FC236}">
                <a16:creationId xmlns:a16="http://schemas.microsoft.com/office/drawing/2014/main" id="{FFC35A73-21D9-0680-3825-2C3B68E8B277}"/>
              </a:ext>
            </a:extLst>
          </p:cNvPr>
          <p:cNvGrpSpPr>
            <a:grpSpLocks/>
          </p:cNvGrpSpPr>
          <p:nvPr/>
        </p:nvGrpSpPr>
        <p:grpSpPr bwMode="auto">
          <a:xfrm>
            <a:off x="3214688" y="3071813"/>
            <a:ext cx="2643187" cy="774700"/>
            <a:chOff x="1956" y="1454"/>
            <a:chExt cx="1134" cy="272"/>
          </a:xfrm>
        </p:grpSpPr>
        <p:sp>
          <p:nvSpPr>
            <p:cNvPr id="30736" name="AutoShape 23">
              <a:extLst>
                <a:ext uri="{FF2B5EF4-FFF2-40B4-BE49-F238E27FC236}">
                  <a16:creationId xmlns:a16="http://schemas.microsoft.com/office/drawing/2014/main" id="{7DC58E29-D26C-0178-223B-43C99D405C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6" y="1454"/>
              <a:ext cx="1134" cy="272"/>
            </a:xfrm>
            <a:prstGeom prst="flowChartTerminator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zh-CN"/>
            </a:p>
          </p:txBody>
        </p:sp>
        <p:sp>
          <p:nvSpPr>
            <p:cNvPr id="30737" name="Text Box 31">
              <a:extLst>
                <a:ext uri="{FF2B5EF4-FFF2-40B4-BE49-F238E27FC236}">
                  <a16:creationId xmlns:a16="http://schemas.microsoft.com/office/drawing/2014/main" id="{8ADBBD9B-77E0-1A9B-6894-4FF03A0A52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0" y="1547"/>
              <a:ext cx="108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de-DE" altLang="zh-CN" sz="2000" b="1"/>
                <a:t>Pseudorandom NG</a:t>
              </a:r>
            </a:p>
          </p:txBody>
        </p:sp>
      </p:grpSp>
      <p:grpSp>
        <p:nvGrpSpPr>
          <p:cNvPr id="30730" name="Group 55">
            <a:extLst>
              <a:ext uri="{FF2B5EF4-FFF2-40B4-BE49-F238E27FC236}">
                <a16:creationId xmlns:a16="http://schemas.microsoft.com/office/drawing/2014/main" id="{CA68F846-E8D4-98D7-C9D1-936DD435AFDB}"/>
              </a:ext>
            </a:extLst>
          </p:cNvPr>
          <p:cNvGrpSpPr>
            <a:grpSpLocks/>
          </p:cNvGrpSpPr>
          <p:nvPr/>
        </p:nvGrpSpPr>
        <p:grpSpPr bwMode="auto">
          <a:xfrm>
            <a:off x="285750" y="3071813"/>
            <a:ext cx="2643188" cy="774700"/>
            <a:chOff x="1956" y="1454"/>
            <a:chExt cx="1134" cy="272"/>
          </a:xfrm>
        </p:grpSpPr>
        <p:sp>
          <p:nvSpPr>
            <p:cNvPr id="30734" name="AutoShape 23">
              <a:extLst>
                <a:ext uri="{FF2B5EF4-FFF2-40B4-BE49-F238E27FC236}">
                  <a16:creationId xmlns:a16="http://schemas.microsoft.com/office/drawing/2014/main" id="{B72987D3-A3FD-ED5F-FA74-B4249CCC5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6" y="1454"/>
              <a:ext cx="1134" cy="272"/>
            </a:xfrm>
            <a:prstGeom prst="flowChartTerminator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de-DE" altLang="zh-CN"/>
            </a:p>
          </p:txBody>
        </p:sp>
        <p:sp>
          <p:nvSpPr>
            <p:cNvPr id="30735" name="Text Box 31">
              <a:extLst>
                <a:ext uri="{FF2B5EF4-FFF2-40B4-BE49-F238E27FC236}">
                  <a16:creationId xmlns:a16="http://schemas.microsoft.com/office/drawing/2014/main" id="{56D14FE8-3407-2D94-CE8F-3DE60DE6E2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0" y="1529"/>
              <a:ext cx="108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de-DE" altLang="zh-CN" sz="2000" b="1"/>
                <a:t>True RNG</a:t>
              </a:r>
            </a:p>
          </p:txBody>
        </p:sp>
      </p:grpSp>
      <p:sp>
        <p:nvSpPr>
          <p:cNvPr id="30731" name="Line 47">
            <a:extLst>
              <a:ext uri="{FF2B5EF4-FFF2-40B4-BE49-F238E27FC236}">
                <a16:creationId xmlns:a16="http://schemas.microsoft.com/office/drawing/2014/main" id="{F3F00C1F-CD18-D7CA-3BB3-584949B10E2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3063" y="2643188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cxnSp>
        <p:nvCxnSpPr>
          <p:cNvPr id="30732" name="Gerade Verbindung 53">
            <a:extLst>
              <a:ext uri="{FF2B5EF4-FFF2-40B4-BE49-F238E27FC236}">
                <a16:creationId xmlns:a16="http://schemas.microsoft.com/office/drawing/2014/main" id="{CAF7223B-346D-A575-7EC8-5F82FB8CD604}"/>
              </a:ext>
            </a:extLst>
          </p:cNvPr>
          <p:cNvCxnSpPr>
            <a:cxnSpLocks noChangeShapeType="1"/>
            <a:stCxn id="30731" idx="0"/>
            <a:endCxn id="30726" idx="0"/>
          </p:cNvCxnSpPr>
          <p:nvPr/>
        </p:nvCxnSpPr>
        <p:spPr bwMode="auto">
          <a:xfrm rot="5400000" flipH="1" flipV="1">
            <a:off x="4606131" y="-323055"/>
            <a:ext cx="3175" cy="592931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33" name="Foliennummernplatzhalter 21">
            <a:extLst>
              <a:ext uri="{FF2B5EF4-FFF2-40B4-BE49-F238E27FC236}">
                <a16:creationId xmlns:a16="http://schemas.microsoft.com/office/drawing/2014/main" id="{DEBC4AAC-CA14-97C6-2563-755BD00D1B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E11C0C6-DA4C-1D44-B686-E7B3DC2D32DB}" type="slidenum">
              <a:rPr lang="de-DE" altLang="zh-CN">
                <a:solidFill>
                  <a:srgbClr val="394073"/>
                </a:solidFill>
              </a:rPr>
              <a:pPr/>
              <a:t>12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el 1">
            <a:extLst>
              <a:ext uri="{FF2B5EF4-FFF2-40B4-BE49-F238E27FC236}">
                <a16:creationId xmlns:a16="http://schemas.microsoft.com/office/drawing/2014/main" id="{090D3E97-E073-7D2C-74C6-660C19BF8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True Random Number Generators (TRNGs)</a:t>
            </a:r>
          </a:p>
        </p:txBody>
      </p:sp>
      <p:sp>
        <p:nvSpPr>
          <p:cNvPr id="31747" name="Inhaltsplatzhalter 2">
            <a:extLst>
              <a:ext uri="{FF2B5EF4-FFF2-40B4-BE49-F238E27FC236}">
                <a16:creationId xmlns:a16="http://schemas.microsoft.com/office/drawing/2014/main" id="{D34DBF13-5CB5-8D6B-FC4B-69D72179E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313" y="1130300"/>
            <a:ext cx="7294562" cy="2708275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Based on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physical random processes</a:t>
            </a:r>
            <a:r>
              <a:rPr lang="en-US" altLang="zh-CN" dirty="0">
                <a:ea typeface="宋体" panose="02010600030101010101" pitchFamily="2" charset="-122"/>
              </a:rPr>
              <a:t>: coin flipping, dice rolling, semiconductor noise, radioactive decay, mouse movement, clock jitter of digital circuits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Output stream </a:t>
            </a:r>
            <a:r>
              <a:rPr lang="en-US" altLang="zh-CN" i="1" dirty="0" err="1">
                <a:ea typeface="宋体" panose="02010600030101010101" pitchFamily="2" charset="-122"/>
              </a:rPr>
              <a:t>s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  should have good statistical properties: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ea typeface="宋体" panose="02010600030101010101" pitchFamily="2" charset="-122"/>
              </a:rPr>
              <a:t>Pr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i="1" dirty="0" err="1">
                <a:ea typeface="宋体" panose="02010600030101010101" pitchFamily="2" charset="-122"/>
              </a:rPr>
              <a:t>s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 = 0) = </a:t>
            </a:r>
            <a:r>
              <a:rPr lang="en-US" altLang="zh-CN" dirty="0" err="1">
                <a:ea typeface="宋体" panose="02010600030101010101" pitchFamily="2" charset="-122"/>
              </a:rPr>
              <a:t>Pr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i="1" dirty="0" err="1">
                <a:ea typeface="宋体" panose="02010600030101010101" pitchFamily="2" charset="-122"/>
              </a:rPr>
              <a:t>s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 = 1) = 50% (often achieved by post-processing)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Output can neither be predicted nor be reproduced</a:t>
            </a:r>
          </a:p>
          <a:p>
            <a:pPr>
              <a:buFontTx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Typically used for generation of keys, nonces (used only-once values) and for many other purposes</a:t>
            </a:r>
          </a:p>
        </p:txBody>
      </p:sp>
      <p:pic>
        <p:nvPicPr>
          <p:cNvPr id="31749" name="Picture 2" descr="F:\Arbeit\book\grundlagen_krypto\Slides\resources\DilbertTRNG.png">
            <a:extLst>
              <a:ext uri="{FF2B5EF4-FFF2-40B4-BE49-F238E27FC236}">
                <a16:creationId xmlns:a16="http://schemas.microsoft.com/office/drawing/2014/main" id="{76FBB863-2252-7E5D-C6B9-51CB94A2B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3929063"/>
            <a:ext cx="6351588" cy="241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0" name="Foliennummernplatzhalter 6">
            <a:extLst>
              <a:ext uri="{FF2B5EF4-FFF2-40B4-BE49-F238E27FC236}">
                <a16:creationId xmlns:a16="http://schemas.microsoft.com/office/drawing/2014/main" id="{9ABAED57-B689-3C56-8224-BD5775D60D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513BF62-0CBE-804B-8E69-2D88954EE4D7}" type="slidenum">
              <a:rPr lang="de-DE" altLang="zh-CN">
                <a:solidFill>
                  <a:srgbClr val="394073"/>
                </a:solidFill>
              </a:rPr>
              <a:pPr/>
              <a:t>13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79748379-AD52-1B34-3E0C-702168C42CD5}"/>
              </a:ext>
            </a:extLst>
          </p:cNvPr>
          <p:cNvSpPr/>
          <p:nvPr/>
        </p:nvSpPr>
        <p:spPr bwMode="auto">
          <a:xfrm>
            <a:off x="714375" y="3929063"/>
            <a:ext cx="5143500" cy="1500187"/>
          </a:xfrm>
          <a:prstGeom prst="rect">
            <a:avLst/>
          </a:prstGeom>
          <a:ln cap="rnd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/>
          <a:lstStyle/>
          <a:p>
            <a:pPr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029" name="Titel 1">
            <a:extLst>
              <a:ext uri="{FF2B5EF4-FFF2-40B4-BE49-F238E27FC236}">
                <a16:creationId xmlns:a16="http://schemas.microsoft.com/office/drawing/2014/main" id="{F93AF5C0-CABE-8D34-182C-DA6162758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Pseudorandom Number Generator (PRNG)</a:t>
            </a:r>
          </a:p>
        </p:txBody>
      </p:sp>
      <p:sp>
        <p:nvSpPr>
          <p:cNvPr id="1030" name="Inhaltsplatzhalter 2">
            <a:extLst>
              <a:ext uri="{FF2B5EF4-FFF2-40B4-BE49-F238E27FC236}">
                <a16:creationId xmlns:a16="http://schemas.microsoft.com/office/drawing/2014/main" id="{573C13B4-5812-26CA-624E-E29A9E7EB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313" y="1130300"/>
            <a:ext cx="6084887" cy="178435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Generate sequences from initial seed value recursively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Typically, output stream has good statistical properties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Output can be reproduced and can be predicted</a:t>
            </a:r>
          </a:p>
          <a:p>
            <a:pPr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Often computed in a recursive way:</a:t>
            </a:r>
          </a:p>
          <a:p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1026" name="Object 2">
            <a:extLst>
              <a:ext uri="{FF2B5EF4-FFF2-40B4-BE49-F238E27FC236}">
                <a16:creationId xmlns:a16="http://schemas.microsoft.com/office/drawing/2014/main" id="{5C66620F-9A26-E403-A154-D647A13D0D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2643188"/>
          <a:ext cx="2787650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el" r:id="rId2" imgW="31305500" imgH="10528300" progId="Equation.3">
                  <p:embed/>
                </p:oleObj>
              </mc:Choice>
              <mc:Fallback>
                <p:oleObj name="Formel" r:id="rId2" imgW="31305500" imgH="10528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643188"/>
                        <a:ext cx="2787650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2" name="Textfeld 8">
            <a:extLst>
              <a:ext uri="{FF2B5EF4-FFF2-40B4-BE49-F238E27FC236}">
                <a16:creationId xmlns:a16="http://schemas.microsoft.com/office/drawing/2014/main" id="{44B59E93-718C-D029-CCDF-B4B48EAF89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4000500"/>
            <a:ext cx="4500562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ea typeface="宋体" panose="02010600030101010101" pitchFamily="2" charset="-122"/>
              </a:rPr>
              <a:t>Example: </a:t>
            </a:r>
            <a:r>
              <a:rPr lang="en-US" altLang="zh-CN" sz="1600" i="1">
                <a:ea typeface="宋体" panose="02010600030101010101" pitchFamily="2" charset="-122"/>
              </a:rPr>
              <a:t>rand() function </a:t>
            </a:r>
            <a:r>
              <a:rPr lang="en-US" altLang="zh-CN" sz="1600">
                <a:ea typeface="宋体" panose="02010600030101010101" pitchFamily="2" charset="-122"/>
              </a:rPr>
              <a:t>in ANSI C:</a:t>
            </a:r>
          </a:p>
          <a:p>
            <a:endParaRPr lang="en-US" altLang="zh-CN" sz="1600">
              <a:ea typeface="宋体" panose="02010600030101010101" pitchFamily="2" charset="-122"/>
            </a:endParaRPr>
          </a:p>
          <a:p>
            <a:endParaRPr lang="en-US" altLang="zh-CN" sz="1600">
              <a:ea typeface="宋体" panose="02010600030101010101" pitchFamily="2" charset="-122"/>
            </a:endParaRPr>
          </a:p>
          <a:p>
            <a:endParaRPr lang="en-US" altLang="zh-CN" sz="1600">
              <a:ea typeface="宋体" panose="02010600030101010101" pitchFamily="2" charset="-122"/>
            </a:endParaRPr>
          </a:p>
          <a:p>
            <a:endParaRPr lang="en-US" altLang="zh-CN" sz="1600">
              <a:ea typeface="宋体" panose="02010600030101010101" pitchFamily="2" charset="-122"/>
            </a:endParaRPr>
          </a:p>
        </p:txBody>
      </p:sp>
      <p:graphicFrame>
        <p:nvGraphicFramePr>
          <p:cNvPr id="1027" name="Object 3">
            <a:extLst>
              <a:ext uri="{FF2B5EF4-FFF2-40B4-BE49-F238E27FC236}">
                <a16:creationId xmlns:a16="http://schemas.microsoft.com/office/drawing/2014/main" id="{1F630888-83C6-2164-432E-EC33E36E74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4367213"/>
          <a:ext cx="45593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el" r:id="rId4" imgW="51206400" imgH="11112500" progId="Equation.3">
                  <p:embed/>
                </p:oleObj>
              </mc:Choice>
              <mc:Fallback>
                <p:oleObj name="Formel" r:id="rId4" imgW="51206400" imgH="11112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367213"/>
                        <a:ext cx="45593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Textfeld 11">
            <a:extLst>
              <a:ext uri="{FF2B5EF4-FFF2-40B4-BE49-F238E27FC236}">
                <a16:creationId xmlns:a16="http://schemas.microsoft.com/office/drawing/2014/main" id="{AB5055DA-B4C4-96BD-CE5E-4F2BEF2C7C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5786438"/>
            <a:ext cx="67865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ea typeface="宋体" panose="02010600030101010101" pitchFamily="2" charset="-122"/>
              </a:rPr>
              <a:t>Most PRNGs have bad cryptographic properties!</a:t>
            </a:r>
          </a:p>
        </p:txBody>
      </p:sp>
      <p:sp>
        <p:nvSpPr>
          <p:cNvPr id="1034" name="Foliennummernplatzhalter 11">
            <a:extLst>
              <a:ext uri="{FF2B5EF4-FFF2-40B4-BE49-F238E27FC236}">
                <a16:creationId xmlns:a16="http://schemas.microsoft.com/office/drawing/2014/main" id="{99481C59-DEAC-56A4-6486-04EF4C2396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A38A328-7C73-0D43-A1FC-F7436F6C2A7F}" type="slidenum">
              <a:rPr lang="de-DE" altLang="zh-CN">
                <a:solidFill>
                  <a:srgbClr val="394073"/>
                </a:solidFill>
              </a:rPr>
              <a:pPr/>
              <a:t>14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6CCF256-C48D-2659-1FFE-1538E8E6F66C}"/>
              </a:ext>
            </a:extLst>
          </p:cNvPr>
          <p:cNvGrpSpPr/>
          <p:nvPr/>
        </p:nvGrpSpPr>
        <p:grpSpPr>
          <a:xfrm>
            <a:off x="4283968" y="2348880"/>
            <a:ext cx="4752528" cy="1335882"/>
            <a:chOff x="785813" y="785813"/>
            <a:chExt cx="5143500" cy="1500187"/>
          </a:xfrm>
        </p:grpSpPr>
        <p:sp>
          <p:nvSpPr>
            <p:cNvPr id="3" name="Rechteck 10">
              <a:extLst>
                <a:ext uri="{FF2B5EF4-FFF2-40B4-BE49-F238E27FC236}">
                  <a16:creationId xmlns:a16="http://schemas.microsoft.com/office/drawing/2014/main" id="{00016E60-3585-3C8E-2737-0F67A15292F3}"/>
                </a:ext>
              </a:extLst>
            </p:cNvPr>
            <p:cNvSpPr/>
            <p:nvPr/>
          </p:nvSpPr>
          <p:spPr bwMode="auto">
            <a:xfrm>
              <a:off x="785813" y="785813"/>
              <a:ext cx="5143500" cy="1500187"/>
            </a:xfrm>
            <a:prstGeom prst="rect">
              <a:avLst/>
            </a:prstGeom>
            <a:ln cap="rnd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" name="Textfeld 8">
              <a:extLst>
                <a:ext uri="{FF2B5EF4-FFF2-40B4-BE49-F238E27FC236}">
                  <a16:creationId xmlns:a16="http://schemas.microsoft.com/office/drawing/2014/main" id="{BDA391DD-3475-A746-C907-A841A225D3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5813" y="857250"/>
              <a:ext cx="5000625" cy="1077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>
                  <a:ea typeface="宋体" panose="02010600030101010101" pitchFamily="2" charset="-122"/>
                </a:rPr>
                <a:t>Simple PRNG: </a:t>
              </a:r>
              <a:r>
                <a:rPr lang="en-US" altLang="zh-CN" sz="1600" b="1">
                  <a:ea typeface="宋体" panose="02010600030101010101" pitchFamily="2" charset="-122"/>
                </a:rPr>
                <a:t>Linear Congruential Generator</a:t>
              </a:r>
              <a:endParaRPr lang="en-US" altLang="zh-CN" sz="1600">
                <a:ea typeface="宋体" panose="02010600030101010101" pitchFamily="2" charset="-122"/>
              </a:endParaRPr>
            </a:p>
            <a:p>
              <a:endParaRPr lang="en-US" altLang="zh-CN" sz="1600">
                <a:ea typeface="宋体" panose="02010600030101010101" pitchFamily="2" charset="-122"/>
              </a:endParaRPr>
            </a:p>
            <a:p>
              <a:endParaRPr lang="en-US" altLang="zh-CN" sz="1600">
                <a:ea typeface="宋体" panose="02010600030101010101" pitchFamily="2" charset="-122"/>
              </a:endParaRPr>
            </a:p>
            <a:p>
              <a:endParaRPr lang="en-US" altLang="zh-CN" sz="1600">
                <a:ea typeface="宋体" panose="02010600030101010101" pitchFamily="2" charset="-122"/>
              </a:endParaRPr>
            </a:p>
          </p:txBody>
        </p:sp>
        <p:graphicFrame>
          <p:nvGraphicFramePr>
            <p:cNvPr id="5" name="Object 3">
              <a:extLst>
                <a:ext uri="{FF2B5EF4-FFF2-40B4-BE49-F238E27FC236}">
                  <a16:creationId xmlns:a16="http://schemas.microsoft.com/office/drawing/2014/main" id="{8FF7643B-F794-656F-1D7A-12168161B73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1694830"/>
                </p:ext>
              </p:extLst>
            </p:nvPr>
          </p:nvGraphicFramePr>
          <p:xfrm>
            <a:off x="877888" y="1249363"/>
            <a:ext cx="2140173" cy="7496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Formel" r:id="rId6" imgW="30137100" imgH="10528300" progId="Equation.3">
                    <p:embed/>
                  </p:oleObj>
                </mc:Choice>
                <mc:Fallback>
                  <p:oleObj name="Formel" r:id="rId6" imgW="30137100" imgH="10528300" progId="Equation.3">
                    <p:embed/>
                    <p:pic>
                      <p:nvPicPr>
                        <p:cNvPr id="2051" name="Object 3">
                          <a:extLst>
                            <a:ext uri="{FF2B5EF4-FFF2-40B4-BE49-F238E27FC236}">
                              <a16:creationId xmlns:a16="http://schemas.microsoft.com/office/drawing/2014/main" id="{C47A9123-5CAB-ABF4-B945-A1E5B43F3B7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7888" y="1249363"/>
                          <a:ext cx="2140173" cy="7496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el 1">
            <a:extLst>
              <a:ext uri="{FF2B5EF4-FFF2-40B4-BE49-F238E27FC236}">
                <a16:creationId xmlns:a16="http://schemas.microsoft.com/office/drawing/2014/main" id="{AB4A038F-DEA7-619B-FD2A-904951B57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Cryptographically Secure Pseudorandom Number Generator (CSPRNG)</a:t>
            </a:r>
          </a:p>
        </p:txBody>
      </p:sp>
      <p:sp>
        <p:nvSpPr>
          <p:cNvPr id="32771" name="Inhaltsplatzhalter 2">
            <a:extLst>
              <a:ext uri="{FF2B5EF4-FFF2-40B4-BE49-F238E27FC236}">
                <a16:creationId xmlns:a16="http://schemas.microsoft.com/office/drawing/2014/main" id="{7E412CAF-651B-1CEF-802F-43F77D38B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130300"/>
            <a:ext cx="8064895" cy="4217052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Special PRNG with additional property: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Output must be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unpredictable</a:t>
            </a:r>
          </a:p>
          <a:p>
            <a:pPr>
              <a:buFontTx/>
              <a:buNone/>
            </a:pPr>
            <a:endParaRPr lang="en-US" altLang="zh-CN" b="1" dirty="0">
              <a:ea typeface="宋体" panose="02010600030101010101" pitchFamily="2" charset="-122"/>
            </a:endParaRPr>
          </a:p>
          <a:p>
            <a:pPr>
              <a:buNone/>
            </a:pPr>
            <a:r>
              <a:rPr lang="en-US" altLang="zh-CN" b="1" dirty="0">
                <a:ea typeface="宋体" panose="02010600030101010101" pitchFamily="2" charset="-122"/>
              </a:rPr>
              <a:t>More precisely: </a:t>
            </a:r>
            <a:r>
              <a:rPr lang="en-US" altLang="zh-CN" dirty="0">
                <a:ea typeface="宋体" panose="02010600030101010101" pitchFamily="2" charset="-122"/>
              </a:rPr>
              <a:t>Given </a:t>
            </a:r>
            <a:r>
              <a:rPr lang="en-US" altLang="zh-CN" i="1" dirty="0">
                <a:ea typeface="宋体" panose="02010600030101010101" pitchFamily="2" charset="-122"/>
              </a:rPr>
              <a:t>n</a:t>
            </a:r>
            <a:r>
              <a:rPr lang="en-US" altLang="zh-CN" dirty="0">
                <a:ea typeface="宋体" panose="02010600030101010101" pitchFamily="2" charset="-122"/>
              </a:rPr>
              <a:t> consecutive bits of output </a:t>
            </a:r>
            <a:r>
              <a:rPr lang="en-US" altLang="zh-CN" i="1" dirty="0" err="1">
                <a:ea typeface="宋体" panose="02010600030101010101" pitchFamily="2" charset="-122"/>
              </a:rPr>
              <a:t>s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 , the following output  bits </a:t>
            </a:r>
            <a:r>
              <a:rPr lang="en-US" altLang="zh-CN" i="1" dirty="0">
                <a:ea typeface="宋体" panose="02010600030101010101" pitchFamily="2" charset="-122"/>
              </a:rPr>
              <a:t>s</a:t>
            </a:r>
            <a:r>
              <a:rPr lang="en-US" altLang="zh-CN" i="1" baseline="-25000" dirty="0">
                <a:ea typeface="宋体" panose="02010600030101010101" pitchFamily="2" charset="-122"/>
              </a:rPr>
              <a:t>n+1</a:t>
            </a:r>
            <a:r>
              <a:rPr lang="en-US" altLang="zh-CN" dirty="0">
                <a:ea typeface="宋体" panose="02010600030101010101" pitchFamily="2" charset="-122"/>
              </a:rPr>
              <a:t> cannot be predicted (in polynomial time) </a:t>
            </a:r>
            <a:r>
              <a:rPr lang="en" altLang="zh-CN" dirty="0">
                <a:effectLst/>
                <a:latin typeface="Helvetica" pitchFamily="2" charset="0"/>
              </a:rPr>
              <a:t>with better than 50% chance of success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Needed in cryptography, in particular for stream ciphers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Remark: There are almost no other applications that need unpredictability, whereas many, many (technical) systems need PRNGs. </a:t>
            </a:r>
          </a:p>
          <a:p>
            <a:pPr>
              <a:buFontTx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2773" name="Foliennummernplatzhalter 5">
            <a:extLst>
              <a:ext uri="{FF2B5EF4-FFF2-40B4-BE49-F238E27FC236}">
                <a16:creationId xmlns:a16="http://schemas.microsoft.com/office/drawing/2014/main" id="{3E35EB05-7D20-0016-0600-A3FAD3313F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258A875-F9C3-FA43-A430-D7BC983E9230}" type="slidenum">
              <a:rPr lang="de-DE" altLang="zh-CN">
                <a:solidFill>
                  <a:srgbClr val="394073"/>
                </a:solidFill>
              </a:rPr>
              <a:pPr/>
              <a:t>15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4">
            <a:extLst>
              <a:ext uri="{FF2B5EF4-FFF2-40B4-BE49-F238E27FC236}">
                <a16:creationId xmlns:a16="http://schemas.microsoft.com/office/drawing/2014/main" id="{94F14CDC-2788-11A6-9987-9D629AC0A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1488" y="322263"/>
            <a:ext cx="8204200" cy="515937"/>
          </a:xfrm>
        </p:spPr>
        <p:txBody>
          <a:bodyPr/>
          <a:lstStyle/>
          <a:p>
            <a:pPr>
              <a:buFont typeface="Webdings" pitchFamily="2" charset="2"/>
              <a:buNone/>
            </a:pPr>
            <a:r>
              <a:rPr lang="de-DE" altLang="zh-CN" sz="2800"/>
              <a:t>Content of this Chapter</a:t>
            </a:r>
          </a:p>
        </p:txBody>
      </p:sp>
      <p:sp>
        <p:nvSpPr>
          <p:cNvPr id="33796" name="Rectangle 7">
            <a:extLst>
              <a:ext uri="{FF2B5EF4-FFF2-40B4-BE49-F238E27FC236}">
                <a16:creationId xmlns:a16="http://schemas.microsoft.com/office/drawing/2014/main" id="{4E936F53-DB73-2CDB-A5AF-9B8C9560A9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844675"/>
            <a:ext cx="7394575" cy="3116879"/>
          </a:xfrm>
          <a:noFill/>
        </p:spPr>
        <p:txBody>
          <a:bodyPr/>
          <a:lstStyle/>
          <a:p>
            <a:r>
              <a:rPr lang="en-US" altLang="zh-CN" sz="2000" dirty="0">
                <a:ea typeface="宋体" panose="02010600030101010101" pitchFamily="2" charset="-122"/>
              </a:rPr>
              <a:t>Intro to stream ciphers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Random number generators (RNGs)</a:t>
            </a:r>
          </a:p>
          <a:p>
            <a:r>
              <a:rPr lang="en-US" altLang="zh-CN" sz="2000" b="1" dirty="0">
                <a:ea typeface="宋体" panose="02010600030101010101" pitchFamily="2" charset="-122"/>
              </a:rPr>
              <a:t>One-Time Pad (OTP)</a:t>
            </a:r>
          </a:p>
          <a:p>
            <a:r>
              <a:rPr lang="de-DE" altLang="zh-CN" sz="2000" dirty="0" err="1">
                <a:ea typeface="宋体" panose="02010600030101010101" pitchFamily="2" charset="-122"/>
              </a:rPr>
              <a:t>Towards</a:t>
            </a:r>
            <a:r>
              <a:rPr lang="de-DE" altLang="zh-CN" sz="2000" dirty="0">
                <a:ea typeface="宋体" panose="02010600030101010101" pitchFamily="2" charset="-122"/>
              </a:rPr>
              <a:t> </a:t>
            </a:r>
            <a:r>
              <a:rPr lang="de-DE" altLang="zh-CN" sz="2000" dirty="0" err="1">
                <a:ea typeface="宋体" panose="02010600030101010101" pitchFamily="2" charset="-122"/>
              </a:rPr>
              <a:t>Practical</a:t>
            </a:r>
            <a:r>
              <a:rPr lang="de-DE" altLang="zh-CN" sz="2000" dirty="0">
                <a:ea typeface="宋体" panose="02010600030101010101" pitchFamily="2" charset="-122"/>
              </a:rPr>
              <a:t> Stream </a:t>
            </a:r>
            <a:r>
              <a:rPr lang="de-DE" altLang="zh-CN" sz="2000" dirty="0" err="1">
                <a:ea typeface="宋体" panose="02010600030101010101" pitchFamily="2" charset="-122"/>
              </a:rPr>
              <a:t>Ciphers</a:t>
            </a:r>
            <a:endParaRPr lang="en-US" altLang="zh-CN" sz="2000" b="1" dirty="0">
              <a:ea typeface="宋体" panose="02010600030101010101" pitchFamily="2" charset="-122"/>
            </a:endParaRPr>
          </a:p>
          <a:p>
            <a:r>
              <a:rPr lang="en-US" altLang="zh-CN" sz="2000" dirty="0">
                <a:ea typeface="宋体" panose="02010600030101010101" pitchFamily="2" charset="-122"/>
              </a:rPr>
              <a:t>Linear feedback shift registers (LFSRs)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A practical steam cipher: Salsa20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A practical stream cipher: Trivium</a:t>
            </a:r>
          </a:p>
        </p:txBody>
      </p:sp>
      <p:sp>
        <p:nvSpPr>
          <p:cNvPr id="33797" name="Foliennummernplatzhalter 5">
            <a:extLst>
              <a:ext uri="{FF2B5EF4-FFF2-40B4-BE49-F238E27FC236}">
                <a16:creationId xmlns:a16="http://schemas.microsoft.com/office/drawing/2014/main" id="{2ADF79FC-AA73-D386-AC21-A5CE890AE2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AF3C698-8D96-1441-963B-2006FD82D345}" type="slidenum">
              <a:rPr lang="de-DE" altLang="zh-CN">
                <a:solidFill>
                  <a:srgbClr val="394073"/>
                </a:solidFill>
              </a:rPr>
              <a:pPr/>
              <a:t>16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280F8695-8645-A8DF-326B-3DDC5C1D6265}"/>
              </a:ext>
            </a:extLst>
          </p:cNvPr>
          <p:cNvSpPr/>
          <p:nvPr/>
        </p:nvSpPr>
        <p:spPr bwMode="auto">
          <a:xfrm>
            <a:off x="692274" y="3973095"/>
            <a:ext cx="3286125" cy="785813"/>
          </a:xfrm>
          <a:prstGeom prst="rect">
            <a:avLst/>
          </a:prstGeom>
          <a:ln cap="rnd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/>
          <a:lstStyle/>
          <a:p>
            <a:pPr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4819" name="Titel 1">
            <a:extLst>
              <a:ext uri="{FF2B5EF4-FFF2-40B4-BE49-F238E27FC236}">
                <a16:creationId xmlns:a16="http://schemas.microsoft.com/office/drawing/2014/main" id="{0EB2402E-2C89-A1D7-EC0E-82C191232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 dirty="0" err="1"/>
              <a:t>One</a:t>
            </a:r>
            <a:r>
              <a:rPr lang="de-DE" altLang="zh-CN" dirty="0"/>
              <a:t>-Time Pad (OTP)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4820" name="Inhaltsplatzhalter 2">
            <a:extLst>
              <a:ext uri="{FF2B5EF4-FFF2-40B4-BE49-F238E27FC236}">
                <a16:creationId xmlns:a16="http://schemas.microsoft.com/office/drawing/2014/main" id="{AE7894FC-9FB8-5E2E-B0FC-4636DFAB7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205" y="908720"/>
            <a:ext cx="7848227" cy="483260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b="1" dirty="0">
                <a:ea typeface="宋体" panose="02010600030101010101" pitchFamily="2" charset="-122"/>
              </a:rPr>
              <a:t>Unconditional Security: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A cryptosystem is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unconditionally secure or information-theoretically secure or perfectly secure </a:t>
            </a:r>
            <a:r>
              <a:rPr lang="en-US" altLang="zh-CN" dirty="0">
                <a:ea typeface="宋体" panose="02010600030101010101" pitchFamily="2" charset="-122"/>
              </a:rPr>
              <a:t>if it cannot be broken even with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infinite</a:t>
            </a:r>
            <a:r>
              <a:rPr lang="en-US" altLang="zh-CN" dirty="0">
                <a:ea typeface="宋体" panose="02010600030101010101" pitchFamily="2" charset="-122"/>
              </a:rPr>
              <a:t> computational resources.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b="1" dirty="0">
                <a:ea typeface="宋体" panose="02010600030101010101" pitchFamily="2" charset="-122"/>
              </a:rPr>
              <a:t>One-Time Pad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The key stream </a:t>
            </a:r>
            <a:r>
              <a:rPr lang="en-US" altLang="zh-CN" i="1" dirty="0">
                <a:ea typeface="宋体" panose="02010600030101010101" pitchFamily="2" charset="-122"/>
              </a:rPr>
              <a:t>s</a:t>
            </a:r>
            <a:r>
              <a:rPr lang="en-US" altLang="zh-CN" baseline="-25000" dirty="0">
                <a:ea typeface="宋体" panose="02010600030101010101" pitchFamily="2" charset="-122"/>
              </a:rPr>
              <a:t>0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  <a:r>
              <a:rPr lang="en-US" altLang="zh-CN" i="1" dirty="0">
                <a:ea typeface="宋体" panose="02010600030101010101" pitchFamily="2" charset="-122"/>
              </a:rPr>
              <a:t>s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  <a:r>
              <a:rPr lang="en-US" altLang="zh-CN" i="1" dirty="0">
                <a:ea typeface="宋体" panose="02010600030101010101" pitchFamily="2" charset="-122"/>
              </a:rPr>
              <a:t>s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, … is generated by a </a:t>
            </a:r>
            <a:r>
              <a:rPr lang="en-US" altLang="zh-CN" i="1" dirty="0">
                <a:ea typeface="宋体" panose="02010600030101010101" pitchFamily="2" charset="-122"/>
              </a:rPr>
              <a:t>true random number generator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Let the plaintext, ciphertext and key consist of individual bits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i="1" dirty="0">
                <a:ea typeface="宋体" panose="02010600030101010101" pitchFamily="2" charset="-122"/>
              </a:rPr>
              <a:t> x</a:t>
            </a:r>
            <a:r>
              <a:rPr lang="en-US" altLang="zh-CN" i="1" baseline="-25000" dirty="0">
                <a:ea typeface="宋体" panose="02010600030101010101" pitchFamily="2" charset="-122"/>
              </a:rPr>
              <a:t>i</a:t>
            </a:r>
            <a:r>
              <a:rPr lang="en-US" altLang="zh-CN" i="1" dirty="0">
                <a:ea typeface="宋体" panose="02010600030101010101" pitchFamily="2" charset="-122"/>
              </a:rPr>
              <a:t>, </a:t>
            </a:r>
            <a:r>
              <a:rPr lang="en-US" altLang="zh-CN" i="1" dirty="0" err="1">
                <a:ea typeface="宋体" panose="02010600030101010101" pitchFamily="2" charset="-122"/>
              </a:rPr>
              <a:t>y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i="1" dirty="0">
                <a:ea typeface="宋体" panose="02010600030101010101" pitchFamily="2" charset="-122"/>
              </a:rPr>
              <a:t>, </a:t>
            </a:r>
            <a:r>
              <a:rPr lang="en-US" altLang="zh-CN" i="1" dirty="0" err="1">
                <a:ea typeface="宋体" panose="02010600030101010101" pitchFamily="2" charset="-122"/>
              </a:rPr>
              <a:t>s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i="1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ea typeface="宋体" panose="02010600030101010101" pitchFamily="2" charset="-122"/>
                <a:sym typeface="Symbol" pitchFamily="2" charset="2"/>
              </a:rPr>
              <a:t> </a:t>
            </a:r>
            <a:r>
              <a:rPr lang="en-US" altLang="zh-CN" dirty="0">
                <a:ea typeface="宋体" panose="02010600030101010101" pitchFamily="2" charset="-122"/>
              </a:rPr>
              <a:t>{0,1}.</a:t>
            </a:r>
            <a:br>
              <a:rPr lang="en-US" altLang="zh-CN" i="1" dirty="0">
                <a:ea typeface="宋体" panose="02010600030101010101" pitchFamily="2" charset="-122"/>
              </a:rPr>
            </a:br>
            <a:endParaRPr lang="en-US" altLang="zh-CN" i="1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i="1" dirty="0">
                <a:ea typeface="宋体" panose="02010600030101010101" pitchFamily="2" charset="-122"/>
              </a:rPr>
              <a:t>	</a:t>
            </a:r>
            <a:r>
              <a:rPr lang="en-US" altLang="zh-CN" dirty="0">
                <a:ea typeface="宋体" panose="02010600030101010101" pitchFamily="2" charset="-122"/>
              </a:rPr>
              <a:t>Encryption: 	</a:t>
            </a:r>
            <a:r>
              <a:rPr lang="en-US" altLang="zh-CN" i="1" dirty="0" err="1">
                <a:ea typeface="宋体" panose="02010600030101010101" pitchFamily="2" charset="-122"/>
              </a:rPr>
              <a:t>e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s</a:t>
            </a:r>
            <a:r>
              <a:rPr lang="en-US" altLang="zh-CN" i="1" baseline="-50000" dirty="0" err="1">
                <a:ea typeface="宋体" panose="02010600030101010101" pitchFamily="2" charset="-122"/>
              </a:rPr>
              <a:t>i</a:t>
            </a:r>
            <a:r>
              <a:rPr lang="en-US" altLang="zh-CN" i="1" dirty="0">
                <a:ea typeface="宋体" panose="02010600030101010101" pitchFamily="2" charset="-122"/>
              </a:rPr>
              <a:t>(x</a:t>
            </a:r>
            <a:r>
              <a:rPr lang="en-US" altLang="zh-CN" i="1" baseline="-25000" dirty="0">
                <a:ea typeface="宋体" panose="02010600030101010101" pitchFamily="2" charset="-122"/>
              </a:rPr>
              <a:t>i</a:t>
            </a:r>
            <a:r>
              <a:rPr lang="en-US" altLang="zh-CN" i="1" dirty="0">
                <a:ea typeface="宋体" panose="02010600030101010101" pitchFamily="2" charset="-122"/>
              </a:rPr>
              <a:t>) = x</a:t>
            </a:r>
            <a:r>
              <a:rPr lang="en-US" altLang="zh-CN" i="1" baseline="-25000" dirty="0">
                <a:ea typeface="宋体" panose="02010600030101010101" pitchFamily="2" charset="-122"/>
              </a:rPr>
              <a:t>i</a:t>
            </a:r>
            <a:r>
              <a:rPr lang="en-US" altLang="zh-CN" i="1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itchFamily="2" charset="2"/>
              </a:rPr>
              <a:t></a:t>
            </a:r>
            <a:r>
              <a:rPr lang="en-US" altLang="zh-CN" i="1" dirty="0">
                <a:ea typeface="宋体" panose="02010600030101010101" pitchFamily="2" charset="-122"/>
              </a:rPr>
              <a:t> </a:t>
            </a:r>
            <a:r>
              <a:rPr lang="en-US" altLang="zh-CN" i="1" dirty="0" err="1">
                <a:ea typeface="宋体" panose="02010600030101010101" pitchFamily="2" charset="-122"/>
              </a:rPr>
              <a:t>s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i</a:t>
            </a:r>
            <a:br>
              <a:rPr lang="en-US" altLang="zh-CN" i="1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Decryption:	</a:t>
            </a:r>
            <a:r>
              <a:rPr lang="en-US" altLang="zh-CN" i="1" dirty="0" err="1">
                <a:ea typeface="宋体" panose="02010600030101010101" pitchFamily="2" charset="-122"/>
              </a:rPr>
              <a:t>d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s</a:t>
            </a:r>
            <a:r>
              <a:rPr lang="en-US" altLang="zh-CN" i="1" baseline="-50000" dirty="0" err="1">
                <a:ea typeface="宋体" panose="02010600030101010101" pitchFamily="2" charset="-122"/>
              </a:rPr>
              <a:t>i</a:t>
            </a:r>
            <a:r>
              <a:rPr lang="en-US" altLang="zh-CN" i="1" dirty="0">
                <a:ea typeface="宋体" panose="02010600030101010101" pitchFamily="2" charset="-122"/>
              </a:rPr>
              <a:t>(</a:t>
            </a:r>
            <a:r>
              <a:rPr lang="en-US" altLang="zh-CN" i="1" dirty="0" err="1">
                <a:ea typeface="宋体" panose="02010600030101010101" pitchFamily="2" charset="-122"/>
              </a:rPr>
              <a:t>y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i="1" dirty="0">
                <a:ea typeface="宋体" panose="02010600030101010101" pitchFamily="2" charset="-122"/>
              </a:rPr>
              <a:t>) = </a:t>
            </a:r>
            <a:r>
              <a:rPr lang="en-US" altLang="zh-CN" i="1" dirty="0" err="1">
                <a:ea typeface="宋体" panose="02010600030101010101" pitchFamily="2" charset="-122"/>
              </a:rPr>
              <a:t>y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i="1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itchFamily="2" charset="2"/>
              </a:rPr>
              <a:t></a:t>
            </a:r>
            <a:r>
              <a:rPr lang="en-US" altLang="zh-CN" i="1" dirty="0">
                <a:ea typeface="宋体" panose="02010600030101010101" pitchFamily="2" charset="-122"/>
              </a:rPr>
              <a:t> </a:t>
            </a:r>
            <a:r>
              <a:rPr lang="en-US" altLang="zh-CN" i="1" dirty="0" err="1">
                <a:ea typeface="宋体" panose="02010600030101010101" pitchFamily="2" charset="-122"/>
              </a:rPr>
              <a:t>s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i</a:t>
            </a:r>
            <a:endParaRPr lang="en-US" altLang="zh-CN" i="1" baseline="-25000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b="1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b="1" dirty="0">
                <a:ea typeface="宋体" panose="02010600030101010101" pitchFamily="2" charset="-122"/>
              </a:rPr>
              <a:t>OTP is unconditionally secure if and only if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every key stream bit 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s</a:t>
            </a:r>
            <a:r>
              <a:rPr lang="en-US" altLang="zh-CN" b="1" i="1" baseline="-25000" dirty="0" err="1">
                <a:solidFill>
                  <a:srgbClr val="FF0000"/>
                </a:solidFill>
                <a:ea typeface="宋体" panose="02010600030101010101" pitchFamily="2" charset="-122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 is used once</a:t>
            </a:r>
            <a:r>
              <a:rPr lang="en-US" altLang="zh-CN" b="1" dirty="0">
                <a:ea typeface="宋体" panose="02010600030101010101" pitchFamily="2" charset="-122"/>
              </a:rPr>
              <a:t>! 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4822" name="Foliennummernplatzhalter 7">
            <a:extLst>
              <a:ext uri="{FF2B5EF4-FFF2-40B4-BE49-F238E27FC236}">
                <a16:creationId xmlns:a16="http://schemas.microsoft.com/office/drawing/2014/main" id="{B188A9A2-871B-A97B-642F-42FA54DB55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0E29CC3-0909-CF41-83DF-71D7B8058393}" type="slidenum">
              <a:rPr lang="de-DE" altLang="zh-CN">
                <a:solidFill>
                  <a:srgbClr val="394073"/>
                </a:solidFill>
              </a:rPr>
              <a:pPr/>
              <a:t>17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el 1">
            <a:extLst>
              <a:ext uri="{FF2B5EF4-FFF2-40B4-BE49-F238E27FC236}">
                <a16:creationId xmlns:a16="http://schemas.microsoft.com/office/drawing/2014/main" id="{D28E2F3B-55B4-2AD2-E083-EF0CD5C57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/>
              <a:t>One-Time Pad (OTP)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5843" name="Inhaltsplatzhalter 2">
            <a:extLst>
              <a:ext uri="{FF2B5EF4-FFF2-40B4-BE49-F238E27FC236}">
                <a16:creationId xmlns:a16="http://schemas.microsoft.com/office/drawing/2014/main" id="{EE48540B-8B78-7BE9-8FEC-8265B2D4C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3" y="1130300"/>
            <a:ext cx="7920235" cy="5201937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OTP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is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unconditionally secure:</a:t>
            </a:r>
          </a:p>
          <a:p>
            <a:pPr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		</a:t>
            </a:r>
            <a:r>
              <a:rPr lang="en-US" altLang="zh-CN" i="1" dirty="0">
                <a:ea typeface="宋体" panose="02010600030101010101" pitchFamily="2" charset="-122"/>
              </a:rPr>
              <a:t>y</a:t>
            </a:r>
            <a:r>
              <a:rPr lang="en-US" altLang="zh-CN" i="1" baseline="-25000" dirty="0">
                <a:ea typeface="宋体" panose="02010600030101010101" pitchFamily="2" charset="-122"/>
              </a:rPr>
              <a:t>0</a:t>
            </a:r>
            <a:r>
              <a:rPr lang="en-US" altLang="zh-CN" i="1" dirty="0">
                <a:ea typeface="宋体" panose="02010600030101010101" pitchFamily="2" charset="-122"/>
              </a:rPr>
              <a:t>  =  x</a:t>
            </a:r>
            <a:r>
              <a:rPr lang="en-US" altLang="zh-CN" i="1" baseline="-25000" dirty="0">
                <a:ea typeface="宋体" panose="02010600030101010101" pitchFamily="2" charset="-122"/>
              </a:rPr>
              <a:t>0</a:t>
            </a:r>
            <a:r>
              <a:rPr lang="en-US" altLang="zh-CN" i="1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itchFamily="2" charset="2"/>
              </a:rPr>
              <a:t></a:t>
            </a:r>
            <a:r>
              <a:rPr lang="en-US" altLang="zh-CN" i="1" dirty="0">
                <a:ea typeface="宋体" panose="02010600030101010101" pitchFamily="2" charset="-122"/>
              </a:rPr>
              <a:t> s</a:t>
            </a:r>
            <a:r>
              <a:rPr lang="en-US" altLang="zh-CN" i="1" baseline="-25000" dirty="0">
                <a:ea typeface="宋体" panose="02010600030101010101" pitchFamily="2" charset="-122"/>
              </a:rPr>
              <a:t>0</a:t>
            </a:r>
            <a:r>
              <a:rPr lang="en-US" altLang="zh-CN" i="1" dirty="0">
                <a:ea typeface="宋体" panose="02010600030101010101" pitchFamily="2" charset="-122"/>
              </a:rPr>
              <a:t> </a:t>
            </a:r>
          </a:p>
          <a:p>
            <a:pPr>
              <a:buFontTx/>
              <a:buNone/>
            </a:pPr>
            <a:r>
              <a:rPr lang="en-US" altLang="zh-CN" i="1" dirty="0">
                <a:ea typeface="宋体" panose="02010600030101010101" pitchFamily="2" charset="-122"/>
              </a:rPr>
              <a:t>		y</a:t>
            </a:r>
            <a:r>
              <a:rPr lang="en-US" altLang="zh-CN" i="1" baseline="-25000" dirty="0">
                <a:ea typeface="宋体" panose="02010600030101010101" pitchFamily="2" charset="-122"/>
              </a:rPr>
              <a:t>1</a:t>
            </a:r>
            <a:r>
              <a:rPr lang="en-US" altLang="zh-CN" i="1" dirty="0">
                <a:ea typeface="宋体" panose="02010600030101010101" pitchFamily="2" charset="-122"/>
              </a:rPr>
              <a:t>  =  x</a:t>
            </a:r>
            <a:r>
              <a:rPr lang="en-US" altLang="zh-CN" i="1" baseline="-25000" dirty="0">
                <a:ea typeface="宋体" panose="02010600030101010101" pitchFamily="2" charset="-122"/>
              </a:rPr>
              <a:t>1</a:t>
            </a:r>
            <a:r>
              <a:rPr lang="en-US" altLang="zh-CN" i="1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itchFamily="2" charset="2"/>
              </a:rPr>
              <a:t></a:t>
            </a:r>
            <a:r>
              <a:rPr lang="en-US" altLang="zh-CN" i="1" dirty="0">
                <a:ea typeface="宋体" panose="02010600030101010101" pitchFamily="2" charset="-122"/>
              </a:rPr>
              <a:t> s</a:t>
            </a:r>
            <a:r>
              <a:rPr lang="en-US" altLang="zh-CN" i="1" baseline="-25000" dirty="0">
                <a:ea typeface="宋体" panose="02010600030101010101" pitchFamily="2" charset="-122"/>
              </a:rPr>
              <a:t>1</a:t>
            </a:r>
            <a:endParaRPr lang="en-US" altLang="zh-CN" i="1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		:</a:t>
            </a:r>
          </a:p>
          <a:p>
            <a:pPr marL="0" indent="0">
              <a:buNone/>
            </a:pPr>
            <a:r>
              <a:rPr lang="en-US" altLang="zh-CN" dirty="0">
                <a:ea typeface="宋体" panose="02010600030101010101" pitchFamily="2" charset="-122"/>
              </a:rPr>
              <a:t>It can be shown that this systems can </a:t>
            </a:r>
            <a:r>
              <a:rPr lang="en-US" altLang="zh-CN" i="1" dirty="0">
                <a:ea typeface="宋体" panose="02010600030101010101" pitchFamily="2" charset="-122"/>
              </a:rPr>
              <a:t>provably</a:t>
            </a:r>
            <a:r>
              <a:rPr lang="en-US" altLang="zh-CN" dirty="0">
                <a:ea typeface="宋体" panose="02010600030101010101" pitchFamily="2" charset="-122"/>
              </a:rPr>
              <a:t> not be solved: </a:t>
            </a:r>
          </a:p>
          <a:p>
            <a:pPr>
              <a:buFont typeface="Symbol" pitchFamily="2" charset="2"/>
              <a:buChar char="Þ"/>
            </a:pPr>
            <a:r>
              <a:rPr lang="en-US" altLang="zh-CN" dirty="0">
                <a:ea typeface="宋体" panose="02010600030101010101" pitchFamily="2" charset="-122"/>
              </a:rPr>
              <a:t> Every equation is a linear equation with two unknowns. Impossible to derive a unique solution.</a:t>
            </a:r>
          </a:p>
          <a:p>
            <a:pPr>
              <a:buFont typeface="Symbol" pitchFamily="2" charset="2"/>
              <a:buChar char="Þ"/>
            </a:pPr>
            <a:r>
              <a:rPr lang="en-US" altLang="zh-CN" dirty="0">
                <a:ea typeface="宋体" panose="02010600030101010101" pitchFamily="2" charset="-122"/>
              </a:rPr>
              <a:t> All the equations are independent, since all</a:t>
            </a:r>
            <a:r>
              <a:rPr lang="en-US" altLang="zh-CN" i="1" dirty="0">
                <a:ea typeface="宋体" panose="02010600030101010101" pitchFamily="2" charset="-122"/>
              </a:rPr>
              <a:t> </a:t>
            </a:r>
            <a:r>
              <a:rPr lang="en-US" altLang="zh-CN" i="1" dirty="0" err="1">
                <a:ea typeface="宋体" panose="02010600030101010101" pitchFamily="2" charset="-122"/>
              </a:rPr>
              <a:t>s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i="1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are generated truly random.</a:t>
            </a:r>
            <a:br>
              <a:rPr lang="en-US" altLang="zh-CN" dirty="0">
                <a:ea typeface="宋体" panose="02010600030101010101" pitchFamily="2" charset="-122"/>
              </a:rPr>
            </a:br>
            <a:endParaRPr lang="en-US" altLang="zh-CN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b="1" dirty="0">
                <a:ea typeface="宋体" panose="02010600030101010101" pitchFamily="2" charset="-122"/>
              </a:rPr>
              <a:t>Disadvantage: 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For almost all applications the OTP is </a:t>
            </a:r>
            <a:r>
              <a:rPr lang="en-US" altLang="zh-CN" b="1" dirty="0">
                <a:ea typeface="宋体" panose="02010600030101010101" pitchFamily="2" charset="-122"/>
              </a:rPr>
              <a:t>impractical </a:t>
            </a:r>
            <a:r>
              <a:rPr lang="en-US" altLang="zh-CN" dirty="0">
                <a:ea typeface="宋体" panose="02010600030101010101" pitchFamily="2" charset="-122"/>
              </a:rPr>
              <a:t>since the key must be as long as the message! (Imagine you have to encrypt a 1GByte email attachment.)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For all unconditionally secure encryption system, the key must be at least as long as the message!</a:t>
            </a:r>
          </a:p>
          <a:p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5845" name="Foliennummernplatzhalter 5">
            <a:extLst>
              <a:ext uri="{FF2B5EF4-FFF2-40B4-BE49-F238E27FC236}">
                <a16:creationId xmlns:a16="http://schemas.microsoft.com/office/drawing/2014/main" id="{155678E1-4947-B380-FB7C-D8404F907F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17CDA1B-D08F-3643-BD73-6627156100FC}" type="slidenum">
              <a:rPr lang="de-DE" altLang="zh-CN">
                <a:solidFill>
                  <a:srgbClr val="394073"/>
                </a:solidFill>
              </a:rPr>
              <a:pPr/>
              <a:t>18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68873-0843-2F64-5C9E-0179F7FAB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4">
            <a:extLst>
              <a:ext uri="{FF2B5EF4-FFF2-40B4-BE49-F238E27FC236}">
                <a16:creationId xmlns:a16="http://schemas.microsoft.com/office/drawing/2014/main" id="{A94D0EDA-39A1-744F-72D9-96BB0740D4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1488" y="322263"/>
            <a:ext cx="8204200" cy="515937"/>
          </a:xfrm>
        </p:spPr>
        <p:txBody>
          <a:bodyPr/>
          <a:lstStyle/>
          <a:p>
            <a:pPr>
              <a:buFont typeface="Webdings" pitchFamily="2" charset="2"/>
              <a:buNone/>
            </a:pPr>
            <a:r>
              <a:rPr lang="de-DE" altLang="zh-CN" sz="2800"/>
              <a:t>Content of this Chapter</a:t>
            </a:r>
          </a:p>
        </p:txBody>
      </p:sp>
      <p:sp>
        <p:nvSpPr>
          <p:cNvPr id="33796" name="Rectangle 7">
            <a:extLst>
              <a:ext uri="{FF2B5EF4-FFF2-40B4-BE49-F238E27FC236}">
                <a16:creationId xmlns:a16="http://schemas.microsoft.com/office/drawing/2014/main" id="{08562C16-10E5-9182-805F-C15BC94496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844675"/>
            <a:ext cx="7394575" cy="3116879"/>
          </a:xfrm>
          <a:noFill/>
        </p:spPr>
        <p:txBody>
          <a:bodyPr/>
          <a:lstStyle/>
          <a:p>
            <a:r>
              <a:rPr lang="en-US" altLang="zh-CN" sz="2000" dirty="0">
                <a:ea typeface="宋体" panose="02010600030101010101" pitchFamily="2" charset="-122"/>
              </a:rPr>
              <a:t>Intro to stream ciphers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Random number generators (RNGs)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One-Time Pad (OTP)</a:t>
            </a:r>
          </a:p>
          <a:p>
            <a:r>
              <a:rPr lang="de-DE" altLang="zh-CN" sz="2000" b="1" dirty="0" err="1">
                <a:ea typeface="宋体" panose="02010600030101010101" pitchFamily="2" charset="-122"/>
              </a:rPr>
              <a:t>Towards</a:t>
            </a:r>
            <a:r>
              <a:rPr lang="de-DE" altLang="zh-CN" sz="2000" b="1" dirty="0">
                <a:ea typeface="宋体" panose="02010600030101010101" pitchFamily="2" charset="-122"/>
              </a:rPr>
              <a:t> </a:t>
            </a:r>
            <a:r>
              <a:rPr lang="de-DE" altLang="zh-CN" sz="2000" b="1" dirty="0" err="1">
                <a:ea typeface="宋体" panose="02010600030101010101" pitchFamily="2" charset="-122"/>
              </a:rPr>
              <a:t>Practical</a:t>
            </a:r>
            <a:r>
              <a:rPr lang="de-DE" altLang="zh-CN" sz="2000" b="1" dirty="0">
                <a:ea typeface="宋体" panose="02010600030101010101" pitchFamily="2" charset="-122"/>
              </a:rPr>
              <a:t> Stream </a:t>
            </a:r>
            <a:r>
              <a:rPr lang="de-DE" altLang="zh-CN" sz="2000" b="1" dirty="0" err="1">
                <a:ea typeface="宋体" panose="02010600030101010101" pitchFamily="2" charset="-122"/>
              </a:rPr>
              <a:t>Ciphers</a:t>
            </a:r>
            <a:endParaRPr lang="en-US" altLang="zh-CN" sz="2000" b="1" dirty="0">
              <a:ea typeface="宋体" panose="02010600030101010101" pitchFamily="2" charset="-122"/>
            </a:endParaRPr>
          </a:p>
          <a:p>
            <a:r>
              <a:rPr lang="en-US" altLang="zh-CN" sz="2000" dirty="0">
                <a:ea typeface="宋体" panose="02010600030101010101" pitchFamily="2" charset="-122"/>
              </a:rPr>
              <a:t>Linear feedback shift registers (LFSRs)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A practical steam cipher: Salsa20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A practical stream cipher: Trivium</a:t>
            </a:r>
          </a:p>
        </p:txBody>
      </p:sp>
      <p:sp>
        <p:nvSpPr>
          <p:cNvPr id="33797" name="Foliennummernplatzhalter 5">
            <a:extLst>
              <a:ext uri="{FF2B5EF4-FFF2-40B4-BE49-F238E27FC236}">
                <a16:creationId xmlns:a16="http://schemas.microsoft.com/office/drawing/2014/main" id="{FF02A578-C9DA-B250-9196-9DF6808D3D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AF3C698-8D96-1441-963B-2006FD82D345}" type="slidenum">
              <a:rPr lang="de-DE" altLang="zh-CN">
                <a:solidFill>
                  <a:srgbClr val="394073"/>
                </a:solidFill>
              </a:rPr>
              <a:pPr/>
              <a:t>19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</p:spTree>
    <p:extLst>
      <p:ext uri="{BB962C8B-B14F-4D97-AF65-F5344CB8AC3E}">
        <p14:creationId xmlns:p14="http://schemas.microsoft.com/office/powerpoint/2010/main" val="1863406350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042DF-AE42-785D-F51F-C79F78E0C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Titel 1">
            <a:extLst>
              <a:ext uri="{FF2B5EF4-FFF2-40B4-BE49-F238E27FC236}">
                <a16:creationId xmlns:a16="http://schemas.microsoft.com/office/drawing/2014/main" id="{DA1FA6E7-D0E3-D302-4DE1-A9421D842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 dirty="0" err="1"/>
              <a:t>Towards</a:t>
            </a:r>
            <a:r>
              <a:rPr lang="de-DE" altLang="zh-CN" dirty="0"/>
              <a:t> </a:t>
            </a:r>
            <a:r>
              <a:rPr lang="de-DE" altLang="zh-CN" dirty="0" err="1"/>
              <a:t>Practical</a:t>
            </a:r>
            <a:r>
              <a:rPr lang="de-DE" altLang="zh-CN" dirty="0"/>
              <a:t> Stream </a:t>
            </a:r>
            <a:r>
              <a:rPr lang="de-DE" altLang="zh-CN" dirty="0" err="1"/>
              <a:t>Ciphers</a:t>
            </a:r>
            <a:r>
              <a:rPr lang="zh-CN" altLang="en-US" dirty="0"/>
              <a:t> </a:t>
            </a:r>
            <a:r>
              <a:rPr lang="en-US" altLang="zh-CN" dirty="0"/>
              <a:t>——</a:t>
            </a:r>
            <a:r>
              <a:rPr lang="zh-CN" altLang="en-US" dirty="0"/>
              <a:t> </a:t>
            </a:r>
            <a:r>
              <a:rPr lang="en-US" altLang="zh-CN" dirty="0"/>
              <a:t>the idea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4822" name="Foliennummernplatzhalter 7">
            <a:extLst>
              <a:ext uri="{FF2B5EF4-FFF2-40B4-BE49-F238E27FC236}">
                <a16:creationId xmlns:a16="http://schemas.microsoft.com/office/drawing/2014/main" id="{BDC52DB5-4AD8-AFC1-12A0-9FFA241A12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0E29CC3-0909-CF41-83DF-71D7B8058393}" type="slidenum">
              <a:rPr lang="de-DE" altLang="zh-CN">
                <a:solidFill>
                  <a:srgbClr val="394073"/>
                </a:solidFill>
              </a:rPr>
              <a:pPr/>
              <a:t>20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3">
                <a:extLst>
                  <a:ext uri="{FF2B5EF4-FFF2-40B4-BE49-F238E27FC236}">
                    <a16:creationId xmlns:a16="http://schemas.microsoft.com/office/drawing/2014/main" id="{7C24D8BB-C49E-F94B-8AAC-DCEB47522FFA}"/>
                  </a:ext>
                </a:extLst>
              </p14:cNvPr>
              <p14:cNvContentPartPr/>
              <p14:nvPr/>
            </p14:nvContentPartPr>
            <p14:xfrm>
              <a:off x="471488" y="1844824"/>
              <a:ext cx="7832160" cy="2445840"/>
            </p14:xfrm>
          </p:contentPart>
        </mc:Choice>
        <mc:Fallback xmlns="">
          <p:pic>
            <p:nvPicPr>
              <p:cNvPr id="3" name="Ink 3">
                <a:extLst>
                  <a:ext uri="{FF2B5EF4-FFF2-40B4-BE49-F238E27FC236}">
                    <a16:creationId xmlns:a16="http://schemas.microsoft.com/office/drawing/2014/main" id="{7C24D8BB-C49E-F94B-8AAC-DCEB47522FF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2128" y="1835464"/>
                <a:ext cx="7850880" cy="246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5730177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35401-9094-41D1-42C8-9757FC4BA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Titel 1">
            <a:extLst>
              <a:ext uri="{FF2B5EF4-FFF2-40B4-BE49-F238E27FC236}">
                <a16:creationId xmlns:a16="http://schemas.microsoft.com/office/drawing/2014/main" id="{79F55F63-4426-72B3-DD7B-1D70E6611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 dirty="0" err="1"/>
              <a:t>Towards</a:t>
            </a:r>
            <a:r>
              <a:rPr lang="de-DE" altLang="zh-CN" dirty="0"/>
              <a:t> </a:t>
            </a:r>
            <a:r>
              <a:rPr lang="de-DE" altLang="zh-CN" dirty="0" err="1"/>
              <a:t>Practical</a:t>
            </a:r>
            <a:r>
              <a:rPr lang="de-DE" altLang="zh-CN" dirty="0"/>
              <a:t> Stream </a:t>
            </a:r>
            <a:r>
              <a:rPr lang="de-DE" altLang="zh-CN" dirty="0" err="1"/>
              <a:t>Ciphers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4822" name="Foliennummernplatzhalter 7">
            <a:extLst>
              <a:ext uri="{FF2B5EF4-FFF2-40B4-BE49-F238E27FC236}">
                <a16:creationId xmlns:a16="http://schemas.microsoft.com/office/drawing/2014/main" id="{786A3A36-BDA4-996A-2895-F0260CABD2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0E29CC3-0909-CF41-83DF-71D7B8058393}" type="slidenum">
              <a:rPr lang="de-DE" altLang="zh-CN">
                <a:solidFill>
                  <a:srgbClr val="394073"/>
                </a:solidFill>
              </a:rPr>
              <a:pPr/>
              <a:t>21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3D60FF0-9AE4-6071-F247-FB9FEF467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561" y="5373216"/>
            <a:ext cx="6084887" cy="277512"/>
          </a:xfrm>
        </p:spPr>
        <p:txBody>
          <a:bodyPr/>
          <a:lstStyle/>
          <a:p>
            <a:r>
              <a:rPr kumimoji="1" lang="en-US" altLang="zh-CN" dirty="0"/>
              <a:t>But how to build the key stream generator?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6EB1D87-768E-88F1-885E-F58B220C7885}"/>
              </a:ext>
            </a:extLst>
          </p:cNvPr>
          <p:cNvSpPr txBox="1"/>
          <p:nvPr/>
        </p:nvSpPr>
        <p:spPr>
          <a:xfrm>
            <a:off x="2609636" y="231168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0893904-155E-9AF3-C03C-3BED993D3A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1" y="1165637"/>
            <a:ext cx="8190791" cy="3631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556717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F3D84-71B6-6D81-FC7F-094D10F0A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Titel 1">
            <a:extLst>
              <a:ext uri="{FF2B5EF4-FFF2-40B4-BE49-F238E27FC236}">
                <a16:creationId xmlns:a16="http://schemas.microsoft.com/office/drawing/2014/main" id="{B87F980C-6FEC-0F1D-6E00-E0BC15ECA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 dirty="0" err="1"/>
              <a:t>Towards</a:t>
            </a:r>
            <a:r>
              <a:rPr lang="de-DE" altLang="zh-CN" dirty="0"/>
              <a:t> </a:t>
            </a:r>
            <a:r>
              <a:rPr lang="de-DE" altLang="zh-CN" dirty="0" err="1"/>
              <a:t>Practical</a:t>
            </a:r>
            <a:r>
              <a:rPr lang="de-DE" altLang="zh-CN" dirty="0"/>
              <a:t> Stream </a:t>
            </a:r>
            <a:r>
              <a:rPr lang="de-DE" altLang="zh-CN" dirty="0" err="1"/>
              <a:t>Ciphers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4820" name="Inhaltsplatzhalter 2">
            <a:extLst>
              <a:ext uri="{FF2B5EF4-FFF2-40B4-BE49-F238E27FC236}">
                <a16:creationId xmlns:a16="http://schemas.microsoft.com/office/drawing/2014/main" id="{668DDAF3-E1EC-A063-F930-3449C1114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3" y="995362"/>
            <a:ext cx="7848227" cy="5201937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b="1" dirty="0">
                <a:ea typeface="宋体" panose="02010600030101010101" pitchFamily="2" charset="-122"/>
              </a:rPr>
              <a:t>Computational Security: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A cryptosystem is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computationally secure </a:t>
            </a:r>
            <a:r>
              <a:rPr lang="en-US" altLang="zh-CN" dirty="0">
                <a:ea typeface="宋体" panose="02010600030101010101" pitchFamily="2" charset="-122"/>
              </a:rPr>
              <a:t>if the best known algorithm for breaking it requires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at least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operations</a:t>
            </a:r>
            <a:r>
              <a:rPr lang="en-US" altLang="zh-CN" dirty="0">
                <a:ea typeface="宋体" panose="02010600030101010101" pitchFamily="2" charset="-122"/>
              </a:rPr>
              <a:t>. (It is computationally infeasible for today’s computers to perform </a:t>
            </a:r>
            <a:r>
              <a:rPr lang="en-US" altLang="zh-CN" i="1" dirty="0">
                <a:ea typeface="宋体" panose="02010600030101010101" pitchFamily="2" charset="-122"/>
              </a:rPr>
              <a:t>t</a:t>
            </a:r>
            <a:r>
              <a:rPr lang="en-US" altLang="zh-CN" dirty="0">
                <a:ea typeface="宋体" panose="02010600030101010101" pitchFamily="2" charset="-122"/>
              </a:rPr>
              <a:t> operations.)</a:t>
            </a:r>
          </a:p>
          <a:p>
            <a:pPr marL="0" indent="0"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ea typeface="宋体" panose="02010600030101010101" pitchFamily="2" charset="-122"/>
              </a:rPr>
              <a:t>Several problems with this definition:</a:t>
            </a:r>
          </a:p>
          <a:p>
            <a:pPr marL="342900" indent="-342900">
              <a:buFont typeface="+mj-ea"/>
              <a:buAutoNum type="circleNumDbPlain"/>
            </a:pPr>
            <a:r>
              <a:rPr lang="en-US" altLang="zh-CN" dirty="0">
                <a:ea typeface="宋体" panose="02010600030101010101" pitchFamily="2" charset="-122"/>
              </a:rPr>
              <a:t>What is the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best algorithm </a:t>
            </a:r>
            <a:r>
              <a:rPr lang="en-US" altLang="zh-CN" dirty="0">
                <a:ea typeface="宋体" panose="02010600030101010101" pitchFamily="2" charset="-122"/>
              </a:rPr>
              <a:t>for a given attack?</a:t>
            </a:r>
          </a:p>
          <a:p>
            <a:pPr marL="342900" indent="-342900">
              <a:buFont typeface="+mj-ea"/>
              <a:buAutoNum type="circleNumDbPlain"/>
            </a:pPr>
            <a:r>
              <a:rPr lang="en-US" altLang="zh-CN" dirty="0">
                <a:ea typeface="宋体" panose="02010600030101010101" pitchFamily="2" charset="-122"/>
              </a:rPr>
              <a:t>Even if a lower bound on the complexity of one attack is known, are there more powerful attacks possible?</a:t>
            </a:r>
          </a:p>
          <a:p>
            <a:pPr marL="0" indent="0"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ea typeface="宋体" panose="02010600030101010101" pitchFamily="2" charset="-122"/>
              </a:rPr>
              <a:t>For symmetric encryption schemes, one hope that there is no attack method with a complexity better than an exhaustive key search.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4822" name="Foliennummernplatzhalter 7">
            <a:extLst>
              <a:ext uri="{FF2B5EF4-FFF2-40B4-BE49-F238E27FC236}">
                <a16:creationId xmlns:a16="http://schemas.microsoft.com/office/drawing/2014/main" id="{E2876BF4-2F4E-3D86-D6C7-3ECCE5D051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0E29CC3-0909-CF41-83DF-71D7B8058393}" type="slidenum">
              <a:rPr lang="de-DE" altLang="zh-CN">
                <a:solidFill>
                  <a:srgbClr val="394073"/>
                </a:solidFill>
              </a:rPr>
              <a:pPr/>
              <a:t>22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</p:spTree>
    <p:extLst>
      <p:ext uri="{BB962C8B-B14F-4D97-AF65-F5344CB8AC3E}">
        <p14:creationId xmlns:p14="http://schemas.microsoft.com/office/powerpoint/2010/main" val="3286253351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Titel 1">
            <a:extLst>
              <a:ext uri="{FF2B5EF4-FFF2-40B4-BE49-F238E27FC236}">
                <a16:creationId xmlns:a16="http://schemas.microsoft.com/office/drawing/2014/main" id="{F7FE3F32-9E34-2BDC-B4FA-677AD09F1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Building Key Streams form PRNGs</a:t>
            </a:r>
          </a:p>
        </p:txBody>
      </p:sp>
      <p:sp>
        <p:nvSpPr>
          <p:cNvPr id="2054" name="Inhaltsplatzhalter 2">
            <a:extLst>
              <a:ext uri="{FF2B5EF4-FFF2-40B4-BE49-F238E27FC236}">
                <a16:creationId xmlns:a16="http://schemas.microsoft.com/office/drawing/2014/main" id="{94D73799-3E55-904A-9144-DF4C32FBB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313" y="2500313"/>
            <a:ext cx="6084887" cy="326231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b="1">
                <a:ea typeface="宋体" panose="02010600030101010101" pitchFamily="2" charset="-122"/>
              </a:rPr>
              <a:t>Assume 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unknown </a:t>
            </a:r>
            <a:r>
              <a:rPr lang="en-US" altLang="zh-CN" i="1">
                <a:ea typeface="宋体" panose="02010600030101010101" pitchFamily="2" charset="-122"/>
              </a:rPr>
              <a:t>A</a:t>
            </a:r>
            <a:r>
              <a:rPr lang="en-US" altLang="zh-CN">
                <a:ea typeface="宋体" panose="02010600030101010101" pitchFamily="2" charset="-122"/>
              </a:rPr>
              <a:t>, </a:t>
            </a:r>
            <a:r>
              <a:rPr lang="en-US" altLang="zh-CN" i="1">
                <a:ea typeface="宋体" panose="02010600030101010101" pitchFamily="2" charset="-122"/>
              </a:rPr>
              <a:t>B and S</a:t>
            </a:r>
            <a:r>
              <a:rPr lang="en-US" altLang="zh-CN" sz="1800" i="1" baseline="-25000">
                <a:ea typeface="宋体" panose="02010600030101010101" pitchFamily="2" charset="-122"/>
              </a:rPr>
              <a:t>0</a:t>
            </a:r>
            <a:r>
              <a:rPr lang="en-US" altLang="zh-CN" i="1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as key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Size of </a:t>
            </a:r>
            <a:r>
              <a:rPr lang="en-US" altLang="zh-CN" i="1">
                <a:ea typeface="宋体" panose="02010600030101010101" pitchFamily="2" charset="-122"/>
              </a:rPr>
              <a:t>A</a:t>
            </a:r>
            <a:r>
              <a:rPr lang="en-US" altLang="zh-CN">
                <a:ea typeface="宋体" panose="02010600030101010101" pitchFamily="2" charset="-122"/>
              </a:rPr>
              <a:t>, </a:t>
            </a:r>
            <a:r>
              <a:rPr lang="en-US" altLang="zh-CN" i="1">
                <a:ea typeface="宋体" panose="02010600030101010101" pitchFamily="2" charset="-122"/>
              </a:rPr>
              <a:t>B</a:t>
            </a:r>
            <a:r>
              <a:rPr lang="en-US" altLang="zh-CN">
                <a:ea typeface="宋体" panose="02010600030101010101" pitchFamily="2" charset="-122"/>
              </a:rPr>
              <a:t> and </a:t>
            </a:r>
            <a:r>
              <a:rPr lang="en-US" altLang="zh-CN" i="1">
                <a:ea typeface="宋体" panose="02010600030101010101" pitchFamily="2" charset="-122"/>
              </a:rPr>
              <a:t>S</a:t>
            </a:r>
            <a:r>
              <a:rPr lang="en-US" altLang="zh-CN" sz="1800" i="1" baseline="-25000">
                <a:ea typeface="宋体" panose="02010600030101010101" pitchFamily="2" charset="-122"/>
              </a:rPr>
              <a:t>i</a:t>
            </a:r>
            <a:r>
              <a:rPr lang="en-US" altLang="zh-CN">
                <a:ea typeface="宋体" panose="02010600030101010101" pitchFamily="2" charset="-122"/>
              </a:rPr>
              <a:t> to be 100 bit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300 bit of output are known, i.e. </a:t>
            </a:r>
            <a:r>
              <a:rPr lang="en-US" altLang="zh-CN" i="1">
                <a:ea typeface="宋体" panose="02010600030101010101" pitchFamily="2" charset="-122"/>
              </a:rPr>
              <a:t>S</a:t>
            </a:r>
            <a:r>
              <a:rPr lang="en-US" altLang="zh-CN" sz="1800" i="1" baseline="-25000">
                <a:ea typeface="宋体" panose="02010600030101010101" pitchFamily="2" charset="-122"/>
              </a:rPr>
              <a:t>1</a:t>
            </a:r>
            <a:r>
              <a:rPr lang="en-US" altLang="zh-CN">
                <a:ea typeface="宋体" panose="02010600030101010101" pitchFamily="2" charset="-122"/>
              </a:rPr>
              <a:t>, </a:t>
            </a:r>
            <a:r>
              <a:rPr lang="en-US" altLang="zh-CN" i="1">
                <a:ea typeface="宋体" panose="02010600030101010101" pitchFamily="2" charset="-122"/>
              </a:rPr>
              <a:t>S</a:t>
            </a:r>
            <a:r>
              <a:rPr lang="en-US" altLang="zh-CN" sz="1800" i="1" baseline="-25000">
                <a:ea typeface="宋体" panose="02010600030101010101" pitchFamily="2" charset="-122"/>
              </a:rPr>
              <a:t>2</a:t>
            </a:r>
            <a:r>
              <a:rPr lang="en-US" altLang="zh-CN">
                <a:ea typeface="宋体" panose="02010600030101010101" pitchFamily="2" charset="-122"/>
              </a:rPr>
              <a:t> and </a:t>
            </a:r>
            <a:r>
              <a:rPr lang="en-US" altLang="zh-CN" i="1">
                <a:ea typeface="宋体" panose="02010600030101010101" pitchFamily="2" charset="-122"/>
              </a:rPr>
              <a:t>S</a:t>
            </a:r>
            <a:r>
              <a:rPr lang="en-US" altLang="zh-CN" sz="1800" i="1" baseline="-25000">
                <a:ea typeface="宋体" panose="02010600030101010101" pitchFamily="2" charset="-122"/>
              </a:rPr>
              <a:t>3</a:t>
            </a:r>
            <a:r>
              <a:rPr lang="en-US" altLang="zh-CN">
                <a:ea typeface="宋体" panose="02010600030101010101" pitchFamily="2" charset="-122"/>
              </a:rPr>
              <a:t> </a:t>
            </a:r>
          </a:p>
          <a:p>
            <a:pPr>
              <a:buFontTx/>
              <a:buNone/>
            </a:pPr>
            <a:r>
              <a:rPr lang="en-US" altLang="zh-CN" b="1">
                <a:ea typeface="宋体" panose="02010600030101010101" pitchFamily="2" charset="-122"/>
              </a:rPr>
              <a:t>Solving</a:t>
            </a:r>
          </a:p>
          <a:p>
            <a:pPr>
              <a:buFontTx/>
              <a:buNone/>
            </a:pPr>
            <a:endParaRPr lang="en-US" altLang="zh-CN" b="1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b="1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b="1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…directly reveals A and B. All </a:t>
            </a:r>
            <a:r>
              <a:rPr lang="en-US" altLang="zh-CN" i="1">
                <a:ea typeface="宋体" panose="02010600030101010101" pitchFamily="2" charset="-122"/>
              </a:rPr>
              <a:t>S</a:t>
            </a:r>
            <a:r>
              <a:rPr lang="en-US" altLang="zh-CN" sz="1800" i="1" baseline="-25000">
                <a:ea typeface="宋体" panose="02010600030101010101" pitchFamily="2" charset="-122"/>
              </a:rPr>
              <a:t>i</a:t>
            </a:r>
            <a:r>
              <a:rPr lang="en-US" altLang="zh-CN">
                <a:ea typeface="宋体" panose="02010600030101010101" pitchFamily="2" charset="-122"/>
              </a:rPr>
              <a:t> can be computed easily!</a:t>
            </a:r>
          </a:p>
        </p:txBody>
      </p:sp>
      <p:graphicFrame>
        <p:nvGraphicFramePr>
          <p:cNvPr id="2050" name="Object 2">
            <a:extLst>
              <a:ext uri="{FF2B5EF4-FFF2-40B4-BE49-F238E27FC236}">
                <a16:creationId xmlns:a16="http://schemas.microsoft.com/office/drawing/2014/main" id="{0A13B0EC-0400-9910-857F-960F76F3A6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06500" y="4357688"/>
          <a:ext cx="2579688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el" r:id="rId3" imgW="28968700" imgH="10528300" progId="Equation.3">
                  <p:embed/>
                </p:oleObj>
              </mc:Choice>
              <mc:Fallback>
                <p:oleObj name="Formel" r:id="rId3" imgW="28968700" imgH="10528300" progId="Equation.3">
                  <p:embed/>
                  <p:pic>
                    <p:nvPicPr>
                      <p:cNvPr id="2050" name="Object 2">
                        <a:extLst>
                          <a:ext uri="{FF2B5EF4-FFF2-40B4-BE49-F238E27FC236}">
                            <a16:creationId xmlns:a16="http://schemas.microsoft.com/office/drawing/2014/main" id="{0A13B0EC-0400-9910-857F-960F76F3A6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0" y="4357688"/>
                        <a:ext cx="2579688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78211A20-8247-D6AA-AC61-F5CE5F10B0B6}"/>
              </a:ext>
            </a:extLst>
          </p:cNvPr>
          <p:cNvGrpSpPr/>
          <p:nvPr/>
        </p:nvGrpSpPr>
        <p:grpSpPr>
          <a:xfrm>
            <a:off x="785813" y="785813"/>
            <a:ext cx="5143500" cy="1500187"/>
            <a:chOff x="785813" y="785813"/>
            <a:chExt cx="5143500" cy="1500187"/>
          </a:xfrm>
        </p:grpSpPr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E348E913-56D1-3BA9-BB1E-F1D752701C21}"/>
                </a:ext>
              </a:extLst>
            </p:cNvPr>
            <p:cNvSpPr/>
            <p:nvPr/>
          </p:nvSpPr>
          <p:spPr bwMode="auto">
            <a:xfrm>
              <a:off x="785813" y="785813"/>
              <a:ext cx="5143500" cy="1500187"/>
            </a:xfrm>
            <a:prstGeom prst="rect">
              <a:avLst/>
            </a:prstGeom>
            <a:ln cap="rnd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lIns="0" tIns="0" rIns="0" bIns="0"/>
            <a:lstStyle/>
            <a:p>
              <a:pPr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56" name="Textfeld 8">
              <a:extLst>
                <a:ext uri="{FF2B5EF4-FFF2-40B4-BE49-F238E27FC236}">
                  <a16:creationId xmlns:a16="http://schemas.microsoft.com/office/drawing/2014/main" id="{427EC238-4003-D93C-AAC1-BF10286F57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5813" y="857250"/>
              <a:ext cx="5000625" cy="1077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>
                  <a:ea typeface="宋体" panose="02010600030101010101" pitchFamily="2" charset="-122"/>
                </a:rPr>
                <a:t>Simple PRNG: </a:t>
              </a:r>
              <a:r>
                <a:rPr lang="en-US" altLang="zh-CN" sz="1600" b="1">
                  <a:ea typeface="宋体" panose="02010600030101010101" pitchFamily="2" charset="-122"/>
                </a:rPr>
                <a:t>Linear Congruential Generator</a:t>
              </a:r>
              <a:endParaRPr lang="en-US" altLang="zh-CN" sz="1600">
                <a:ea typeface="宋体" panose="02010600030101010101" pitchFamily="2" charset="-122"/>
              </a:endParaRPr>
            </a:p>
            <a:p>
              <a:endParaRPr lang="en-US" altLang="zh-CN" sz="1600">
                <a:ea typeface="宋体" panose="02010600030101010101" pitchFamily="2" charset="-122"/>
              </a:endParaRPr>
            </a:p>
            <a:p>
              <a:endParaRPr lang="en-US" altLang="zh-CN" sz="1600">
                <a:ea typeface="宋体" panose="02010600030101010101" pitchFamily="2" charset="-122"/>
              </a:endParaRPr>
            </a:p>
            <a:p>
              <a:endParaRPr lang="en-US" altLang="zh-CN" sz="1600">
                <a:ea typeface="宋体" panose="02010600030101010101" pitchFamily="2" charset="-122"/>
              </a:endParaRPr>
            </a:p>
          </p:txBody>
        </p:sp>
        <p:graphicFrame>
          <p:nvGraphicFramePr>
            <p:cNvPr id="2051" name="Object 3">
              <a:extLst>
                <a:ext uri="{FF2B5EF4-FFF2-40B4-BE49-F238E27FC236}">
                  <a16:creationId xmlns:a16="http://schemas.microsoft.com/office/drawing/2014/main" id="{C47A9123-5CAB-ABF4-B945-A1E5B43F3B7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77888" y="1249363"/>
            <a:ext cx="2682875" cy="939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Formel" r:id="rId5" imgW="30137100" imgH="10528300" progId="Equation.3">
                    <p:embed/>
                  </p:oleObj>
                </mc:Choice>
                <mc:Fallback>
                  <p:oleObj name="Formel" r:id="rId5" imgW="30137100" imgH="10528300" progId="Equation.3">
                    <p:embed/>
                    <p:pic>
                      <p:nvPicPr>
                        <p:cNvPr id="2051" name="Object 3">
                          <a:extLst>
                            <a:ext uri="{FF2B5EF4-FFF2-40B4-BE49-F238E27FC236}">
                              <a16:creationId xmlns:a16="http://schemas.microsoft.com/office/drawing/2014/main" id="{C47A9123-5CAB-ABF4-B945-A1E5B43F3B7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7888" y="1249363"/>
                          <a:ext cx="2682875" cy="939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57" name="Textfeld 11">
            <a:extLst>
              <a:ext uri="{FF2B5EF4-FFF2-40B4-BE49-F238E27FC236}">
                <a16:creationId xmlns:a16="http://schemas.microsoft.com/office/drawing/2014/main" id="{CF44DA7A-7698-95A2-FC38-60C011E59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5929313"/>
            <a:ext cx="821531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 dirty="0">
                <a:ea typeface="宋体" panose="02010600030101010101" pitchFamily="2" charset="-122"/>
              </a:rPr>
              <a:t>This a 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known-plaintext attack</a:t>
            </a:r>
            <a:r>
              <a:rPr lang="en-US" altLang="zh-CN" sz="2000" b="1" dirty="0">
                <a:ea typeface="宋体" panose="02010600030101010101" pitchFamily="2" charset="-122"/>
              </a:rPr>
              <a:t>!</a:t>
            </a:r>
          </a:p>
          <a:p>
            <a:r>
              <a:rPr lang="en-US" altLang="zh-CN" sz="2000" b="1" dirty="0">
                <a:ea typeface="宋体" panose="02010600030101010101" pitchFamily="2" charset="-122"/>
              </a:rPr>
              <a:t>Bad cryptographic properties due to the linearity of most PRNGs </a:t>
            </a:r>
          </a:p>
        </p:txBody>
      </p:sp>
      <p:sp>
        <p:nvSpPr>
          <p:cNvPr id="2058" name="Foliennummernplatzhalter 11">
            <a:extLst>
              <a:ext uri="{FF2B5EF4-FFF2-40B4-BE49-F238E27FC236}">
                <a16:creationId xmlns:a16="http://schemas.microsoft.com/office/drawing/2014/main" id="{E0707C01-BD51-0064-DD22-94B0E6C73B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40BDA4-FEBA-784B-B225-D28489994F95}" type="slidenum">
              <a:rPr lang="de-DE" altLang="zh-CN">
                <a:solidFill>
                  <a:srgbClr val="394073"/>
                </a:solidFill>
              </a:rPr>
              <a:pPr/>
              <a:t>23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</p:spTree>
    <p:extLst>
      <p:ext uri="{BB962C8B-B14F-4D97-AF65-F5344CB8AC3E}">
        <p14:creationId xmlns:p14="http://schemas.microsoft.com/office/powerpoint/2010/main" val="114948180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31F40-A627-3833-15D4-E90CAB9ED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Titel 1">
            <a:extLst>
              <a:ext uri="{FF2B5EF4-FFF2-40B4-BE49-F238E27FC236}">
                <a16:creationId xmlns:a16="http://schemas.microsoft.com/office/drawing/2014/main" id="{A38582FF-F5CB-3CE9-42B3-8A64ABBE6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 dirty="0"/>
              <a:t>Building Key Stream </a:t>
            </a:r>
            <a:r>
              <a:rPr lang="de-DE" altLang="zh-CN" dirty="0" err="1"/>
              <a:t>from</a:t>
            </a:r>
            <a:r>
              <a:rPr lang="de-DE" altLang="zh-CN" dirty="0"/>
              <a:t> CSPRNGs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4820" name="Inhaltsplatzhalter 2">
            <a:extLst>
              <a:ext uri="{FF2B5EF4-FFF2-40B4-BE49-F238E27FC236}">
                <a16:creationId xmlns:a16="http://schemas.microsoft.com/office/drawing/2014/main" id="{4CEC117A-CE6A-8E64-ADC2-BF1C31086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3" y="995362"/>
            <a:ext cx="7848227" cy="962379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The key stream must be unpredictable.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Given </a:t>
            </a:r>
            <a:r>
              <a:rPr lang="en-US" altLang="zh-CN" i="1" dirty="0">
                <a:ea typeface="宋体" panose="02010600030101010101" pitchFamily="2" charset="-122"/>
              </a:rPr>
              <a:t>n</a:t>
            </a:r>
            <a:r>
              <a:rPr lang="en-US" altLang="zh-CN" dirty="0">
                <a:ea typeface="宋体" panose="02010600030101010101" pitchFamily="2" charset="-122"/>
              </a:rPr>
              <a:t> consecutive bits of output </a:t>
            </a:r>
            <a:r>
              <a:rPr lang="en-US" altLang="zh-CN" i="1" dirty="0" err="1">
                <a:ea typeface="宋体" panose="02010600030101010101" pitchFamily="2" charset="-122"/>
              </a:rPr>
              <a:t>s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 , the following output  bits </a:t>
            </a:r>
            <a:r>
              <a:rPr lang="en-US" altLang="zh-CN" i="1" dirty="0">
                <a:ea typeface="宋体" panose="02010600030101010101" pitchFamily="2" charset="-122"/>
              </a:rPr>
              <a:t>s</a:t>
            </a:r>
            <a:r>
              <a:rPr lang="en-US" altLang="zh-CN" i="1" baseline="-25000" dirty="0">
                <a:ea typeface="宋体" panose="02010600030101010101" pitchFamily="2" charset="-122"/>
              </a:rPr>
              <a:t>n+1</a:t>
            </a:r>
            <a:r>
              <a:rPr lang="en-US" altLang="zh-CN" dirty="0">
                <a:ea typeface="宋体" panose="02010600030101010101" pitchFamily="2" charset="-122"/>
              </a:rPr>
              <a:t> cannot be predicted (in polynomial time) </a:t>
            </a:r>
            <a:r>
              <a:rPr lang="en" altLang="zh-CN" dirty="0">
                <a:effectLst/>
                <a:latin typeface="Helvetica" pitchFamily="2" charset="0"/>
              </a:rPr>
              <a:t>with better than 50% chance of success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34822" name="Foliennummernplatzhalter 7">
            <a:extLst>
              <a:ext uri="{FF2B5EF4-FFF2-40B4-BE49-F238E27FC236}">
                <a16:creationId xmlns:a16="http://schemas.microsoft.com/office/drawing/2014/main" id="{67C7D6B8-7A41-D952-9FDC-A0F1C8FF97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0E29CC3-0909-CF41-83DF-71D7B8058393}" type="slidenum">
              <a:rPr lang="de-DE" altLang="zh-CN">
                <a:solidFill>
                  <a:srgbClr val="394073"/>
                </a:solidFill>
              </a:rPr>
              <a:pPr/>
              <a:t>24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3">
                <a:extLst>
                  <a:ext uri="{FF2B5EF4-FFF2-40B4-BE49-F238E27FC236}">
                    <a16:creationId xmlns:a16="http://schemas.microsoft.com/office/drawing/2014/main" id="{760EAC22-225C-1BC2-28FA-9253E7CCD076}"/>
                  </a:ext>
                </a:extLst>
              </p14:cNvPr>
              <p14:cNvContentPartPr/>
              <p14:nvPr/>
            </p14:nvContentPartPr>
            <p14:xfrm>
              <a:off x="251520" y="2220096"/>
              <a:ext cx="8690400" cy="4233240"/>
            </p14:xfrm>
          </p:contentPart>
        </mc:Choice>
        <mc:Fallback xmlns="">
          <p:pic>
            <p:nvPicPr>
              <p:cNvPr id="2" name="Ink 3">
                <a:extLst>
                  <a:ext uri="{FF2B5EF4-FFF2-40B4-BE49-F238E27FC236}">
                    <a16:creationId xmlns:a16="http://schemas.microsoft.com/office/drawing/2014/main" id="{760EAC22-225C-1BC2-28FA-9253E7CCD0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2160" y="2210736"/>
                <a:ext cx="8709120" cy="425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0453751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4">
            <a:extLst>
              <a:ext uri="{FF2B5EF4-FFF2-40B4-BE49-F238E27FC236}">
                <a16:creationId xmlns:a16="http://schemas.microsoft.com/office/drawing/2014/main" id="{080A79BC-4CF9-1631-41BB-CD85CC2002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1488" y="322263"/>
            <a:ext cx="8204200" cy="515937"/>
          </a:xfrm>
        </p:spPr>
        <p:txBody>
          <a:bodyPr/>
          <a:lstStyle/>
          <a:p>
            <a:pPr>
              <a:buFont typeface="Webdings" pitchFamily="2" charset="2"/>
              <a:buNone/>
            </a:pPr>
            <a:r>
              <a:rPr lang="de-DE" altLang="zh-CN" sz="2800"/>
              <a:t>Content of this Chapter</a:t>
            </a:r>
          </a:p>
        </p:txBody>
      </p:sp>
      <p:sp>
        <p:nvSpPr>
          <p:cNvPr id="36868" name="Rectangle 7">
            <a:extLst>
              <a:ext uri="{FF2B5EF4-FFF2-40B4-BE49-F238E27FC236}">
                <a16:creationId xmlns:a16="http://schemas.microsoft.com/office/drawing/2014/main" id="{6A310BDB-5C67-13EB-3B4E-9294309362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844675"/>
            <a:ext cx="7394575" cy="3116879"/>
          </a:xfrm>
          <a:noFill/>
        </p:spPr>
        <p:txBody>
          <a:bodyPr/>
          <a:lstStyle/>
          <a:p>
            <a:r>
              <a:rPr lang="en-US" altLang="zh-CN" sz="2000" dirty="0">
                <a:ea typeface="宋体" panose="02010600030101010101" pitchFamily="2" charset="-122"/>
              </a:rPr>
              <a:t>Intro to stream ciphers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Random number generators (RNGs)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One-Time Pad (OTP)</a:t>
            </a:r>
          </a:p>
          <a:p>
            <a:r>
              <a:rPr lang="de-DE" altLang="zh-CN" sz="2000" dirty="0" err="1">
                <a:ea typeface="宋体" panose="02010600030101010101" pitchFamily="2" charset="-122"/>
              </a:rPr>
              <a:t>Towards</a:t>
            </a:r>
            <a:r>
              <a:rPr lang="de-DE" altLang="zh-CN" sz="2000" dirty="0">
                <a:ea typeface="宋体" panose="02010600030101010101" pitchFamily="2" charset="-122"/>
              </a:rPr>
              <a:t> </a:t>
            </a:r>
            <a:r>
              <a:rPr lang="de-DE" altLang="zh-CN" sz="2000" dirty="0" err="1">
                <a:ea typeface="宋体" panose="02010600030101010101" pitchFamily="2" charset="-122"/>
              </a:rPr>
              <a:t>Practical</a:t>
            </a:r>
            <a:r>
              <a:rPr lang="de-DE" altLang="zh-CN" sz="2000" dirty="0">
                <a:ea typeface="宋体" panose="02010600030101010101" pitchFamily="2" charset="-122"/>
              </a:rPr>
              <a:t> Stream </a:t>
            </a:r>
            <a:r>
              <a:rPr lang="de-DE" altLang="zh-CN" sz="2000" dirty="0" err="1">
                <a:ea typeface="宋体" panose="02010600030101010101" pitchFamily="2" charset="-122"/>
              </a:rPr>
              <a:t>Ciphers</a:t>
            </a:r>
            <a:endParaRPr lang="en-US" altLang="zh-CN" sz="2000" dirty="0">
              <a:ea typeface="宋体" panose="02010600030101010101" pitchFamily="2" charset="-122"/>
            </a:endParaRPr>
          </a:p>
          <a:p>
            <a:r>
              <a:rPr lang="en-US" altLang="zh-CN" sz="2000" b="1" dirty="0">
                <a:ea typeface="宋体" panose="02010600030101010101" pitchFamily="2" charset="-122"/>
              </a:rPr>
              <a:t>Linear feedback shift registers (LFSRs)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A practical steam cipher: Salsa20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A practical stream cipher: Trivium</a:t>
            </a:r>
          </a:p>
        </p:txBody>
      </p:sp>
      <p:sp>
        <p:nvSpPr>
          <p:cNvPr id="36869" name="Foliennummernplatzhalter 5">
            <a:extLst>
              <a:ext uri="{FF2B5EF4-FFF2-40B4-BE49-F238E27FC236}">
                <a16:creationId xmlns:a16="http://schemas.microsoft.com/office/drawing/2014/main" id="{610F11A4-036B-8BED-65BF-83767D8027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B9E09B6-AD42-6E4B-AC33-03C27CCAE0CA}" type="slidenum">
              <a:rPr lang="de-DE" altLang="zh-CN">
                <a:solidFill>
                  <a:srgbClr val="394073"/>
                </a:solidFill>
              </a:rPr>
              <a:pPr/>
              <a:t>25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itel 1">
            <a:extLst>
              <a:ext uri="{FF2B5EF4-FFF2-40B4-BE49-F238E27FC236}">
                <a16:creationId xmlns:a16="http://schemas.microsoft.com/office/drawing/2014/main" id="{6C810F15-6037-4B32-692D-174BC65CC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285750"/>
            <a:ext cx="7786688" cy="515938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Linear Feedback Shift Registers (LFSRs):  Example with m=3</a:t>
            </a:r>
          </a:p>
        </p:txBody>
      </p:sp>
      <p:sp>
        <p:nvSpPr>
          <p:cNvPr id="3076" name="Inhaltsplatzhalter 2">
            <a:extLst>
              <a:ext uri="{FF2B5EF4-FFF2-40B4-BE49-F238E27FC236}">
                <a16:creationId xmlns:a16="http://schemas.microsoft.com/office/drawing/2014/main" id="{63A2D135-DE8B-E63C-978E-44168DFF8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3571875"/>
            <a:ext cx="6084887" cy="2092325"/>
          </a:xfrm>
        </p:spPr>
        <p:txBody>
          <a:bodyPr/>
          <a:lstStyle/>
          <a:p>
            <a:endParaRPr lang="en-US" altLang="zh-CN" b="1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LFSR output described by recursive equation:</a:t>
            </a:r>
          </a:p>
          <a:p>
            <a:endParaRPr lang="en-US" altLang="zh-CN" b="1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b="1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Maximum output length (of 2</a:t>
            </a:r>
            <a:r>
              <a:rPr lang="en-US" altLang="zh-CN" baseline="30000">
                <a:ea typeface="宋体" panose="02010600030101010101" pitchFamily="2" charset="-122"/>
              </a:rPr>
              <a:t>3</a:t>
            </a:r>
            <a:r>
              <a:rPr lang="en-US" altLang="zh-CN">
                <a:ea typeface="宋体" panose="02010600030101010101" pitchFamily="2" charset="-122"/>
              </a:rPr>
              <a:t>-1=7) achieved only for certain feedback configurations, .e.g., the one shown here.</a:t>
            </a:r>
          </a:p>
        </p:txBody>
      </p:sp>
      <p:pic>
        <p:nvPicPr>
          <p:cNvPr id="3078" name="Picture 6" descr="F:\Arbeit\book\grundlagen_krypto\graphics\lfsr1.png">
            <a:extLst>
              <a:ext uri="{FF2B5EF4-FFF2-40B4-BE49-F238E27FC236}">
                <a16:creationId xmlns:a16="http://schemas.microsoft.com/office/drawing/2014/main" id="{78D0F289-3CEC-19FC-3118-191E8533A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839788"/>
            <a:ext cx="8378825" cy="2589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FDA497D2-7882-BB68-103F-9DEE2C27AF6D}"/>
              </a:ext>
            </a:extLst>
          </p:cNvPr>
          <p:cNvGraphicFramePr>
            <a:graphicFrameLocks noGrp="1"/>
          </p:cNvGraphicFramePr>
          <p:nvPr/>
        </p:nvGraphicFramePr>
        <p:xfrm>
          <a:off x="6572250" y="3357563"/>
          <a:ext cx="2357439" cy="31003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039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1" dirty="0" err="1"/>
                        <a:t>clk</a:t>
                      </a:r>
                      <a:endParaRPr lang="en-US" sz="14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1" dirty="0"/>
                        <a:t>FF</a:t>
                      </a:r>
                      <a:r>
                        <a:rPr lang="en-US" sz="1600" b="1" i="1" baseline="-25000" dirty="0"/>
                        <a:t>2</a:t>
                      </a:r>
                      <a:endParaRPr lang="en-US" sz="1400" b="1" i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1" dirty="0"/>
                        <a:t>FF</a:t>
                      </a:r>
                      <a:r>
                        <a:rPr lang="en-US" sz="1600" b="1" i="1" baseline="-25000" dirty="0"/>
                        <a:t>1</a:t>
                      </a:r>
                      <a:endParaRPr lang="en-US" sz="1400" b="1" i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1" dirty="0"/>
                        <a:t>FF</a:t>
                      </a:r>
                      <a:r>
                        <a:rPr lang="en-US" sz="1600" b="1" i="1" baseline="-25000" dirty="0"/>
                        <a:t>0</a:t>
                      </a:r>
                      <a:r>
                        <a:rPr lang="en-US" sz="1400" b="1" i="1" dirty="0"/>
                        <a:t>=</a:t>
                      </a:r>
                      <a:r>
                        <a:rPr lang="en-US" sz="1400" b="1" i="1" dirty="0" err="1"/>
                        <a:t>s</a:t>
                      </a:r>
                      <a:r>
                        <a:rPr lang="en-US" sz="1600" b="1" i="1" baseline="-25000" dirty="0" err="1"/>
                        <a:t>i</a:t>
                      </a:r>
                      <a:endParaRPr lang="en-US" sz="1400" b="1" i="1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03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03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03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03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03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03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03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03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03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3074" name="Object 7">
            <a:extLst>
              <a:ext uri="{FF2B5EF4-FFF2-40B4-BE49-F238E27FC236}">
                <a16:creationId xmlns:a16="http://schemas.microsoft.com/office/drawing/2014/main" id="{C707B876-83C0-21FC-7950-DA76FDE2B8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1563" y="4286250"/>
          <a:ext cx="2357437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el" r:id="rId3" imgW="28384500" imgH="5270500" progId="Equation.3">
                  <p:embed/>
                </p:oleObj>
              </mc:Choice>
              <mc:Fallback>
                <p:oleObj name="Formel" r:id="rId3" imgW="28384500" imgH="52705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4286250"/>
                        <a:ext cx="2357437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6" name="Foliennummernplatzhalter 8">
            <a:extLst>
              <a:ext uri="{FF2B5EF4-FFF2-40B4-BE49-F238E27FC236}">
                <a16:creationId xmlns:a16="http://schemas.microsoft.com/office/drawing/2014/main" id="{A2C2E92A-6EAD-FBCA-F0FC-916C77C81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1BF2A43-CCDA-034D-9494-92562A6F9280}" type="slidenum">
              <a:rPr lang="de-DE" altLang="zh-CN">
                <a:solidFill>
                  <a:srgbClr val="394073"/>
                </a:solidFill>
              </a:rPr>
              <a:pPr/>
              <a:t>26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el 1">
            <a:extLst>
              <a:ext uri="{FF2B5EF4-FFF2-40B4-BE49-F238E27FC236}">
                <a16:creationId xmlns:a16="http://schemas.microsoft.com/office/drawing/2014/main" id="{456A7A3D-6FC8-1D27-7633-0BDAF8A04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Linear Feedback Shift Registers (LFSRs)</a:t>
            </a:r>
          </a:p>
        </p:txBody>
      </p:sp>
      <p:sp>
        <p:nvSpPr>
          <p:cNvPr id="37891" name="Inhaltsplatzhalter 2">
            <a:extLst>
              <a:ext uri="{FF2B5EF4-FFF2-40B4-BE49-F238E27FC236}">
                <a16:creationId xmlns:a16="http://schemas.microsoft.com/office/drawing/2014/main" id="{33AB3ACC-D9CE-4D3A-75B5-D3E89F182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950" y="4018137"/>
            <a:ext cx="7508875" cy="2801280"/>
          </a:xfrm>
        </p:spPr>
        <p:txBody>
          <a:bodyPr/>
          <a:lstStyle/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Concatenated </a:t>
            </a:r>
            <a:r>
              <a:rPr lang="en-US" altLang="zh-CN" i="1" dirty="0">
                <a:ea typeface="宋体" panose="02010600030101010101" pitchFamily="2" charset="-122"/>
              </a:rPr>
              <a:t>flip-flops (FF</a:t>
            </a:r>
            <a:r>
              <a:rPr lang="en-US" altLang="zh-CN" dirty="0">
                <a:ea typeface="宋体" panose="02010600030101010101" pitchFamily="2" charset="-122"/>
              </a:rPr>
              <a:t>), i.e., a shift register together with a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feedback path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Feedback computes fresh input by XOR-sum of certain state bits</a:t>
            </a:r>
          </a:p>
          <a:p>
            <a:r>
              <a:rPr lang="en-US" altLang="zh-CN" i="1" dirty="0">
                <a:ea typeface="宋体" panose="02010600030101010101" pitchFamily="2" charset="-122"/>
              </a:rPr>
              <a:t>Degree</a:t>
            </a:r>
            <a:r>
              <a:rPr lang="en-US" altLang="zh-CN" dirty="0">
                <a:ea typeface="宋体" panose="02010600030101010101" pitchFamily="2" charset="-122"/>
              </a:rPr>
              <a:t>  </a:t>
            </a:r>
            <a:r>
              <a:rPr lang="en-US" altLang="zh-CN" i="1" dirty="0">
                <a:ea typeface="宋体" panose="02010600030101010101" pitchFamily="2" charset="-122"/>
              </a:rPr>
              <a:t>m</a:t>
            </a:r>
            <a:r>
              <a:rPr lang="en-US" altLang="zh-CN" dirty="0">
                <a:ea typeface="宋体" panose="02010600030101010101" pitchFamily="2" charset="-122"/>
              </a:rPr>
              <a:t> given by number of storage elements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If p</a:t>
            </a:r>
            <a:r>
              <a:rPr lang="en-US" altLang="zh-CN" baseline="-25000" dirty="0"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 = 1, the feedback connection is present (“closed switch), otherwise there is not feedback from this flip-flop (“open switch”)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Output sequence repeats periodically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Maximum sequence length is 2</a:t>
            </a:r>
            <a:r>
              <a:rPr lang="en-US" altLang="zh-CN" i="1" baseline="30000" dirty="0">
                <a:ea typeface="宋体" panose="02010600030101010101" pitchFamily="2" charset="-122"/>
              </a:rPr>
              <a:t>m</a:t>
            </a:r>
            <a:r>
              <a:rPr lang="en-US" altLang="zh-CN" dirty="0">
                <a:ea typeface="宋体" panose="02010600030101010101" pitchFamily="2" charset="-122"/>
              </a:rPr>
              <a:t>-1</a:t>
            </a:r>
          </a:p>
        </p:txBody>
      </p:sp>
      <p:pic>
        <p:nvPicPr>
          <p:cNvPr id="37893" name="Picture 6" descr="F:\Arbeit\book\grundlagen_krypto\graphics\lfsr2.png">
            <a:extLst>
              <a:ext uri="{FF2B5EF4-FFF2-40B4-BE49-F238E27FC236}">
                <a16:creationId xmlns:a16="http://schemas.microsoft.com/office/drawing/2014/main" id="{5779AA93-80A5-CF04-AD02-B5A05BE35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50" y="919163"/>
            <a:ext cx="8083550" cy="293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4" name="Foliennummernplatzhalter 6">
            <a:extLst>
              <a:ext uri="{FF2B5EF4-FFF2-40B4-BE49-F238E27FC236}">
                <a16:creationId xmlns:a16="http://schemas.microsoft.com/office/drawing/2014/main" id="{1CFD452C-CCE1-D3EC-D05B-F01D4796DD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A320DA6-7DC4-C54B-B312-5D1ECF2068C2}" type="slidenum">
              <a:rPr lang="de-DE" altLang="zh-CN">
                <a:solidFill>
                  <a:srgbClr val="394073"/>
                </a:solidFill>
              </a:rPr>
              <a:pPr/>
              <a:t>27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6220989-CF1B-D90B-B1F3-997095C521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3937926"/>
            <a:ext cx="5203800" cy="427178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el 1">
            <a:extLst>
              <a:ext uri="{FF2B5EF4-FFF2-40B4-BE49-F238E27FC236}">
                <a16:creationId xmlns:a16="http://schemas.microsoft.com/office/drawing/2014/main" id="{34D015AD-013E-56CB-5886-574098128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Linear Feedback Shift Registers (LFSRs)</a:t>
            </a:r>
            <a:endParaRPr lang="de-DE" altLang="zh-CN" dirty="0"/>
          </a:p>
        </p:txBody>
      </p:sp>
      <p:sp>
        <p:nvSpPr>
          <p:cNvPr id="4100" name="Inhaltsplatzhalter 2">
            <a:extLst>
              <a:ext uri="{FF2B5EF4-FFF2-40B4-BE49-F238E27FC236}">
                <a16:creationId xmlns:a16="http://schemas.microsoft.com/office/drawing/2014/main" id="{4BD8644E-24E7-FDFA-103D-0E1877E1C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312" y="836613"/>
            <a:ext cx="7823200" cy="5694379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LFSRs typically described by polynomials:</a:t>
            </a:r>
          </a:p>
          <a:p>
            <a:pPr>
              <a:buFontTx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r>
              <a:rPr lang="en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 necessary and sufficient condition for the sequence generated by a LFSR to be maximal length is that </a:t>
            </a:r>
            <a:r>
              <a:rPr lang="en" altLang="zh-CN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its corresponding polynomial be </a:t>
            </a:r>
            <a:r>
              <a:rPr lang="en" altLang="zh-CN" b="1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primitive</a:t>
            </a:r>
            <a:r>
              <a:rPr lang="en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  <a:endParaRPr lang="en" altLang="zh-CN" dirty="0">
              <a:effectLst/>
              <a:latin typeface="Helvetica" pitchFamily="2" charset="0"/>
            </a:endParaRPr>
          </a:p>
          <a:p>
            <a:r>
              <a:rPr lang="en" altLang="zh-CN" dirty="0">
                <a:effectLst/>
                <a:latin typeface="Helvetica" pitchFamily="2" charset="0"/>
              </a:rPr>
              <a:t>Primitive polynomials</a:t>
            </a:r>
            <a:r>
              <a:rPr lang="zh-CN" altLang="en-US" dirty="0">
                <a:effectLst/>
                <a:latin typeface="Helvetica" pitchFamily="2" charset="0"/>
              </a:rPr>
              <a:t> </a:t>
            </a:r>
            <a:r>
              <a:rPr lang="en" altLang="zh-CN" dirty="0">
                <a:effectLst/>
                <a:latin typeface="Helvetica" pitchFamily="2" charset="0"/>
              </a:rPr>
              <a:t>are a special type of irreducible polynomial.</a:t>
            </a:r>
          </a:p>
          <a:p>
            <a:r>
              <a:rPr lang="en" altLang="zh-CN" dirty="0">
                <a:effectLst/>
                <a:latin typeface="Helvetica" pitchFamily="2" charset="0"/>
              </a:rPr>
              <a:t>Primitive polynomials can relatively easily be computed. Hence,</a:t>
            </a:r>
            <a:r>
              <a:rPr lang="zh-CN" altLang="en-US" dirty="0">
                <a:effectLst/>
                <a:latin typeface="Helvetica" pitchFamily="2" charset="0"/>
              </a:rPr>
              <a:t> </a:t>
            </a:r>
            <a:r>
              <a:rPr lang="en" altLang="zh-CN" dirty="0">
                <a:solidFill>
                  <a:srgbClr val="FF0000"/>
                </a:solidFill>
                <a:effectLst/>
                <a:latin typeface="Helvetica" pitchFamily="2" charset="0"/>
              </a:rPr>
              <a:t>maximum-length LFSRs can easily be found</a:t>
            </a:r>
            <a:r>
              <a:rPr lang="en" altLang="zh-CN" dirty="0">
                <a:effectLst/>
                <a:latin typeface="Helvetica" pitchFamily="2" charset="0"/>
              </a:rPr>
              <a:t>.</a:t>
            </a:r>
          </a:p>
          <a:p>
            <a:endParaRPr lang="en" altLang="zh-CN" dirty="0">
              <a:effectLst/>
              <a:latin typeface="Helvetica" pitchFamily="2" charset="0"/>
            </a:endParaRPr>
          </a:p>
          <a:p>
            <a:endParaRPr lang="en" altLang="zh-CN" dirty="0">
              <a:effectLst/>
              <a:latin typeface="Helvetica" pitchFamily="2" charset="0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de-DE" altLang="zh-CN" dirty="0"/>
              <a:t>*</a:t>
            </a:r>
            <a:r>
              <a:rPr lang="de-DE" altLang="zh-CN" sz="1100" dirty="0"/>
              <a:t>See Chapter 2 </a:t>
            </a:r>
            <a:r>
              <a:rPr lang="de-DE" altLang="zh-CN" sz="1100" dirty="0" err="1"/>
              <a:t>of</a:t>
            </a:r>
            <a:r>
              <a:rPr lang="de-DE" altLang="zh-CN" sz="1100" dirty="0"/>
              <a:t> </a:t>
            </a:r>
            <a:r>
              <a:rPr lang="de-DE" altLang="zh-CN" sz="1100" i="1" dirty="0"/>
              <a:t>Understanding </a:t>
            </a:r>
            <a:r>
              <a:rPr lang="de-DE" altLang="zh-CN" sz="1100" i="1" dirty="0" err="1"/>
              <a:t>Cryptography</a:t>
            </a:r>
            <a:r>
              <a:rPr lang="de-DE" altLang="zh-CN" sz="1100" dirty="0"/>
              <a:t>  </a:t>
            </a:r>
            <a:r>
              <a:rPr lang="de-DE" altLang="zh-CN" sz="1100" dirty="0" err="1"/>
              <a:t>for</a:t>
            </a:r>
            <a:r>
              <a:rPr lang="de-DE" altLang="zh-CN" sz="1100" dirty="0"/>
              <a:t> </a:t>
            </a:r>
            <a:r>
              <a:rPr lang="de-DE" altLang="zh-CN" sz="1100" dirty="0" err="1"/>
              <a:t>further</a:t>
            </a:r>
            <a:r>
              <a:rPr lang="de-DE" altLang="zh-CN" sz="1100" dirty="0"/>
              <a:t> </a:t>
            </a:r>
            <a:r>
              <a:rPr lang="de-DE" altLang="zh-CN" sz="1100" dirty="0" err="1"/>
              <a:t>details</a:t>
            </a:r>
            <a:r>
              <a:rPr lang="de-DE" altLang="zh-CN" sz="1100" dirty="0"/>
              <a:t>.</a:t>
            </a:r>
          </a:p>
        </p:txBody>
      </p:sp>
      <p:graphicFrame>
        <p:nvGraphicFramePr>
          <p:cNvPr id="4098" name="Object 7">
            <a:extLst>
              <a:ext uri="{FF2B5EF4-FFF2-40B4-BE49-F238E27FC236}">
                <a16:creationId xmlns:a16="http://schemas.microsoft.com/office/drawing/2014/main" id="{347836F5-C059-9E7E-0777-F044859720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7250" y="1165225"/>
          <a:ext cx="420052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el" r:id="rId2" imgW="48856900" imgH="5562600" progId="Equation.3">
                  <p:embed/>
                </p:oleObj>
              </mc:Choice>
              <mc:Fallback>
                <p:oleObj name="Formel" r:id="rId2" imgW="48856900" imgH="5562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1165225"/>
                        <a:ext cx="4200525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2" name="Rechteck 7">
            <a:extLst>
              <a:ext uri="{FF2B5EF4-FFF2-40B4-BE49-F238E27FC236}">
                <a16:creationId xmlns:a16="http://schemas.microsoft.com/office/drawing/2014/main" id="{E79E9090-DE8D-C811-5F0E-3950AE9CD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714375"/>
            <a:ext cx="4786313" cy="1000125"/>
          </a:xfrm>
          <a:prstGeom prst="rect">
            <a:avLst/>
          </a:pr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4103" name="Foliennummernplatzhalter 7">
            <a:extLst>
              <a:ext uri="{FF2B5EF4-FFF2-40B4-BE49-F238E27FC236}">
                <a16:creationId xmlns:a16="http://schemas.microsoft.com/office/drawing/2014/main" id="{5067EA3B-ACFA-31AA-539F-26C3A524AB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027931-1F40-F84A-BBB2-98FEB0902F29}" type="slidenum">
              <a:rPr lang="de-DE" altLang="zh-CN">
                <a:solidFill>
                  <a:srgbClr val="394073"/>
                </a:solidFill>
              </a:rPr>
              <a:pPr/>
              <a:t>28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38EB5-C054-99CD-875B-2547B4C7D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el 1">
            <a:extLst>
              <a:ext uri="{FF2B5EF4-FFF2-40B4-BE49-F238E27FC236}">
                <a16:creationId xmlns:a16="http://schemas.microsoft.com/office/drawing/2014/main" id="{7AAAB6EC-88E4-6ABA-2C69-F8A84F8E0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/>
              <a:t>Security of LFSRs</a:t>
            </a:r>
          </a:p>
        </p:txBody>
      </p:sp>
      <p:sp>
        <p:nvSpPr>
          <p:cNvPr id="4100" name="Inhaltsplatzhalter 2">
            <a:extLst>
              <a:ext uri="{FF2B5EF4-FFF2-40B4-BE49-F238E27FC236}">
                <a16:creationId xmlns:a16="http://schemas.microsoft.com/office/drawing/2014/main" id="{C4656D90-0BC4-1567-B742-3B38BC3E5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312" y="836613"/>
            <a:ext cx="7323087" cy="4317079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LFSRs typically described by polynomials:</a:t>
            </a:r>
          </a:p>
          <a:p>
            <a:pPr>
              <a:buFontTx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Single LFSRs generate highly predictable output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If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m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output bits </a:t>
            </a:r>
            <a:r>
              <a:rPr lang="en-US" altLang="zh-CN" dirty="0">
                <a:ea typeface="宋体" panose="02010600030101010101" pitchFamily="2" charset="-122"/>
              </a:rPr>
              <a:t>of an LFSR of degree </a:t>
            </a:r>
            <a:r>
              <a:rPr lang="en-US" altLang="zh-CN" i="1" dirty="0">
                <a:ea typeface="宋体" panose="02010600030101010101" pitchFamily="2" charset="-122"/>
              </a:rPr>
              <a:t>m</a:t>
            </a:r>
            <a:r>
              <a:rPr lang="en-US" altLang="zh-CN" dirty="0">
                <a:ea typeface="宋体" panose="02010600030101010101" pitchFamily="2" charset="-122"/>
              </a:rPr>
              <a:t> are known, the feedback coefficients </a:t>
            </a:r>
            <a:r>
              <a:rPr lang="en-US" altLang="zh-CN" i="1" dirty="0">
                <a:ea typeface="宋体" panose="02010600030101010101" pitchFamily="2" charset="-122"/>
              </a:rPr>
              <a:t>p</a:t>
            </a:r>
            <a:r>
              <a:rPr lang="en-US" altLang="zh-CN" i="1" baseline="-25000" dirty="0">
                <a:ea typeface="宋体" panose="02010600030101010101" pitchFamily="2" charset="-122"/>
              </a:rPr>
              <a:t>i</a:t>
            </a:r>
            <a:r>
              <a:rPr lang="en-US" altLang="zh-CN" sz="1800" i="1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of the LFSR can be found by solving a system of linear equations*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Thus vulnerable to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known-plaintext attack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Because of this many stream ciphers use </a:t>
            </a:r>
            <a:r>
              <a:rPr lang="en-US" altLang="zh-CN" b="1" dirty="0">
                <a:ea typeface="宋体" panose="02010600030101010101" pitchFamily="2" charset="-122"/>
              </a:rPr>
              <a:t>combinations</a:t>
            </a:r>
            <a:r>
              <a:rPr lang="en-US" altLang="zh-CN" dirty="0">
                <a:ea typeface="宋体" panose="02010600030101010101" pitchFamily="2" charset="-122"/>
              </a:rPr>
              <a:t> of several LFSRs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de-DE" altLang="zh-CN" dirty="0"/>
              <a:t>*</a:t>
            </a:r>
            <a:r>
              <a:rPr lang="de-DE" altLang="zh-CN" sz="1100" dirty="0"/>
              <a:t>See Chapter 2 </a:t>
            </a:r>
            <a:r>
              <a:rPr lang="de-DE" altLang="zh-CN" sz="1100" dirty="0" err="1"/>
              <a:t>of</a:t>
            </a:r>
            <a:r>
              <a:rPr lang="de-DE" altLang="zh-CN" sz="1100" dirty="0"/>
              <a:t> </a:t>
            </a:r>
            <a:r>
              <a:rPr lang="de-DE" altLang="zh-CN" sz="1100" i="1" dirty="0"/>
              <a:t>Understanding </a:t>
            </a:r>
            <a:r>
              <a:rPr lang="de-DE" altLang="zh-CN" sz="1100" i="1" dirty="0" err="1"/>
              <a:t>Cryptography</a:t>
            </a:r>
            <a:r>
              <a:rPr lang="de-DE" altLang="zh-CN" sz="1100" dirty="0"/>
              <a:t>  </a:t>
            </a:r>
            <a:r>
              <a:rPr lang="de-DE" altLang="zh-CN" sz="1100" dirty="0" err="1"/>
              <a:t>for</a:t>
            </a:r>
            <a:r>
              <a:rPr lang="de-DE" altLang="zh-CN" sz="1100" dirty="0"/>
              <a:t> </a:t>
            </a:r>
            <a:r>
              <a:rPr lang="de-DE" altLang="zh-CN" sz="1100" dirty="0" err="1"/>
              <a:t>further</a:t>
            </a:r>
            <a:r>
              <a:rPr lang="de-DE" altLang="zh-CN" sz="1100" dirty="0"/>
              <a:t> </a:t>
            </a:r>
            <a:r>
              <a:rPr lang="de-DE" altLang="zh-CN" sz="1100" dirty="0" err="1"/>
              <a:t>details</a:t>
            </a:r>
            <a:r>
              <a:rPr lang="de-DE" altLang="zh-CN" sz="1100" dirty="0"/>
              <a:t>.</a:t>
            </a:r>
          </a:p>
        </p:txBody>
      </p:sp>
      <p:graphicFrame>
        <p:nvGraphicFramePr>
          <p:cNvPr id="4098" name="Object 7">
            <a:extLst>
              <a:ext uri="{FF2B5EF4-FFF2-40B4-BE49-F238E27FC236}">
                <a16:creationId xmlns:a16="http://schemas.microsoft.com/office/drawing/2014/main" id="{878939BF-761C-1BD7-1972-EA7438DC2E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7250" y="1165225"/>
          <a:ext cx="420052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el" r:id="rId2" imgW="48856900" imgH="5562600" progId="Equation.3">
                  <p:embed/>
                </p:oleObj>
              </mc:Choice>
              <mc:Fallback>
                <p:oleObj name="Formel" r:id="rId2" imgW="48856900" imgH="5562600" progId="Equation.3">
                  <p:embed/>
                  <p:pic>
                    <p:nvPicPr>
                      <p:cNvPr id="4098" name="Object 7">
                        <a:extLst>
                          <a:ext uri="{FF2B5EF4-FFF2-40B4-BE49-F238E27FC236}">
                            <a16:creationId xmlns:a16="http://schemas.microsoft.com/office/drawing/2014/main" id="{347836F5-C059-9E7E-0777-F044859720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1165225"/>
                        <a:ext cx="4200525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2" name="Rechteck 7">
            <a:extLst>
              <a:ext uri="{FF2B5EF4-FFF2-40B4-BE49-F238E27FC236}">
                <a16:creationId xmlns:a16="http://schemas.microsoft.com/office/drawing/2014/main" id="{E2081DD3-14FD-E736-9918-D73D2AB18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714375"/>
            <a:ext cx="4786313" cy="1000125"/>
          </a:xfrm>
          <a:prstGeom prst="rect">
            <a:avLst/>
          </a:pr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zh-CN"/>
          </a:p>
        </p:txBody>
      </p:sp>
      <p:sp>
        <p:nvSpPr>
          <p:cNvPr id="4103" name="Foliennummernplatzhalter 7">
            <a:extLst>
              <a:ext uri="{FF2B5EF4-FFF2-40B4-BE49-F238E27FC236}">
                <a16:creationId xmlns:a16="http://schemas.microsoft.com/office/drawing/2014/main" id="{688EBA9D-8602-F15F-B823-43EF0CA2C0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027931-1F40-F84A-BBB2-98FEB0902F29}" type="slidenum">
              <a:rPr lang="de-DE" altLang="zh-CN">
                <a:solidFill>
                  <a:srgbClr val="394073"/>
                </a:solidFill>
              </a:rPr>
              <a:pPr/>
              <a:t>29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</p:spTree>
    <p:extLst>
      <p:ext uri="{BB962C8B-B14F-4D97-AF65-F5344CB8AC3E}">
        <p14:creationId xmlns:p14="http://schemas.microsoft.com/office/powerpoint/2010/main" val="3046020720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4">
            <a:extLst>
              <a:ext uri="{FF2B5EF4-FFF2-40B4-BE49-F238E27FC236}">
                <a16:creationId xmlns:a16="http://schemas.microsoft.com/office/drawing/2014/main" id="{343D53FA-9774-E6D4-BB21-80A5F3AD7B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1488" y="322263"/>
            <a:ext cx="8204200" cy="515937"/>
          </a:xfrm>
        </p:spPr>
        <p:txBody>
          <a:bodyPr/>
          <a:lstStyle/>
          <a:p>
            <a:pPr>
              <a:buFont typeface="Webdings" pitchFamily="2" charset="2"/>
              <a:buNone/>
            </a:pPr>
            <a:r>
              <a:rPr lang="de-DE" altLang="zh-CN" sz="2800"/>
              <a:t>Content of this Chapter</a:t>
            </a:r>
          </a:p>
        </p:txBody>
      </p:sp>
      <p:sp>
        <p:nvSpPr>
          <p:cNvPr id="38916" name="Rectangle 7">
            <a:extLst>
              <a:ext uri="{FF2B5EF4-FFF2-40B4-BE49-F238E27FC236}">
                <a16:creationId xmlns:a16="http://schemas.microsoft.com/office/drawing/2014/main" id="{3957FFE3-1A45-76EA-05E3-AB29894AF3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844675"/>
            <a:ext cx="7394575" cy="2655214"/>
          </a:xfrm>
          <a:noFill/>
        </p:spPr>
        <p:txBody>
          <a:bodyPr/>
          <a:lstStyle/>
          <a:p>
            <a:r>
              <a:rPr lang="en-US" altLang="zh-CN" sz="2000" dirty="0">
                <a:ea typeface="宋体" panose="02010600030101010101" pitchFamily="2" charset="-122"/>
              </a:rPr>
              <a:t>Intro to stream ciphers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Random number generators (RNGs)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One-Time Pad (OTP)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Linear feedback shift registers (LFSRs)</a:t>
            </a:r>
          </a:p>
          <a:p>
            <a:r>
              <a:rPr lang="en-US" altLang="zh-CN" sz="2000" b="1" dirty="0">
                <a:ea typeface="宋体" panose="02010600030101010101" pitchFamily="2" charset="-122"/>
              </a:rPr>
              <a:t>A practical steam cipher: Salsa20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A practical stream cipher: Trivium</a:t>
            </a:r>
          </a:p>
        </p:txBody>
      </p:sp>
      <p:sp>
        <p:nvSpPr>
          <p:cNvPr id="38917" name="Foliennummernplatzhalter 5">
            <a:extLst>
              <a:ext uri="{FF2B5EF4-FFF2-40B4-BE49-F238E27FC236}">
                <a16:creationId xmlns:a16="http://schemas.microsoft.com/office/drawing/2014/main" id="{B9CD8085-663B-CBCC-C8C0-F70342235D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9AF902-9B26-5248-B88F-50AAD55ED76F}" type="slidenum">
              <a:rPr lang="de-DE" altLang="zh-CN">
                <a:solidFill>
                  <a:srgbClr val="394073"/>
                </a:solidFill>
              </a:rPr>
              <a:pPr/>
              <a:t>30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1DB66-1CCB-B538-0DC0-9F51B55F8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el 1">
            <a:extLst>
              <a:ext uri="{FF2B5EF4-FFF2-40B4-BE49-F238E27FC236}">
                <a16:creationId xmlns:a16="http://schemas.microsoft.com/office/drawing/2014/main" id="{3870A0A9-AC51-27BD-369E-B02595099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Practical Stream Cipher – </a:t>
            </a:r>
            <a:r>
              <a:rPr lang="en-US" altLang="zh-CN" dirty="0" err="1">
                <a:ea typeface="宋体" panose="02010600030101010101" pitchFamily="2" charset="-122"/>
              </a:rPr>
              <a:t>eSTREAM</a:t>
            </a:r>
            <a:r>
              <a:rPr lang="en-US" altLang="zh-CN" dirty="0">
                <a:ea typeface="宋体" panose="02010600030101010101" pitchFamily="2" charset="-122"/>
              </a:rPr>
              <a:t> project</a:t>
            </a:r>
          </a:p>
        </p:txBody>
      </p:sp>
      <p:sp>
        <p:nvSpPr>
          <p:cNvPr id="39939" name="Inhaltsplatzhalter 2">
            <a:extLst>
              <a:ext uri="{FF2B5EF4-FFF2-40B4-BE49-F238E27FC236}">
                <a16:creationId xmlns:a16="http://schemas.microsoft.com/office/drawing/2014/main" id="{45D8460A-7F8A-38F8-9179-679FE64E3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864096"/>
            <a:ext cx="8064251" cy="5032403"/>
          </a:xfrm>
        </p:spPr>
        <p:txBody>
          <a:bodyPr/>
          <a:lstStyle/>
          <a:p>
            <a:r>
              <a:rPr lang="en" altLang="zh-CN" sz="1800" dirty="0">
                <a:latin typeface="Helvetica" pitchFamily="2" charset="0"/>
              </a:rPr>
              <a:t>Stream ciphers had been popular in the 1980s</a:t>
            </a:r>
          </a:p>
          <a:p>
            <a:r>
              <a:rPr lang="en" altLang="zh-CN" sz="1800" dirty="0">
                <a:latin typeface="Helvetica" pitchFamily="2" charset="0"/>
              </a:rPr>
              <a:t>Block ciphers became more dominant during the 1990s due to the successful attacks against many of the early stream ciphers.</a:t>
            </a:r>
          </a:p>
          <a:p>
            <a:r>
              <a:rPr lang="en" altLang="zh-CN" sz="1800" dirty="0">
                <a:latin typeface="Helvetica" pitchFamily="2" charset="0"/>
              </a:rPr>
              <a:t>This was a main motivation for the </a:t>
            </a:r>
            <a:r>
              <a:rPr lang="en" altLang="zh-CN" sz="1800" dirty="0" err="1">
                <a:latin typeface="Helvetica" pitchFamily="2" charset="0"/>
              </a:rPr>
              <a:t>eSTREAM</a:t>
            </a:r>
            <a:r>
              <a:rPr lang="en" altLang="zh-CN" sz="1800" dirty="0">
                <a:latin typeface="Helvetica" pitchFamily="2" charset="0"/>
              </a:rPr>
              <a:t> project. </a:t>
            </a:r>
          </a:p>
          <a:p>
            <a:r>
              <a:rPr lang="en" altLang="zh-CN" sz="1800" dirty="0">
                <a:latin typeface="Helvetica" pitchFamily="2" charset="0"/>
              </a:rPr>
              <a:t>In 2004, </a:t>
            </a:r>
            <a:r>
              <a:rPr lang="en" altLang="zh-CN" sz="1800" dirty="0" err="1">
                <a:latin typeface="Helvetica" pitchFamily="2" charset="0"/>
              </a:rPr>
              <a:t>eSTREAM</a:t>
            </a:r>
            <a:r>
              <a:rPr lang="en" altLang="zh-CN" sz="1800" dirty="0">
                <a:latin typeface="Helvetica" pitchFamily="2" charset="0"/>
              </a:rPr>
              <a:t> issued a call for new stream ciphers and the selection process ended in 2008.</a:t>
            </a:r>
          </a:p>
          <a:p>
            <a:r>
              <a:rPr lang="en" altLang="zh-CN" sz="1800" dirty="0">
                <a:latin typeface="Helvetica" pitchFamily="2" charset="0"/>
              </a:rPr>
              <a:t>The ciphers were divided into two “profiles”</a:t>
            </a:r>
          </a:p>
          <a:p>
            <a:pPr lvl="1">
              <a:buFont typeface="系统字体常规体"/>
              <a:buChar char="⎻"/>
            </a:pPr>
            <a:r>
              <a:rPr lang="en" altLang="zh-CN" sz="1800" dirty="0">
                <a:latin typeface="Helvetica" pitchFamily="2" charset="0"/>
              </a:rPr>
              <a:t>Profile 1 contains stream ciphers that allow high throughput </a:t>
            </a:r>
            <a:r>
              <a:rPr lang="en" altLang="zh-CN" sz="1800" dirty="0">
                <a:solidFill>
                  <a:srgbClr val="FF0000"/>
                </a:solidFill>
                <a:latin typeface="Helvetica" pitchFamily="2" charset="0"/>
              </a:rPr>
              <a:t>software implementations</a:t>
            </a:r>
            <a:r>
              <a:rPr lang="en" altLang="zh-CN" sz="1800" dirty="0">
                <a:latin typeface="Helvetica" pitchFamily="2" charset="0"/>
              </a:rPr>
              <a:t>. (Salsa20, Chacha20)</a:t>
            </a:r>
          </a:p>
          <a:p>
            <a:pPr lvl="1">
              <a:buFont typeface="系统字体常规体"/>
              <a:buChar char="⎻"/>
            </a:pPr>
            <a:r>
              <a:rPr lang="en" altLang="zh-CN" sz="1800" dirty="0">
                <a:latin typeface="Helvetica" pitchFamily="2" charset="0"/>
              </a:rPr>
              <a:t>Profile 2 algorithms are </a:t>
            </a:r>
            <a:r>
              <a:rPr lang="en" altLang="zh-CN" sz="1800" dirty="0">
                <a:solidFill>
                  <a:srgbClr val="FF0000"/>
                </a:solidFill>
                <a:latin typeface="Helvetica" pitchFamily="2" charset="0"/>
              </a:rPr>
              <a:t>hardware-friendly</a:t>
            </a:r>
            <a:r>
              <a:rPr lang="en" altLang="zh-CN" sz="1800" dirty="0">
                <a:latin typeface="Helvetica" pitchFamily="2" charset="0"/>
              </a:rPr>
              <a:t> stream ciphers, which have a low gate count and power consumption. (Trivium)</a:t>
            </a:r>
          </a:p>
          <a:p>
            <a:endParaRPr lang="en" altLang="zh-CN" sz="1800" dirty="0">
              <a:latin typeface="Helvetica" pitchFamily="2" charset="0"/>
            </a:endParaRPr>
          </a:p>
          <a:p>
            <a:endParaRPr lang="en" altLang="zh-CN" sz="1800" dirty="0">
              <a:effectLst/>
              <a:latin typeface="Helvetica" pitchFamily="2" charset="0"/>
            </a:endParaRPr>
          </a:p>
        </p:txBody>
      </p:sp>
      <p:sp>
        <p:nvSpPr>
          <p:cNvPr id="39942" name="Foliennummernplatzhalter 6">
            <a:extLst>
              <a:ext uri="{FF2B5EF4-FFF2-40B4-BE49-F238E27FC236}">
                <a16:creationId xmlns:a16="http://schemas.microsoft.com/office/drawing/2014/main" id="{2D5E9D9A-3B05-8EBA-C198-1F698EAF03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D9B91B-0B71-C540-8D88-D910E302BE9A}" type="slidenum">
              <a:rPr lang="de-DE" altLang="zh-CN">
                <a:solidFill>
                  <a:srgbClr val="394073"/>
                </a:solidFill>
              </a:rPr>
              <a:pPr/>
              <a:t>31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</p:spTree>
    <p:extLst>
      <p:ext uri="{BB962C8B-B14F-4D97-AF65-F5344CB8AC3E}">
        <p14:creationId xmlns:p14="http://schemas.microsoft.com/office/powerpoint/2010/main" val="3935028789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el 1">
            <a:extLst>
              <a:ext uri="{FF2B5EF4-FFF2-40B4-BE49-F238E27FC236}">
                <a16:creationId xmlns:a16="http://schemas.microsoft.com/office/drawing/2014/main" id="{BC47757C-7246-9F4B-AC6C-8E244132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Profile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1 – Salsa20</a:t>
            </a:r>
          </a:p>
        </p:txBody>
      </p:sp>
      <p:sp>
        <p:nvSpPr>
          <p:cNvPr id="39939" name="Inhaltsplatzhalter 2">
            <a:extLst>
              <a:ext uri="{FF2B5EF4-FFF2-40B4-BE49-F238E27FC236}">
                <a16:creationId xmlns:a16="http://schemas.microsoft.com/office/drawing/2014/main" id="{F69B0282-940C-4844-7782-438798FA4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864096"/>
            <a:ext cx="8064251" cy="3052310"/>
          </a:xfrm>
        </p:spPr>
        <p:txBody>
          <a:bodyPr/>
          <a:lstStyle/>
          <a:p>
            <a:r>
              <a:rPr lang="en" altLang="zh-CN" sz="2000" dirty="0">
                <a:effectLst/>
                <a:latin typeface="Helvetica" pitchFamily="2" charset="0"/>
              </a:rPr>
              <a:t>a family of software-efficient stream ciphers</a:t>
            </a:r>
          </a:p>
          <a:p>
            <a:r>
              <a:rPr lang="en" altLang="zh-CN" sz="2000" dirty="0">
                <a:effectLst/>
                <a:latin typeface="Helvetica" pitchFamily="2" charset="0"/>
              </a:rPr>
              <a:t>based on 32-bit additions, rotations and XOR operations (referred to as add-rotate-XOR (ARX) ciphers)</a:t>
            </a:r>
          </a:p>
          <a:p>
            <a:r>
              <a:rPr lang="en" altLang="zh-CN" sz="2000" dirty="0">
                <a:effectLst/>
                <a:latin typeface="Helvetica" pitchFamily="2" charset="0"/>
              </a:rPr>
              <a:t>The original cipher has 20 rounds and is denoted by Salsa20/20</a:t>
            </a:r>
          </a:p>
          <a:p>
            <a:r>
              <a:rPr lang="en" altLang="zh-CN" sz="2000" dirty="0">
                <a:effectLst/>
                <a:latin typeface="Helvetica" pitchFamily="2" charset="0"/>
              </a:rPr>
              <a:t>faster than AES on most CPUs</a:t>
            </a:r>
          </a:p>
          <a:p>
            <a:r>
              <a:rPr lang="en" altLang="zh-CN" sz="2000" dirty="0">
                <a:latin typeface="Helvetica" pitchFamily="2" charset="0"/>
              </a:rPr>
              <a:t>Variants: Salsa20/12 and Salsa20/8</a:t>
            </a:r>
          </a:p>
          <a:p>
            <a:r>
              <a:rPr lang="en" altLang="zh-CN" sz="2000" dirty="0">
                <a:effectLst/>
                <a:latin typeface="Helvetica" pitchFamily="2" charset="0"/>
              </a:rPr>
              <a:t>No known attacks better than a brute-force attack</a:t>
            </a:r>
          </a:p>
        </p:txBody>
      </p:sp>
      <p:sp>
        <p:nvSpPr>
          <p:cNvPr id="39942" name="Foliennummernplatzhalter 6">
            <a:extLst>
              <a:ext uri="{FF2B5EF4-FFF2-40B4-BE49-F238E27FC236}">
                <a16:creationId xmlns:a16="http://schemas.microsoft.com/office/drawing/2014/main" id="{AD8B4CB9-5014-BE54-2437-309D8984CE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D9B91B-0B71-C540-8D88-D910E302BE9A}" type="slidenum">
              <a:rPr lang="de-DE" altLang="zh-CN">
                <a:solidFill>
                  <a:srgbClr val="394073"/>
                </a:solidFill>
              </a:rPr>
              <a:pPr/>
              <a:t>32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1D93A-AB44-2B58-E827-8562DDF3A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el 1">
            <a:extLst>
              <a:ext uri="{FF2B5EF4-FFF2-40B4-BE49-F238E27FC236}">
                <a16:creationId xmlns:a16="http://schemas.microsoft.com/office/drawing/2014/main" id="{988AE30F-1C0B-F377-9A05-406AA6485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dirty="0">
                <a:effectLst/>
                <a:latin typeface="Helvetica" pitchFamily="2" charset="0"/>
              </a:rPr>
              <a:t>Encryption and Decryption with Salsa20</a:t>
            </a:r>
            <a:endParaRPr lang="en-US" altLang="zh-CN" dirty="0"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939" name="Inhaltsplatzhalter 2">
                <a:extLst>
                  <a:ext uri="{FF2B5EF4-FFF2-40B4-BE49-F238E27FC236}">
                    <a16:creationId xmlns:a16="http://schemas.microsoft.com/office/drawing/2014/main" id="{5F3E3E4E-1724-8EEC-88CD-F5007CE15A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212" y="864096"/>
                <a:ext cx="8064251" cy="4206473"/>
              </a:xfrm>
            </p:spPr>
            <p:txBody>
              <a:bodyPr/>
              <a:lstStyle/>
              <a:p>
                <a:r>
                  <a:rPr lang="en" altLang="zh-CN" sz="2000" dirty="0">
                    <a:latin typeface="Helvetica" pitchFamily="2" charset="0"/>
                  </a:rPr>
                  <a:t>The core of Salsa20 is a function with a 512-bit input and a 512-bit output.</a:t>
                </a:r>
              </a:p>
              <a:p>
                <a:r>
                  <a:rPr lang="en" altLang="zh-CN" sz="2000" dirty="0">
                    <a:latin typeface="Helvetica" pitchFamily="2" charset="0"/>
                  </a:rPr>
                  <a:t>Salsa20 processes the key, a nonce and a 64-bit block number, and generates a 512-bit block of key stream.</a:t>
                </a:r>
              </a:p>
              <a:p>
                <a:r>
                  <a:rPr lang="en" altLang="zh-CN" sz="2000" dirty="0">
                    <a:latin typeface="Helvetica" pitchFamily="2" charset="0"/>
                  </a:rPr>
                  <a:t>The Salsa20 encryption of a message </a:t>
                </a:r>
                <a:r>
                  <a:rPr lang="en" altLang="zh-CN" sz="2000" i="1" dirty="0">
                    <a:latin typeface="Helvetica" pitchFamily="2" charset="0"/>
                  </a:rPr>
                  <a:t>x</a:t>
                </a:r>
                <a:r>
                  <a:rPr lang="en" altLang="zh-CN" sz="2000" dirty="0">
                    <a:latin typeface="Helvetica" pitchFamily="2" charset="0"/>
                  </a:rPr>
                  <a:t> yields an </a:t>
                </a:r>
                <a:r>
                  <a:rPr lang="en" altLang="zh-CN" sz="2000" i="1" dirty="0">
                    <a:latin typeface="Helvetica" pitchFamily="2" charset="0"/>
                  </a:rPr>
                  <a:t>l</a:t>
                </a:r>
                <a:r>
                  <a:rPr lang="en" altLang="zh-CN" sz="2000" dirty="0">
                    <a:latin typeface="Helvetica" pitchFamily="2" charset="0"/>
                  </a:rPr>
                  <a:t>-byte ciphertext </a:t>
                </a:r>
                <a:r>
                  <a:rPr lang="en" altLang="zh-CN" sz="2000" i="1" dirty="0">
                    <a:latin typeface="Helvetica" pitchFamily="2" charset="0"/>
                  </a:rPr>
                  <a:t>y</a:t>
                </a:r>
                <a:r>
                  <a:rPr lang="en" altLang="zh-CN" sz="2000" dirty="0">
                    <a:latin typeface="Helvetica" pitchFamily="2" charset="0"/>
                  </a:rPr>
                  <a:t>:</a:t>
                </a:r>
                <a:endParaRPr lang="en-US" altLang="zh-CN" sz="2000" dirty="0">
                  <a:latin typeface="Helvetica" pitchFamily="2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effectLst/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" altLang="zh-CN" sz="2000" i="1" dirty="0" smtClean="0"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" altLang="zh-CN" sz="2000" i="1" dirty="0" smtClean="0"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" altLang="zh-CN" sz="2000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altLang="zh-CN" sz="2000" i="1" dirty="0">
                              <a:latin typeface="Cambria Math" panose="02040503050406030204" pitchFamily="18" charset="0"/>
                            </a:rPr>
                            <m:t>𝑆𝑎𝑙𝑠𝑎</m:t>
                          </m:r>
                          <m:r>
                            <a:rPr lang="en" altLang="zh-CN" sz="2000" i="1" dirty="0">
                              <a:latin typeface="Cambria Math" panose="02040503050406030204" pitchFamily="18" charset="0"/>
                            </a:rPr>
                            <m:t>20</m:t>
                          </m:r>
                        </m:e>
                        <m:sub>
                          <m:r>
                            <a:rPr lang="en" altLang="zh-CN" sz="20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" altLang="zh-CN" sz="2000" i="1" dirty="0" smtClean="0">
                          <a:effectLst/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" altLang="zh-CN" sz="2000" i="1" dirty="0" smtClean="0">
                          <a:effectLst/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" altLang="zh-CN" sz="2000" i="1" dirty="0" smtClean="0">
                          <a:effectLst/>
                          <a:latin typeface="Cambria Math" panose="02040503050406030204" pitchFamily="18" charset="0"/>
                        </a:rPr>
                        <m:t>)⨁</m:t>
                      </m:r>
                      <m:r>
                        <a:rPr lang="en" altLang="zh-CN" sz="2000" i="1" dirty="0" smtClean="0"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" altLang="zh-CN" sz="2000" dirty="0">
                  <a:effectLst/>
                  <a:latin typeface="Helvetica" pitchFamily="2" charset="0"/>
                </a:endParaRPr>
              </a:p>
              <a:p>
                <a:r>
                  <a:rPr lang="en" altLang="zh-CN" sz="2000" dirty="0">
                    <a:latin typeface="Helvetica" pitchFamily="2" charset="0"/>
                  </a:rPr>
                  <a:t>For decryption, the same key stream is used and XORed to the ciphertext:</a:t>
                </a:r>
              </a:p>
              <a:p>
                <a:pPr marL="0" indent="0">
                  <a:buNone/>
                </a:pPr>
                <a:r>
                  <a:rPr lang="en" altLang="zh-CN" sz="2000" dirty="0">
                    <a:effectLst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" altLang="zh-CN" sz="2000" i="1" dirty="0" smtClean="0">
                        <a:effectLst/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" altLang="zh-CN" sz="200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zh-CN" sz="2000" i="1" dirty="0">
                            <a:latin typeface="Cambria Math" panose="02040503050406030204" pitchFamily="18" charset="0"/>
                          </a:rPr>
                          <m:t>𝑆𝑎𝑙𝑠𝑎</m:t>
                        </m:r>
                        <m:r>
                          <a:rPr lang="en" altLang="zh-CN" sz="2000" i="1" dirty="0"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b>
                        <m:r>
                          <a:rPr lang="en" altLang="zh-CN" sz="20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" altLang="zh-CN" sz="2000" i="1" dirty="0" smtClean="0">
                        <a:effectLst/>
                        <a:latin typeface="Cambria Math" panose="02040503050406030204" pitchFamily="18" charset="0"/>
                      </a:rPr>
                      <m:t> (</m:t>
                    </m:r>
                    <m:r>
                      <a:rPr lang="en" altLang="zh-CN" sz="2000" i="1" dirty="0" smtClean="0">
                        <a:effectLst/>
                        <a:latin typeface="Cambria Math" panose="02040503050406030204" pitchFamily="18" charset="0"/>
                      </a:rPr>
                      <m:t>𝑛</m:t>
                    </m:r>
                    <m:r>
                      <a:rPr lang="en" altLang="zh-CN" sz="2000" i="1" dirty="0" smtClean="0">
                        <a:effectLst/>
                        <a:latin typeface="Cambria Math" panose="02040503050406030204" pitchFamily="18" charset="0"/>
                      </a:rPr>
                      <m:t>)⨁</m:t>
                    </m:r>
                    <m:r>
                      <a:rPr lang="en-US" altLang="zh-CN" sz="2000" b="0" i="1" dirty="0" smtClean="0"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" altLang="zh-CN" sz="2000" dirty="0">
                  <a:effectLst/>
                  <a:latin typeface="Helvetica" pitchFamily="2" charset="0"/>
                </a:endParaRPr>
              </a:p>
              <a:p>
                <a:endParaRPr lang="en" altLang="zh-CN" sz="2000" dirty="0">
                  <a:effectLst/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39939" name="Inhaltsplatzhalter 2">
                <a:extLst>
                  <a:ext uri="{FF2B5EF4-FFF2-40B4-BE49-F238E27FC236}">
                    <a16:creationId xmlns:a16="http://schemas.microsoft.com/office/drawing/2014/main" id="{5F3E3E4E-1724-8EEC-88CD-F5007CE15A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2" y="864096"/>
                <a:ext cx="8064251" cy="4206473"/>
              </a:xfrm>
              <a:blipFill>
                <a:blip r:embed="rId2"/>
                <a:stretch>
                  <a:fillRect l="-1887" t="-6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942" name="Foliennummernplatzhalter 6">
            <a:extLst>
              <a:ext uri="{FF2B5EF4-FFF2-40B4-BE49-F238E27FC236}">
                <a16:creationId xmlns:a16="http://schemas.microsoft.com/office/drawing/2014/main" id="{AC39177C-8A0F-6C07-B29E-97E4949C1B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D9B91B-0B71-C540-8D88-D910E302BE9A}" type="slidenum">
              <a:rPr lang="de-DE" altLang="zh-CN">
                <a:solidFill>
                  <a:srgbClr val="394073"/>
                </a:solidFill>
              </a:rPr>
              <a:pPr/>
              <a:t>33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</p:spTree>
    <p:extLst>
      <p:ext uri="{BB962C8B-B14F-4D97-AF65-F5344CB8AC3E}">
        <p14:creationId xmlns:p14="http://schemas.microsoft.com/office/powerpoint/2010/main" val="3910211158"/>
      </p:ext>
    </p:ext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2FE43-3583-7C07-E260-CB7C6738F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el 1">
            <a:extLst>
              <a:ext uri="{FF2B5EF4-FFF2-40B4-BE49-F238E27FC236}">
                <a16:creationId xmlns:a16="http://schemas.microsoft.com/office/drawing/2014/main" id="{0D6A8C17-FB50-14FF-783E-0F9C2997D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dirty="0">
                <a:effectLst/>
                <a:latin typeface="Helvetica" pitchFamily="2" charset="0"/>
              </a:rPr>
              <a:t>Internal State of Salsa20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9939" name="Inhaltsplatzhalter 2">
            <a:extLst>
              <a:ext uri="{FF2B5EF4-FFF2-40B4-BE49-F238E27FC236}">
                <a16:creationId xmlns:a16="http://schemas.microsoft.com/office/drawing/2014/main" id="{B2F4EC75-3711-2B47-C077-B28998E11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864096"/>
            <a:ext cx="8064251" cy="744050"/>
          </a:xfrm>
        </p:spPr>
        <p:txBody>
          <a:bodyPr/>
          <a:lstStyle/>
          <a:p>
            <a:r>
              <a:rPr lang="en" altLang="zh-CN" sz="2000" dirty="0">
                <a:effectLst/>
                <a:latin typeface="Helvetica" pitchFamily="2" charset="0"/>
              </a:rPr>
              <a:t>The 512-bit internal state of Salsa20 consists of sixteen 32-bit words </a:t>
            </a:r>
            <a:r>
              <a:rPr lang="en" altLang="zh-CN" sz="2000" i="1" dirty="0" err="1">
                <a:effectLst/>
                <a:latin typeface="Helvetica" pitchFamily="2" charset="0"/>
              </a:rPr>
              <a:t>y</a:t>
            </a:r>
            <a:r>
              <a:rPr lang="en" altLang="zh-CN" sz="2000" i="1" baseline="-25000" dirty="0" err="1">
                <a:effectLst/>
                <a:latin typeface="Helvetica" pitchFamily="2" charset="0"/>
              </a:rPr>
              <a:t>i</a:t>
            </a:r>
            <a:r>
              <a:rPr lang="en" altLang="zh-CN" sz="2000" dirty="0">
                <a:effectLst/>
                <a:latin typeface="Helvetica" pitchFamily="2" charset="0"/>
              </a:rPr>
              <a:t> and can be arranged as a 4-by-4 matrix:</a:t>
            </a:r>
            <a:endParaRPr lang="en" altLang="zh-CN" sz="2000" dirty="0">
              <a:latin typeface="Helvetica" pitchFamily="2" charset="0"/>
            </a:endParaRPr>
          </a:p>
        </p:txBody>
      </p:sp>
      <p:sp>
        <p:nvSpPr>
          <p:cNvPr id="39942" name="Foliennummernplatzhalter 6">
            <a:extLst>
              <a:ext uri="{FF2B5EF4-FFF2-40B4-BE49-F238E27FC236}">
                <a16:creationId xmlns:a16="http://schemas.microsoft.com/office/drawing/2014/main" id="{B7BD17A0-3803-411E-2721-94AF5239A8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D9B91B-0B71-C540-8D88-D910E302BE9A}" type="slidenum">
              <a:rPr lang="de-DE" altLang="zh-CN">
                <a:solidFill>
                  <a:srgbClr val="394073"/>
                </a:solidFill>
              </a:rPr>
              <a:pPr/>
              <a:t>34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48679EA-D4B7-A571-3BC8-C5004EDA3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572" y="1690189"/>
            <a:ext cx="2448272" cy="1874618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EE140A-EAF6-9633-26DA-6C4788D56E89}"/>
              </a:ext>
            </a:extLst>
          </p:cNvPr>
          <p:cNvSpPr txBox="1">
            <a:spLocks/>
          </p:cNvSpPr>
          <p:nvPr/>
        </p:nvSpPr>
        <p:spPr bwMode="auto">
          <a:xfrm>
            <a:off x="755576" y="3717032"/>
            <a:ext cx="8064251" cy="1898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195263" indent="-195263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Clr>
                <a:srgbClr val="007AC2"/>
              </a:buClr>
              <a:buSzPct val="120000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188913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Clr>
                <a:srgbClr val="007AC2"/>
              </a:buClr>
              <a:buSzPct val="120000"/>
              <a:buChar char="•"/>
              <a:defRPr sz="1600">
                <a:solidFill>
                  <a:schemeClr val="tx1"/>
                </a:solidFill>
                <a:latin typeface="+mn-lt"/>
              </a:defRPr>
            </a:lvl2pPr>
            <a:lvl3pPr marL="952500" indent="-187325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Clr>
                <a:srgbClr val="007AC2"/>
              </a:buClr>
              <a:buSzPct val="120000"/>
              <a:buChar char="•"/>
              <a:defRPr sz="1600">
                <a:solidFill>
                  <a:schemeClr val="tx1"/>
                </a:solidFill>
                <a:latin typeface="+mn-lt"/>
              </a:defRPr>
            </a:lvl3pPr>
            <a:lvl4pPr marL="1325563" indent="-182563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Clr>
                <a:srgbClr val="007AC2"/>
              </a:buClr>
              <a:buSzPct val="120000"/>
              <a:buChar char="•"/>
              <a:defRPr sz="1600">
                <a:solidFill>
                  <a:schemeClr val="tx1"/>
                </a:solidFill>
                <a:latin typeface="+mn-lt"/>
              </a:defRPr>
            </a:lvl4pPr>
            <a:lvl5pPr marL="1698625" indent="-182563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Clr>
                <a:srgbClr val="007AC2"/>
              </a:buClr>
              <a:buSzPct val="120000"/>
              <a:buChar char="•"/>
              <a:defRPr sz="1600">
                <a:solidFill>
                  <a:schemeClr val="tx1"/>
                </a:solidFill>
                <a:latin typeface="+mn-lt"/>
              </a:defRPr>
            </a:lvl5pPr>
            <a:lvl6pPr marL="2155825" indent="-182563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Clr>
                <a:srgbClr val="007AC2"/>
              </a:buClr>
              <a:buSzPct val="120000"/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613025" indent="-182563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Clr>
                <a:srgbClr val="007AC2"/>
              </a:buClr>
              <a:buSzPct val="120000"/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3070225" indent="-182563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Clr>
                <a:srgbClr val="007AC2"/>
              </a:buClr>
              <a:buSzPct val="120000"/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527425" indent="-182563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Clr>
                <a:srgbClr val="007AC2"/>
              </a:buClr>
              <a:buSzPct val="120000"/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" altLang="zh-CN" sz="2000" dirty="0">
                <a:effectLst/>
                <a:latin typeface="Helvetica" pitchFamily="2" charset="0"/>
              </a:rPr>
              <a:t>To start the encryption process, the initial state of Salsa20 is constructed as follows. Eight 32-bit words are formed by the key k=[k</a:t>
            </a:r>
            <a:r>
              <a:rPr lang="en" altLang="zh-CN" sz="2000" baseline="-25000" dirty="0">
                <a:effectLst/>
                <a:latin typeface="Helvetica" pitchFamily="2" charset="0"/>
              </a:rPr>
              <a:t>0</a:t>
            </a:r>
            <a:r>
              <a:rPr lang="en" altLang="zh-CN" sz="2000" dirty="0">
                <a:effectLst/>
                <a:latin typeface="Helvetica" pitchFamily="2" charset="0"/>
              </a:rPr>
              <a:t>k</a:t>
            </a:r>
            <a:r>
              <a:rPr lang="en" altLang="zh-CN" sz="2000" baseline="-25000" dirty="0">
                <a:effectLst/>
                <a:latin typeface="Helvetica" pitchFamily="2" charset="0"/>
              </a:rPr>
              <a:t>1</a:t>
            </a:r>
            <a:r>
              <a:rPr lang="en" altLang="zh-CN" sz="2000" dirty="0">
                <a:effectLst/>
                <a:latin typeface="Helvetica" pitchFamily="2" charset="0"/>
              </a:rPr>
              <a:t>k</a:t>
            </a:r>
            <a:r>
              <a:rPr lang="en" altLang="zh-CN" sz="2000" baseline="-25000" dirty="0">
                <a:effectLst/>
                <a:latin typeface="Helvetica" pitchFamily="2" charset="0"/>
              </a:rPr>
              <a:t>2</a:t>
            </a:r>
            <a:r>
              <a:rPr lang="en" altLang="zh-CN" sz="2000" dirty="0">
                <a:effectLst/>
                <a:latin typeface="Helvetica" pitchFamily="2" charset="0"/>
              </a:rPr>
              <a:t>k</a:t>
            </a:r>
            <a:r>
              <a:rPr lang="en" altLang="zh-CN" sz="2000" baseline="-25000" dirty="0">
                <a:effectLst/>
                <a:latin typeface="Helvetica" pitchFamily="2" charset="0"/>
              </a:rPr>
              <a:t>3</a:t>
            </a:r>
            <a:r>
              <a:rPr lang="en" altLang="zh-CN" sz="2000" dirty="0">
                <a:effectLst/>
                <a:latin typeface="Helvetica" pitchFamily="2" charset="0"/>
              </a:rPr>
              <a:t>k</a:t>
            </a:r>
            <a:r>
              <a:rPr lang="en" altLang="zh-CN" sz="2000" baseline="-25000" dirty="0">
                <a:effectLst/>
                <a:latin typeface="Helvetica" pitchFamily="2" charset="0"/>
              </a:rPr>
              <a:t>4</a:t>
            </a:r>
            <a:r>
              <a:rPr lang="en" altLang="zh-CN" sz="2000" dirty="0">
                <a:effectLst/>
                <a:latin typeface="Helvetica" pitchFamily="2" charset="0"/>
              </a:rPr>
              <a:t>k</a:t>
            </a:r>
            <a:r>
              <a:rPr lang="en" altLang="zh-CN" sz="2000" baseline="-25000" dirty="0">
                <a:effectLst/>
                <a:latin typeface="Helvetica" pitchFamily="2" charset="0"/>
              </a:rPr>
              <a:t>5</a:t>
            </a:r>
            <a:r>
              <a:rPr lang="en" altLang="zh-CN" sz="2000" dirty="0">
                <a:effectLst/>
                <a:latin typeface="Helvetica" pitchFamily="2" charset="0"/>
              </a:rPr>
              <a:t>k</a:t>
            </a:r>
            <a:r>
              <a:rPr lang="en" altLang="zh-CN" sz="2000" baseline="-25000" dirty="0">
                <a:effectLst/>
                <a:latin typeface="Helvetica" pitchFamily="2" charset="0"/>
              </a:rPr>
              <a:t>6</a:t>
            </a:r>
            <a:r>
              <a:rPr lang="en" altLang="zh-CN" sz="2000" dirty="0">
                <a:effectLst/>
                <a:latin typeface="Helvetica" pitchFamily="2" charset="0"/>
              </a:rPr>
              <a:t>k</a:t>
            </a:r>
            <a:r>
              <a:rPr lang="en" altLang="zh-CN" sz="2000" baseline="-25000" dirty="0">
                <a:effectLst/>
                <a:latin typeface="Helvetica" pitchFamily="2" charset="0"/>
              </a:rPr>
              <a:t>7</a:t>
            </a:r>
            <a:r>
              <a:rPr lang="en" altLang="zh-CN" sz="2000" dirty="0">
                <a:effectLst/>
                <a:latin typeface="Helvetica" pitchFamily="2" charset="0"/>
              </a:rPr>
              <a:t>], two words indicate the stream position p = [p</a:t>
            </a:r>
            <a:r>
              <a:rPr lang="en" altLang="zh-CN" sz="2000" baseline="-25000" dirty="0">
                <a:effectLst/>
                <a:latin typeface="Helvetica" pitchFamily="2" charset="0"/>
              </a:rPr>
              <a:t>0</a:t>
            </a:r>
            <a:r>
              <a:rPr lang="en" altLang="zh-CN" sz="2000" dirty="0">
                <a:effectLst/>
                <a:latin typeface="Helvetica" pitchFamily="2" charset="0"/>
              </a:rPr>
              <a:t>p</a:t>
            </a:r>
            <a:r>
              <a:rPr lang="en" altLang="zh-CN" sz="2000" baseline="-25000" dirty="0">
                <a:effectLst/>
                <a:latin typeface="Helvetica" pitchFamily="2" charset="0"/>
              </a:rPr>
              <a:t>1</a:t>
            </a:r>
            <a:r>
              <a:rPr lang="en" altLang="zh-CN" sz="2000" dirty="0">
                <a:effectLst/>
                <a:latin typeface="Helvetica" pitchFamily="2" charset="0"/>
              </a:rPr>
              <a:t>], two words come from the nonce n = [n</a:t>
            </a:r>
            <a:r>
              <a:rPr lang="en" altLang="zh-CN" sz="2000" baseline="-25000" dirty="0">
                <a:effectLst/>
                <a:latin typeface="Helvetica" pitchFamily="2" charset="0"/>
              </a:rPr>
              <a:t>0</a:t>
            </a:r>
            <a:r>
              <a:rPr lang="en" altLang="zh-CN" sz="2000" dirty="0">
                <a:effectLst/>
                <a:latin typeface="Helvetica" pitchFamily="2" charset="0"/>
              </a:rPr>
              <a:t>n</a:t>
            </a:r>
            <a:r>
              <a:rPr lang="en" altLang="zh-CN" sz="2000" baseline="-25000" dirty="0">
                <a:effectLst/>
                <a:latin typeface="Helvetica" pitchFamily="2" charset="0"/>
              </a:rPr>
              <a:t>1</a:t>
            </a:r>
            <a:r>
              <a:rPr lang="en" altLang="zh-CN" sz="2000" dirty="0">
                <a:effectLst/>
                <a:latin typeface="Helvetica" pitchFamily="2" charset="0"/>
              </a:rPr>
              <a:t>] and four words are a constant c = [c</a:t>
            </a:r>
            <a:r>
              <a:rPr lang="en" altLang="zh-CN" sz="2000" baseline="-25000" dirty="0">
                <a:effectLst/>
                <a:latin typeface="Helvetica" pitchFamily="2" charset="0"/>
              </a:rPr>
              <a:t>0</a:t>
            </a:r>
            <a:r>
              <a:rPr lang="en" altLang="zh-CN" sz="2000" dirty="0">
                <a:effectLst/>
                <a:latin typeface="Helvetica" pitchFamily="2" charset="0"/>
              </a:rPr>
              <a:t>c</a:t>
            </a:r>
            <a:r>
              <a:rPr lang="en" altLang="zh-CN" sz="2000" baseline="-25000" dirty="0">
                <a:effectLst/>
                <a:latin typeface="Helvetica" pitchFamily="2" charset="0"/>
              </a:rPr>
              <a:t>1</a:t>
            </a:r>
            <a:r>
              <a:rPr lang="en" altLang="zh-CN" sz="2000" dirty="0">
                <a:effectLst/>
                <a:latin typeface="Helvetica" pitchFamily="2" charset="0"/>
              </a:rPr>
              <a:t>c</a:t>
            </a:r>
            <a:r>
              <a:rPr lang="en" altLang="zh-CN" sz="2000" baseline="-25000" dirty="0">
                <a:effectLst/>
                <a:latin typeface="Helvetica" pitchFamily="2" charset="0"/>
              </a:rPr>
              <a:t>2</a:t>
            </a:r>
            <a:r>
              <a:rPr lang="en" altLang="zh-CN" sz="2000" dirty="0">
                <a:effectLst/>
                <a:latin typeface="Helvetica" pitchFamily="2" charset="0"/>
              </a:rPr>
              <a:t>c</a:t>
            </a:r>
            <a:r>
              <a:rPr lang="en" altLang="zh-CN" sz="2000" baseline="-25000" dirty="0">
                <a:effectLst/>
                <a:latin typeface="Helvetica" pitchFamily="2" charset="0"/>
              </a:rPr>
              <a:t>3</a:t>
            </a:r>
            <a:r>
              <a:rPr lang="en" altLang="zh-CN" sz="2000" dirty="0">
                <a:effectLst/>
                <a:latin typeface="Helvetica" pitchFamily="2" charset="0"/>
              </a:rPr>
              <a:t>]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5263F89-FAB5-4331-804B-C92A001E9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616" y="1690189"/>
            <a:ext cx="1981584" cy="189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168233"/>
      </p:ext>
    </p:extLst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78D26-3849-9383-B401-F20D80AFC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el 1">
            <a:extLst>
              <a:ext uri="{FF2B5EF4-FFF2-40B4-BE49-F238E27FC236}">
                <a16:creationId xmlns:a16="http://schemas.microsoft.com/office/drawing/2014/main" id="{BD8118EB-829A-68CE-AC86-1E0C77D93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dirty="0">
                <a:effectLst/>
                <a:latin typeface="Helvetica" pitchFamily="2" charset="0"/>
              </a:rPr>
              <a:t>The quarter-round function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9939" name="Inhaltsplatzhalter 2">
            <a:extLst>
              <a:ext uri="{FF2B5EF4-FFF2-40B4-BE49-F238E27FC236}">
                <a16:creationId xmlns:a16="http://schemas.microsoft.com/office/drawing/2014/main" id="{3261E603-5973-13E3-6428-0D17A3A18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864096"/>
            <a:ext cx="8064251" cy="743986"/>
          </a:xfrm>
        </p:spPr>
        <p:txBody>
          <a:bodyPr/>
          <a:lstStyle/>
          <a:p>
            <a:r>
              <a:rPr lang="en" altLang="zh-CN" sz="2000" dirty="0">
                <a:effectLst/>
                <a:latin typeface="Helvetica" pitchFamily="2" charset="0"/>
              </a:rPr>
              <a:t>The core operation in Salsa20 is the quarter-round function QR(</a:t>
            </a:r>
            <a:r>
              <a:rPr lang="en" altLang="zh-CN" sz="2000" dirty="0" err="1">
                <a:effectLst/>
                <a:latin typeface="Helvetica" pitchFamily="2" charset="0"/>
              </a:rPr>
              <a:t>a,b,c,d</a:t>
            </a:r>
            <a:r>
              <a:rPr lang="en" altLang="zh-CN" sz="2000" dirty="0">
                <a:effectLst/>
                <a:latin typeface="Helvetica" pitchFamily="2" charset="0"/>
              </a:rPr>
              <a:t>):</a:t>
            </a:r>
            <a:endParaRPr lang="en" altLang="zh-CN" sz="2000" dirty="0">
              <a:latin typeface="Helvetica" pitchFamily="2" charset="0"/>
            </a:endParaRPr>
          </a:p>
        </p:txBody>
      </p:sp>
      <p:sp>
        <p:nvSpPr>
          <p:cNvPr id="39942" name="Foliennummernplatzhalter 6">
            <a:extLst>
              <a:ext uri="{FF2B5EF4-FFF2-40B4-BE49-F238E27FC236}">
                <a16:creationId xmlns:a16="http://schemas.microsoft.com/office/drawing/2014/main" id="{86C826F4-8926-4E8B-ED98-3B4007795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D9B91B-0B71-C540-8D88-D910E302BE9A}" type="slidenum">
              <a:rPr lang="de-DE" altLang="zh-CN">
                <a:solidFill>
                  <a:srgbClr val="394073"/>
                </a:solidFill>
              </a:rPr>
              <a:pPr/>
              <a:t>35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EF0369F-735E-5E52-3B84-248DC49FD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955676"/>
            <a:ext cx="2485304" cy="147332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579395D-3330-7CD6-ECEA-BBFBAE9D2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928" y="1442068"/>
            <a:ext cx="4162531" cy="510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789248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1BCCE-FD9F-C415-9D7C-604931117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el 1">
            <a:extLst>
              <a:ext uri="{FF2B5EF4-FFF2-40B4-BE49-F238E27FC236}">
                <a16:creationId xmlns:a16="http://schemas.microsoft.com/office/drawing/2014/main" id="{96F246FD-E115-FFE8-EA1C-DC6E6822B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dirty="0">
                <a:effectLst/>
                <a:latin typeface="Helvetica" pitchFamily="2" charset="0"/>
              </a:rPr>
              <a:t>Four quarter rounds form a double-round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9939" name="Inhaltsplatzhalter 2">
            <a:extLst>
              <a:ext uri="{FF2B5EF4-FFF2-40B4-BE49-F238E27FC236}">
                <a16:creationId xmlns:a16="http://schemas.microsoft.com/office/drawing/2014/main" id="{4B4B6EF9-AC81-3C3E-05A5-53F27C0A9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864097"/>
            <a:ext cx="8064251" cy="3428999"/>
          </a:xfrm>
        </p:spPr>
        <p:txBody>
          <a:bodyPr/>
          <a:lstStyle/>
          <a:p>
            <a:r>
              <a:rPr lang="en" altLang="zh-CN" sz="2000" dirty="0">
                <a:effectLst/>
                <a:latin typeface="Helvetica" pitchFamily="2" charset="0"/>
              </a:rPr>
              <a:t>Four quarter rounds form a round, and two consecutive rounds are called a double-round: In </a:t>
            </a:r>
            <a:r>
              <a:rPr lang="en" altLang="zh-CN" sz="2000" dirty="0">
                <a:solidFill>
                  <a:srgbClr val="FF0000"/>
                </a:solidFill>
                <a:effectLst/>
                <a:latin typeface="Helvetica" pitchFamily="2" charset="0"/>
              </a:rPr>
              <a:t>odd-numbered rounds</a:t>
            </a:r>
            <a:r>
              <a:rPr lang="en" altLang="zh-CN" sz="2000" dirty="0">
                <a:effectLst/>
                <a:latin typeface="Helvetica" pitchFamily="2" charset="0"/>
              </a:rPr>
              <a:t>, QR is applied to each of </a:t>
            </a:r>
            <a:r>
              <a:rPr lang="en" altLang="zh-CN" sz="2000" dirty="0">
                <a:solidFill>
                  <a:srgbClr val="FF0000"/>
                </a:solidFill>
                <a:effectLst/>
                <a:latin typeface="Helvetica" pitchFamily="2" charset="0"/>
              </a:rPr>
              <a:t>the four columns </a:t>
            </a:r>
            <a:r>
              <a:rPr lang="en" altLang="zh-CN" sz="2000" dirty="0">
                <a:effectLst/>
                <a:latin typeface="Helvetica" pitchFamily="2" charset="0"/>
              </a:rPr>
              <a:t>in the 4-by-4 matrix. In </a:t>
            </a:r>
            <a:r>
              <a:rPr lang="en" altLang="zh-CN" sz="2000" dirty="0">
                <a:solidFill>
                  <a:srgbClr val="FF0000"/>
                </a:solidFill>
                <a:effectLst/>
                <a:latin typeface="Helvetica" pitchFamily="2" charset="0"/>
              </a:rPr>
              <a:t>even-numbered</a:t>
            </a:r>
            <a:r>
              <a:rPr lang="en" altLang="zh-CN" sz="2000" dirty="0">
                <a:effectLst/>
                <a:latin typeface="Helvetica" pitchFamily="2" charset="0"/>
              </a:rPr>
              <a:t> rounds, QR is applied to each of </a:t>
            </a:r>
            <a:r>
              <a:rPr lang="en" altLang="zh-CN" sz="2000" dirty="0">
                <a:solidFill>
                  <a:srgbClr val="FF0000"/>
                </a:solidFill>
                <a:effectLst/>
                <a:latin typeface="Helvetica" pitchFamily="2" charset="0"/>
              </a:rPr>
              <a:t>the four rows</a:t>
            </a:r>
            <a:r>
              <a:rPr lang="en" altLang="zh-CN" sz="2000" dirty="0">
                <a:effectLst/>
                <a:latin typeface="Helvetica" pitchFamily="2" charset="0"/>
              </a:rPr>
              <a:t>.</a:t>
            </a:r>
          </a:p>
          <a:p>
            <a:r>
              <a:rPr lang="en" altLang="zh-CN" sz="2000" dirty="0">
                <a:effectLst/>
                <a:latin typeface="Helvetica" pitchFamily="2" charset="0"/>
              </a:rPr>
              <a:t>With an input (v</a:t>
            </a:r>
            <a:r>
              <a:rPr lang="en" altLang="zh-CN" sz="2000" baseline="-25000" dirty="0">
                <a:effectLst/>
                <a:latin typeface="Helvetica" pitchFamily="2" charset="0"/>
              </a:rPr>
              <a:t>0</a:t>
            </a:r>
            <a:r>
              <a:rPr lang="en" altLang="zh-CN" sz="2000" dirty="0">
                <a:effectLst/>
                <a:latin typeface="Helvetica" pitchFamily="2" charset="0"/>
              </a:rPr>
              <a:t>,v</a:t>
            </a:r>
            <a:r>
              <a:rPr lang="en" altLang="zh-CN" sz="2000" baseline="-25000" dirty="0">
                <a:effectLst/>
                <a:latin typeface="Helvetica" pitchFamily="2" charset="0"/>
              </a:rPr>
              <a:t>1</a:t>
            </a:r>
            <a:r>
              <a:rPr lang="en" altLang="zh-CN" sz="2000" dirty="0">
                <a:effectLst/>
                <a:latin typeface="Helvetica" pitchFamily="2" charset="0"/>
              </a:rPr>
              <a:t>, … , v</a:t>
            </a:r>
            <a:r>
              <a:rPr lang="en" altLang="zh-CN" sz="2000" baseline="-25000" dirty="0">
                <a:effectLst/>
                <a:latin typeface="Helvetica" pitchFamily="2" charset="0"/>
              </a:rPr>
              <a:t>15</a:t>
            </a:r>
            <a:r>
              <a:rPr lang="en" altLang="zh-CN" sz="2000" dirty="0">
                <a:effectLst/>
                <a:latin typeface="Helvetica" pitchFamily="2" charset="0"/>
              </a:rPr>
              <a:t>), the output (u</a:t>
            </a:r>
            <a:r>
              <a:rPr lang="en" altLang="zh-CN" sz="2000" baseline="-25000" dirty="0">
                <a:effectLst/>
                <a:latin typeface="Helvetica" pitchFamily="2" charset="0"/>
              </a:rPr>
              <a:t>0</a:t>
            </a:r>
            <a:r>
              <a:rPr lang="en" altLang="zh-CN" sz="2000" dirty="0">
                <a:effectLst/>
                <a:latin typeface="Helvetica" pitchFamily="2" charset="0"/>
              </a:rPr>
              <a:t>,u</a:t>
            </a:r>
            <a:r>
              <a:rPr lang="en" altLang="zh-CN" sz="2000" baseline="-25000" dirty="0">
                <a:effectLst/>
                <a:latin typeface="Helvetica" pitchFamily="2" charset="0"/>
              </a:rPr>
              <a:t>1</a:t>
            </a:r>
            <a:r>
              <a:rPr lang="en" altLang="zh-CN" sz="2000" dirty="0">
                <a:effectLst/>
                <a:latin typeface="Helvetica" pitchFamily="2" charset="0"/>
              </a:rPr>
              <a:t>, … ,u</a:t>
            </a:r>
            <a:r>
              <a:rPr lang="en" altLang="zh-CN" sz="2000" baseline="-25000" dirty="0">
                <a:effectLst/>
                <a:latin typeface="Helvetica" pitchFamily="2" charset="0"/>
              </a:rPr>
              <a:t>15</a:t>
            </a:r>
            <a:r>
              <a:rPr lang="en" altLang="zh-CN" sz="2000" dirty="0">
                <a:effectLst/>
                <a:latin typeface="Helvetica" pitchFamily="2" charset="0"/>
              </a:rPr>
              <a:t>) of the first (odd) round of the double-round is computed as follows.</a:t>
            </a:r>
          </a:p>
          <a:p>
            <a:r>
              <a:rPr lang="en" altLang="zh-CN" sz="2000" dirty="0">
                <a:effectLst/>
                <a:latin typeface="Helvetica" pitchFamily="2" charset="0"/>
              </a:rPr>
              <a:t>The second round of the double-round yields the output (z</a:t>
            </a:r>
            <a:r>
              <a:rPr lang="en" altLang="zh-CN" sz="2000" baseline="-25000" dirty="0">
                <a:effectLst/>
                <a:latin typeface="Helvetica" pitchFamily="2" charset="0"/>
              </a:rPr>
              <a:t>0</a:t>
            </a:r>
            <a:r>
              <a:rPr lang="en" altLang="zh-CN" sz="2000" dirty="0">
                <a:effectLst/>
                <a:latin typeface="Helvetica" pitchFamily="2" charset="0"/>
              </a:rPr>
              <a:t>,z</a:t>
            </a:r>
            <a:r>
              <a:rPr lang="en" altLang="zh-CN" sz="2000" baseline="-25000" dirty="0">
                <a:effectLst/>
                <a:latin typeface="Helvetica" pitchFamily="2" charset="0"/>
              </a:rPr>
              <a:t>1</a:t>
            </a:r>
            <a:r>
              <a:rPr lang="en" altLang="zh-CN" sz="2000" dirty="0">
                <a:effectLst/>
                <a:latin typeface="Helvetica" pitchFamily="2" charset="0"/>
              </a:rPr>
              <a:t>, … , z</a:t>
            </a:r>
            <a:r>
              <a:rPr lang="en" altLang="zh-CN" sz="2000" baseline="-25000" dirty="0">
                <a:effectLst/>
                <a:latin typeface="Helvetica" pitchFamily="2" charset="0"/>
              </a:rPr>
              <a:t>15</a:t>
            </a:r>
            <a:r>
              <a:rPr lang="en" altLang="zh-CN" sz="2000" dirty="0">
                <a:effectLst/>
                <a:latin typeface="Helvetica" pitchFamily="2" charset="0"/>
              </a:rPr>
              <a:t>):</a:t>
            </a:r>
          </a:p>
          <a:p>
            <a:endParaRPr lang="en" altLang="zh-CN" sz="2000" dirty="0">
              <a:effectLst/>
              <a:latin typeface="Helvetica" pitchFamily="2" charset="0"/>
            </a:endParaRPr>
          </a:p>
          <a:p>
            <a:endParaRPr lang="en" altLang="zh-CN" sz="2000" dirty="0">
              <a:effectLst/>
              <a:latin typeface="Helvetica" pitchFamily="2" charset="0"/>
            </a:endParaRPr>
          </a:p>
          <a:p>
            <a:endParaRPr lang="en" altLang="zh-CN" sz="2000" dirty="0">
              <a:effectLst/>
              <a:latin typeface="Helvetica" pitchFamily="2" charset="0"/>
            </a:endParaRPr>
          </a:p>
        </p:txBody>
      </p:sp>
      <p:sp>
        <p:nvSpPr>
          <p:cNvPr id="39942" name="Foliennummernplatzhalter 6">
            <a:extLst>
              <a:ext uri="{FF2B5EF4-FFF2-40B4-BE49-F238E27FC236}">
                <a16:creationId xmlns:a16="http://schemas.microsoft.com/office/drawing/2014/main" id="{CAC7F464-6166-8954-D402-6A3B14F377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D9B91B-0B71-C540-8D88-D910E302BE9A}" type="slidenum">
              <a:rPr lang="de-DE" altLang="zh-CN">
                <a:solidFill>
                  <a:srgbClr val="394073"/>
                </a:solidFill>
              </a:rPr>
              <a:pPr/>
              <a:t>36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1B94574-719D-E0D1-8B2A-7C3240200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2" y="4352040"/>
            <a:ext cx="4326812" cy="163600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3713C5C-85A7-FEB9-13A5-C97212E81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50282"/>
            <a:ext cx="4527278" cy="159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202738"/>
      </p:ext>
    </p:extLst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15E38-F022-B815-FB79-393B199B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el 1">
            <a:extLst>
              <a:ext uri="{FF2B5EF4-FFF2-40B4-BE49-F238E27FC236}">
                <a16:creationId xmlns:a16="http://schemas.microsoft.com/office/drawing/2014/main" id="{8835D6DD-6D13-C554-7BA2-E80E0D7C8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dirty="0">
                <a:effectLst/>
                <a:latin typeface="Helvetica" pitchFamily="2" charset="0"/>
              </a:rPr>
              <a:t>20 rounds or 10 double rounds are applied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9942" name="Foliennummernplatzhalter 6">
            <a:extLst>
              <a:ext uri="{FF2B5EF4-FFF2-40B4-BE49-F238E27FC236}">
                <a16:creationId xmlns:a16="http://schemas.microsoft.com/office/drawing/2014/main" id="{F33807ED-9F9B-977E-0769-28FB1F7D19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D9B91B-0B71-C540-8D88-D910E302BE9A}" type="slidenum">
              <a:rPr lang="de-DE" altLang="zh-CN">
                <a:solidFill>
                  <a:srgbClr val="394073"/>
                </a:solidFill>
              </a:rPr>
              <a:pPr/>
              <a:t>37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E3B9EB1-5879-E54D-38E7-BD87E4245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831371"/>
            <a:ext cx="4326812" cy="163600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18A174E-3488-AD87-A82F-B75747426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31372"/>
            <a:ext cx="4527278" cy="159724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1F36524-6F22-AEED-2B3E-702F14B48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21" y="2708920"/>
            <a:ext cx="7772400" cy="1550934"/>
          </a:xfrm>
          <a:prstGeom prst="rect">
            <a:avLst/>
          </a:prstGeom>
        </p:spPr>
      </p:pic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DDCF528D-ABE3-962F-0D0B-30E68B6B4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4540162"/>
            <a:ext cx="8064251" cy="1972335"/>
          </a:xfrm>
        </p:spPr>
        <p:txBody>
          <a:bodyPr/>
          <a:lstStyle/>
          <a:p>
            <a:r>
              <a:rPr lang="en" altLang="zh-CN" sz="2000" dirty="0">
                <a:effectLst/>
                <a:latin typeface="Helvetica" pitchFamily="2" charset="0"/>
              </a:rPr>
              <a:t>For encryption or decryption, 20 rounds or 10 double rounds are applied.</a:t>
            </a:r>
          </a:p>
          <a:p>
            <a:r>
              <a:rPr lang="en" altLang="zh-CN" sz="2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 the last step, </a:t>
            </a:r>
            <a:r>
              <a:rPr lang="en" altLang="zh-CN" sz="20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the mixed array </a:t>
            </a:r>
            <a:r>
              <a:rPr lang="en" altLang="zh-CN" sz="2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is added, word by word, to </a:t>
            </a:r>
            <a:r>
              <a:rPr lang="en" altLang="zh-CN" sz="20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the original array</a:t>
            </a:r>
            <a:r>
              <a:rPr lang="en" altLang="zh-CN" sz="2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to obtain its 64-byte key stream block. This is important because the mixing rounds on their own are </a:t>
            </a:r>
            <a:r>
              <a:rPr lang="en" altLang="zh-CN" sz="2000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invertible</a:t>
            </a:r>
            <a:r>
              <a:rPr lang="en" altLang="zh-CN" sz="2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 </a:t>
            </a:r>
            <a:endParaRPr lang="en" altLang="zh-CN" sz="2000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691557"/>
      </p:ext>
    </p:extLst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4C2C6-6D1A-4C88-3D76-1740B5CB8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el 1">
            <a:extLst>
              <a:ext uri="{FF2B5EF4-FFF2-40B4-BE49-F238E27FC236}">
                <a16:creationId xmlns:a16="http://schemas.microsoft.com/office/drawing/2014/main" id="{7CC35A2C-A567-48C0-ECE0-17F129D04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 Modern Stream Cipher - Trivium</a:t>
            </a:r>
          </a:p>
        </p:txBody>
      </p:sp>
      <p:sp>
        <p:nvSpPr>
          <p:cNvPr id="39939" name="Inhaltsplatzhalter 2">
            <a:extLst>
              <a:ext uri="{FF2B5EF4-FFF2-40B4-BE49-F238E27FC236}">
                <a16:creationId xmlns:a16="http://schemas.microsoft.com/office/drawing/2014/main" id="{B7651314-11F1-BDBE-9957-77C4BD135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0" y="4286250"/>
            <a:ext cx="6084888" cy="2154238"/>
          </a:xfrm>
        </p:spPr>
        <p:txBody>
          <a:bodyPr/>
          <a:lstStyle/>
          <a:p>
            <a:r>
              <a:rPr lang="de-DE" altLang="zh-CN"/>
              <a:t>Three </a:t>
            </a:r>
            <a:r>
              <a:rPr lang="de-DE" altLang="zh-CN" i="1"/>
              <a:t>nonlinear</a:t>
            </a:r>
            <a:r>
              <a:rPr lang="de-DE" altLang="zh-CN"/>
              <a:t> LFSRs (NLFSR) of length 93, 84, 111</a:t>
            </a:r>
          </a:p>
          <a:p>
            <a:r>
              <a:rPr lang="de-DE" altLang="zh-CN"/>
              <a:t>XOR-Sum of all three NLFSR outputs generates key stream </a:t>
            </a:r>
            <a:r>
              <a:rPr lang="en-US" altLang="zh-CN" i="1">
                <a:ea typeface="宋体" panose="02010600030101010101" pitchFamily="2" charset="-122"/>
              </a:rPr>
              <a:t>s</a:t>
            </a:r>
            <a:r>
              <a:rPr lang="en-US" altLang="zh-CN" i="1" baseline="-25000">
                <a:ea typeface="宋体" panose="02010600030101010101" pitchFamily="2" charset="-122"/>
              </a:rPr>
              <a:t>i</a:t>
            </a:r>
            <a:r>
              <a:rPr lang="de-DE" altLang="zh-CN"/>
              <a:t> </a:t>
            </a:r>
          </a:p>
          <a:p>
            <a:r>
              <a:rPr lang="de-DE" altLang="zh-CN"/>
              <a:t>Small in Hardware:</a:t>
            </a:r>
          </a:p>
          <a:p>
            <a:pPr lvl="1"/>
            <a:r>
              <a:rPr lang="de-DE" altLang="zh-CN"/>
              <a:t>Total register count: 288</a:t>
            </a:r>
          </a:p>
          <a:p>
            <a:pPr lvl="1"/>
            <a:r>
              <a:rPr lang="de-DE" altLang="zh-CN"/>
              <a:t>Non-linearity: 3 AND-Gates</a:t>
            </a:r>
          </a:p>
          <a:p>
            <a:pPr lvl="1"/>
            <a:r>
              <a:rPr lang="de-DE" altLang="zh-CN"/>
              <a:t>7 XOR-Gates (4 with three inputs)</a:t>
            </a:r>
          </a:p>
        </p:txBody>
      </p:sp>
      <p:pic>
        <p:nvPicPr>
          <p:cNvPr id="39941" name="Picture 7" descr="F:\Arbeit\book\grundlagen_krypto\graphics\Trivium_reg6v2.png">
            <a:extLst>
              <a:ext uri="{FF2B5EF4-FFF2-40B4-BE49-F238E27FC236}">
                <a16:creationId xmlns:a16="http://schemas.microsoft.com/office/drawing/2014/main" id="{3A6A4CBC-94A2-85A3-46D9-36AD46D2F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875" y="785813"/>
            <a:ext cx="6124575" cy="330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2" name="Foliennummernplatzhalter 6">
            <a:extLst>
              <a:ext uri="{FF2B5EF4-FFF2-40B4-BE49-F238E27FC236}">
                <a16:creationId xmlns:a16="http://schemas.microsoft.com/office/drawing/2014/main" id="{A9698E83-84C1-27CE-65C9-C7BAD291AF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D9B91B-0B71-C540-8D88-D910E302BE9A}" type="slidenum">
              <a:rPr lang="de-DE" altLang="zh-CN">
                <a:solidFill>
                  <a:srgbClr val="394073"/>
                </a:solidFill>
              </a:rPr>
              <a:pPr/>
              <a:t>38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</p:spTree>
    <p:extLst>
      <p:ext uri="{BB962C8B-B14F-4D97-AF65-F5344CB8AC3E}">
        <p14:creationId xmlns:p14="http://schemas.microsoft.com/office/powerpoint/2010/main" val="3310605305"/>
      </p:ext>
    </p:extLst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D52C9-D07B-D57C-AD29-A43D2E649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4">
            <a:extLst>
              <a:ext uri="{FF2B5EF4-FFF2-40B4-BE49-F238E27FC236}">
                <a16:creationId xmlns:a16="http://schemas.microsoft.com/office/drawing/2014/main" id="{BCEC451B-EB66-FF53-0486-4B0F20C5CD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1488" y="322263"/>
            <a:ext cx="8204200" cy="515937"/>
          </a:xfrm>
        </p:spPr>
        <p:txBody>
          <a:bodyPr/>
          <a:lstStyle/>
          <a:p>
            <a:pPr>
              <a:buFont typeface="Webdings" pitchFamily="2" charset="2"/>
              <a:buNone/>
            </a:pPr>
            <a:r>
              <a:rPr lang="de-DE" altLang="zh-CN" sz="2800"/>
              <a:t>Content of this Chapter</a:t>
            </a:r>
          </a:p>
        </p:txBody>
      </p:sp>
      <p:sp>
        <p:nvSpPr>
          <p:cNvPr id="38916" name="Rectangle 7">
            <a:extLst>
              <a:ext uri="{FF2B5EF4-FFF2-40B4-BE49-F238E27FC236}">
                <a16:creationId xmlns:a16="http://schemas.microsoft.com/office/drawing/2014/main" id="{74094D98-285D-2902-A1F9-3B1F0C87E2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844675"/>
            <a:ext cx="7394575" cy="2655214"/>
          </a:xfrm>
          <a:noFill/>
        </p:spPr>
        <p:txBody>
          <a:bodyPr/>
          <a:lstStyle/>
          <a:p>
            <a:r>
              <a:rPr lang="en-US" altLang="zh-CN" sz="2000" dirty="0">
                <a:ea typeface="宋体" panose="02010600030101010101" pitchFamily="2" charset="-122"/>
              </a:rPr>
              <a:t>Intro to stream ciphers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Random number generators (RNGs)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One-Time Pad (OTP)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Linear feedback shift registers (LFSRs)</a:t>
            </a:r>
          </a:p>
          <a:p>
            <a:r>
              <a:rPr lang="en-US" altLang="zh-CN" sz="2000" dirty="0">
                <a:ea typeface="宋体" panose="02010600030101010101" pitchFamily="2" charset="-122"/>
              </a:rPr>
              <a:t>A practical steam cipher: Salsa20</a:t>
            </a:r>
          </a:p>
          <a:p>
            <a:r>
              <a:rPr lang="en-US" altLang="zh-CN" sz="2000" b="1" dirty="0">
                <a:ea typeface="宋体" panose="02010600030101010101" pitchFamily="2" charset="-122"/>
              </a:rPr>
              <a:t>A practical stream cipher: Trivium</a:t>
            </a:r>
          </a:p>
        </p:txBody>
      </p:sp>
      <p:sp>
        <p:nvSpPr>
          <p:cNvPr id="38917" name="Foliennummernplatzhalter 5">
            <a:extLst>
              <a:ext uri="{FF2B5EF4-FFF2-40B4-BE49-F238E27FC236}">
                <a16:creationId xmlns:a16="http://schemas.microsoft.com/office/drawing/2014/main" id="{50105460-863D-10DE-C595-478DDB3D9A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9AF902-9B26-5248-B88F-50AAD55ED76F}" type="slidenum">
              <a:rPr lang="de-DE" altLang="zh-CN">
                <a:solidFill>
                  <a:srgbClr val="394073"/>
                </a:solidFill>
              </a:rPr>
              <a:pPr/>
              <a:t>39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</p:spTree>
    <p:extLst>
      <p:ext uri="{BB962C8B-B14F-4D97-AF65-F5344CB8AC3E}">
        <p14:creationId xmlns:p14="http://schemas.microsoft.com/office/powerpoint/2010/main" val="3522051690"/>
      </p:ext>
    </p:extLst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el 1">
            <a:extLst>
              <a:ext uri="{FF2B5EF4-FFF2-40B4-BE49-F238E27FC236}">
                <a16:creationId xmlns:a16="http://schemas.microsoft.com/office/drawing/2014/main" id="{B00275EF-559D-DCD2-696E-A5FC9AFF3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Profile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2 — Trivium</a:t>
            </a:r>
          </a:p>
        </p:txBody>
      </p:sp>
      <p:sp>
        <p:nvSpPr>
          <p:cNvPr id="40963" name="Inhaltsplatzhalter 2">
            <a:extLst>
              <a:ext uri="{FF2B5EF4-FFF2-40B4-BE49-F238E27FC236}">
                <a16:creationId xmlns:a16="http://schemas.microsoft.com/office/drawing/2014/main" id="{D11BEB21-ADB6-795F-BE1B-936087A3E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313" y="1130300"/>
            <a:ext cx="7508875" cy="36322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b="1">
                <a:ea typeface="宋体" panose="02010600030101010101" pitchFamily="2" charset="-122"/>
              </a:rPr>
              <a:t>Initialization:</a:t>
            </a:r>
          </a:p>
          <a:p>
            <a:r>
              <a:rPr lang="en-US" altLang="zh-CN">
                <a:ea typeface="宋体" panose="02010600030101010101" pitchFamily="2" charset="-122"/>
              </a:rPr>
              <a:t>Load 80-bit IV into A</a:t>
            </a:r>
          </a:p>
          <a:p>
            <a:r>
              <a:rPr lang="en-US" altLang="zh-CN">
                <a:ea typeface="宋体" panose="02010600030101010101" pitchFamily="2" charset="-122"/>
              </a:rPr>
              <a:t>Load 80-bit key into B</a:t>
            </a:r>
          </a:p>
          <a:p>
            <a:r>
              <a:rPr lang="en-US" altLang="zh-CN">
                <a:ea typeface="宋体" panose="02010600030101010101" pitchFamily="2" charset="-122"/>
              </a:rPr>
              <a:t>Set </a:t>
            </a:r>
            <a:r>
              <a:rPr lang="en-US" altLang="zh-CN" i="1">
                <a:ea typeface="宋体" panose="02010600030101010101" pitchFamily="2" charset="-122"/>
              </a:rPr>
              <a:t>c</a:t>
            </a:r>
            <a:r>
              <a:rPr lang="en-US" altLang="zh-CN" i="1" baseline="-25000">
                <a:ea typeface="宋体" panose="02010600030101010101" pitchFamily="2" charset="-122"/>
              </a:rPr>
              <a:t>109</a:t>
            </a:r>
            <a:r>
              <a:rPr lang="en-US" altLang="zh-CN">
                <a:ea typeface="宋体" panose="02010600030101010101" pitchFamily="2" charset="-122"/>
              </a:rPr>
              <a:t> , c</a:t>
            </a:r>
            <a:r>
              <a:rPr lang="en-US" altLang="zh-CN" i="1" baseline="-25000">
                <a:ea typeface="宋体" panose="02010600030101010101" pitchFamily="2" charset="-122"/>
              </a:rPr>
              <a:t>110</a:t>
            </a:r>
            <a:r>
              <a:rPr lang="en-US" altLang="zh-CN">
                <a:ea typeface="宋体" panose="02010600030101010101" pitchFamily="2" charset="-122"/>
              </a:rPr>
              <a:t> , c</a:t>
            </a:r>
            <a:r>
              <a:rPr lang="en-US" altLang="zh-CN" i="1" baseline="-25000">
                <a:ea typeface="宋体" panose="02010600030101010101" pitchFamily="2" charset="-122"/>
              </a:rPr>
              <a:t>111</a:t>
            </a:r>
            <a:r>
              <a:rPr lang="en-US" altLang="zh-CN">
                <a:ea typeface="宋体" panose="02010600030101010101" pitchFamily="2" charset="-122"/>
              </a:rPr>
              <a:t> =1, all other bits 0</a:t>
            </a:r>
          </a:p>
          <a:p>
            <a:pPr>
              <a:buFontTx/>
              <a:buNone/>
            </a:pPr>
            <a:r>
              <a:rPr lang="en-US" altLang="zh-CN" b="1">
                <a:ea typeface="宋体" panose="02010600030101010101" pitchFamily="2" charset="-122"/>
              </a:rPr>
              <a:t>Warm-Up:</a:t>
            </a:r>
          </a:p>
          <a:p>
            <a:r>
              <a:rPr lang="en-US" altLang="zh-CN">
                <a:ea typeface="宋体" panose="02010600030101010101" pitchFamily="2" charset="-122"/>
              </a:rPr>
              <a:t>Clock cipher 4 x 288 = 1152 times without generating output</a:t>
            </a:r>
          </a:p>
          <a:p>
            <a:pPr>
              <a:buFontTx/>
              <a:buNone/>
            </a:pPr>
            <a:r>
              <a:rPr lang="en-US" altLang="zh-CN" b="1">
                <a:ea typeface="宋体" panose="02010600030101010101" pitchFamily="2" charset="-122"/>
              </a:rPr>
              <a:t>Encryption:</a:t>
            </a:r>
          </a:p>
          <a:p>
            <a:r>
              <a:rPr lang="en-US" altLang="zh-CN">
                <a:ea typeface="宋体" panose="02010600030101010101" pitchFamily="2" charset="-122"/>
              </a:rPr>
              <a:t>XOR-Sum of all three NLFSR outputs generates key stream </a:t>
            </a:r>
            <a:r>
              <a:rPr lang="en-US" altLang="zh-CN" i="1">
                <a:ea typeface="宋体" panose="02010600030101010101" pitchFamily="2" charset="-122"/>
              </a:rPr>
              <a:t>s</a:t>
            </a:r>
            <a:r>
              <a:rPr lang="en-US" altLang="zh-CN" i="1" baseline="-25000">
                <a:ea typeface="宋体" panose="02010600030101010101" pitchFamily="2" charset="-122"/>
              </a:rPr>
              <a:t>i</a:t>
            </a:r>
            <a:r>
              <a:rPr lang="en-US" altLang="zh-CN">
                <a:ea typeface="宋体" panose="02010600030101010101" pitchFamily="2" charset="-122"/>
              </a:rPr>
              <a:t> </a:t>
            </a:r>
          </a:p>
          <a:p>
            <a:pPr>
              <a:buFontTx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Design can be parallelized to produce up to 64 bits of output per clock cycle</a:t>
            </a:r>
          </a:p>
        </p:txBody>
      </p:sp>
      <p:pic>
        <p:nvPicPr>
          <p:cNvPr id="40965" name="Picture 7" descr="F:\Arbeit\book\grundlagen_krypto\graphics\Trivium_reg6v2.png">
            <a:extLst>
              <a:ext uri="{FF2B5EF4-FFF2-40B4-BE49-F238E27FC236}">
                <a16:creationId xmlns:a16="http://schemas.microsoft.com/office/drawing/2014/main" id="{EE06E417-3DB9-8F42-39EE-C793E98A0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635" y="322263"/>
            <a:ext cx="4428829" cy="2386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E2369074-71EC-E6E9-AB73-8117D83A1EEC}"/>
              </a:ext>
            </a:extLst>
          </p:cNvPr>
          <p:cNvGraphicFramePr>
            <a:graphicFrameLocks noGrp="1"/>
          </p:cNvGraphicFramePr>
          <p:nvPr/>
        </p:nvGraphicFramePr>
        <p:xfrm>
          <a:off x="1500188" y="5053013"/>
          <a:ext cx="5786437" cy="12334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8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96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66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19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8583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91439" marR="91439" marT="45745" marB="45745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Register length</a:t>
                      </a:r>
                    </a:p>
                  </a:txBody>
                  <a:tcPr marL="91439" marR="91439" marT="45745" marB="45745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Feedback bit</a:t>
                      </a:r>
                    </a:p>
                  </a:txBody>
                  <a:tcPr marL="91439" marR="91439" marT="45745" marB="45745"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Feedforward</a:t>
                      </a:r>
                      <a:r>
                        <a:rPr lang="en-US" sz="1400" dirty="0"/>
                        <a:t> bit</a:t>
                      </a:r>
                    </a:p>
                  </a:txBody>
                  <a:tcPr marL="91439" marR="91439" marT="45745" marB="45745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AND inputs</a:t>
                      </a:r>
                    </a:p>
                  </a:txBody>
                  <a:tcPr marL="91439" marR="91439" marT="45745" marB="4574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968"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</a:p>
                  </a:txBody>
                  <a:tcPr marL="91439" marR="91439" marT="45745" marB="45745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93</a:t>
                      </a:r>
                    </a:p>
                  </a:txBody>
                  <a:tcPr marL="91439" marR="91439" marT="45745" marB="45745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69</a:t>
                      </a:r>
                    </a:p>
                  </a:txBody>
                  <a:tcPr marL="91439" marR="91439" marT="45745" marB="45745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66</a:t>
                      </a:r>
                    </a:p>
                  </a:txBody>
                  <a:tcPr marL="91439" marR="91439" marT="45745" marB="45745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91, 92</a:t>
                      </a:r>
                    </a:p>
                  </a:txBody>
                  <a:tcPr marL="91439" marR="91439" marT="45745" marB="4574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968"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</a:p>
                  </a:txBody>
                  <a:tcPr marL="91439" marR="91439" marT="45745" marB="45745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84</a:t>
                      </a:r>
                    </a:p>
                  </a:txBody>
                  <a:tcPr marL="91439" marR="91439" marT="45745" marB="45745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78</a:t>
                      </a:r>
                    </a:p>
                  </a:txBody>
                  <a:tcPr marL="91439" marR="91439" marT="45745" marB="45745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69</a:t>
                      </a:r>
                    </a:p>
                  </a:txBody>
                  <a:tcPr marL="91439" marR="91439" marT="45745" marB="45745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82, 83</a:t>
                      </a:r>
                    </a:p>
                  </a:txBody>
                  <a:tcPr marL="91439" marR="91439" marT="45745" marB="4574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968"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</a:p>
                  </a:txBody>
                  <a:tcPr marL="91439" marR="91439" marT="45745" marB="45745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111</a:t>
                      </a:r>
                    </a:p>
                  </a:txBody>
                  <a:tcPr marL="91439" marR="91439" marT="45745" marB="45745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87</a:t>
                      </a:r>
                    </a:p>
                  </a:txBody>
                  <a:tcPr marL="91439" marR="91439" marT="45745" marB="45745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66</a:t>
                      </a:r>
                    </a:p>
                  </a:txBody>
                  <a:tcPr marL="91439" marR="91439" marT="45745" marB="45745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109, 110</a:t>
                      </a:r>
                    </a:p>
                  </a:txBody>
                  <a:tcPr marL="91439" marR="91439" marT="45745" marB="4574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0998" name="Foliennummernplatzhalter 8">
            <a:extLst>
              <a:ext uri="{FF2B5EF4-FFF2-40B4-BE49-F238E27FC236}">
                <a16:creationId xmlns:a16="http://schemas.microsoft.com/office/drawing/2014/main" id="{61B40DE1-A0DE-DAC7-E2D1-EDF882BF0D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01890E0-F684-C348-A45E-9F1281EFF0A3}" type="slidenum">
              <a:rPr lang="de-DE" altLang="zh-CN">
                <a:solidFill>
                  <a:srgbClr val="394073"/>
                </a:solidFill>
              </a:rPr>
              <a:pPr/>
              <a:t>40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>
            <a:extLst>
              <a:ext uri="{FF2B5EF4-FFF2-40B4-BE49-F238E27FC236}">
                <a16:creationId xmlns:a16="http://schemas.microsoft.com/office/drawing/2014/main" id="{F168705B-B91C-BE50-CD77-68F4239EB2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/>
              <a:t>Lessons Learned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787431DE-3E75-D080-9BF9-C56C3B8492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820738"/>
            <a:ext cx="8497888" cy="5170487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Stream ciphers are less popular than block ciphers in most domains such as Internet security. There are exceptions, for instance, the popular stream cipher RC4.</a:t>
            </a:r>
            <a:br>
              <a:rPr lang="en-US" altLang="zh-CN" dirty="0">
                <a:ea typeface="宋体" panose="02010600030101010101" pitchFamily="2" charset="-122"/>
              </a:rPr>
            </a:b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Stream ciphers sometimes require fewer resources, e.g., code size or chip area, for implementation than block ciphers, and they are attractive for use in constrained environments such as cell phones.</a:t>
            </a:r>
            <a:br>
              <a:rPr lang="en-US" altLang="zh-CN" dirty="0">
                <a:ea typeface="宋体" panose="02010600030101010101" pitchFamily="2" charset="-122"/>
              </a:rPr>
            </a:b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The requirements for a </a:t>
            </a:r>
            <a:r>
              <a:rPr lang="en-US" altLang="zh-CN" i="1" dirty="0">
                <a:ea typeface="宋体" panose="02010600030101010101" pitchFamily="2" charset="-122"/>
              </a:rPr>
              <a:t>cryptographically secure pseudorandom number generator </a:t>
            </a:r>
            <a:r>
              <a:rPr lang="en-US" altLang="zh-CN" dirty="0">
                <a:ea typeface="宋体" panose="02010600030101010101" pitchFamily="2" charset="-122"/>
              </a:rPr>
              <a:t>are far more demanding than the requirements for pseudorandom number generators used in other applications such as testing or simulation</a:t>
            </a:r>
            <a:br>
              <a:rPr lang="en-US" altLang="zh-CN" dirty="0">
                <a:ea typeface="宋体" panose="02010600030101010101" pitchFamily="2" charset="-122"/>
              </a:rPr>
            </a:b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The One-Time Pad is a provable secure symmetric cipher. However, it is highly impractical for most applications because the key length has to equal the message length.</a:t>
            </a:r>
            <a:br>
              <a:rPr lang="en-US" altLang="zh-CN" dirty="0">
                <a:ea typeface="宋体" panose="02010600030101010101" pitchFamily="2" charset="-122"/>
              </a:rPr>
            </a:b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 Single LFSRs make poor stream ciphers despite their good statistical properties. However, careful combinations of several LFSR can yield strong ciphers.</a:t>
            </a:r>
          </a:p>
        </p:txBody>
      </p:sp>
      <p:sp>
        <p:nvSpPr>
          <p:cNvPr id="41989" name="Foliennummernplatzhalter 5">
            <a:extLst>
              <a:ext uri="{FF2B5EF4-FFF2-40B4-BE49-F238E27FC236}">
                <a16:creationId xmlns:a16="http://schemas.microsoft.com/office/drawing/2014/main" id="{CAE2A6FE-116E-5CEB-9B35-E233F0E55A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1F6E41-7C8C-644C-971C-E5D1FEDBF391}" type="slidenum">
              <a:rPr lang="de-DE" altLang="zh-CN">
                <a:solidFill>
                  <a:srgbClr val="394073"/>
                </a:solidFill>
              </a:rPr>
              <a:pPr/>
              <a:t>41</a:t>
            </a:fld>
            <a:r>
              <a:rPr lang="de-DE" altLang="zh-CN">
                <a:solidFill>
                  <a:srgbClr val="394073"/>
                </a:solidFill>
              </a:rPr>
              <a:t>/27</a:t>
            </a:r>
          </a:p>
        </p:txBody>
      </p:sp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384"/>
  <p:tag name="DEFAULTHEIGHT" val="319"/>
</p:tagLst>
</file>

<file path=ppt/theme/theme1.xml><?xml version="1.0" encoding="utf-8"?>
<a:theme xmlns:a="http://schemas.openxmlformats.org/drawingml/2006/main" name="Folienvorlage2">
  <a:themeElements>
    <a:clrScheme name="Folienvorlage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Folienvorlage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olienvorlage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ienvorlage2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Folienvorlage2</Template>
  <TotalTime>4018</TotalTime>
  <Words>2859</Words>
  <Application>Microsoft Macintosh PowerPoint</Application>
  <PresentationFormat>全屏显示(4:3)</PresentationFormat>
  <Paragraphs>443</Paragraphs>
  <Slides>41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3" baseType="lpstr">
      <vt:lpstr>宋体</vt:lpstr>
      <vt:lpstr>系统字体常规体</vt:lpstr>
      <vt:lpstr>Arial</vt:lpstr>
      <vt:lpstr>Calibri</vt:lpstr>
      <vt:lpstr>Cambria Math</vt:lpstr>
      <vt:lpstr>Helvetica</vt:lpstr>
      <vt:lpstr>Symbol</vt:lpstr>
      <vt:lpstr>Times New Roman</vt:lpstr>
      <vt:lpstr>Webdings</vt:lpstr>
      <vt:lpstr>Folienvorlage2</vt:lpstr>
      <vt:lpstr>1_Lecture</vt:lpstr>
      <vt:lpstr>Formel</vt:lpstr>
      <vt:lpstr>    Chapter 2 – Stream Ciphers </vt:lpstr>
      <vt:lpstr>Content of this Chapter</vt:lpstr>
      <vt:lpstr>Content of this Chapter</vt:lpstr>
      <vt:lpstr>Stream Ciphers in the Field of Cryptology</vt:lpstr>
      <vt:lpstr>Stream Cipher vs. Block Cipher</vt:lpstr>
      <vt:lpstr>Encryption and Decryption with Stream Ciphers</vt:lpstr>
      <vt:lpstr>Synchronous vs. Asynchronous Stream Cipher</vt:lpstr>
      <vt:lpstr>XOR (Exclusive-OR)</vt:lpstr>
      <vt:lpstr>An important property of XOR</vt:lpstr>
      <vt:lpstr>Why is Modulo 2 Addition a Good Encryption Function?</vt:lpstr>
      <vt:lpstr>Content of this Chapter</vt:lpstr>
      <vt:lpstr>Random number generators (RNGs) </vt:lpstr>
      <vt:lpstr>True Random Number Generators (TRNGs)</vt:lpstr>
      <vt:lpstr>Pseudorandom Number Generator (PRNG)</vt:lpstr>
      <vt:lpstr>Cryptographically Secure Pseudorandom Number Generator (CSPRNG)</vt:lpstr>
      <vt:lpstr>Content of this Chapter</vt:lpstr>
      <vt:lpstr>One-Time Pad (OTP)</vt:lpstr>
      <vt:lpstr>One-Time Pad (OTP)</vt:lpstr>
      <vt:lpstr>Content of this Chapter</vt:lpstr>
      <vt:lpstr>Towards Practical Stream Ciphers —— the idea</vt:lpstr>
      <vt:lpstr>Towards Practical Stream Ciphers</vt:lpstr>
      <vt:lpstr>Towards Practical Stream Ciphers</vt:lpstr>
      <vt:lpstr>Building Key Streams form PRNGs</vt:lpstr>
      <vt:lpstr>Building Key Stream from CSPRNGs</vt:lpstr>
      <vt:lpstr>Content of this Chapter</vt:lpstr>
      <vt:lpstr>Linear Feedback Shift Registers (LFSRs):  Example with m=3</vt:lpstr>
      <vt:lpstr>Linear Feedback Shift Registers (LFSRs)</vt:lpstr>
      <vt:lpstr>Linear Feedback Shift Registers (LFSRs)</vt:lpstr>
      <vt:lpstr>Security of LFSRs</vt:lpstr>
      <vt:lpstr>Content of this Chapter</vt:lpstr>
      <vt:lpstr>Practical Stream Cipher – eSTREAM project</vt:lpstr>
      <vt:lpstr>Profile 1 – Salsa20</vt:lpstr>
      <vt:lpstr>Encryption and Decryption with Salsa20</vt:lpstr>
      <vt:lpstr>Internal State of Salsa20</vt:lpstr>
      <vt:lpstr>The quarter-round function</vt:lpstr>
      <vt:lpstr>Four quarter rounds form a double-round</vt:lpstr>
      <vt:lpstr>20 rounds or 10 double rounds are applied</vt:lpstr>
      <vt:lpstr>A Modern Stream Cipher - Trivium</vt:lpstr>
      <vt:lpstr>Content of this Chapter</vt:lpstr>
      <vt:lpstr>Profile 2 — Trivium</vt:lpstr>
      <vt:lpstr>Lessons Learned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subject>Auswertung</dc:subject>
  <dc:creator>Jan Pelzl</dc:creator>
  <cp:lastModifiedBy>Jing Liu</cp:lastModifiedBy>
  <cp:revision>607</cp:revision>
  <cp:lastPrinted>2003-07-29T11:52:19Z</cp:lastPrinted>
  <dcterms:created xsi:type="dcterms:W3CDTF">2004-07-26T14:24:04Z</dcterms:created>
  <dcterms:modified xsi:type="dcterms:W3CDTF">2024-09-23T02:00:29Z</dcterms:modified>
</cp:coreProperties>
</file>