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1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54"/>
  </p:notesMasterIdLst>
  <p:handoutMasterIdLst>
    <p:handoutMasterId r:id="rId55"/>
  </p:handoutMasterIdLst>
  <p:sldIdLst>
    <p:sldId id="474" r:id="rId2"/>
    <p:sldId id="458" r:id="rId3"/>
    <p:sldId id="488" r:id="rId4"/>
    <p:sldId id="463" r:id="rId5"/>
    <p:sldId id="442" r:id="rId6"/>
    <p:sldId id="464" r:id="rId7"/>
    <p:sldId id="478" r:id="rId8"/>
    <p:sldId id="489" r:id="rId9"/>
    <p:sldId id="476" r:id="rId10"/>
    <p:sldId id="449" r:id="rId11"/>
    <p:sldId id="490" r:id="rId12"/>
    <p:sldId id="465" r:id="rId13"/>
    <p:sldId id="452" r:id="rId14"/>
    <p:sldId id="470" r:id="rId15"/>
    <p:sldId id="450" r:id="rId16"/>
    <p:sldId id="445" r:id="rId17"/>
    <p:sldId id="483" r:id="rId18"/>
    <p:sldId id="480" r:id="rId19"/>
    <p:sldId id="481" r:id="rId20"/>
    <p:sldId id="491" r:id="rId21"/>
    <p:sldId id="495" r:id="rId22"/>
    <p:sldId id="493" r:id="rId23"/>
    <p:sldId id="496" r:id="rId24"/>
    <p:sldId id="497" r:id="rId25"/>
    <p:sldId id="498" r:id="rId26"/>
    <p:sldId id="499" r:id="rId27"/>
    <p:sldId id="501" r:id="rId28"/>
    <p:sldId id="500" r:id="rId29"/>
    <p:sldId id="502" r:id="rId30"/>
    <p:sldId id="492" r:id="rId31"/>
    <p:sldId id="446" r:id="rId32"/>
    <p:sldId id="453" r:id="rId33"/>
    <p:sldId id="454" r:id="rId34"/>
    <p:sldId id="455" r:id="rId35"/>
    <p:sldId id="468" r:id="rId36"/>
    <p:sldId id="473" r:id="rId37"/>
    <p:sldId id="469" r:id="rId38"/>
    <p:sldId id="494" r:id="rId39"/>
    <p:sldId id="503" r:id="rId40"/>
    <p:sldId id="472" r:id="rId41"/>
    <p:sldId id="484" r:id="rId42"/>
    <p:sldId id="485" r:id="rId43"/>
    <p:sldId id="486" r:id="rId44"/>
    <p:sldId id="487" r:id="rId45"/>
    <p:sldId id="441" r:id="rId46"/>
    <p:sldId id="655" r:id="rId47"/>
    <p:sldId id="656" r:id="rId48"/>
    <p:sldId id="686" r:id="rId49"/>
    <p:sldId id="657" r:id="rId50"/>
    <p:sldId id="689" r:id="rId51"/>
    <p:sldId id="658" r:id="rId52"/>
    <p:sldId id="659" r:id="rId53"/>
  </p:sldIdLst>
  <p:sldSz cx="9144000" cy="6858000" type="screen4x3"/>
  <p:notesSz cx="7099300" cy="10234613"/>
  <p:custDataLst>
    <p:tags r:id="rId5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00" autoAdjust="0"/>
    <p:restoredTop sz="96405" autoAdjust="0"/>
  </p:normalViewPr>
  <p:slideViewPr>
    <p:cSldViewPr>
      <p:cViewPr varScale="1">
        <p:scale>
          <a:sx n="163" d="100"/>
          <a:sy n="163" d="100"/>
        </p:scale>
        <p:origin x="872" y="184"/>
      </p:cViewPr>
      <p:guideLst>
        <p:guide orient="horz" pos="4110"/>
        <p:guide pos="2880"/>
      </p:guideLst>
    </p:cSldViewPr>
  </p:slideViewPr>
  <p:outlineViewPr>
    <p:cViewPr>
      <p:scale>
        <a:sx n="33" d="100"/>
        <a:sy n="33" d="100"/>
      </p:scale>
      <p:origin x="48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2" d="100"/>
          <a:sy n="62" d="100"/>
        </p:scale>
        <p:origin x="-2394" y="-72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EB551F02-7CDB-7CD2-4EEC-5ED2AE9DAC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6FDE8A73-3988-57D5-62FA-E9D97CDADF5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87800" y="0"/>
            <a:ext cx="31115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47A8771D-90A0-26C2-A001-7741C8B6949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56775"/>
            <a:ext cx="31115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8DF3525F-D076-1980-E5A4-BC334C7FE3C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87800" y="9756775"/>
            <a:ext cx="31115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anose="02020603050405020304" pitchFamily="18" charset="0"/>
              </a:defRPr>
            </a:lvl1pPr>
          </a:lstStyle>
          <a:p>
            <a:fld id="{3E9FE20F-4205-FE42-A17A-7B2A753F3F13}" type="slidenum">
              <a:rPr lang="de-DE" altLang="zh-CN"/>
              <a:pPr/>
              <a:t>‹#›</a:t>
            </a:fld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1T08:45:15.8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17359 7103 24575,'15'0'0,"-1"0"0,-2 0 0,-2 0 0,1 0 0,6 0 0,7 2 0,2 3 0,-2 3 0,-5 2 0,-7 0 0,-2 1 0,0 1 0,1 3 0,3 1 0,-1 0 0,-1-2 0,-5-4 0,-2-2 0,-2 1 0,7 12 0,0-4 0,0 9 0,-5-12 0,-4-2 0,-1 6 0,0 12 0,0 12 0,0 6 0,0-5 0,-2-9 0,-7-4 0,-15 6 0,-18 12 0,15-17 0,-1 1 0,-3 0 0,1 0 0,5-6 0,1-1 0,-10 10 0,13-18 0,11-9 0,1-5 0,3-3 0,0 0 0,0-2 0,-1-2 0,-2-2 0,-1-2 0,0 0 0,0 0 0,0 0 0,0-6 0,-4-10 0,-1-8 0,2-4 0,2 3 0,5 8 0,4 1 0,3-6 0,12-7 0,6-2 0,3 3 0,-1 12 0,-3 8 0,5 1 0,5 2 0,2 1 0,-4 2 0,-7 5 0,-7 4 0,-3 0 0,-1 3 0,1 4 0,1 3 0,1 4 0,-1 1 0,1 4 0,1 2 0,2 6 0,1 4 0,1 2 0,-1 1 0,1 0 0,2 4 0,3 4 0,4 4 0,2-3 0,-1-8 0,4-13 0,-16-11 0,2-7 0</inkml:trace>
  <inkml:trace contextRef="#ctx0" brushRef="#br0" timeOffset="1283">17906 6790 24575,'0'29'0,"0"5"0,0 10 0,0 8 0,0 8 0,0 5 0,0-4 0,0-13 0,0-14 0,0-15 0,0-1 0,0 2 0,0 6 0,0 3 0,0-3 0,0-5 0,0-11 0,0-4 0</inkml:trace>
  <inkml:trace contextRef="#ctx0" brushRef="#br0" timeOffset="2917">17932 6786 24575,'12'0'0,"0"0"0,2 1 0,0 4 0,-1 2 0,-4 1 0,-4 0 0,1 1 0,3 1 0,1 2 0,0 1 0,-4-2 0,-2-3 0,-1-3 0,0 0 0,0 3 0,2 3 0,0 0 0,-1 0 0,-1-3 0,-2-1 0,-1-1 0,0-1 0,0 1 0,0 1 0,0 1 0,0 1 0,-3-1 0,-6 1 0,-8 5 0,-8 4 0,-2 3 0,4-1 0,5-2 0,7-4 0,4-5 0,3-3 0,2-4 0</inkml:trace>
  <inkml:trace contextRef="#ctx0" brushRef="#br0" timeOffset="4250">18206 7065 24575,'12'0'0,"11"0"0,7 0 0,-1 0 0,-11 0 0,-11 0 0</inkml:trace>
  <inkml:trace contextRef="#ctx0" brushRef="#br0" timeOffset="5550">18619 6793 24575,'0'18'0,"0"3"0,0 10 0,0 9 0,0 6 0,0 7 0,0 0 0,0-1 0,0-3 0,0-6 0,0-5 0,2-7 0,0-9 0,2-6 0,-2-9 0,1-3 0</inkml:trace>
  <inkml:trace contextRef="#ctx0" brushRef="#br0" timeOffset="6683">18941 7584 24575,'20'-4'0,"12"2"0,12 2 0,-1 0 0,-19 0 0,-12 0 0</inkml:trace>
  <inkml:trace contextRef="#ctx0" brushRef="#br0" timeOffset="7800">18793 7951 24575,'38'0'0,"6"0"0,6 0 0,-9 0 0,-11 0 0,-7 0 0,4 0 0,9 0 0,4 0 0,-7 0 0,-15 0 0,-8 0 0</inkml:trace>
  <inkml:trace contextRef="#ctx0" brushRef="#br0" timeOffset="8816">19693 7101 24575,'0'34'0,"0"15"0,0 18 0,0-26 0,0 2 0,0 3 0,0 2 0,0-1 0,0 1 0,0 4 0,0 2 0,0-1 0,0-1 0,0-2 0,0-2 0,1-6 0,0-2 0,1 12 0,1-21 0,1-15 0,-2-8 0,1-4 0</inkml:trace>
  <inkml:trace contextRef="#ctx0" brushRef="#br0" timeOffset="11200">20266 7542 24575,'0'13'0,"0"4"0,0 2 0,0-1 0,0-3 0,0 3 0,0 8 0,0 4 0,0-2 0,0-7 0,0-6 0,0-5 0,0 0 0,0 0 0,0-3 0,0-33 0,2-16 0,0 3 0,1-4 0,1 4 0,2 1 0,5-30 0,-1 21 0,1 17 0,3 7 0,3 3 0,1 0 0,0 7 0,-3 5 0,-5 6 0,-1 4 0,-1 4 0,2 7 0,2 6 0,4 5 0,1 4 0,-1 1 0,-2 2 0,-6 5 0,-4 3 0,-2 1 0,-2-6 0,0-9 0,0-11 0,0-9 0,0-5 0,0-12 0,4-20 0,5-23 0,-1 20 0,1-1 0,2 0 0,0 1 0,8-20 0,-3 21 0,-5 14 0,0 9 0,-1 5 0,1 3 0,3 1 0,2 1 0,5 1 0,3 0 0,1 0 0,-5 0 0,-6 1 0,-6 2 0,-4 3 0,-4 5 0,0 7 0,0 9 0,0 5 0,0 2 0,0 2 0,0-2 0,0 0 0,0-4 0,0-6 0,0-11 0,0-5 0</inkml:trace>
  <inkml:trace contextRef="#ctx0" brushRef="#br0" timeOffset="12983">20962 7593 24575,'0'16'0,"0"0"0,0 2 0,0 2 0,0 3 0,0 2 0,0 0 0,2-3 0,2-4 0,7-2 0,3-2 0,4 0 0,4-2 0,1-1 0,1-4 0,-2-4 0,-4-1 0,-3-2 0,-2 0 0,1-3 0,0-5 0,0-7 0,-1-6 0,-3-3 0,-4-2 0,-3 2 0,-3 5 0,0 6 0,-11-3 0,-2 3 0,-11-4 0,2 5 0,2 1 0,2 0 0,1 1 0,1 0 0,0 0 0,2 4 0,3 2 0,3 2 0,0 2 0,1 0 0,2 0 0,1 0 0</inkml:trace>
  <inkml:trace contextRef="#ctx0" brushRef="#br0" timeOffset="15033">21732 7099 24575,'0'32'0,"0"3"0,0 6 0,0 2 0,0 1 0,0 4 0,0 2 0,0 0 0,0-7 0,2-10 0,1-12 0,0-8 0,-14-10 0,-18-9 0,-22-9 0,-14-7 0,2-1 0,14 6 0,17 6 0,15 6 0,8 5 0,1 6 0,-2 13 0,-3 15 0,-3 15 0,2 6 0,5-4 0,3-7 0,5-9 0,1-7 0,4-6 0,9-3 0,11-4 0,13-5 0,8-5 0,3-8 0,0-13 0,-5-14 0,-6-12 0,-6-4 0,-7 8 0,-9 12 0,-4 12 0,-3 3 0,0 0 0,2 0 0,0-1 0,-2 3 0,-4 5 0,-2 5 0,-1 8 0,1 11 0,4 11 0,6 8 0,8 3 0,2-4 0,0-9 0,-4-12 0,-10-9 0,-4-4 0</inkml:trace>
  <inkml:trace contextRef="#ctx0" brushRef="#br0" timeOffset="16851">22150 7419 24575,'0'31'0,"0"21"0,0-17 0,0 3 0,0 15 0,0 5 0,0 6 0,0 1 0,0-17 0,0-1 0,0 2-254,0 4 1,0 1-1,0 0 254,0-2 0,0 0 0,0 0 0,0-3 0,0 0 0,0-2 94,0 15 0,0-5-94,0-15 0,0-4 0,0 7 0,1-23 0,-1-12 0,1-7 0</inkml:trace>
  <inkml:trace contextRef="#ctx0" brushRef="#br0" timeOffset="19183">22124 7295 24575,'13'0'0,"1"0"0,2 0 0,1 0 0,2 0 0,8 0 0,3 1 0,-3 4 0,-4 2 0,-7 1 0,-2 2 0,3 1 0,3 2 0,1 1 0,-3 0 0,-7-2 0,-7-3 0,-2-2 0,-2-1 0,0-1 0,0 1 0,0 1 0,0 5 0,0 11 0,-2 13 0,-3 8 0,-1-1 0,-1-7 0,1-10 0,-1-9 0,0-5 0,-3-2 0,-5 1 0,-8 2 0,-6 4 0,-1 1 0,2-1 0,8-3 0,6-6 0,4-2 0,1-2 0,4-2 0,1-1 0</inkml:trace>
  <inkml:trace contextRef="#ctx0" brushRef="#br0" timeOffset="22434">18743 7668 24575,'16'0'0,"-1"0"0,0 0 0,-4 0 0,-1 0 0,0 0 0,0 0 0,3 0 0,1 0 0,-2 0 0,-1 0 0,-1 0 0,0 0 0,0 0 0,1 0 0,-1 0 0,0 0 0,4-1 0,4-1 0,2 0 0,0 0 0,-5 2 0,-4 0 0,1 0 0,4 0 0,8 0 0,3 0 0,-2 0 0,-7 0 0,-9 0 0,-4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731251D-70FE-B174-A404-BC814390545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98B5982-6B3F-4967-4FCA-41B28D06210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0964" name="Rectangle 4">
            <a:extLst>
              <a:ext uri="{FF2B5EF4-FFF2-40B4-BE49-F238E27FC236}">
                <a16:creationId xmlns:a16="http://schemas.microsoft.com/office/drawing/2014/main" id="{109FC0DE-104F-4481-E3C6-0EC7E15282A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9688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E50CA763-3711-AAB6-0D3E-C17FE567FBB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738" y="4860925"/>
            <a:ext cx="5203825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Formate des Vorlagentextes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9205F8A4-3ED6-66D6-B896-0C4F3CEF744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29B515B7-234D-60B3-1C99-7F2FF792BA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anose="02020603050405020304" pitchFamily="18" charset="0"/>
              </a:defRPr>
            </a:lvl1pPr>
          </a:lstStyle>
          <a:p>
            <a:fld id="{F54161DE-A250-C64F-8D0B-CE6C0BEA0EFE}" type="slidenum">
              <a:rPr lang="de-DE" altLang="zh-CN"/>
              <a:pPr/>
              <a:t>‹#›</a:t>
            </a:fld>
            <a:endParaRPr lang="de-DE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13437E73-B20A-1007-FC4D-D5B9440A68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54E810-5616-1D46-B76E-1A581D1EA873}" type="slidenum">
              <a:rPr lang="de-DE" altLang="zh-CN">
                <a:latin typeface="Times New Roman" panose="02020603050405020304" pitchFamily="18" charset="0"/>
              </a:rPr>
              <a:pPr/>
              <a:t>1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B121D9B9-FF7F-DA49-C42D-6FBE825FE5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3285D02B-406B-AA5F-B19D-BE605DFBD3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647499B3-CF97-2148-19A5-31AF02432F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4B3898-51A3-2248-807B-3E71C7BE1D62}" type="slidenum">
              <a:rPr lang="de-DE" altLang="zh-CN">
                <a:latin typeface="Times New Roman" panose="02020603050405020304" pitchFamily="18" charset="0"/>
              </a:rPr>
              <a:pPr/>
              <a:t>2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5BD92D7D-52AA-5191-C470-707BEF79B7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82114A11-91FA-345F-1C5E-A5ED55F382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647499B3-CF97-2148-19A5-31AF02432F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4B3898-51A3-2248-807B-3E71C7BE1D62}" type="slidenum">
              <a:rPr lang="de-DE" altLang="zh-CN">
                <a:latin typeface="Times New Roman" panose="02020603050405020304" pitchFamily="18" charset="0"/>
              </a:rPr>
              <a:pPr/>
              <a:t>3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5BD92D7D-52AA-5191-C470-707BEF79B7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82114A11-91FA-345F-1C5E-A5ED55F382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1566955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lienbildplatzhalter 1">
            <a:extLst>
              <a:ext uri="{FF2B5EF4-FFF2-40B4-BE49-F238E27FC236}">
                <a16:creationId xmlns:a16="http://schemas.microsoft.com/office/drawing/2014/main" id="{D55F56C0-5BAB-8D42-E024-8C6CB63EA5A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izenplatzhalter 2">
            <a:extLst>
              <a:ext uri="{FF2B5EF4-FFF2-40B4-BE49-F238E27FC236}">
                <a16:creationId xmlns:a16="http://schemas.microsoft.com/office/drawing/2014/main" id="{25CFF2C3-B0D6-C031-99EB-539A00CBE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46084" name="Foliennummernplatzhalter 3">
            <a:extLst>
              <a:ext uri="{FF2B5EF4-FFF2-40B4-BE49-F238E27FC236}">
                <a16:creationId xmlns:a16="http://schemas.microsoft.com/office/drawing/2014/main" id="{13974401-B826-EF22-CF11-EE1891F4A5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91FDB3B-93BB-3C4B-91F9-829F64B223CE}" type="slidenum">
              <a:rPr lang="de-DE" altLang="zh-CN">
                <a:latin typeface="Times New Roman" panose="02020603050405020304" pitchFamily="18" charset="0"/>
              </a:rPr>
              <a:pPr/>
              <a:t>4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7CB52D25-A81C-38A2-1C17-3CDCF3E921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FE33E4E-89AA-D543-BD8E-2513EB1F4ADF}" type="slidenum">
              <a:rPr lang="de-DE" altLang="zh-CN">
                <a:latin typeface="Times New Roman" panose="02020603050405020304" pitchFamily="18" charset="0"/>
              </a:rPr>
              <a:pPr/>
              <a:t>5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43C54FF3-870E-E38C-623D-86DCAA37FE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52D45C5D-C1E6-73CD-7126-39E9E97CEE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lienbildplatzhalter 1">
            <a:extLst>
              <a:ext uri="{FF2B5EF4-FFF2-40B4-BE49-F238E27FC236}">
                <a16:creationId xmlns:a16="http://schemas.microsoft.com/office/drawing/2014/main" id="{B9F083B1-7B18-628F-8CA3-5A24CB010EB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izenplatzhalter 2">
            <a:extLst>
              <a:ext uri="{FF2B5EF4-FFF2-40B4-BE49-F238E27FC236}">
                <a16:creationId xmlns:a16="http://schemas.microsoft.com/office/drawing/2014/main" id="{CA3B9C89-3E55-7C2D-4C73-4173E8AA0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48132" name="Foliennummernplatzhalter 3">
            <a:extLst>
              <a:ext uri="{FF2B5EF4-FFF2-40B4-BE49-F238E27FC236}">
                <a16:creationId xmlns:a16="http://schemas.microsoft.com/office/drawing/2014/main" id="{C2D93210-F2B7-A26E-C6E3-08F0FA342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5C2C4A-D3C8-1140-A930-F0E0A01BFC94}" type="slidenum">
              <a:rPr lang="de-DE" altLang="zh-CN">
                <a:latin typeface="Times New Roman" panose="02020603050405020304" pitchFamily="18" charset="0"/>
              </a:rPr>
              <a:pPr/>
              <a:t>6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lienbildplatzhalter 1">
            <a:extLst>
              <a:ext uri="{FF2B5EF4-FFF2-40B4-BE49-F238E27FC236}">
                <a16:creationId xmlns:a16="http://schemas.microsoft.com/office/drawing/2014/main" id="{B9F083B1-7B18-628F-8CA3-5A24CB010EB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izenplatzhalter 2">
            <a:extLst>
              <a:ext uri="{FF2B5EF4-FFF2-40B4-BE49-F238E27FC236}">
                <a16:creationId xmlns:a16="http://schemas.microsoft.com/office/drawing/2014/main" id="{CA3B9C89-3E55-7C2D-4C73-4173E8AA0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48132" name="Foliennummernplatzhalter 3">
            <a:extLst>
              <a:ext uri="{FF2B5EF4-FFF2-40B4-BE49-F238E27FC236}">
                <a16:creationId xmlns:a16="http://schemas.microsoft.com/office/drawing/2014/main" id="{C2D93210-F2B7-A26E-C6E3-08F0FA342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5C2C4A-D3C8-1140-A930-F0E0A01BFC94}" type="slidenum">
              <a:rPr lang="de-DE" altLang="zh-CN">
                <a:latin typeface="Times New Roman" panose="02020603050405020304" pitchFamily="18" charset="0"/>
              </a:rPr>
              <a:pPr/>
              <a:t>7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6277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647499B3-CF97-2148-19A5-31AF02432F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4B3898-51A3-2248-807B-3E71C7BE1D62}" type="slidenum">
              <a:rPr lang="de-DE" altLang="zh-CN">
                <a:latin typeface="Times New Roman" panose="02020603050405020304" pitchFamily="18" charset="0"/>
              </a:rPr>
              <a:pPr/>
              <a:t>8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5BD92D7D-52AA-5191-C470-707BEF79B7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82114A11-91FA-345F-1C5E-A5ED55F382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418016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lienbildplatzhalter 1">
            <a:extLst>
              <a:ext uri="{FF2B5EF4-FFF2-40B4-BE49-F238E27FC236}">
                <a16:creationId xmlns:a16="http://schemas.microsoft.com/office/drawing/2014/main" id="{FC5E6206-1BFF-AD8A-89A3-D775BC51FA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izenplatzhalter 2">
            <a:extLst>
              <a:ext uri="{FF2B5EF4-FFF2-40B4-BE49-F238E27FC236}">
                <a16:creationId xmlns:a16="http://schemas.microsoft.com/office/drawing/2014/main" id="{DC9F5036-7D23-4B1F-F9A3-943FDF7A2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50180" name="Foliennummernplatzhalter 3">
            <a:extLst>
              <a:ext uri="{FF2B5EF4-FFF2-40B4-BE49-F238E27FC236}">
                <a16:creationId xmlns:a16="http://schemas.microsoft.com/office/drawing/2014/main" id="{888F0D11-A9B3-05CF-DDBB-1934B8E72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78A5D98-90F1-EF47-8184-E20FA75305D9}" type="slidenum">
              <a:rPr lang="de-DE" altLang="zh-CN">
                <a:latin typeface="Times New Roman" panose="02020603050405020304" pitchFamily="18" charset="0"/>
              </a:rPr>
              <a:pPr/>
              <a:t>9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lienbildplatzhalter 1">
            <a:extLst>
              <a:ext uri="{FF2B5EF4-FFF2-40B4-BE49-F238E27FC236}">
                <a16:creationId xmlns:a16="http://schemas.microsoft.com/office/drawing/2014/main" id="{BA926AD2-A40B-3E42-709E-3AD81A68F8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izenplatzhalter 2">
            <a:extLst>
              <a:ext uri="{FF2B5EF4-FFF2-40B4-BE49-F238E27FC236}">
                <a16:creationId xmlns:a16="http://schemas.microsoft.com/office/drawing/2014/main" id="{CB49A7C7-DAC3-E403-3E1F-BBF93A888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51204" name="Foliennummernplatzhalter 3">
            <a:extLst>
              <a:ext uri="{FF2B5EF4-FFF2-40B4-BE49-F238E27FC236}">
                <a16:creationId xmlns:a16="http://schemas.microsoft.com/office/drawing/2014/main" id="{1A839855-92BC-3D3E-6D0C-07E72503C9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337DBB-3026-C142-AC2A-9F04B7525797}" type="slidenum">
              <a:rPr lang="de-DE" altLang="zh-CN">
                <a:latin typeface="Times New Roman" panose="02020603050405020304" pitchFamily="18" charset="0"/>
              </a:rPr>
              <a:pPr/>
              <a:t>10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647499B3-CF97-2148-19A5-31AF02432F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4B3898-51A3-2248-807B-3E71C7BE1D62}" type="slidenum">
              <a:rPr lang="de-DE" altLang="zh-CN">
                <a:latin typeface="Times New Roman" panose="02020603050405020304" pitchFamily="18" charset="0"/>
              </a:rPr>
              <a:pPr/>
              <a:t>11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5BD92D7D-52AA-5191-C470-707BEF79B7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82114A11-91FA-345F-1C5E-A5ED55F382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2652946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lienbildplatzhalter 1">
            <a:extLst>
              <a:ext uri="{FF2B5EF4-FFF2-40B4-BE49-F238E27FC236}">
                <a16:creationId xmlns:a16="http://schemas.microsoft.com/office/drawing/2014/main" id="{87B9339D-2F1A-C315-C034-8A6B511B8E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izenplatzhalter 2">
            <a:extLst>
              <a:ext uri="{FF2B5EF4-FFF2-40B4-BE49-F238E27FC236}">
                <a16:creationId xmlns:a16="http://schemas.microsoft.com/office/drawing/2014/main" id="{B133CF96-6269-6834-79AD-381685F28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53252" name="Foliennummernplatzhalter 3">
            <a:extLst>
              <a:ext uri="{FF2B5EF4-FFF2-40B4-BE49-F238E27FC236}">
                <a16:creationId xmlns:a16="http://schemas.microsoft.com/office/drawing/2014/main" id="{3C74DC23-31D3-FB81-86F7-5C74B1940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6375700-4B57-4342-B208-1138A684B034}" type="slidenum">
              <a:rPr lang="de-DE" altLang="zh-CN">
                <a:latin typeface="Times New Roman" panose="02020603050405020304" pitchFamily="18" charset="0"/>
              </a:rPr>
              <a:pPr/>
              <a:t>12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lienbildplatzhalter 1">
            <a:extLst>
              <a:ext uri="{FF2B5EF4-FFF2-40B4-BE49-F238E27FC236}">
                <a16:creationId xmlns:a16="http://schemas.microsoft.com/office/drawing/2014/main" id="{0911A2A5-36A5-A3A9-86E9-C068D8B6088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izenplatzhalter 2">
            <a:extLst>
              <a:ext uri="{FF2B5EF4-FFF2-40B4-BE49-F238E27FC236}">
                <a16:creationId xmlns:a16="http://schemas.microsoft.com/office/drawing/2014/main" id="{ECC9B69B-8574-F464-399E-8DB1AC648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54276" name="Foliennummernplatzhalter 3">
            <a:extLst>
              <a:ext uri="{FF2B5EF4-FFF2-40B4-BE49-F238E27FC236}">
                <a16:creationId xmlns:a16="http://schemas.microsoft.com/office/drawing/2014/main" id="{3CFBAAD4-56EF-DBB0-2F85-3A6DD34E6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10842DA-00BF-2146-91BD-C8574D380822}" type="slidenum">
              <a:rPr lang="de-DE" altLang="zh-CN">
                <a:latin typeface="Times New Roman" panose="02020603050405020304" pitchFamily="18" charset="0"/>
              </a:rPr>
              <a:pPr/>
              <a:t>13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lienbildplatzhalter 1">
            <a:extLst>
              <a:ext uri="{FF2B5EF4-FFF2-40B4-BE49-F238E27FC236}">
                <a16:creationId xmlns:a16="http://schemas.microsoft.com/office/drawing/2014/main" id="{3FE98796-3BEB-422A-0021-EDCD7EE85B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izenplatzhalter 2">
            <a:extLst>
              <a:ext uri="{FF2B5EF4-FFF2-40B4-BE49-F238E27FC236}">
                <a16:creationId xmlns:a16="http://schemas.microsoft.com/office/drawing/2014/main" id="{D568534F-E525-33CF-25F8-E6A095C81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55300" name="Foliennummernplatzhalter 3">
            <a:extLst>
              <a:ext uri="{FF2B5EF4-FFF2-40B4-BE49-F238E27FC236}">
                <a16:creationId xmlns:a16="http://schemas.microsoft.com/office/drawing/2014/main" id="{D7EB552B-4630-461D-985F-EC30822B5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C1E882-20A1-8848-91BC-30AC440E3C4F}" type="slidenum">
              <a:rPr lang="de-DE" altLang="zh-CN">
                <a:latin typeface="Times New Roman" panose="02020603050405020304" pitchFamily="18" charset="0"/>
              </a:rPr>
              <a:pPr/>
              <a:t>14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lienbildplatzhalter 1">
            <a:extLst>
              <a:ext uri="{FF2B5EF4-FFF2-40B4-BE49-F238E27FC236}">
                <a16:creationId xmlns:a16="http://schemas.microsoft.com/office/drawing/2014/main" id="{9AA47489-30C3-BE64-E349-D4F9BC06965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izenplatzhalter 2">
            <a:extLst>
              <a:ext uri="{FF2B5EF4-FFF2-40B4-BE49-F238E27FC236}">
                <a16:creationId xmlns:a16="http://schemas.microsoft.com/office/drawing/2014/main" id="{5F52FDCA-7585-3B3E-6DC2-AE8B3EE3C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56324" name="Foliennummernplatzhalter 3">
            <a:extLst>
              <a:ext uri="{FF2B5EF4-FFF2-40B4-BE49-F238E27FC236}">
                <a16:creationId xmlns:a16="http://schemas.microsoft.com/office/drawing/2014/main" id="{6D65F113-7580-715F-85B7-BD5034CFB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2345296-D583-5B4C-9E1E-33DB35E9DED6}" type="slidenum">
              <a:rPr lang="de-DE" altLang="zh-CN">
                <a:latin typeface="Times New Roman" panose="02020603050405020304" pitchFamily="18" charset="0"/>
              </a:rPr>
              <a:pPr/>
              <a:t>15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lienbildplatzhalter 1">
            <a:extLst>
              <a:ext uri="{FF2B5EF4-FFF2-40B4-BE49-F238E27FC236}">
                <a16:creationId xmlns:a16="http://schemas.microsoft.com/office/drawing/2014/main" id="{DD397FAA-0945-BE7A-2D2A-7A32BBD6D51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izenplatzhalter 2">
            <a:extLst>
              <a:ext uri="{FF2B5EF4-FFF2-40B4-BE49-F238E27FC236}">
                <a16:creationId xmlns:a16="http://schemas.microsoft.com/office/drawing/2014/main" id="{A8ACCB75-21E8-9A65-D32F-7E5B85419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57348" name="Foliennummernplatzhalter 3">
            <a:extLst>
              <a:ext uri="{FF2B5EF4-FFF2-40B4-BE49-F238E27FC236}">
                <a16:creationId xmlns:a16="http://schemas.microsoft.com/office/drawing/2014/main" id="{416D9826-964E-02C8-0589-7296B1AAFC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B67854-DDCA-AF41-A9F7-718F905CB223}" type="slidenum">
              <a:rPr lang="de-DE" altLang="zh-CN">
                <a:latin typeface="Times New Roman" panose="02020603050405020304" pitchFamily="18" charset="0"/>
              </a:rPr>
              <a:pPr/>
              <a:t>16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lienbildplatzhalter 1">
            <a:extLst>
              <a:ext uri="{FF2B5EF4-FFF2-40B4-BE49-F238E27FC236}">
                <a16:creationId xmlns:a16="http://schemas.microsoft.com/office/drawing/2014/main" id="{DD397FAA-0945-BE7A-2D2A-7A32BBD6D51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izenplatzhalter 2">
            <a:extLst>
              <a:ext uri="{FF2B5EF4-FFF2-40B4-BE49-F238E27FC236}">
                <a16:creationId xmlns:a16="http://schemas.microsoft.com/office/drawing/2014/main" id="{A8ACCB75-21E8-9A65-D32F-7E5B85419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57348" name="Foliennummernplatzhalter 3">
            <a:extLst>
              <a:ext uri="{FF2B5EF4-FFF2-40B4-BE49-F238E27FC236}">
                <a16:creationId xmlns:a16="http://schemas.microsoft.com/office/drawing/2014/main" id="{416D9826-964E-02C8-0589-7296B1AAFC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B67854-DDCA-AF41-A9F7-718F905CB223}" type="slidenum">
              <a:rPr lang="de-DE" altLang="zh-CN">
                <a:latin typeface="Times New Roman" panose="02020603050405020304" pitchFamily="18" charset="0"/>
              </a:rPr>
              <a:pPr/>
              <a:t>17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1009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lienbildplatzhalter 1">
            <a:extLst>
              <a:ext uri="{FF2B5EF4-FFF2-40B4-BE49-F238E27FC236}">
                <a16:creationId xmlns:a16="http://schemas.microsoft.com/office/drawing/2014/main" id="{DD397FAA-0945-BE7A-2D2A-7A32BBD6D51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izenplatzhalter 2">
            <a:extLst>
              <a:ext uri="{FF2B5EF4-FFF2-40B4-BE49-F238E27FC236}">
                <a16:creationId xmlns:a16="http://schemas.microsoft.com/office/drawing/2014/main" id="{A8ACCB75-21E8-9A65-D32F-7E5B85419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57348" name="Foliennummernplatzhalter 3">
            <a:extLst>
              <a:ext uri="{FF2B5EF4-FFF2-40B4-BE49-F238E27FC236}">
                <a16:creationId xmlns:a16="http://schemas.microsoft.com/office/drawing/2014/main" id="{416D9826-964E-02C8-0589-7296B1AAFC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B67854-DDCA-AF41-A9F7-718F905CB223}" type="slidenum">
              <a:rPr lang="de-DE" altLang="zh-CN">
                <a:latin typeface="Times New Roman" panose="02020603050405020304" pitchFamily="18" charset="0"/>
              </a:rPr>
              <a:pPr/>
              <a:t>18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8982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lienbildplatzhalter 1">
            <a:extLst>
              <a:ext uri="{FF2B5EF4-FFF2-40B4-BE49-F238E27FC236}">
                <a16:creationId xmlns:a16="http://schemas.microsoft.com/office/drawing/2014/main" id="{DD397FAA-0945-BE7A-2D2A-7A32BBD6D51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izenplatzhalter 2">
            <a:extLst>
              <a:ext uri="{FF2B5EF4-FFF2-40B4-BE49-F238E27FC236}">
                <a16:creationId xmlns:a16="http://schemas.microsoft.com/office/drawing/2014/main" id="{A8ACCB75-21E8-9A65-D32F-7E5B85419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57348" name="Foliennummernplatzhalter 3">
            <a:extLst>
              <a:ext uri="{FF2B5EF4-FFF2-40B4-BE49-F238E27FC236}">
                <a16:creationId xmlns:a16="http://schemas.microsoft.com/office/drawing/2014/main" id="{416D9826-964E-02C8-0589-7296B1AAFC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B67854-DDCA-AF41-A9F7-718F905CB223}" type="slidenum">
              <a:rPr lang="de-DE" altLang="zh-CN">
                <a:latin typeface="Times New Roman" panose="02020603050405020304" pitchFamily="18" charset="0"/>
              </a:rPr>
              <a:pPr/>
              <a:t>19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0002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647499B3-CF97-2148-19A5-31AF02432F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4B3898-51A3-2248-807B-3E71C7BE1D62}" type="slidenum">
              <a:rPr lang="de-DE" altLang="zh-CN">
                <a:latin typeface="Times New Roman" panose="02020603050405020304" pitchFamily="18" charset="0"/>
              </a:rPr>
              <a:pPr/>
              <a:t>20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5BD92D7D-52AA-5191-C470-707BEF79B7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82114A11-91FA-345F-1C5E-A5ED55F382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1377017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lienbildplatzhalter 1">
            <a:extLst>
              <a:ext uri="{FF2B5EF4-FFF2-40B4-BE49-F238E27FC236}">
                <a16:creationId xmlns:a16="http://schemas.microsoft.com/office/drawing/2014/main" id="{230FC452-9E74-A669-1AF2-761C097AFF5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izenplatzhalter 2">
            <a:extLst>
              <a:ext uri="{FF2B5EF4-FFF2-40B4-BE49-F238E27FC236}">
                <a16:creationId xmlns:a16="http://schemas.microsoft.com/office/drawing/2014/main" id="{2EE9DEDE-F5FC-18F5-23CB-EE4014D7F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59396" name="Foliennummernplatzhalter 3">
            <a:extLst>
              <a:ext uri="{FF2B5EF4-FFF2-40B4-BE49-F238E27FC236}">
                <a16:creationId xmlns:a16="http://schemas.microsoft.com/office/drawing/2014/main" id="{091EB410-04B3-EE8A-9106-5B2F5A8E5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A678A12-4A3B-5641-A1CD-611A0CAD4117}" type="slidenum">
              <a:rPr lang="de-DE" altLang="zh-CN">
                <a:latin typeface="Times New Roman" panose="02020603050405020304" pitchFamily="18" charset="0"/>
              </a:rPr>
              <a:pPr/>
              <a:t>21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6584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lienbildplatzhalter 1">
            <a:extLst>
              <a:ext uri="{FF2B5EF4-FFF2-40B4-BE49-F238E27FC236}">
                <a16:creationId xmlns:a16="http://schemas.microsoft.com/office/drawing/2014/main" id="{8A39AE01-05E5-FD1C-BC16-1D04970D53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izenplatzhalter 2">
            <a:extLst>
              <a:ext uri="{FF2B5EF4-FFF2-40B4-BE49-F238E27FC236}">
                <a16:creationId xmlns:a16="http://schemas.microsoft.com/office/drawing/2014/main" id="{700675CC-144F-D8C0-512C-C19E9314C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60420" name="Foliennummernplatzhalter 3">
            <a:extLst>
              <a:ext uri="{FF2B5EF4-FFF2-40B4-BE49-F238E27FC236}">
                <a16:creationId xmlns:a16="http://schemas.microsoft.com/office/drawing/2014/main" id="{23A7CC07-AE30-926D-3B00-7EF1351D11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0A18AB-B258-1544-8FAF-A3A7C9608A18}" type="slidenum">
              <a:rPr lang="de-DE" altLang="zh-CN">
                <a:latin typeface="Times New Roman" panose="02020603050405020304" pitchFamily="18" charset="0"/>
              </a:rPr>
              <a:pPr/>
              <a:t>22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7272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lienbildplatzhalter 1">
            <a:extLst>
              <a:ext uri="{FF2B5EF4-FFF2-40B4-BE49-F238E27FC236}">
                <a16:creationId xmlns:a16="http://schemas.microsoft.com/office/drawing/2014/main" id="{8A39AE01-05E5-FD1C-BC16-1D04970D53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izenplatzhalter 2">
            <a:extLst>
              <a:ext uri="{FF2B5EF4-FFF2-40B4-BE49-F238E27FC236}">
                <a16:creationId xmlns:a16="http://schemas.microsoft.com/office/drawing/2014/main" id="{700675CC-144F-D8C0-512C-C19E9314C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60420" name="Foliennummernplatzhalter 3">
            <a:extLst>
              <a:ext uri="{FF2B5EF4-FFF2-40B4-BE49-F238E27FC236}">
                <a16:creationId xmlns:a16="http://schemas.microsoft.com/office/drawing/2014/main" id="{23A7CC07-AE30-926D-3B00-7EF1351D11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0A18AB-B258-1544-8FAF-A3A7C9608A18}" type="slidenum">
              <a:rPr lang="de-DE" altLang="zh-CN">
                <a:latin typeface="Times New Roman" panose="02020603050405020304" pitchFamily="18" charset="0"/>
              </a:rPr>
              <a:pPr/>
              <a:t>23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984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lienbildplatzhalter 1">
            <a:extLst>
              <a:ext uri="{FF2B5EF4-FFF2-40B4-BE49-F238E27FC236}">
                <a16:creationId xmlns:a16="http://schemas.microsoft.com/office/drawing/2014/main" id="{8A39AE01-05E5-FD1C-BC16-1D04970D53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izenplatzhalter 2">
            <a:extLst>
              <a:ext uri="{FF2B5EF4-FFF2-40B4-BE49-F238E27FC236}">
                <a16:creationId xmlns:a16="http://schemas.microsoft.com/office/drawing/2014/main" id="{700675CC-144F-D8C0-512C-C19E9314C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60420" name="Foliennummernplatzhalter 3">
            <a:extLst>
              <a:ext uri="{FF2B5EF4-FFF2-40B4-BE49-F238E27FC236}">
                <a16:creationId xmlns:a16="http://schemas.microsoft.com/office/drawing/2014/main" id="{23A7CC07-AE30-926D-3B00-7EF1351D11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0A18AB-B258-1544-8FAF-A3A7C9608A18}" type="slidenum">
              <a:rPr lang="de-DE" altLang="zh-CN">
                <a:latin typeface="Times New Roman" panose="02020603050405020304" pitchFamily="18" charset="0"/>
              </a:rPr>
              <a:pPr/>
              <a:t>24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693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lienbildplatzhalter 1">
            <a:extLst>
              <a:ext uri="{FF2B5EF4-FFF2-40B4-BE49-F238E27FC236}">
                <a16:creationId xmlns:a16="http://schemas.microsoft.com/office/drawing/2014/main" id="{8A39AE01-05E5-FD1C-BC16-1D04970D53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izenplatzhalter 2">
            <a:extLst>
              <a:ext uri="{FF2B5EF4-FFF2-40B4-BE49-F238E27FC236}">
                <a16:creationId xmlns:a16="http://schemas.microsoft.com/office/drawing/2014/main" id="{700675CC-144F-D8C0-512C-C19E9314C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60420" name="Foliennummernplatzhalter 3">
            <a:extLst>
              <a:ext uri="{FF2B5EF4-FFF2-40B4-BE49-F238E27FC236}">
                <a16:creationId xmlns:a16="http://schemas.microsoft.com/office/drawing/2014/main" id="{23A7CC07-AE30-926D-3B00-7EF1351D11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0A18AB-B258-1544-8FAF-A3A7C9608A18}" type="slidenum">
              <a:rPr lang="de-DE" altLang="zh-CN">
                <a:latin typeface="Times New Roman" panose="02020603050405020304" pitchFamily="18" charset="0"/>
              </a:rPr>
              <a:pPr/>
              <a:t>25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0727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lienbildplatzhalter 1">
            <a:extLst>
              <a:ext uri="{FF2B5EF4-FFF2-40B4-BE49-F238E27FC236}">
                <a16:creationId xmlns:a16="http://schemas.microsoft.com/office/drawing/2014/main" id="{8A39AE01-05E5-FD1C-BC16-1D04970D53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izenplatzhalter 2">
            <a:extLst>
              <a:ext uri="{FF2B5EF4-FFF2-40B4-BE49-F238E27FC236}">
                <a16:creationId xmlns:a16="http://schemas.microsoft.com/office/drawing/2014/main" id="{700675CC-144F-D8C0-512C-C19E9314C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60420" name="Foliennummernplatzhalter 3">
            <a:extLst>
              <a:ext uri="{FF2B5EF4-FFF2-40B4-BE49-F238E27FC236}">
                <a16:creationId xmlns:a16="http://schemas.microsoft.com/office/drawing/2014/main" id="{23A7CC07-AE30-926D-3B00-7EF1351D11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0A18AB-B258-1544-8FAF-A3A7C9608A18}" type="slidenum">
              <a:rPr lang="de-DE" altLang="zh-CN">
                <a:latin typeface="Times New Roman" panose="02020603050405020304" pitchFamily="18" charset="0"/>
              </a:rPr>
              <a:pPr/>
              <a:t>26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2694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lienbildplatzhalter 1">
            <a:extLst>
              <a:ext uri="{FF2B5EF4-FFF2-40B4-BE49-F238E27FC236}">
                <a16:creationId xmlns:a16="http://schemas.microsoft.com/office/drawing/2014/main" id="{230FC452-9E74-A669-1AF2-761C097AFF5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izenplatzhalter 2">
            <a:extLst>
              <a:ext uri="{FF2B5EF4-FFF2-40B4-BE49-F238E27FC236}">
                <a16:creationId xmlns:a16="http://schemas.microsoft.com/office/drawing/2014/main" id="{2EE9DEDE-F5FC-18F5-23CB-EE4014D7F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59396" name="Foliennummernplatzhalter 3">
            <a:extLst>
              <a:ext uri="{FF2B5EF4-FFF2-40B4-BE49-F238E27FC236}">
                <a16:creationId xmlns:a16="http://schemas.microsoft.com/office/drawing/2014/main" id="{091EB410-04B3-EE8A-9106-5B2F5A8E5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A678A12-4A3B-5641-A1CD-611A0CAD4117}" type="slidenum">
              <a:rPr lang="de-DE" altLang="zh-CN">
                <a:latin typeface="Times New Roman" panose="02020603050405020304" pitchFamily="18" charset="0"/>
              </a:rPr>
              <a:pPr/>
              <a:t>27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9899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lienbildplatzhalter 1">
            <a:extLst>
              <a:ext uri="{FF2B5EF4-FFF2-40B4-BE49-F238E27FC236}">
                <a16:creationId xmlns:a16="http://schemas.microsoft.com/office/drawing/2014/main" id="{8A39AE01-05E5-FD1C-BC16-1D04970D53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izenplatzhalter 2">
            <a:extLst>
              <a:ext uri="{FF2B5EF4-FFF2-40B4-BE49-F238E27FC236}">
                <a16:creationId xmlns:a16="http://schemas.microsoft.com/office/drawing/2014/main" id="{700675CC-144F-D8C0-512C-C19E9314C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60420" name="Foliennummernplatzhalter 3">
            <a:extLst>
              <a:ext uri="{FF2B5EF4-FFF2-40B4-BE49-F238E27FC236}">
                <a16:creationId xmlns:a16="http://schemas.microsoft.com/office/drawing/2014/main" id="{23A7CC07-AE30-926D-3B00-7EF1351D11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0A18AB-B258-1544-8FAF-A3A7C9608A18}" type="slidenum">
              <a:rPr lang="de-DE" altLang="zh-CN">
                <a:latin typeface="Times New Roman" panose="02020603050405020304" pitchFamily="18" charset="0"/>
              </a:rPr>
              <a:pPr/>
              <a:t>28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3944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lienbildplatzhalter 1">
            <a:extLst>
              <a:ext uri="{FF2B5EF4-FFF2-40B4-BE49-F238E27FC236}">
                <a16:creationId xmlns:a16="http://schemas.microsoft.com/office/drawing/2014/main" id="{8A39AE01-05E5-FD1C-BC16-1D04970D53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izenplatzhalter 2">
            <a:extLst>
              <a:ext uri="{FF2B5EF4-FFF2-40B4-BE49-F238E27FC236}">
                <a16:creationId xmlns:a16="http://schemas.microsoft.com/office/drawing/2014/main" id="{700675CC-144F-D8C0-512C-C19E9314C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60420" name="Foliennummernplatzhalter 3">
            <a:extLst>
              <a:ext uri="{FF2B5EF4-FFF2-40B4-BE49-F238E27FC236}">
                <a16:creationId xmlns:a16="http://schemas.microsoft.com/office/drawing/2014/main" id="{23A7CC07-AE30-926D-3B00-7EF1351D11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0A18AB-B258-1544-8FAF-A3A7C9608A18}" type="slidenum">
              <a:rPr lang="de-DE" altLang="zh-CN">
                <a:latin typeface="Times New Roman" panose="02020603050405020304" pitchFamily="18" charset="0"/>
              </a:rPr>
              <a:pPr/>
              <a:t>29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6167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647499B3-CF97-2148-19A5-31AF02432F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4B3898-51A3-2248-807B-3E71C7BE1D62}" type="slidenum">
              <a:rPr lang="de-DE" altLang="zh-CN">
                <a:latin typeface="Times New Roman" panose="02020603050405020304" pitchFamily="18" charset="0"/>
              </a:rPr>
              <a:pPr/>
              <a:t>30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5BD92D7D-52AA-5191-C470-707BEF79B7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82114A11-91FA-345F-1C5E-A5ED55F382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22310799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lienbildplatzhalter 1">
            <a:extLst>
              <a:ext uri="{FF2B5EF4-FFF2-40B4-BE49-F238E27FC236}">
                <a16:creationId xmlns:a16="http://schemas.microsoft.com/office/drawing/2014/main" id="{230FC452-9E74-A669-1AF2-761C097AFF5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izenplatzhalter 2">
            <a:extLst>
              <a:ext uri="{FF2B5EF4-FFF2-40B4-BE49-F238E27FC236}">
                <a16:creationId xmlns:a16="http://schemas.microsoft.com/office/drawing/2014/main" id="{2EE9DEDE-F5FC-18F5-23CB-EE4014D7F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59396" name="Foliennummernplatzhalter 3">
            <a:extLst>
              <a:ext uri="{FF2B5EF4-FFF2-40B4-BE49-F238E27FC236}">
                <a16:creationId xmlns:a16="http://schemas.microsoft.com/office/drawing/2014/main" id="{091EB410-04B3-EE8A-9106-5B2F5A8E5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A678A12-4A3B-5641-A1CD-611A0CAD4117}" type="slidenum">
              <a:rPr lang="de-DE" altLang="zh-CN">
                <a:latin typeface="Times New Roman" panose="02020603050405020304" pitchFamily="18" charset="0"/>
              </a:rPr>
              <a:pPr/>
              <a:t>31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lienbildplatzhalter 1">
            <a:extLst>
              <a:ext uri="{FF2B5EF4-FFF2-40B4-BE49-F238E27FC236}">
                <a16:creationId xmlns:a16="http://schemas.microsoft.com/office/drawing/2014/main" id="{8A39AE01-05E5-FD1C-BC16-1D04970D53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izenplatzhalter 2">
            <a:extLst>
              <a:ext uri="{FF2B5EF4-FFF2-40B4-BE49-F238E27FC236}">
                <a16:creationId xmlns:a16="http://schemas.microsoft.com/office/drawing/2014/main" id="{700675CC-144F-D8C0-512C-C19E9314C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60420" name="Foliennummernplatzhalter 3">
            <a:extLst>
              <a:ext uri="{FF2B5EF4-FFF2-40B4-BE49-F238E27FC236}">
                <a16:creationId xmlns:a16="http://schemas.microsoft.com/office/drawing/2014/main" id="{23A7CC07-AE30-926D-3B00-7EF1351D11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0A18AB-B258-1544-8FAF-A3A7C9608A18}" type="slidenum">
              <a:rPr lang="de-DE" altLang="zh-CN">
                <a:latin typeface="Times New Roman" panose="02020603050405020304" pitchFamily="18" charset="0"/>
              </a:rPr>
              <a:pPr/>
              <a:t>32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lienbildplatzhalter 1">
            <a:extLst>
              <a:ext uri="{FF2B5EF4-FFF2-40B4-BE49-F238E27FC236}">
                <a16:creationId xmlns:a16="http://schemas.microsoft.com/office/drawing/2014/main" id="{3B29D0F2-93EA-6F7C-284A-5F74332C1CB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izenplatzhalter 2">
            <a:extLst>
              <a:ext uri="{FF2B5EF4-FFF2-40B4-BE49-F238E27FC236}">
                <a16:creationId xmlns:a16="http://schemas.microsoft.com/office/drawing/2014/main" id="{C1A2CFB6-32BC-DECF-8465-F3B70939D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61444" name="Foliennummernplatzhalter 3">
            <a:extLst>
              <a:ext uri="{FF2B5EF4-FFF2-40B4-BE49-F238E27FC236}">
                <a16:creationId xmlns:a16="http://schemas.microsoft.com/office/drawing/2014/main" id="{C0D1749C-18C3-FEC8-3022-84D4268A1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5FE47B-2ACB-1A43-82F0-45BD96199D8C}" type="slidenum">
              <a:rPr lang="de-DE" altLang="zh-CN">
                <a:latin typeface="Times New Roman" panose="02020603050405020304" pitchFamily="18" charset="0"/>
              </a:rPr>
              <a:pPr/>
              <a:t>33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olienbildplatzhalter 1">
            <a:extLst>
              <a:ext uri="{FF2B5EF4-FFF2-40B4-BE49-F238E27FC236}">
                <a16:creationId xmlns:a16="http://schemas.microsoft.com/office/drawing/2014/main" id="{85FB7BAF-2314-C0E6-1D3E-EAD520C2D4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izenplatzhalter 2">
            <a:extLst>
              <a:ext uri="{FF2B5EF4-FFF2-40B4-BE49-F238E27FC236}">
                <a16:creationId xmlns:a16="http://schemas.microsoft.com/office/drawing/2014/main" id="{D7ED9120-C20B-C631-05AD-243DBEDE0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62468" name="Foliennummernplatzhalter 3">
            <a:extLst>
              <a:ext uri="{FF2B5EF4-FFF2-40B4-BE49-F238E27FC236}">
                <a16:creationId xmlns:a16="http://schemas.microsoft.com/office/drawing/2014/main" id="{91EBA978-D641-F491-F1B9-773EF8797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4BAF00-3D58-B64F-9BAA-041ED80C79DE}" type="slidenum">
              <a:rPr lang="de-DE" altLang="zh-CN">
                <a:latin typeface="Times New Roman" panose="02020603050405020304" pitchFamily="18" charset="0"/>
              </a:rPr>
              <a:pPr/>
              <a:t>34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lienbildplatzhalter 1">
            <a:extLst>
              <a:ext uri="{FF2B5EF4-FFF2-40B4-BE49-F238E27FC236}">
                <a16:creationId xmlns:a16="http://schemas.microsoft.com/office/drawing/2014/main" id="{A2E64616-20BA-1D3D-270D-4351FA30D3D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izenplatzhalter 2">
            <a:extLst>
              <a:ext uri="{FF2B5EF4-FFF2-40B4-BE49-F238E27FC236}">
                <a16:creationId xmlns:a16="http://schemas.microsoft.com/office/drawing/2014/main" id="{F9677C7D-77F1-AA67-AB0E-AFA13048C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63492" name="Foliennummernplatzhalter 3">
            <a:extLst>
              <a:ext uri="{FF2B5EF4-FFF2-40B4-BE49-F238E27FC236}">
                <a16:creationId xmlns:a16="http://schemas.microsoft.com/office/drawing/2014/main" id="{3B161E69-27D4-B6C9-87B0-EE6998BED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D94376-58A3-394C-A05E-B1E011848A4F}" type="slidenum">
              <a:rPr lang="de-DE" altLang="zh-CN">
                <a:latin typeface="Times New Roman" panose="02020603050405020304" pitchFamily="18" charset="0"/>
              </a:rPr>
              <a:pPr/>
              <a:t>35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Folienbildplatzhalter 1">
            <a:extLst>
              <a:ext uri="{FF2B5EF4-FFF2-40B4-BE49-F238E27FC236}">
                <a16:creationId xmlns:a16="http://schemas.microsoft.com/office/drawing/2014/main" id="{791B0363-1544-4773-C55B-2DBBE56984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izenplatzhalter 2">
            <a:extLst>
              <a:ext uri="{FF2B5EF4-FFF2-40B4-BE49-F238E27FC236}">
                <a16:creationId xmlns:a16="http://schemas.microsoft.com/office/drawing/2014/main" id="{28C9E205-D711-5250-1BEE-564A6CF36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64516" name="Foliennummernplatzhalter 3">
            <a:extLst>
              <a:ext uri="{FF2B5EF4-FFF2-40B4-BE49-F238E27FC236}">
                <a16:creationId xmlns:a16="http://schemas.microsoft.com/office/drawing/2014/main" id="{0F9D4239-4801-BEC3-6F6C-164B897A98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5C732E9-54CC-644F-B047-6D59C1870A9E}" type="slidenum">
              <a:rPr lang="de-DE" altLang="zh-CN">
                <a:latin typeface="Times New Roman" panose="02020603050405020304" pitchFamily="18" charset="0"/>
              </a:rPr>
              <a:pPr/>
              <a:t>36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Folienbildplatzhalter 1">
            <a:extLst>
              <a:ext uri="{FF2B5EF4-FFF2-40B4-BE49-F238E27FC236}">
                <a16:creationId xmlns:a16="http://schemas.microsoft.com/office/drawing/2014/main" id="{236C5441-98BA-7533-133B-72169D4E8B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izenplatzhalter 2">
            <a:extLst>
              <a:ext uri="{FF2B5EF4-FFF2-40B4-BE49-F238E27FC236}">
                <a16:creationId xmlns:a16="http://schemas.microsoft.com/office/drawing/2014/main" id="{A9D86437-4A84-E5B7-6B0A-BF6AC4B5D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65540" name="Foliennummernplatzhalter 3">
            <a:extLst>
              <a:ext uri="{FF2B5EF4-FFF2-40B4-BE49-F238E27FC236}">
                <a16:creationId xmlns:a16="http://schemas.microsoft.com/office/drawing/2014/main" id="{02FE38EB-F63A-7237-AA94-1311DC01E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BF37E54-5FAB-094B-A1C0-22573DA35936}" type="slidenum">
              <a:rPr lang="de-DE" altLang="zh-CN">
                <a:latin typeface="Times New Roman" panose="02020603050405020304" pitchFamily="18" charset="0"/>
              </a:rPr>
              <a:pPr/>
              <a:t>37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647499B3-CF97-2148-19A5-31AF02432F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4B3898-51A3-2248-807B-3E71C7BE1D62}" type="slidenum">
              <a:rPr lang="de-DE" altLang="zh-CN">
                <a:latin typeface="Times New Roman" panose="02020603050405020304" pitchFamily="18" charset="0"/>
              </a:rPr>
              <a:pPr/>
              <a:t>38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5BD92D7D-52AA-5191-C470-707BEF79B7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82114A11-91FA-345F-1C5E-A5ED55F382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354813184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lienbildplatzhalter 1">
            <a:extLst>
              <a:ext uri="{FF2B5EF4-FFF2-40B4-BE49-F238E27FC236}">
                <a16:creationId xmlns:a16="http://schemas.microsoft.com/office/drawing/2014/main" id="{22FCDC71-0BB9-8BCE-641D-763E066A7B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izenplatzhalter 2">
            <a:extLst>
              <a:ext uri="{FF2B5EF4-FFF2-40B4-BE49-F238E27FC236}">
                <a16:creationId xmlns:a16="http://schemas.microsoft.com/office/drawing/2014/main" id="{ECB000D6-26D1-765E-5ADB-ABEC70AFE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66564" name="Foliennummernplatzhalter 3">
            <a:extLst>
              <a:ext uri="{FF2B5EF4-FFF2-40B4-BE49-F238E27FC236}">
                <a16:creationId xmlns:a16="http://schemas.microsoft.com/office/drawing/2014/main" id="{F642D8F5-6CA1-FA39-4531-BDDEF11C5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0C8B51-0EAF-734F-B550-C8A30D1B6CD8}" type="slidenum">
              <a:rPr lang="de-DE" altLang="zh-CN">
                <a:latin typeface="Times New Roman" panose="02020603050405020304" pitchFamily="18" charset="0"/>
              </a:rPr>
              <a:pPr/>
              <a:t>40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lienbildplatzhalter 1">
            <a:extLst>
              <a:ext uri="{FF2B5EF4-FFF2-40B4-BE49-F238E27FC236}">
                <a16:creationId xmlns:a16="http://schemas.microsoft.com/office/drawing/2014/main" id="{22FCDC71-0BB9-8BCE-641D-763E066A7B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izenplatzhalter 2">
            <a:extLst>
              <a:ext uri="{FF2B5EF4-FFF2-40B4-BE49-F238E27FC236}">
                <a16:creationId xmlns:a16="http://schemas.microsoft.com/office/drawing/2014/main" id="{ECB000D6-26D1-765E-5ADB-ABEC70AFE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66564" name="Foliennummernplatzhalter 3">
            <a:extLst>
              <a:ext uri="{FF2B5EF4-FFF2-40B4-BE49-F238E27FC236}">
                <a16:creationId xmlns:a16="http://schemas.microsoft.com/office/drawing/2014/main" id="{F642D8F5-6CA1-FA39-4531-BDDEF11C5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0C8B51-0EAF-734F-B550-C8A30D1B6CD8}" type="slidenum">
              <a:rPr lang="de-DE" altLang="zh-CN">
                <a:latin typeface="Times New Roman" panose="02020603050405020304" pitchFamily="18" charset="0"/>
              </a:rPr>
              <a:pPr/>
              <a:t>41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06494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lienbildplatzhalter 1">
            <a:extLst>
              <a:ext uri="{FF2B5EF4-FFF2-40B4-BE49-F238E27FC236}">
                <a16:creationId xmlns:a16="http://schemas.microsoft.com/office/drawing/2014/main" id="{22FCDC71-0BB9-8BCE-641D-763E066A7B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izenplatzhalter 2">
            <a:extLst>
              <a:ext uri="{FF2B5EF4-FFF2-40B4-BE49-F238E27FC236}">
                <a16:creationId xmlns:a16="http://schemas.microsoft.com/office/drawing/2014/main" id="{ECB000D6-26D1-765E-5ADB-ABEC70AFE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66564" name="Foliennummernplatzhalter 3">
            <a:extLst>
              <a:ext uri="{FF2B5EF4-FFF2-40B4-BE49-F238E27FC236}">
                <a16:creationId xmlns:a16="http://schemas.microsoft.com/office/drawing/2014/main" id="{F642D8F5-6CA1-FA39-4531-BDDEF11C5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0C8B51-0EAF-734F-B550-C8A30D1B6CD8}" type="slidenum">
              <a:rPr lang="de-DE" altLang="zh-CN">
                <a:latin typeface="Times New Roman" panose="02020603050405020304" pitchFamily="18" charset="0"/>
              </a:rPr>
              <a:pPr/>
              <a:t>42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90206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lienbildplatzhalter 1">
            <a:extLst>
              <a:ext uri="{FF2B5EF4-FFF2-40B4-BE49-F238E27FC236}">
                <a16:creationId xmlns:a16="http://schemas.microsoft.com/office/drawing/2014/main" id="{22FCDC71-0BB9-8BCE-641D-763E066A7B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izenplatzhalter 2">
            <a:extLst>
              <a:ext uri="{FF2B5EF4-FFF2-40B4-BE49-F238E27FC236}">
                <a16:creationId xmlns:a16="http://schemas.microsoft.com/office/drawing/2014/main" id="{ECB000D6-26D1-765E-5ADB-ABEC70AFE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66564" name="Foliennummernplatzhalter 3">
            <a:extLst>
              <a:ext uri="{FF2B5EF4-FFF2-40B4-BE49-F238E27FC236}">
                <a16:creationId xmlns:a16="http://schemas.microsoft.com/office/drawing/2014/main" id="{F642D8F5-6CA1-FA39-4531-BDDEF11C5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0C8B51-0EAF-734F-B550-C8A30D1B6CD8}" type="slidenum">
              <a:rPr lang="de-DE" altLang="zh-CN">
                <a:latin typeface="Times New Roman" panose="02020603050405020304" pitchFamily="18" charset="0"/>
              </a:rPr>
              <a:pPr/>
              <a:t>43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23340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lienbildplatzhalter 1">
            <a:extLst>
              <a:ext uri="{FF2B5EF4-FFF2-40B4-BE49-F238E27FC236}">
                <a16:creationId xmlns:a16="http://schemas.microsoft.com/office/drawing/2014/main" id="{22FCDC71-0BB9-8BCE-641D-763E066A7B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izenplatzhalter 2">
            <a:extLst>
              <a:ext uri="{FF2B5EF4-FFF2-40B4-BE49-F238E27FC236}">
                <a16:creationId xmlns:a16="http://schemas.microsoft.com/office/drawing/2014/main" id="{ECB000D6-26D1-765E-5ADB-ABEC70AFE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66564" name="Foliennummernplatzhalter 3">
            <a:extLst>
              <a:ext uri="{FF2B5EF4-FFF2-40B4-BE49-F238E27FC236}">
                <a16:creationId xmlns:a16="http://schemas.microsoft.com/office/drawing/2014/main" id="{F642D8F5-6CA1-FA39-4531-BDDEF11C5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0C8B51-0EAF-734F-B550-C8A30D1B6CD8}" type="slidenum">
              <a:rPr lang="de-DE" altLang="zh-CN">
                <a:latin typeface="Times New Roman" panose="02020603050405020304" pitchFamily="18" charset="0"/>
              </a:rPr>
              <a:pPr/>
              <a:t>44</a:t>
            </a:fld>
            <a:endParaRPr lang="de-DE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3552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77C0C297-2A10-CC9F-F69B-20933955E4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ABD0E6B-E506-D24F-8237-E6D74C6A31C9}" type="slidenum">
              <a:rPr lang="de-DE" altLang="zh-CN">
                <a:latin typeface="Times New Roman" panose="02020603050405020304" pitchFamily="18" charset="0"/>
              </a:rPr>
              <a:pPr/>
              <a:t>45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43D8DD34-E918-491E-8B74-D540FBED10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9C154324-125B-5229-6C3E-F79D6F4E56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73075" y="322263"/>
            <a:ext cx="6769100" cy="744537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58838" y="1108075"/>
            <a:ext cx="6303962" cy="1752600"/>
          </a:xfrm>
        </p:spPr>
        <p:txBody>
          <a:bodyPr/>
          <a:lstStyle>
            <a:lvl1pPr marL="0" indent="0">
              <a:buFontTx/>
              <a:buNone/>
              <a:defRPr sz="1800"/>
            </a:lvl1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A51ADD4A-E63B-1A14-3434-6168E27007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8101013" y="6453188"/>
            <a:ext cx="812800" cy="2159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fld id="{A884764A-3549-7848-BD0F-7DEF82E8A415}" type="datetime1">
              <a:rPr lang="de-DE"/>
              <a:pPr>
                <a:defRPr/>
              </a:pPr>
              <a:t>01.12.24</a:t>
            </a:fld>
            <a:endParaRPr lang="de-DE"/>
          </a:p>
          <a:p>
            <a:pPr>
              <a:defRPr/>
            </a:pPr>
            <a:r>
              <a:rPr lang="de-DE"/>
              <a:t>6. Sept. 2005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733D16B-1F67-AF6E-66AA-0ABAACF4F4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34925" y="6623050"/>
            <a:ext cx="720725" cy="33496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BE44755-766E-BC41-A12B-27373B965962}" type="slidenum">
              <a:rPr lang="de-DE" altLang="zh-CN"/>
              <a:pPr/>
              <a:t>‹#›</a:t>
            </a:fld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3990067541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09B1AAD-8813-E04E-4FBF-B7D34E0124F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16396A9-981A-DE4C-AAB4-4FF221FC1C6B}" type="slidenum">
              <a:rPr lang="de-DE" altLang="zh-CN"/>
              <a:pPr/>
              <a:t>‹#›</a:t>
            </a:fld>
            <a:r>
              <a:rPr lang="de-DE" altLang="zh-CN"/>
              <a:t>/34</a:t>
            </a:r>
          </a:p>
        </p:txBody>
      </p:sp>
      <p:sp>
        <p:nvSpPr>
          <p:cNvPr id="5" name="Rectangle 550">
            <a:extLst>
              <a:ext uri="{FF2B5EF4-FFF2-40B4-BE49-F238E27FC236}">
                <a16:creationId xmlns:a16="http://schemas.microsoft.com/office/drawing/2014/main" id="{552B0C94-E033-8CC5-D2D9-E2C68BB9C4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Chapter 1 of </a:t>
            </a:r>
            <a:r>
              <a:rPr lang="de-DE" i="1"/>
              <a:t>Understanding Cryptography</a:t>
            </a:r>
            <a:r>
              <a:rPr lang="de-DE"/>
              <a:t> by Christof Paar and Jan Pelzl</a:t>
            </a:r>
          </a:p>
        </p:txBody>
      </p:sp>
    </p:spTree>
    <p:extLst>
      <p:ext uri="{BB962C8B-B14F-4D97-AF65-F5344CB8AC3E}">
        <p14:creationId xmlns:p14="http://schemas.microsoft.com/office/powerpoint/2010/main" val="142474871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3B46F45-3F91-065D-2E5A-8792EAE5E07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CD3C350-F063-3F48-A17D-708CEF0A4926}" type="slidenum">
              <a:rPr lang="de-DE" altLang="zh-CN"/>
              <a:pPr/>
              <a:t>‹#›</a:t>
            </a:fld>
            <a:r>
              <a:rPr lang="de-DE" altLang="zh-CN"/>
              <a:t>/34</a:t>
            </a:r>
          </a:p>
        </p:txBody>
      </p:sp>
      <p:sp>
        <p:nvSpPr>
          <p:cNvPr id="5" name="Rectangle 550">
            <a:extLst>
              <a:ext uri="{FF2B5EF4-FFF2-40B4-BE49-F238E27FC236}">
                <a16:creationId xmlns:a16="http://schemas.microsoft.com/office/drawing/2014/main" id="{D467486C-E8BE-281A-757C-B25E3B21E1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Chapter 1 of </a:t>
            </a:r>
            <a:r>
              <a:rPr lang="de-DE" i="1"/>
              <a:t>Understanding Cryptography</a:t>
            </a:r>
            <a:r>
              <a:rPr lang="de-DE"/>
              <a:t> by Christof Paar and Jan Pelzl</a:t>
            </a:r>
          </a:p>
        </p:txBody>
      </p:sp>
    </p:spTree>
    <p:extLst>
      <p:ext uri="{BB962C8B-B14F-4D97-AF65-F5344CB8AC3E}">
        <p14:creationId xmlns:p14="http://schemas.microsoft.com/office/powerpoint/2010/main" val="4220092214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49313" y="1130300"/>
            <a:ext cx="2965450" cy="1779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967163" y="1130300"/>
            <a:ext cx="2967037" cy="1779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22F55A2-B343-DCCD-180A-02F3C7DB877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73DF33-958A-134A-96B3-FA33EF441213}" type="slidenum">
              <a:rPr lang="de-DE" altLang="zh-CN"/>
              <a:pPr/>
              <a:t>‹#›</a:t>
            </a:fld>
            <a:r>
              <a:rPr lang="de-DE" altLang="zh-CN"/>
              <a:t>/34</a:t>
            </a:r>
          </a:p>
        </p:txBody>
      </p:sp>
      <p:sp>
        <p:nvSpPr>
          <p:cNvPr id="6" name="Rectangle 550">
            <a:extLst>
              <a:ext uri="{FF2B5EF4-FFF2-40B4-BE49-F238E27FC236}">
                <a16:creationId xmlns:a16="http://schemas.microsoft.com/office/drawing/2014/main" id="{10713893-4644-1DA4-591E-54F11040D2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Chapter 1 of </a:t>
            </a:r>
            <a:r>
              <a:rPr lang="de-DE" i="1"/>
              <a:t>Understanding Cryptography</a:t>
            </a:r>
            <a:r>
              <a:rPr lang="de-DE"/>
              <a:t> by Christof Paar and Jan Pelzl</a:t>
            </a:r>
          </a:p>
        </p:txBody>
      </p:sp>
    </p:spTree>
    <p:extLst>
      <p:ext uri="{BB962C8B-B14F-4D97-AF65-F5344CB8AC3E}">
        <p14:creationId xmlns:p14="http://schemas.microsoft.com/office/powerpoint/2010/main" val="339310598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E0B8EE-D117-9CB0-2B41-76AD11967DD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12CBF5F-1977-B747-8CC2-BFF8157EB01F}" type="slidenum">
              <a:rPr lang="de-DE" altLang="zh-CN"/>
              <a:pPr/>
              <a:t>‹#›</a:t>
            </a:fld>
            <a:r>
              <a:rPr lang="de-DE" altLang="zh-CN"/>
              <a:t>/34</a:t>
            </a:r>
          </a:p>
        </p:txBody>
      </p:sp>
      <p:sp>
        <p:nvSpPr>
          <p:cNvPr id="8" name="Rectangle 550">
            <a:extLst>
              <a:ext uri="{FF2B5EF4-FFF2-40B4-BE49-F238E27FC236}">
                <a16:creationId xmlns:a16="http://schemas.microsoft.com/office/drawing/2014/main" id="{F0784A7C-ABE3-5123-9379-2B4D320255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Chapter 1 of </a:t>
            </a:r>
            <a:r>
              <a:rPr lang="de-DE" i="1"/>
              <a:t>Understanding Cryptography</a:t>
            </a:r>
            <a:r>
              <a:rPr lang="de-DE"/>
              <a:t> by Christof Paar and Jan Pelzl</a:t>
            </a:r>
          </a:p>
        </p:txBody>
      </p:sp>
    </p:spTree>
    <p:extLst>
      <p:ext uri="{BB962C8B-B14F-4D97-AF65-F5344CB8AC3E}">
        <p14:creationId xmlns:p14="http://schemas.microsoft.com/office/powerpoint/2010/main" val="2702694736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C839F15-845A-5888-48D0-BF0FD095108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8BF3F20-5576-E34A-849D-8DD77A77256C}" type="slidenum">
              <a:rPr lang="de-DE" altLang="zh-CN"/>
              <a:pPr/>
              <a:t>‹#›</a:t>
            </a:fld>
            <a:r>
              <a:rPr lang="de-DE" altLang="zh-CN"/>
              <a:t>/34</a:t>
            </a:r>
          </a:p>
        </p:txBody>
      </p:sp>
      <p:sp>
        <p:nvSpPr>
          <p:cNvPr id="4" name="Rectangle 550">
            <a:extLst>
              <a:ext uri="{FF2B5EF4-FFF2-40B4-BE49-F238E27FC236}">
                <a16:creationId xmlns:a16="http://schemas.microsoft.com/office/drawing/2014/main" id="{112F9812-8018-9886-EAB5-C92D6FB605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Chapter 1 of </a:t>
            </a:r>
            <a:r>
              <a:rPr lang="de-DE" i="1"/>
              <a:t>Understanding Cryptography</a:t>
            </a:r>
            <a:r>
              <a:rPr lang="de-DE"/>
              <a:t> by Christof Paar and Jan Pelzl</a:t>
            </a:r>
          </a:p>
        </p:txBody>
      </p:sp>
    </p:spTree>
    <p:extLst>
      <p:ext uri="{BB962C8B-B14F-4D97-AF65-F5344CB8AC3E}">
        <p14:creationId xmlns:p14="http://schemas.microsoft.com/office/powerpoint/2010/main" val="2667046097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768376CC-1610-9ED3-AB4F-0767651BFFD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E0E6EF6-D4FC-4940-BF7C-231CEFFE503F}" type="slidenum">
              <a:rPr lang="de-DE" altLang="zh-CN"/>
              <a:pPr/>
              <a:t>‹#›</a:t>
            </a:fld>
            <a:r>
              <a:rPr lang="de-DE" altLang="zh-CN"/>
              <a:t>/34</a:t>
            </a:r>
          </a:p>
        </p:txBody>
      </p:sp>
      <p:sp>
        <p:nvSpPr>
          <p:cNvPr id="3" name="Rectangle 550">
            <a:extLst>
              <a:ext uri="{FF2B5EF4-FFF2-40B4-BE49-F238E27FC236}">
                <a16:creationId xmlns:a16="http://schemas.microsoft.com/office/drawing/2014/main" id="{BA184F8A-6C18-EED7-F8AC-5EF163E1AF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Chapter 1 of </a:t>
            </a:r>
            <a:r>
              <a:rPr lang="de-DE" i="1"/>
              <a:t>Understanding Cryptography</a:t>
            </a:r>
            <a:r>
              <a:rPr lang="de-DE"/>
              <a:t> by Christof Paar and Jan Pelzl</a:t>
            </a:r>
          </a:p>
        </p:txBody>
      </p:sp>
    </p:spTree>
    <p:extLst>
      <p:ext uri="{BB962C8B-B14F-4D97-AF65-F5344CB8AC3E}">
        <p14:creationId xmlns:p14="http://schemas.microsoft.com/office/powerpoint/2010/main" val="1905965959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1B15D0E-B62E-B686-9CFD-5679D2C29A9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A93FF91-3090-E042-8B2F-0B6E2DEB69F7}" type="slidenum">
              <a:rPr lang="de-DE" altLang="zh-CN"/>
              <a:pPr/>
              <a:t>‹#›</a:t>
            </a:fld>
            <a:r>
              <a:rPr lang="de-DE" altLang="zh-CN"/>
              <a:t>/34</a:t>
            </a:r>
          </a:p>
        </p:txBody>
      </p:sp>
      <p:sp>
        <p:nvSpPr>
          <p:cNvPr id="6" name="Rectangle 550">
            <a:extLst>
              <a:ext uri="{FF2B5EF4-FFF2-40B4-BE49-F238E27FC236}">
                <a16:creationId xmlns:a16="http://schemas.microsoft.com/office/drawing/2014/main" id="{0D0C1AB6-3168-111F-CF62-6FF10B5144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Chapter 1 of </a:t>
            </a:r>
            <a:r>
              <a:rPr lang="de-DE" i="1"/>
              <a:t>Understanding Cryptography</a:t>
            </a:r>
            <a:r>
              <a:rPr lang="de-DE"/>
              <a:t> by Christof Paar and Jan Pelzl</a:t>
            </a:r>
          </a:p>
        </p:txBody>
      </p:sp>
    </p:spTree>
    <p:extLst>
      <p:ext uri="{BB962C8B-B14F-4D97-AF65-F5344CB8AC3E}">
        <p14:creationId xmlns:p14="http://schemas.microsoft.com/office/powerpoint/2010/main" val="1765835574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 dirty="0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A279554-A417-D2EA-CDDD-C3F498CAC83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E4163D-8C2C-2147-9176-D2F06537F19F}" type="slidenum">
              <a:rPr lang="de-DE" altLang="zh-CN"/>
              <a:pPr/>
              <a:t>‹#›</a:t>
            </a:fld>
            <a:r>
              <a:rPr lang="de-DE" altLang="zh-CN"/>
              <a:t>/34</a:t>
            </a:r>
          </a:p>
        </p:txBody>
      </p:sp>
      <p:sp>
        <p:nvSpPr>
          <p:cNvPr id="6" name="Rectangle 550">
            <a:extLst>
              <a:ext uri="{FF2B5EF4-FFF2-40B4-BE49-F238E27FC236}">
                <a16:creationId xmlns:a16="http://schemas.microsoft.com/office/drawing/2014/main" id="{39332CDB-B78B-3C50-A85A-F1FF688F77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Chapter 1 of </a:t>
            </a:r>
            <a:r>
              <a:rPr lang="de-DE" i="1"/>
              <a:t>Understanding Cryptography</a:t>
            </a:r>
            <a:r>
              <a:rPr lang="de-DE"/>
              <a:t> by Christof Paar and Jan Pelzl</a:t>
            </a:r>
          </a:p>
        </p:txBody>
      </p:sp>
    </p:spTree>
    <p:extLst>
      <p:ext uri="{BB962C8B-B14F-4D97-AF65-F5344CB8AC3E}">
        <p14:creationId xmlns:p14="http://schemas.microsoft.com/office/powerpoint/2010/main" val="2013868251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D2F634D-FADA-3687-8067-27C8F9C5AF7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5C00F1D-9F8E-954B-B823-5F1052707A9C}" type="slidenum">
              <a:rPr lang="de-DE" altLang="zh-CN"/>
              <a:pPr/>
              <a:t>‹#›</a:t>
            </a:fld>
            <a:r>
              <a:rPr lang="de-DE" altLang="zh-CN"/>
              <a:t>/34</a:t>
            </a:r>
          </a:p>
        </p:txBody>
      </p:sp>
      <p:sp>
        <p:nvSpPr>
          <p:cNvPr id="5" name="Rectangle 550">
            <a:extLst>
              <a:ext uri="{FF2B5EF4-FFF2-40B4-BE49-F238E27FC236}">
                <a16:creationId xmlns:a16="http://schemas.microsoft.com/office/drawing/2014/main" id="{E847CEDE-5CC0-C554-5D25-964548AE32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Chapter 1 of </a:t>
            </a:r>
            <a:r>
              <a:rPr lang="de-DE" i="1"/>
              <a:t>Understanding Cryptography</a:t>
            </a:r>
            <a:r>
              <a:rPr lang="de-DE"/>
              <a:t> by Christof Paar and Jan Pelzl</a:t>
            </a:r>
          </a:p>
        </p:txBody>
      </p:sp>
    </p:spTree>
    <p:extLst>
      <p:ext uri="{BB962C8B-B14F-4D97-AF65-F5344CB8AC3E}">
        <p14:creationId xmlns:p14="http://schemas.microsoft.com/office/powerpoint/2010/main" val="4041389713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5319713" y="322263"/>
            <a:ext cx="1614487" cy="25876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71488" y="322263"/>
            <a:ext cx="4695825" cy="25876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6DF2050-5159-75A4-00E9-AAF947FCACF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62E96D6-26BF-FC48-86C8-6DC67728219C}" type="slidenum">
              <a:rPr lang="de-DE" altLang="zh-CN"/>
              <a:pPr/>
              <a:t>‹#›</a:t>
            </a:fld>
            <a:r>
              <a:rPr lang="de-DE" altLang="zh-CN"/>
              <a:t>/34</a:t>
            </a:r>
          </a:p>
        </p:txBody>
      </p:sp>
      <p:sp>
        <p:nvSpPr>
          <p:cNvPr id="5" name="Rectangle 550">
            <a:extLst>
              <a:ext uri="{FF2B5EF4-FFF2-40B4-BE49-F238E27FC236}">
                <a16:creationId xmlns:a16="http://schemas.microsoft.com/office/drawing/2014/main" id="{508046EC-5BBF-2470-6B89-BD974FE151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Chapter 1 of </a:t>
            </a:r>
            <a:r>
              <a:rPr lang="de-DE" i="1"/>
              <a:t>Understanding Cryptography</a:t>
            </a:r>
            <a:r>
              <a:rPr lang="de-DE"/>
              <a:t> by Christof Paar and Jan Pelzl</a:t>
            </a:r>
          </a:p>
        </p:txBody>
      </p:sp>
    </p:spTree>
    <p:extLst>
      <p:ext uri="{BB962C8B-B14F-4D97-AF65-F5344CB8AC3E}">
        <p14:creationId xmlns:p14="http://schemas.microsoft.com/office/powerpoint/2010/main" val="2967182917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el und Diagramm oder Organi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1488" y="322263"/>
            <a:ext cx="6462712" cy="515937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SmartArt-Platzhalter 2"/>
          <p:cNvSpPr>
            <a:spLocks noGrp="1"/>
          </p:cNvSpPr>
          <p:nvPr>
            <p:ph type="dgm" idx="1"/>
          </p:nvPr>
        </p:nvSpPr>
        <p:spPr>
          <a:xfrm>
            <a:off x="849313" y="1130300"/>
            <a:ext cx="6084887" cy="1779588"/>
          </a:xfrm>
        </p:spPr>
        <p:txBody>
          <a:bodyPr/>
          <a:lstStyle/>
          <a:p>
            <a:pPr lvl="0"/>
            <a:r>
              <a:rPr lang="de-DE" noProof="0" dirty="0"/>
              <a:t>Klicken Sie auf das Symbol, um die SmartArt-Grafik hinzuzufügen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20A3CAF-6B24-7CFD-34B4-8C6FFA1C430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AD0ACE0-0747-F94F-8B66-F8B9DFDFD5FF}" type="slidenum">
              <a:rPr lang="de-DE" altLang="zh-CN"/>
              <a:pPr/>
              <a:t>‹#›</a:t>
            </a:fld>
            <a:r>
              <a:rPr lang="de-DE" altLang="zh-CN"/>
              <a:t>/34</a:t>
            </a:r>
          </a:p>
        </p:txBody>
      </p:sp>
      <p:sp>
        <p:nvSpPr>
          <p:cNvPr id="5" name="Rectangle 550">
            <a:extLst>
              <a:ext uri="{FF2B5EF4-FFF2-40B4-BE49-F238E27FC236}">
                <a16:creationId xmlns:a16="http://schemas.microsoft.com/office/drawing/2014/main" id="{DEC5E369-38FC-EDD6-4975-BAA7843FEE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Chapter 1 of </a:t>
            </a:r>
            <a:r>
              <a:rPr lang="de-DE" i="1"/>
              <a:t>Understanding Cryptography</a:t>
            </a:r>
            <a:r>
              <a:rPr lang="de-DE"/>
              <a:t> by Christof Paar and Jan Pelzl</a:t>
            </a:r>
          </a:p>
        </p:txBody>
      </p:sp>
    </p:spTree>
    <p:extLst>
      <p:ext uri="{BB962C8B-B14F-4D97-AF65-F5344CB8AC3E}">
        <p14:creationId xmlns:p14="http://schemas.microsoft.com/office/powerpoint/2010/main" val="414821428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:a16="http://schemas.microsoft.com/office/drawing/2014/main" id="{FFCA3415-50AA-7A09-8D14-F475A307A308}"/>
              </a:ext>
            </a:extLst>
          </p:cNvPr>
          <p:cNvCxnSpPr/>
          <p:nvPr/>
        </p:nvCxnSpPr>
        <p:spPr>
          <a:xfrm flipV="1">
            <a:off x="35560" y="6525895"/>
            <a:ext cx="6480810" cy="20955"/>
          </a:xfrm>
          <a:prstGeom prst="line">
            <a:avLst/>
          </a:prstGeom>
          <a:ln w="63500">
            <a:gradFill>
              <a:gsLst>
                <a:gs pos="84000">
                  <a:srgbClr val="C000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" name="直接连接符 7">
            <a:extLst>
              <a:ext uri="{FF2B5EF4-FFF2-40B4-BE49-F238E27FC236}">
                <a16:creationId xmlns:a16="http://schemas.microsoft.com/office/drawing/2014/main" id="{49E4F29D-0EB3-2BC6-5586-21BEDDFFA3B3}"/>
              </a:ext>
            </a:extLst>
          </p:cNvPr>
          <p:cNvCxnSpPr/>
          <p:nvPr/>
        </p:nvCxnSpPr>
        <p:spPr>
          <a:xfrm flipV="1">
            <a:off x="1115694" y="593724"/>
            <a:ext cx="8028305" cy="27305"/>
          </a:xfrm>
          <a:prstGeom prst="line">
            <a:avLst/>
          </a:prstGeom>
          <a:ln w="63500">
            <a:gradFill>
              <a:gsLst>
                <a:gs pos="84000">
                  <a:srgbClr val="C000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457998"/>
      </p:ext>
    </p:extLst>
  </p:cSld>
  <p:clrMapOvr>
    <a:masterClrMapping/>
  </p:clrMapOvr>
  <p:transition spd="slow" advClick="0" advTm="5000">
    <p:random/>
  </p:transition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17C6BBF-3A7F-CB87-B541-ED8E2D9062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71488" y="322263"/>
            <a:ext cx="6462712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/>
              <a:t>Mastertitelformat bearbeiten</a:t>
            </a:r>
            <a:br>
              <a:rPr lang="de-DE" altLang="zh-CN"/>
            </a:br>
            <a:endParaRPr lang="de-DE" altLang="zh-CN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3AF5F70-1F2B-FD66-F8A0-860043EC64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9313" y="1130300"/>
            <a:ext cx="6084887" cy="177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de-DE" altLang="zh-CN"/>
              <a:t>Mastertextformat bearbeiten</a:t>
            </a:r>
          </a:p>
          <a:p>
            <a:pPr lvl="1"/>
            <a:r>
              <a:rPr lang="de-DE" altLang="zh-CN"/>
              <a:t>Zweite Ebene</a:t>
            </a:r>
          </a:p>
          <a:p>
            <a:pPr lvl="2"/>
            <a:r>
              <a:rPr lang="de-DE" altLang="zh-CN"/>
              <a:t>Dritte Ebene</a:t>
            </a:r>
          </a:p>
          <a:p>
            <a:pPr lvl="3"/>
            <a:r>
              <a:rPr lang="de-DE" altLang="zh-CN"/>
              <a:t>Vierte Ebene</a:t>
            </a:r>
          </a:p>
          <a:p>
            <a:pPr lvl="4"/>
            <a:r>
              <a:rPr lang="de-DE" altLang="zh-CN"/>
              <a:t>Fünfte Ebene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40D72E6-4F81-E329-6C8E-10F78F48063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79388" y="6597650"/>
            <a:ext cx="5048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900">
                <a:solidFill>
                  <a:srgbClr val="394073"/>
                </a:solidFill>
              </a:defRPr>
            </a:lvl1pPr>
          </a:lstStyle>
          <a:p>
            <a:fld id="{20E6C324-C058-9249-8F7A-CD9247F7C3EE}" type="slidenum">
              <a:rPr lang="de-DE" altLang="zh-CN"/>
              <a:pPr/>
              <a:t>‹#›</a:t>
            </a:fld>
            <a:endParaRPr lang="de-DE" altLang="zh-CN"/>
          </a:p>
        </p:txBody>
      </p:sp>
      <p:sp>
        <p:nvSpPr>
          <p:cNvPr id="1574" name="Rectangle 550">
            <a:extLst>
              <a:ext uri="{FF2B5EF4-FFF2-40B4-BE49-F238E27FC236}">
                <a16:creationId xmlns:a16="http://schemas.microsoft.com/office/drawing/2014/main" id="{F6053F7C-4F03-77A4-592C-F62EC9A8E44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11413" y="6524625"/>
            <a:ext cx="432117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20000"/>
              </a:lnSpc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de-DE"/>
              <a:t>Chapter 10 of </a:t>
            </a:r>
            <a:r>
              <a:rPr lang="de-DE" i="1"/>
              <a:t>Understanding Cryptography</a:t>
            </a:r>
            <a:r>
              <a:rPr lang="de-DE"/>
              <a:t> by Christof Paar and Jan Pelzl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  <p:sldLayoutId id="2147483941" r:id="rId12"/>
    <p:sldLayoutId id="2147483942" r:id="rId13"/>
  </p:sldLayoutIdLst>
  <p:transition spd="slow"/>
  <p:hf hdr="0" dt="0"/>
  <p:txStyles>
    <p:titleStyle>
      <a:lvl1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+mj-lt"/>
          <a:ea typeface="+mj-ea"/>
          <a:cs typeface="+mj-cs"/>
        </a:defRPr>
      </a:lvl1pPr>
      <a:lvl2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2pPr>
      <a:lvl3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3pPr>
      <a:lvl4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4pPr>
      <a:lvl5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5pPr>
      <a:lvl6pPr marL="838200" indent="-381000" algn="l" rtl="0" eaLnBrk="1" fontAlgn="base" hangingPunct="1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6pPr>
      <a:lvl7pPr marL="1295400" indent="-381000" algn="l" rtl="0" eaLnBrk="1" fontAlgn="base" hangingPunct="1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7pPr>
      <a:lvl8pPr marL="1752600" indent="-381000" algn="l" rtl="0" eaLnBrk="1" fontAlgn="base" hangingPunct="1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8pPr>
      <a:lvl9pPr marL="2209800" indent="-381000" algn="l" rtl="0" eaLnBrk="1" fontAlgn="base" hangingPunct="1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9pPr>
    </p:titleStyle>
    <p:bodyStyle>
      <a:lvl1pPr marL="195263" indent="-1952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8891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2pPr>
      <a:lvl3pPr marL="952500" indent="-187325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3pPr>
      <a:lvl4pPr marL="1325563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4pPr>
      <a:lvl5pPr marL="16986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5pPr>
      <a:lvl6pPr marL="2155825" indent="-182563" algn="l" rtl="0" eaLnBrk="1" fontAlgn="base" hangingPunct="1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6pPr>
      <a:lvl7pPr marL="2613025" indent="-182563" algn="l" rtl="0" eaLnBrk="1" fontAlgn="base" hangingPunct="1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7pPr>
      <a:lvl8pPr marL="3070225" indent="-182563" algn="l" rtl="0" eaLnBrk="1" fontAlgn="base" hangingPunct="1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8pPr>
      <a:lvl9pPr marL="3527425" indent="-182563" algn="l" rtl="0" eaLnBrk="1" fontAlgn="base" hangingPunct="1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customXml" Target="../ink/ink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4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26.emf"/><Relationship Id="rId3" Type="http://schemas.openxmlformats.org/officeDocument/2006/relationships/image" Target="../media/image21.emf"/><Relationship Id="rId7" Type="http://schemas.openxmlformats.org/officeDocument/2006/relationships/image" Target="../media/image23.emf"/><Relationship Id="rId12" Type="http://schemas.openxmlformats.org/officeDocument/2006/relationships/oleObject" Target="../embeddings/oleObject10.bin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25.emf"/><Relationship Id="rId5" Type="http://schemas.openxmlformats.org/officeDocument/2006/relationships/image" Target="../media/image22.emf"/><Relationship Id="rId15" Type="http://schemas.openxmlformats.org/officeDocument/2006/relationships/image" Target="../media/image27.emf"/><Relationship Id="rId10" Type="http://schemas.openxmlformats.org/officeDocument/2006/relationships/image" Target="../media/image24.emf"/><Relationship Id="rId4" Type="http://schemas.openxmlformats.org/officeDocument/2006/relationships/oleObject" Target="../embeddings/oleObject6.bin"/><Relationship Id="rId9" Type="http://schemas.openxmlformats.org/officeDocument/2006/relationships/oleObject" Target="../embeddings/oleObject9.bin"/><Relationship Id="rId14" Type="http://schemas.openxmlformats.org/officeDocument/2006/relationships/oleObject" Target="../embeddings/oleObject11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33.emf"/><Relationship Id="rId18" Type="http://schemas.openxmlformats.org/officeDocument/2006/relationships/oleObject" Target="../embeddings/oleObject20.bin"/><Relationship Id="rId3" Type="http://schemas.openxmlformats.org/officeDocument/2006/relationships/image" Target="../media/image28.emf"/><Relationship Id="rId21" Type="http://schemas.openxmlformats.org/officeDocument/2006/relationships/image" Target="../media/image37.emf"/><Relationship Id="rId7" Type="http://schemas.openxmlformats.org/officeDocument/2006/relationships/image" Target="../media/image30.emf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35.emf"/><Relationship Id="rId2" Type="http://schemas.openxmlformats.org/officeDocument/2006/relationships/oleObject" Target="../embeddings/oleObject12.bin"/><Relationship Id="rId16" Type="http://schemas.openxmlformats.org/officeDocument/2006/relationships/oleObject" Target="../embeddings/oleObject19.bin"/><Relationship Id="rId20" Type="http://schemas.openxmlformats.org/officeDocument/2006/relationships/oleObject" Target="../embeddings/oleObject21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32.emf"/><Relationship Id="rId5" Type="http://schemas.openxmlformats.org/officeDocument/2006/relationships/image" Target="../media/image29.emf"/><Relationship Id="rId15" Type="http://schemas.openxmlformats.org/officeDocument/2006/relationships/image" Target="../media/image34.emf"/><Relationship Id="rId23" Type="http://schemas.openxmlformats.org/officeDocument/2006/relationships/image" Target="../media/image38.emf"/><Relationship Id="rId10" Type="http://schemas.openxmlformats.org/officeDocument/2006/relationships/oleObject" Target="../embeddings/oleObject16.bin"/><Relationship Id="rId19" Type="http://schemas.openxmlformats.org/officeDocument/2006/relationships/image" Target="../media/image36.e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31.emf"/><Relationship Id="rId14" Type="http://schemas.openxmlformats.org/officeDocument/2006/relationships/oleObject" Target="../embeddings/oleObject18.bin"/><Relationship Id="rId22" Type="http://schemas.openxmlformats.org/officeDocument/2006/relationships/oleObject" Target="../embeddings/oleObject22.bin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46.emf"/><Relationship Id="rId18" Type="http://schemas.openxmlformats.org/officeDocument/2006/relationships/oleObject" Target="../embeddings/oleObject31.bin"/><Relationship Id="rId3" Type="http://schemas.openxmlformats.org/officeDocument/2006/relationships/image" Target="../media/image41.emf"/><Relationship Id="rId21" Type="http://schemas.openxmlformats.org/officeDocument/2006/relationships/image" Target="../media/image50.emf"/><Relationship Id="rId7" Type="http://schemas.openxmlformats.org/officeDocument/2006/relationships/image" Target="../media/image43.emf"/><Relationship Id="rId12" Type="http://schemas.openxmlformats.org/officeDocument/2006/relationships/oleObject" Target="../embeddings/oleObject28.bin"/><Relationship Id="rId17" Type="http://schemas.openxmlformats.org/officeDocument/2006/relationships/image" Target="../media/image48.emf"/><Relationship Id="rId2" Type="http://schemas.openxmlformats.org/officeDocument/2006/relationships/oleObject" Target="../embeddings/oleObject23.bin"/><Relationship Id="rId16" Type="http://schemas.openxmlformats.org/officeDocument/2006/relationships/oleObject" Target="../embeddings/oleObject30.bin"/><Relationship Id="rId20" Type="http://schemas.openxmlformats.org/officeDocument/2006/relationships/oleObject" Target="../embeddings/oleObject32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45.emf"/><Relationship Id="rId5" Type="http://schemas.openxmlformats.org/officeDocument/2006/relationships/image" Target="../media/image42.emf"/><Relationship Id="rId15" Type="http://schemas.openxmlformats.org/officeDocument/2006/relationships/image" Target="../media/image47.emf"/><Relationship Id="rId23" Type="http://schemas.openxmlformats.org/officeDocument/2006/relationships/image" Target="../media/image51.emf"/><Relationship Id="rId10" Type="http://schemas.openxmlformats.org/officeDocument/2006/relationships/oleObject" Target="../embeddings/oleObject27.bin"/><Relationship Id="rId19" Type="http://schemas.openxmlformats.org/officeDocument/2006/relationships/image" Target="../media/image49.e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44.emf"/><Relationship Id="rId14" Type="http://schemas.openxmlformats.org/officeDocument/2006/relationships/oleObject" Target="../embeddings/oleObject29.bin"/><Relationship Id="rId22" Type="http://schemas.openxmlformats.org/officeDocument/2006/relationships/oleObject" Target="../embeddings/oleObject33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image" Target="../media/image52.emf"/><Relationship Id="rId7" Type="http://schemas.openxmlformats.org/officeDocument/2006/relationships/image" Target="../media/image54.e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56.emf"/><Relationship Id="rId5" Type="http://schemas.openxmlformats.org/officeDocument/2006/relationships/image" Target="../media/image53.emf"/><Relationship Id="rId10" Type="http://schemas.openxmlformats.org/officeDocument/2006/relationships/oleObject" Target="../embeddings/oleObject38.bin"/><Relationship Id="rId4" Type="http://schemas.openxmlformats.org/officeDocument/2006/relationships/oleObject" Target="../embeddings/oleObject35.bin"/><Relationship Id="rId9" Type="http://schemas.openxmlformats.org/officeDocument/2006/relationships/image" Target="../media/image5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11" descr="Paar_Pelz_only Titlepage">
            <a:extLst>
              <a:ext uri="{FF2B5EF4-FFF2-40B4-BE49-F238E27FC236}">
                <a16:creationId xmlns:a16="http://schemas.microsoft.com/office/drawing/2014/main" id="{97E3705C-EEC3-7762-DAF5-7D48521D5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2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1140024">
            <a:off x="1116013" y="1916113"/>
            <a:ext cx="2541587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Rectangle 4">
            <a:extLst>
              <a:ext uri="{FF2B5EF4-FFF2-40B4-BE49-F238E27FC236}">
                <a16:creationId xmlns:a16="http://schemas.microsoft.com/office/drawing/2014/main" id="{099927EB-91F6-4E2B-3ADE-93AF59B2642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404813"/>
            <a:ext cx="9144000" cy="2808287"/>
          </a:xfrm>
        </p:spPr>
        <p:txBody>
          <a:bodyPr/>
          <a:lstStyle/>
          <a:p>
            <a:pPr algn="ctr">
              <a:buFont typeface="Webdings" pitchFamily="2" charset="2"/>
              <a:buNone/>
            </a:pPr>
            <a:r>
              <a:rPr lang="de-DE" altLang="zh-CN" sz="2800" dirty="0"/>
              <a:t>  </a:t>
            </a:r>
            <a:br>
              <a:rPr lang="de-DE" altLang="zh-CN" sz="1400" dirty="0"/>
            </a:br>
            <a:r>
              <a:rPr lang="de-DE" altLang="zh-CN" sz="2800" dirty="0"/>
              <a:t>Chapter 10 – Digital </a:t>
            </a:r>
            <a:r>
              <a:rPr lang="de-DE" altLang="zh-CN" sz="2800" dirty="0" err="1"/>
              <a:t>Signatures</a:t>
            </a:r>
            <a:endParaRPr lang="de-DE" altLang="zh-CN" sz="1600" b="0" dirty="0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liennummernplatzhalter 3">
            <a:extLst>
              <a:ext uri="{FF2B5EF4-FFF2-40B4-BE49-F238E27FC236}">
                <a16:creationId xmlns:a16="http://schemas.microsoft.com/office/drawing/2014/main" id="{9302E7B1-B677-1177-786C-C7D2CB2849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CD6615-9B48-7D44-8D5F-4A675071CDD3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2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17411" name="Fußzeilenplatzhalter 4">
            <a:extLst>
              <a:ext uri="{FF2B5EF4-FFF2-40B4-BE49-F238E27FC236}">
                <a16:creationId xmlns:a16="http://schemas.microsoft.com/office/drawing/2014/main" id="{848ADF08-F294-F81C-6B86-A0376DF1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7A387FF4-5981-9891-E6D5-65236BEDB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 eaLnBrk="1" hangingPunct="1">
              <a:buFont typeface="Webdings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Content of this Chapter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163A072C-E795-5201-8A86-E32E9896F8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593" y="1714500"/>
            <a:ext cx="7634808" cy="3851760"/>
          </a:xfrm>
          <a:noFill/>
        </p:spPr>
        <p:txBody>
          <a:bodyPr/>
          <a:lstStyle/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principle of digital signatures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Security services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RSA digital signature scheme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</a:t>
            </a:r>
            <a:r>
              <a:rPr lang="en-US" altLang="zh-CN" sz="2200" dirty="0" err="1">
                <a:ea typeface="宋体" panose="02010600030101010101" pitchFamily="2" charset="-122"/>
              </a:rPr>
              <a:t>Elgamal</a:t>
            </a:r>
            <a:r>
              <a:rPr lang="en-US" altLang="zh-CN" sz="2200" dirty="0">
                <a:ea typeface="宋体" panose="02010600030101010101" pitchFamily="2" charset="-122"/>
              </a:rPr>
              <a:t> digital signature scheme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Digital Signature Algorithm (DSA)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Elliptic Curve Digital Signature Algorithm(ECDSA)</a:t>
            </a:r>
          </a:p>
          <a:p>
            <a:pPr marL="342900" indent="-342900" eaLnBrk="1" hangingPunct="1"/>
            <a:endParaRPr lang="en-US" altLang="zh-CN" sz="2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liennummernplatzhalter 3">
            <a:extLst>
              <a:ext uri="{FF2B5EF4-FFF2-40B4-BE49-F238E27FC236}">
                <a16:creationId xmlns:a16="http://schemas.microsoft.com/office/drawing/2014/main" id="{9302E7B1-B677-1177-786C-C7D2CB2849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CD6615-9B48-7D44-8D5F-4A675071CDD3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3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17411" name="Fußzeilenplatzhalter 4">
            <a:extLst>
              <a:ext uri="{FF2B5EF4-FFF2-40B4-BE49-F238E27FC236}">
                <a16:creationId xmlns:a16="http://schemas.microsoft.com/office/drawing/2014/main" id="{848ADF08-F294-F81C-6B86-A0376DF1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7A387FF4-5981-9891-E6D5-65236BEDB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 eaLnBrk="1" hangingPunct="1">
              <a:buFont typeface="Webdings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Content of this Chapter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163A072C-E795-5201-8A86-E32E9896F8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593" y="1714500"/>
            <a:ext cx="7634808" cy="3428567"/>
          </a:xfrm>
          <a:noFill/>
        </p:spPr>
        <p:txBody>
          <a:bodyPr/>
          <a:lstStyle/>
          <a:p>
            <a:pPr marL="342900" indent="-342900" eaLnBrk="1" hangingPunct="1"/>
            <a:r>
              <a:rPr lang="en-US" altLang="zh-CN" sz="2200" b="1" dirty="0">
                <a:ea typeface="宋体" panose="02010600030101010101" pitchFamily="2" charset="-122"/>
              </a:rPr>
              <a:t>The principle of digital signatures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Security services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RSA digital signature scheme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</a:t>
            </a:r>
            <a:r>
              <a:rPr lang="en-US" altLang="zh-CN" sz="2200" dirty="0" err="1">
                <a:ea typeface="宋体" panose="02010600030101010101" pitchFamily="2" charset="-122"/>
              </a:rPr>
              <a:t>Elgamal</a:t>
            </a:r>
            <a:r>
              <a:rPr lang="en-US" altLang="zh-CN" sz="2200" dirty="0">
                <a:ea typeface="宋体" panose="02010600030101010101" pitchFamily="2" charset="-122"/>
              </a:rPr>
              <a:t> digital signature scheme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Digital Signature Algorithm (DSA)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Elliptic Curve Digital Signature Algorithm(ECDSA)</a:t>
            </a:r>
          </a:p>
          <a:p>
            <a:pPr marL="342900" indent="-342900" eaLnBrk="1" hangingPunct="1"/>
            <a:endParaRPr lang="en-US" altLang="zh-CN" sz="22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5843590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liennummernplatzhalter 3">
            <a:extLst>
              <a:ext uri="{FF2B5EF4-FFF2-40B4-BE49-F238E27FC236}">
                <a16:creationId xmlns:a16="http://schemas.microsoft.com/office/drawing/2014/main" id="{2605D779-3790-723D-EA7F-7D93CB0792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C8BE5B0-52A4-7549-82A2-82414B16C435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4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19459" name="Fußzeilenplatzhalter 4">
            <a:extLst>
              <a:ext uri="{FF2B5EF4-FFF2-40B4-BE49-F238E27FC236}">
                <a16:creationId xmlns:a16="http://schemas.microsoft.com/office/drawing/2014/main" id="{06A3DD13-F7C0-77DD-CB22-277954B8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55CBEFF-AD61-E212-9975-3CD621FE49D6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7386637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Motivation</a:t>
            </a: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63E61AC4-D0F7-8F7E-5A84-EA747C644B99}"/>
              </a:ext>
            </a:extLst>
          </p:cNvPr>
          <p:cNvSpPr txBox="1">
            <a:spLocks noChangeArrowheads="1"/>
          </p:cNvSpPr>
          <p:nvPr/>
        </p:nvSpPr>
        <p:spPr>
          <a:xfrm>
            <a:off x="708643" y="1124744"/>
            <a:ext cx="7679781" cy="4608512"/>
          </a:xfrm>
          <a:prstGeom prst="rect">
            <a:avLst/>
          </a:prstGeom>
        </p:spPr>
        <p:txBody>
          <a:bodyPr/>
          <a:lstStyle/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r>
              <a:rPr lang="en-US" sz="2200" kern="0" dirty="0">
                <a:latin typeface="+mn-lt"/>
              </a:rPr>
              <a:t>Alice orders a pink car from the car salesmen Bob </a:t>
            </a: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r>
              <a:rPr lang="en-US" sz="2200" kern="0" dirty="0">
                <a:latin typeface="+mn-lt"/>
              </a:rPr>
              <a:t>After seeing the pink car, Alice states that she has never ordered it:</a:t>
            </a: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r>
              <a:rPr lang="en-US" sz="2200" kern="0" dirty="0">
                <a:latin typeface="+mn-lt"/>
              </a:rPr>
              <a:t>How can Bob prove towards a judge that Alice has ordered a pink car? (And that he did not fabricate the order himself)</a:t>
            </a: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Symbol" pitchFamily="18" charset="2"/>
              <a:buChar char="Þ"/>
              <a:defRPr/>
            </a:pPr>
            <a:r>
              <a:rPr lang="en-US" sz="2200" kern="0" dirty="0">
                <a:latin typeface="+mn-lt"/>
              </a:rPr>
              <a:t> Symmetric cryptography fails because both Alice and Bob can be malicious</a:t>
            </a: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Symbol" pitchFamily="18" charset="2"/>
              <a:buChar char="Þ"/>
              <a:defRPr/>
            </a:pPr>
            <a:r>
              <a:rPr lang="en-US" sz="2200" kern="0" dirty="0">
                <a:latin typeface="+mn-lt"/>
              </a:rPr>
              <a:t> Can be achieved with public-key cryptography</a:t>
            </a: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Symbol" pitchFamily="18" charset="2"/>
              <a:buChar char="Þ"/>
              <a:defRPr/>
            </a:pPr>
            <a:endParaRPr lang="en-US" sz="2200" kern="0" dirty="0">
              <a:latin typeface="+mn-lt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liennummernplatzhalter 3">
            <a:extLst>
              <a:ext uri="{FF2B5EF4-FFF2-40B4-BE49-F238E27FC236}">
                <a16:creationId xmlns:a16="http://schemas.microsoft.com/office/drawing/2014/main" id="{4AEE3503-2DE1-5E52-A4F6-9BDC478D2B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D34DE08-BF74-0147-BEFC-5D136561F848}" type="slidenum">
              <a:rPr lang="de-DE" altLang="zh-CN">
                <a:solidFill>
                  <a:srgbClr val="394073"/>
                </a:solidFill>
              </a:rPr>
              <a:pPr/>
              <a:t>5</a:t>
            </a:fld>
            <a:r>
              <a:rPr lang="de-DE" altLang="zh-CN">
                <a:solidFill>
                  <a:srgbClr val="394073"/>
                </a:solidFill>
              </a:rPr>
              <a:t>/26</a:t>
            </a:r>
          </a:p>
        </p:txBody>
      </p:sp>
      <p:sp>
        <p:nvSpPr>
          <p:cNvPr id="20483" name="Fußzeilenplatzhalter 4">
            <a:extLst>
              <a:ext uri="{FF2B5EF4-FFF2-40B4-BE49-F238E27FC236}">
                <a16:creationId xmlns:a16="http://schemas.microsoft.com/office/drawing/2014/main" id="{207255CA-568A-0EE3-2993-47774E4DE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10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20484" name="Titel 18">
            <a:extLst>
              <a:ext uri="{FF2B5EF4-FFF2-40B4-BE49-F238E27FC236}">
                <a16:creationId xmlns:a16="http://schemas.microsoft.com/office/drawing/2014/main" id="{CA8125D3-04C0-9D34-AA1E-4AA493110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Basic Principle of Digital Signatures</a:t>
            </a:r>
          </a:p>
        </p:txBody>
      </p:sp>
      <p:pic>
        <p:nvPicPr>
          <p:cNvPr id="20485" name="Grafik 20" descr="digital_signature_principle.png">
            <a:extLst>
              <a:ext uri="{FF2B5EF4-FFF2-40B4-BE49-F238E27FC236}">
                <a16:creationId xmlns:a16="http://schemas.microsoft.com/office/drawing/2014/main" id="{A5AAF501-F2E7-8B14-A9F4-388972144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500188"/>
            <a:ext cx="8196263" cy="432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liennummernplatzhalter 1">
            <a:extLst>
              <a:ext uri="{FF2B5EF4-FFF2-40B4-BE49-F238E27FC236}">
                <a16:creationId xmlns:a16="http://schemas.microsoft.com/office/drawing/2014/main" id="{19221348-CD1B-5D4D-42B7-1598843094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B97EC33-4AE9-8545-A4C6-F9403FF17583}" type="slidenum">
              <a:rPr lang="de-DE" altLang="zh-CN">
                <a:solidFill>
                  <a:srgbClr val="394073"/>
                </a:solidFill>
              </a:rPr>
              <a:pPr/>
              <a:t>6</a:t>
            </a:fld>
            <a:r>
              <a:rPr lang="de-DE" altLang="zh-CN">
                <a:solidFill>
                  <a:srgbClr val="394073"/>
                </a:solidFill>
              </a:rPr>
              <a:t>/26</a:t>
            </a:r>
          </a:p>
        </p:txBody>
      </p:sp>
      <p:sp>
        <p:nvSpPr>
          <p:cNvPr id="21507" name="Fußzeilenplatzhalter 2">
            <a:extLst>
              <a:ext uri="{FF2B5EF4-FFF2-40B4-BE49-F238E27FC236}">
                <a16:creationId xmlns:a16="http://schemas.microsoft.com/office/drawing/2014/main" id="{645065B0-03A6-D36F-1D11-D5471D815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10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AD0E94E-B09F-6FBA-BC35-41CD743F51AF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7386637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Main idea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28E459C-2B7A-B67D-1F3A-E11CB3914E26}"/>
              </a:ext>
            </a:extLst>
          </p:cNvPr>
          <p:cNvSpPr txBox="1">
            <a:spLocks noChangeArrowheads="1"/>
          </p:cNvSpPr>
          <p:nvPr/>
        </p:nvSpPr>
        <p:spPr>
          <a:xfrm>
            <a:off x="684213" y="980728"/>
            <a:ext cx="7632203" cy="4680520"/>
          </a:xfrm>
          <a:prstGeom prst="rect">
            <a:avLst/>
          </a:prstGeom>
        </p:spPr>
        <p:txBody>
          <a:bodyPr/>
          <a:lstStyle/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r>
              <a:rPr lang="en-US" sz="2200" kern="0" dirty="0">
                <a:latin typeface="+mn-lt"/>
              </a:rPr>
              <a:t>For a given message </a:t>
            </a:r>
            <a:r>
              <a:rPr lang="en-US" sz="2200" i="1" kern="0" dirty="0">
                <a:latin typeface="+mn-lt"/>
              </a:rPr>
              <a:t>x,</a:t>
            </a:r>
            <a:r>
              <a:rPr lang="en-US" sz="2200" kern="0" dirty="0">
                <a:latin typeface="+mn-lt"/>
              </a:rPr>
              <a:t> a digital signature is appended to the message (just like a conventional signature).</a:t>
            </a: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r>
              <a:rPr lang="en-US" sz="2200" kern="0" dirty="0">
                <a:latin typeface="+mn-lt"/>
              </a:rPr>
              <a:t>Only the person with the private key should be able to generate the signature.</a:t>
            </a: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r>
              <a:rPr lang="en-US" sz="2200" kern="0" dirty="0">
                <a:latin typeface="+mn-lt"/>
              </a:rPr>
              <a:t>The signature must change for every document.</a:t>
            </a:r>
          </a:p>
          <a:p>
            <a:pPr marL="324000" indent="-3060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Symbol" pitchFamily="18" charset="2"/>
              <a:buChar char="Þ"/>
              <a:defRPr/>
            </a:pPr>
            <a:r>
              <a:rPr lang="en-US" sz="2200" kern="0" dirty="0">
                <a:latin typeface="+mn-lt"/>
              </a:rPr>
              <a:t>The signature is realized as a function with the message </a:t>
            </a:r>
            <a:r>
              <a:rPr lang="en-US" sz="2200" i="1" kern="0" dirty="0">
                <a:latin typeface="+mn-lt"/>
              </a:rPr>
              <a:t>x</a:t>
            </a:r>
            <a:r>
              <a:rPr lang="en-US" sz="2200" kern="0" dirty="0">
                <a:latin typeface="+mn-lt"/>
              </a:rPr>
              <a:t> and the private key as input.</a:t>
            </a:r>
          </a:p>
          <a:p>
            <a:pPr marL="324000" indent="-3060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Symbol" pitchFamily="18" charset="2"/>
              <a:buChar char="Þ"/>
              <a:defRPr/>
            </a:pPr>
            <a:r>
              <a:rPr lang="en-US" sz="2200" kern="0" dirty="0">
                <a:latin typeface="+mn-lt"/>
              </a:rPr>
              <a:t>The public key and the message </a:t>
            </a:r>
            <a:r>
              <a:rPr lang="en-US" sz="2200" i="1" kern="0" dirty="0">
                <a:latin typeface="+mn-lt"/>
              </a:rPr>
              <a:t>x</a:t>
            </a:r>
            <a:r>
              <a:rPr lang="en-US" sz="2200" kern="0" dirty="0">
                <a:latin typeface="+mn-lt"/>
              </a:rPr>
              <a:t> are the inputs to the verification function.</a:t>
            </a: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liennummernplatzhalter 1">
            <a:extLst>
              <a:ext uri="{FF2B5EF4-FFF2-40B4-BE49-F238E27FC236}">
                <a16:creationId xmlns:a16="http://schemas.microsoft.com/office/drawing/2014/main" id="{19221348-CD1B-5D4D-42B7-1598843094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B97EC33-4AE9-8545-A4C6-F9403FF17583}" type="slidenum">
              <a:rPr lang="de-DE" altLang="zh-CN">
                <a:solidFill>
                  <a:srgbClr val="394073"/>
                </a:solidFill>
              </a:rPr>
              <a:pPr/>
              <a:t>7</a:t>
            </a:fld>
            <a:r>
              <a:rPr lang="de-DE" altLang="zh-CN">
                <a:solidFill>
                  <a:srgbClr val="394073"/>
                </a:solidFill>
              </a:rPr>
              <a:t>/26</a:t>
            </a:r>
          </a:p>
        </p:txBody>
      </p:sp>
      <p:sp>
        <p:nvSpPr>
          <p:cNvPr id="21507" name="Fußzeilenplatzhalter 2">
            <a:extLst>
              <a:ext uri="{FF2B5EF4-FFF2-40B4-BE49-F238E27FC236}">
                <a16:creationId xmlns:a16="http://schemas.microsoft.com/office/drawing/2014/main" id="{645065B0-03A6-D36F-1D11-D5471D815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10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AD0E94E-B09F-6FBA-BC35-41CD743F51AF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7386637" cy="730473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Security of Signature Schemes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5">
                <a:extLst>
                  <a:ext uri="{FF2B5EF4-FFF2-40B4-BE49-F238E27FC236}">
                    <a16:creationId xmlns:a16="http://schemas.microsoft.com/office/drawing/2014/main" id="{E28E459C-2B7A-B67D-1F3A-E11CB3914E2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11560" y="1124744"/>
                <a:ext cx="7848871" cy="4752528"/>
              </a:xfrm>
              <a:prstGeom prst="rect">
                <a:avLst/>
              </a:prstGeom>
            </p:spPr>
            <p:txBody>
              <a:bodyPr/>
              <a:lstStyle/>
              <a:p>
                <a:pPr marL="304800" indent="-304800" eaLnBrk="1" hangingPunct="1">
                  <a:lnSpc>
                    <a:spcPct val="125000"/>
                  </a:lnSpc>
                  <a:spcBef>
                    <a:spcPct val="25000"/>
                  </a:spcBef>
                  <a:buClr>
                    <a:srgbClr val="007AC2"/>
                  </a:buClr>
                  <a:buSzPct val="120000"/>
                  <a:buFont typeface="Arial" pitchFamily="34" charset="0"/>
                  <a:buChar char="•"/>
                  <a:defRPr/>
                </a:pPr>
                <a:r>
                  <a:rPr lang="en-US" sz="2200" kern="0" dirty="0">
                    <a:latin typeface="+mn-lt"/>
                  </a:rPr>
                  <a:t> </a:t>
                </a:r>
                <a:r>
                  <a:rPr lang="en-US" sz="2200" b="1" kern="0" dirty="0">
                    <a:solidFill>
                      <a:srgbClr val="FF0000"/>
                    </a:solidFill>
                    <a:latin typeface="+mn-lt"/>
                  </a:rPr>
                  <a:t>Existential forgery (existential unforgeability, EUF)</a:t>
                </a:r>
                <a:r>
                  <a:rPr lang="en-US" sz="2200" kern="0" dirty="0">
                    <a:latin typeface="+mn-lt"/>
                  </a:rPr>
                  <a:t> is the creation (by an adversary) of at least message/signature pair,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 kern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1" kern="0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200" b="0" i="1" kern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2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200" i="1" kern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kern="0" dirty="0">
                    <a:latin typeface="+mn-lt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altLang="zh-CN" sz="2200" b="0" i="1" kern="0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kern="0" dirty="0">
                    <a:latin typeface="+mn-lt"/>
                  </a:rPr>
                  <a:t> has never been signed by the legitimate signer.</a:t>
                </a:r>
              </a:p>
              <a:p>
                <a:pPr marL="304800" indent="-304800" eaLnBrk="1" hangingPunct="1">
                  <a:lnSpc>
                    <a:spcPct val="125000"/>
                  </a:lnSpc>
                  <a:spcBef>
                    <a:spcPct val="25000"/>
                  </a:spcBef>
                  <a:buClr>
                    <a:srgbClr val="007AC2"/>
                  </a:buClr>
                  <a:buSzPct val="120000"/>
                  <a:buFont typeface="Arial" pitchFamily="34" charset="0"/>
                  <a:buChar char="•"/>
                  <a:defRPr/>
                </a:pPr>
                <a:r>
                  <a:rPr lang="en-US" sz="2200" kern="0" dirty="0">
                    <a:latin typeface="+mn-lt"/>
                  </a:rPr>
                  <a:t>Security of a signature scheme means that an adversary should be unable to output a forgery even if it obtains signatures on many other messages of its choice (</a:t>
                </a:r>
                <a:r>
                  <a:rPr lang="en-US" sz="2200" kern="0" dirty="0">
                    <a:solidFill>
                      <a:srgbClr val="FF0000"/>
                    </a:solidFill>
                    <a:latin typeface="+mn-lt"/>
                  </a:rPr>
                  <a:t>Chosen Message Attacks</a:t>
                </a:r>
                <a:r>
                  <a:rPr lang="en-US" sz="2200" kern="0" dirty="0">
                    <a:latin typeface="+mn-lt"/>
                  </a:rPr>
                  <a:t>).</a:t>
                </a:r>
              </a:p>
              <a:p>
                <a:pPr marL="304800" indent="-304800" eaLnBrk="1" hangingPunct="1">
                  <a:lnSpc>
                    <a:spcPct val="125000"/>
                  </a:lnSpc>
                  <a:spcBef>
                    <a:spcPct val="25000"/>
                  </a:spcBef>
                  <a:buClr>
                    <a:srgbClr val="007AC2"/>
                  </a:buClr>
                  <a:buSzPct val="120000"/>
                  <a:buFont typeface="Arial" pitchFamily="34" charset="0"/>
                  <a:buChar char="•"/>
                  <a:defRPr/>
                </a:pPr>
                <a:endParaRPr lang="en-US" sz="2200" kern="0" dirty="0">
                  <a:latin typeface="+mn-lt"/>
                </a:endParaRPr>
              </a:p>
            </p:txBody>
          </p:sp>
        </mc:Choice>
        <mc:Fallback xmlns="">
          <p:sp>
            <p:nvSpPr>
              <p:cNvPr id="7" name="Rectangle 5">
                <a:extLst>
                  <a:ext uri="{FF2B5EF4-FFF2-40B4-BE49-F238E27FC236}">
                    <a16:creationId xmlns:a16="http://schemas.microsoft.com/office/drawing/2014/main" id="{E28E459C-2B7A-B67D-1F3A-E11CB3914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124744"/>
                <a:ext cx="7848871" cy="4752528"/>
              </a:xfrm>
              <a:prstGeom prst="rect">
                <a:avLst/>
              </a:prstGeom>
              <a:blipFill>
                <a:blip r:embed="rId3"/>
                <a:stretch>
                  <a:fillRect l="-1292" t="-8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9131188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liennummernplatzhalter 3">
            <a:extLst>
              <a:ext uri="{FF2B5EF4-FFF2-40B4-BE49-F238E27FC236}">
                <a16:creationId xmlns:a16="http://schemas.microsoft.com/office/drawing/2014/main" id="{9302E7B1-B677-1177-786C-C7D2CB2849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CD6615-9B48-7D44-8D5F-4A675071CDD3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8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17411" name="Fußzeilenplatzhalter 4">
            <a:extLst>
              <a:ext uri="{FF2B5EF4-FFF2-40B4-BE49-F238E27FC236}">
                <a16:creationId xmlns:a16="http://schemas.microsoft.com/office/drawing/2014/main" id="{848ADF08-F294-F81C-6B86-A0376DF1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7A387FF4-5981-9891-E6D5-65236BEDB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 eaLnBrk="1" hangingPunct="1">
              <a:buFont typeface="Webdings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Content of this Chapter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163A072C-E795-5201-8A86-E32E9896F8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593" y="1714500"/>
            <a:ext cx="7634808" cy="3428567"/>
          </a:xfrm>
          <a:noFill/>
        </p:spPr>
        <p:txBody>
          <a:bodyPr/>
          <a:lstStyle/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principle of digital signatures</a:t>
            </a:r>
          </a:p>
          <a:p>
            <a:pPr marL="342900" indent="-342900" eaLnBrk="1" hangingPunct="1"/>
            <a:r>
              <a:rPr lang="en-US" altLang="zh-CN" sz="2200" b="1" dirty="0">
                <a:ea typeface="宋体" panose="02010600030101010101" pitchFamily="2" charset="-122"/>
              </a:rPr>
              <a:t>Security services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RSA digital signature scheme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</a:t>
            </a:r>
            <a:r>
              <a:rPr lang="en-US" altLang="zh-CN" sz="2200" dirty="0" err="1">
                <a:ea typeface="宋体" panose="02010600030101010101" pitchFamily="2" charset="-122"/>
              </a:rPr>
              <a:t>Elgamal</a:t>
            </a:r>
            <a:r>
              <a:rPr lang="en-US" altLang="zh-CN" sz="2200" dirty="0">
                <a:ea typeface="宋体" panose="02010600030101010101" pitchFamily="2" charset="-122"/>
              </a:rPr>
              <a:t> digital signature scheme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Digital Signature Algorithm (DSA)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Elliptic Curve Digital Signature Algorithm(ECDSA)</a:t>
            </a:r>
          </a:p>
          <a:p>
            <a:pPr marL="342900" indent="-342900" eaLnBrk="1" hangingPunct="1"/>
            <a:endParaRPr lang="en-US" altLang="zh-CN" sz="22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3721798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liennummernplatzhalter 3">
            <a:extLst>
              <a:ext uri="{FF2B5EF4-FFF2-40B4-BE49-F238E27FC236}">
                <a16:creationId xmlns:a16="http://schemas.microsoft.com/office/drawing/2014/main" id="{DCC9C1EF-72A6-287B-B85A-4C84C8CEBC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A215A1-E726-934C-ABD8-A14CD86981FC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9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23555" name="Fußzeilenplatzhalter 4">
            <a:extLst>
              <a:ext uri="{FF2B5EF4-FFF2-40B4-BE49-F238E27FC236}">
                <a16:creationId xmlns:a16="http://schemas.microsoft.com/office/drawing/2014/main" id="{5AB6606D-C9E9-EE6D-E04A-1A269C320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B6D2468-5178-CDD6-0293-BCE24695DEDB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7386637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Core Security Services</a:t>
            </a: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19376967-7F92-F20C-2CB4-97493864A07A}"/>
              </a:ext>
            </a:extLst>
          </p:cNvPr>
          <p:cNvSpPr txBox="1">
            <a:spLocks noChangeArrowheads="1"/>
          </p:cNvSpPr>
          <p:nvPr/>
        </p:nvSpPr>
        <p:spPr>
          <a:xfrm>
            <a:off x="828676" y="2357438"/>
            <a:ext cx="7559748" cy="3929062"/>
          </a:xfrm>
          <a:prstGeom prst="rect">
            <a:avLst/>
          </a:prstGeom>
        </p:spPr>
        <p:txBody>
          <a:bodyPr/>
          <a:lstStyle/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AutoNum type="arabicPeriod"/>
              <a:defRPr/>
            </a:pPr>
            <a:r>
              <a:rPr lang="en-US" b="1" kern="0" dirty="0">
                <a:latin typeface="+mn-lt"/>
              </a:rPr>
              <a:t>Confidentiality</a:t>
            </a:r>
            <a:r>
              <a:rPr lang="en-US" i="1" kern="0" dirty="0">
                <a:latin typeface="+mn-lt"/>
              </a:rPr>
              <a:t>: </a:t>
            </a:r>
            <a:r>
              <a:rPr lang="en-US" kern="0" dirty="0">
                <a:latin typeface="+mn-lt"/>
              </a:rPr>
              <a:t>Information is kept secret from all but authorized parties.</a:t>
            </a: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AutoNum type="arabicPeriod"/>
              <a:defRPr/>
            </a:pPr>
            <a:r>
              <a:rPr lang="en-US" b="1" kern="0" dirty="0">
                <a:latin typeface="+mn-lt"/>
              </a:rPr>
              <a:t>Integrity: </a:t>
            </a:r>
            <a:r>
              <a:rPr lang="en-US" kern="0" dirty="0">
                <a:latin typeface="+mn-lt"/>
              </a:rPr>
              <a:t>Ensures that a message has not been modified in transit.</a:t>
            </a: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AutoNum type="arabicPeriod"/>
              <a:defRPr/>
            </a:pPr>
            <a:r>
              <a:rPr lang="en-US" b="1" kern="0" dirty="0">
                <a:latin typeface="+mn-lt"/>
              </a:rPr>
              <a:t>Message Authentication: </a:t>
            </a:r>
            <a:r>
              <a:rPr lang="en-US" kern="0" dirty="0">
                <a:latin typeface="+mn-lt"/>
              </a:rPr>
              <a:t>Ensures that the sender of a message is authentic. An alternative term is data origin authentication.</a:t>
            </a: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AutoNum type="arabicPeriod"/>
              <a:defRPr/>
            </a:pPr>
            <a:r>
              <a:rPr lang="en-US" b="1" kern="0" dirty="0">
                <a:latin typeface="+mn-lt"/>
              </a:rPr>
              <a:t>Non-repudiation: </a:t>
            </a:r>
            <a:r>
              <a:rPr lang="en-US" kern="0" dirty="0">
                <a:latin typeface="+mn-lt"/>
              </a:rPr>
              <a:t>Ensures that the sender of a message can not deny the creation of the message. (c.f. order of a pink car)</a:t>
            </a:r>
          </a:p>
        </p:txBody>
      </p:sp>
      <p:sp>
        <p:nvSpPr>
          <p:cNvPr id="23558" name="Rectangle 4">
            <a:extLst>
              <a:ext uri="{FF2B5EF4-FFF2-40B4-BE49-F238E27FC236}">
                <a16:creationId xmlns:a16="http://schemas.microsoft.com/office/drawing/2014/main" id="{EFF02DAE-50A0-DDE9-58E8-FF3F52DC2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1214438"/>
            <a:ext cx="6929437" cy="738187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ea typeface="宋体" panose="02010600030101010101" pitchFamily="2" charset="-122"/>
              </a:rPr>
              <a:t>The objectives of a security systems are called </a:t>
            </a:r>
            <a:r>
              <a:rPr lang="en-US" altLang="zh-CN" sz="2400" i="1">
                <a:ea typeface="宋体" panose="02010600030101010101" pitchFamily="2" charset="-122"/>
              </a:rPr>
              <a:t>security services</a:t>
            </a:r>
            <a:r>
              <a:rPr lang="en-US" altLang="zh-CN" sz="2400">
                <a:ea typeface="宋体" panose="02010600030101010101" pitchFamily="2" charset="-122"/>
              </a:rPr>
              <a:t>.</a:t>
            </a:r>
            <a:endParaRPr lang="de-DE" altLang="zh-CN" sz="2400"/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liennummernplatzhalter 1">
            <a:extLst>
              <a:ext uri="{FF2B5EF4-FFF2-40B4-BE49-F238E27FC236}">
                <a16:creationId xmlns:a16="http://schemas.microsoft.com/office/drawing/2014/main" id="{EC58947A-AFCF-57C3-0DDA-63BFD4107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DD5591-7531-EF48-9758-55BFEEEF096D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10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24579" name="Fußzeilenplatzhalter 2">
            <a:extLst>
              <a:ext uri="{FF2B5EF4-FFF2-40B4-BE49-F238E27FC236}">
                <a16:creationId xmlns:a16="http://schemas.microsoft.com/office/drawing/2014/main" id="{62ED93F7-9B48-2D86-DA44-B1BEA2147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Understanding Cryptography by Christof Paar and Jan Pelzl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EFFC977-B208-B68D-7604-51827E988E26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6462712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Additional Security Services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61E56F7-0A1C-2184-612D-1EBC6484E580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1143000"/>
            <a:ext cx="7704855" cy="4929188"/>
          </a:xfrm>
          <a:prstGeom prst="rect">
            <a:avLst/>
          </a:prstGeom>
        </p:spPr>
        <p:txBody>
          <a:bodyPr/>
          <a:lstStyle/>
          <a:p>
            <a:pPr marL="468000" indent="-4572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+mj-lt"/>
              <a:buAutoNum type="arabicPeriod" startAt="5"/>
              <a:defRPr/>
            </a:pPr>
            <a:r>
              <a:rPr lang="en-US" b="1" kern="0" dirty="0">
                <a:latin typeface="+mn-lt"/>
              </a:rPr>
              <a:t>Identification/entity authentication: </a:t>
            </a:r>
            <a:r>
              <a:rPr lang="en-US" kern="0" dirty="0">
                <a:latin typeface="+mn-lt"/>
              </a:rPr>
              <a:t>Establishing and verification of the identity of an entity, e.g. a person, a computer, or a credit card.</a:t>
            </a:r>
          </a:p>
          <a:p>
            <a:pPr marL="468000" indent="-4572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AutoNum type="arabicPeriod" startAt="5"/>
              <a:defRPr/>
            </a:pPr>
            <a:r>
              <a:rPr lang="en-US" b="1" kern="0" dirty="0">
                <a:latin typeface="+mn-lt"/>
              </a:rPr>
              <a:t>Access control: </a:t>
            </a:r>
            <a:r>
              <a:rPr lang="en-US" kern="0" dirty="0">
                <a:latin typeface="+mn-lt"/>
              </a:rPr>
              <a:t>Restricting access to the resources to privileged entities.</a:t>
            </a:r>
          </a:p>
          <a:p>
            <a:pPr marL="468000" indent="-4572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AutoNum type="arabicPeriod" startAt="5"/>
              <a:defRPr/>
            </a:pPr>
            <a:r>
              <a:rPr lang="en-US" b="1" kern="0" dirty="0">
                <a:latin typeface="+mn-lt"/>
              </a:rPr>
              <a:t>Availability: </a:t>
            </a:r>
            <a:r>
              <a:rPr lang="en-US" kern="0" dirty="0">
                <a:latin typeface="+mn-lt"/>
              </a:rPr>
              <a:t>The electronic system is reliably available.</a:t>
            </a:r>
          </a:p>
          <a:p>
            <a:pPr marL="468000" indent="-4572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AutoNum type="arabicPeriod" startAt="5"/>
              <a:defRPr/>
            </a:pPr>
            <a:r>
              <a:rPr lang="en-US" b="1" kern="0" dirty="0">
                <a:latin typeface="+mn-lt"/>
              </a:rPr>
              <a:t>Auditing: </a:t>
            </a:r>
            <a:r>
              <a:rPr lang="en-US" kern="0" dirty="0">
                <a:latin typeface="+mn-lt"/>
              </a:rPr>
              <a:t>Provides  evidences about security relevant activities, e.g., by keeping logs about certain events.</a:t>
            </a:r>
          </a:p>
          <a:p>
            <a:pPr marL="468000" indent="-4572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AutoNum type="arabicPeriod" startAt="5"/>
              <a:defRPr/>
            </a:pPr>
            <a:r>
              <a:rPr lang="en-US" b="1" kern="0" dirty="0">
                <a:latin typeface="+mn-lt"/>
              </a:rPr>
              <a:t>Physical security: </a:t>
            </a:r>
            <a:r>
              <a:rPr lang="en-US" kern="0" dirty="0">
                <a:latin typeface="+mn-lt"/>
              </a:rPr>
              <a:t>Providing protection against physical tampering and/or responses to physical tampering attempts</a:t>
            </a:r>
          </a:p>
          <a:p>
            <a:pPr marL="468000" indent="-4572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AutoNum type="arabicPeriod" startAt="5"/>
              <a:defRPr/>
            </a:pPr>
            <a:r>
              <a:rPr lang="en-US" b="1" kern="0" dirty="0">
                <a:latin typeface="+mn-lt"/>
              </a:rPr>
              <a:t>Anonymity: </a:t>
            </a:r>
            <a:r>
              <a:rPr lang="en-US" kern="0" dirty="0">
                <a:latin typeface="+mn-lt"/>
              </a:rPr>
              <a:t>Providing protection against discovery and misuse of identity.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liennummernplatzhalter 3">
            <a:extLst>
              <a:ext uri="{FF2B5EF4-FFF2-40B4-BE49-F238E27FC236}">
                <a16:creationId xmlns:a16="http://schemas.microsoft.com/office/drawing/2014/main" id="{9302E7B1-B677-1177-786C-C7D2CB2849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CD6615-9B48-7D44-8D5F-4A675071CDD3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11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17411" name="Fußzeilenplatzhalter 4">
            <a:extLst>
              <a:ext uri="{FF2B5EF4-FFF2-40B4-BE49-F238E27FC236}">
                <a16:creationId xmlns:a16="http://schemas.microsoft.com/office/drawing/2014/main" id="{848ADF08-F294-F81C-6B86-A0376DF1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7A387FF4-5981-9891-E6D5-65236BEDB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 eaLnBrk="1" hangingPunct="1">
              <a:buFont typeface="Webdings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Content of this Chapter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163A072C-E795-5201-8A86-E32E9896F8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593" y="1714500"/>
            <a:ext cx="7634808" cy="3428567"/>
          </a:xfrm>
          <a:noFill/>
        </p:spPr>
        <p:txBody>
          <a:bodyPr/>
          <a:lstStyle/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principle of digital signatures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Security services</a:t>
            </a:r>
          </a:p>
          <a:p>
            <a:pPr marL="342900" indent="-342900" eaLnBrk="1" hangingPunct="1"/>
            <a:r>
              <a:rPr lang="en-US" altLang="zh-CN" sz="2200" b="1" dirty="0">
                <a:ea typeface="宋体" panose="02010600030101010101" pitchFamily="2" charset="-122"/>
              </a:rPr>
              <a:t>The RSA digital signature scheme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</a:t>
            </a:r>
            <a:r>
              <a:rPr lang="en-US" altLang="zh-CN" sz="2200" dirty="0" err="1">
                <a:ea typeface="宋体" panose="02010600030101010101" pitchFamily="2" charset="-122"/>
              </a:rPr>
              <a:t>Elgamal</a:t>
            </a:r>
            <a:r>
              <a:rPr lang="en-US" altLang="zh-CN" sz="2200" dirty="0">
                <a:ea typeface="宋体" panose="02010600030101010101" pitchFamily="2" charset="-122"/>
              </a:rPr>
              <a:t> digital signature scheme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Digital Signature Algorithm (DSA)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Elliptic Curve Digital Signature Algorithm(ECDSA)</a:t>
            </a:r>
          </a:p>
          <a:p>
            <a:pPr marL="342900" indent="-342900" eaLnBrk="1" hangingPunct="1"/>
            <a:endParaRPr lang="en-US" altLang="zh-CN" sz="22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9237470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>
            <a:extLst>
              <a:ext uri="{FF2B5EF4-FFF2-40B4-BE49-F238E27FC236}">
                <a16:creationId xmlns:a16="http://schemas.microsoft.com/office/drawing/2014/main" id="{DE31F819-70BF-C66D-9CCF-8877F17AC4BB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7386637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Main idea of the schoolbook RSA signature scheme</a:t>
            </a:r>
          </a:p>
        </p:txBody>
      </p:sp>
      <p:sp>
        <p:nvSpPr>
          <p:cNvPr id="26627" name="Foliennummernplatzhalter 1">
            <a:extLst>
              <a:ext uri="{FF2B5EF4-FFF2-40B4-BE49-F238E27FC236}">
                <a16:creationId xmlns:a16="http://schemas.microsoft.com/office/drawing/2014/main" id="{1A9448C6-E673-0368-3E43-9D11302960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8D0FF00-8A81-B04A-9632-B974638107FB}" type="slidenum">
              <a:rPr lang="de-DE" altLang="zh-CN">
                <a:solidFill>
                  <a:srgbClr val="394073"/>
                </a:solidFill>
              </a:rPr>
              <a:pPr/>
              <a:t>12</a:t>
            </a:fld>
            <a:r>
              <a:rPr lang="de-DE" altLang="zh-CN">
                <a:solidFill>
                  <a:srgbClr val="394073"/>
                </a:solidFill>
              </a:rPr>
              <a:t>/26</a:t>
            </a:r>
          </a:p>
        </p:txBody>
      </p:sp>
      <p:sp>
        <p:nvSpPr>
          <p:cNvPr id="26628" name="Fußzeilenplatzhalter 2">
            <a:extLst>
              <a:ext uri="{FF2B5EF4-FFF2-40B4-BE49-F238E27FC236}">
                <a16:creationId xmlns:a16="http://schemas.microsoft.com/office/drawing/2014/main" id="{E008ADED-AF89-BF5C-8152-B0D767644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10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0068E38-32A2-0C9A-D38C-853844A697E6}"/>
              </a:ext>
            </a:extLst>
          </p:cNvPr>
          <p:cNvSpPr txBox="1">
            <a:spLocks noChangeArrowheads="1"/>
          </p:cNvSpPr>
          <p:nvPr/>
        </p:nvSpPr>
        <p:spPr>
          <a:xfrm>
            <a:off x="899593" y="1000125"/>
            <a:ext cx="6958532" cy="4643438"/>
          </a:xfrm>
          <a:prstGeom prst="rect">
            <a:avLst/>
          </a:prstGeom>
          <a:ln>
            <a:noFill/>
          </a:ln>
        </p:spPr>
        <p:txBody>
          <a:bodyPr/>
          <a:lstStyle/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r>
              <a:rPr lang="en-US" b="1" kern="0" dirty="0">
                <a:latin typeface="Arial" charset="0"/>
              </a:rPr>
              <a:t>To generate the private and public key:</a:t>
            </a: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r>
              <a:rPr lang="en-US" kern="0" dirty="0">
                <a:latin typeface="Arial" charset="0"/>
              </a:rPr>
              <a:t>Use the same key generation as RSA encryption.</a:t>
            </a: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endParaRPr lang="en-US" sz="1000" b="1" kern="0" dirty="0">
              <a:latin typeface="+mn-lt"/>
            </a:endParaRP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r>
              <a:rPr lang="en-US" b="1" kern="0" dirty="0">
                <a:latin typeface="+mn-lt"/>
              </a:rPr>
              <a:t>To generate the signature:</a:t>
            </a: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r>
              <a:rPr lang="en-US" kern="0" dirty="0">
                <a:latin typeface="+mn-lt"/>
              </a:rPr>
              <a:t>“encrypt” the message </a:t>
            </a:r>
            <a:r>
              <a:rPr lang="en-US" i="1" kern="0" dirty="0">
                <a:latin typeface="+mn-lt"/>
              </a:rPr>
              <a:t>x</a:t>
            </a:r>
            <a:r>
              <a:rPr lang="en-US" kern="0" dirty="0">
                <a:latin typeface="+mn-lt"/>
              </a:rPr>
              <a:t> with the private key</a:t>
            </a: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endParaRPr lang="en-US" sz="2800" kern="0" dirty="0">
              <a:latin typeface="+mn-lt"/>
            </a:endParaRP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r>
              <a:rPr lang="en-US" kern="0" dirty="0">
                <a:latin typeface="+mn-lt"/>
              </a:rPr>
              <a:t>Append </a:t>
            </a:r>
            <a:r>
              <a:rPr lang="en-US" i="1" kern="0" dirty="0">
                <a:latin typeface="+mn-lt"/>
              </a:rPr>
              <a:t>s</a:t>
            </a:r>
            <a:r>
              <a:rPr lang="en-US" kern="0" dirty="0">
                <a:latin typeface="+mn-lt"/>
              </a:rPr>
              <a:t> to message </a:t>
            </a:r>
            <a:r>
              <a:rPr lang="en-US" i="1" kern="0" dirty="0">
                <a:latin typeface="+mn-lt"/>
              </a:rPr>
              <a:t>x</a:t>
            </a: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endParaRPr lang="en-US" sz="1000" kern="0" dirty="0">
              <a:latin typeface="+mn-lt"/>
            </a:endParaRP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r>
              <a:rPr lang="en-US" b="1" kern="0" dirty="0">
                <a:latin typeface="+mn-lt"/>
              </a:rPr>
              <a:t>To verify the signature:</a:t>
            </a: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r>
              <a:rPr lang="en-US" kern="0" dirty="0">
                <a:latin typeface="+mn-lt"/>
              </a:rPr>
              <a:t>“decrypt” the signature with the public key</a:t>
            </a: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endParaRPr lang="en-US" sz="2800" kern="0" dirty="0">
              <a:latin typeface="+mn-lt"/>
            </a:endParaRP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r>
              <a:rPr lang="en-US" kern="0" dirty="0">
                <a:latin typeface="+mn-lt"/>
              </a:rPr>
              <a:t>If </a:t>
            </a:r>
            <a:r>
              <a:rPr lang="en-US" i="1" kern="0" dirty="0">
                <a:latin typeface="+mn-lt"/>
              </a:rPr>
              <a:t>x</a:t>
            </a:r>
            <a:r>
              <a:rPr lang="zh-CN" altLang="en-US" i="1" kern="0" dirty="0">
                <a:latin typeface="+mn-lt"/>
              </a:rPr>
              <a:t>‘</a:t>
            </a:r>
            <a:r>
              <a:rPr lang="en-US" i="1" kern="0" dirty="0">
                <a:latin typeface="+mn-lt"/>
              </a:rPr>
              <a:t>=x</a:t>
            </a:r>
            <a:r>
              <a:rPr lang="en-US" kern="0" dirty="0">
                <a:latin typeface="+mn-lt"/>
              </a:rPr>
              <a:t>, the signature is valid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D4DCA0A-96FF-B591-0476-C7A0564F1DC0}"/>
              </a:ext>
            </a:extLst>
          </p:cNvPr>
          <p:cNvSpPr/>
          <p:nvPr/>
        </p:nvSpPr>
        <p:spPr bwMode="auto">
          <a:xfrm>
            <a:off x="2143125" y="3000375"/>
            <a:ext cx="3214688" cy="428625"/>
          </a:xfrm>
          <a:prstGeom prst="rect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marL="762000" lvl="1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r>
              <a:rPr lang="en-US" i="1" kern="0" dirty="0"/>
              <a:t>s = </a:t>
            </a:r>
            <a:r>
              <a:rPr lang="en-US" i="1" kern="0" dirty="0" err="1"/>
              <a:t>sig</a:t>
            </a:r>
            <a:r>
              <a:rPr lang="en-US" i="1" kern="0" baseline="-25000" dirty="0" err="1"/>
              <a:t>K</a:t>
            </a:r>
            <a:r>
              <a:rPr lang="en-US" i="1" kern="0" baseline="-36000" dirty="0" err="1"/>
              <a:t>priv</a:t>
            </a:r>
            <a:r>
              <a:rPr lang="en-US" i="1" kern="0" dirty="0"/>
              <a:t>(x) = </a:t>
            </a:r>
            <a:r>
              <a:rPr lang="en-US" i="1" kern="0" dirty="0" err="1"/>
              <a:t>x</a:t>
            </a:r>
            <a:r>
              <a:rPr lang="en-US" i="1" kern="0" baseline="30000" dirty="0" err="1"/>
              <a:t>d</a:t>
            </a:r>
            <a:r>
              <a:rPr lang="en-US" i="1" kern="0" dirty="0"/>
              <a:t> mod 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4AB853D-B07B-3245-9F6A-D8A4EE1FFB9E}"/>
              </a:ext>
            </a:extLst>
          </p:cNvPr>
          <p:cNvSpPr/>
          <p:nvPr/>
        </p:nvSpPr>
        <p:spPr bwMode="auto">
          <a:xfrm>
            <a:off x="2214563" y="5072063"/>
            <a:ext cx="3214687" cy="428625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/>
          <a:lstStyle/>
          <a:p>
            <a:pPr marL="762000" lvl="1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r>
              <a:rPr lang="en-US" i="1" kern="0" dirty="0">
                <a:latin typeface="Arial" charset="0"/>
              </a:rPr>
              <a:t>x=</a:t>
            </a:r>
            <a:r>
              <a:rPr lang="en-US" i="1" kern="0" dirty="0" err="1">
                <a:latin typeface="Arial" charset="0"/>
              </a:rPr>
              <a:t>ver</a:t>
            </a:r>
            <a:r>
              <a:rPr lang="en-US" i="1" kern="0" baseline="-25000" dirty="0" err="1">
                <a:latin typeface="Arial" charset="0"/>
              </a:rPr>
              <a:t>K</a:t>
            </a:r>
            <a:r>
              <a:rPr lang="en-US" i="1" kern="0" baseline="-36000" dirty="0" err="1">
                <a:latin typeface="Arial" charset="0"/>
              </a:rPr>
              <a:t>pub</a:t>
            </a:r>
            <a:r>
              <a:rPr lang="en-US" i="1" kern="0" dirty="0">
                <a:latin typeface="Arial" charset="0"/>
              </a:rPr>
              <a:t>(s)=s</a:t>
            </a:r>
            <a:r>
              <a:rPr lang="en-US" i="1" kern="0" baseline="30000" dirty="0">
                <a:latin typeface="Arial" charset="0"/>
              </a:rPr>
              <a:t>e</a:t>
            </a:r>
            <a:r>
              <a:rPr lang="en-US" i="1" kern="0" dirty="0">
                <a:latin typeface="Arial" charset="0"/>
              </a:rPr>
              <a:t> mod n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liennummernplatzhalter 1">
            <a:extLst>
              <a:ext uri="{FF2B5EF4-FFF2-40B4-BE49-F238E27FC236}">
                <a16:creationId xmlns:a16="http://schemas.microsoft.com/office/drawing/2014/main" id="{628A16FF-B3E1-E4A6-63F2-04E7853AED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C457793-DD11-D64B-93B0-D53D2EBE53AD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13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27651" name="Fußzeilenplatzhalter 2">
            <a:extLst>
              <a:ext uri="{FF2B5EF4-FFF2-40B4-BE49-F238E27FC236}">
                <a16:creationId xmlns:a16="http://schemas.microsoft.com/office/drawing/2014/main" id="{1C070F63-E20A-2C70-5BB3-0DD9E7108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CBAAA43-373E-C8A2-9AA2-27148213C1FE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6462712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Schoolbook RSA Signature Protocol</a:t>
            </a:r>
          </a:p>
        </p:txBody>
      </p:sp>
      <p:sp>
        <p:nvSpPr>
          <p:cNvPr id="27653" name="Textfeld 6">
            <a:extLst>
              <a:ext uri="{FF2B5EF4-FFF2-40B4-BE49-F238E27FC236}">
                <a16:creationId xmlns:a16="http://schemas.microsoft.com/office/drawing/2014/main" id="{8E06F7AD-A864-901B-F061-EAD09CAE9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143000"/>
            <a:ext cx="928688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200">
                <a:ea typeface="宋体" panose="02010600030101010101" pitchFamily="2" charset="-122"/>
              </a:rPr>
              <a:t>Alice</a:t>
            </a:r>
          </a:p>
        </p:txBody>
      </p:sp>
      <p:sp>
        <p:nvSpPr>
          <p:cNvPr id="27654" name="Textfeld 7">
            <a:extLst>
              <a:ext uri="{FF2B5EF4-FFF2-40B4-BE49-F238E27FC236}">
                <a16:creationId xmlns:a16="http://schemas.microsoft.com/office/drawing/2014/main" id="{1B361600-F92C-BCDD-2A74-A3684A168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0" y="1143000"/>
            <a:ext cx="185737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200">
                <a:ea typeface="宋体" panose="02010600030101010101" pitchFamily="2" charset="-122"/>
              </a:rPr>
              <a:t>Bob</a:t>
            </a:r>
          </a:p>
        </p:txBody>
      </p:sp>
      <p:cxnSp>
        <p:nvCxnSpPr>
          <p:cNvPr id="27655" name="Gerade Verbindung mit Pfeil 9">
            <a:extLst>
              <a:ext uri="{FF2B5EF4-FFF2-40B4-BE49-F238E27FC236}">
                <a16:creationId xmlns:a16="http://schemas.microsoft.com/office/drawing/2014/main" id="{6D9DDACA-BA12-6FC4-2D2E-04DDBF67E619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2786063" y="2071688"/>
            <a:ext cx="2643187" cy="15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6" name="Gerade Verbindung mit Pfeil 11">
            <a:extLst>
              <a:ext uri="{FF2B5EF4-FFF2-40B4-BE49-F238E27FC236}">
                <a16:creationId xmlns:a16="http://schemas.microsoft.com/office/drawing/2014/main" id="{3F781418-664E-EC80-66C3-E1E8D093D6CD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2857500" y="3714750"/>
            <a:ext cx="2643188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57" name="Textfeld 13">
            <a:extLst>
              <a:ext uri="{FF2B5EF4-FFF2-40B4-BE49-F238E27FC236}">
                <a16:creationId xmlns:a16="http://schemas.microsoft.com/office/drawing/2014/main" id="{EC5562C6-7DCE-9456-036A-51D0C5B81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0" y="1714500"/>
            <a:ext cx="24288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ea typeface="宋体" panose="02010600030101010101" pitchFamily="2" charset="-122"/>
              </a:rPr>
              <a:t>K</a:t>
            </a:r>
            <a:r>
              <a:rPr lang="en-US" altLang="zh-CN" i="1" baseline="-25000">
                <a:ea typeface="宋体" panose="02010600030101010101" pitchFamily="2" charset="-122"/>
              </a:rPr>
              <a:t>pr</a:t>
            </a:r>
            <a:r>
              <a:rPr lang="en-US" altLang="zh-CN" i="1">
                <a:ea typeface="宋体" panose="02010600030101010101" pitchFamily="2" charset="-122"/>
              </a:rPr>
              <a:t> = d</a:t>
            </a:r>
          </a:p>
          <a:p>
            <a:r>
              <a:rPr lang="en-US" altLang="zh-CN" i="1">
                <a:ea typeface="宋体" panose="02010600030101010101" pitchFamily="2" charset="-122"/>
              </a:rPr>
              <a:t>K</a:t>
            </a:r>
            <a:r>
              <a:rPr lang="en-US" altLang="zh-CN" i="1" baseline="-25000">
                <a:ea typeface="宋体" panose="02010600030101010101" pitchFamily="2" charset="-122"/>
              </a:rPr>
              <a:t>pub</a:t>
            </a:r>
            <a:r>
              <a:rPr lang="en-US" altLang="zh-CN" i="1">
                <a:ea typeface="宋体" panose="02010600030101010101" pitchFamily="2" charset="-122"/>
              </a:rPr>
              <a:t> = (n, e)</a:t>
            </a:r>
          </a:p>
        </p:txBody>
      </p:sp>
      <p:sp>
        <p:nvSpPr>
          <p:cNvPr id="27658" name="Textfeld 14">
            <a:extLst>
              <a:ext uri="{FF2B5EF4-FFF2-40B4-BE49-F238E27FC236}">
                <a16:creationId xmlns:a16="http://schemas.microsoft.com/office/drawing/2014/main" id="{9F6C30B9-0A8D-49EA-9058-5C09ED867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0" y="2857500"/>
            <a:ext cx="25003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Compute signature:</a:t>
            </a:r>
          </a:p>
          <a:p>
            <a:r>
              <a:rPr lang="en-US" altLang="zh-CN" i="1">
                <a:ea typeface="宋体" panose="02010600030101010101" pitchFamily="2" charset="-122"/>
              </a:rPr>
              <a:t>s = sig</a:t>
            </a:r>
            <a:r>
              <a:rPr lang="en-US" altLang="zh-CN" i="1" baseline="-25000">
                <a:ea typeface="宋体" panose="02010600030101010101" pitchFamily="2" charset="-122"/>
              </a:rPr>
              <a:t>k</a:t>
            </a:r>
            <a:r>
              <a:rPr lang="en-US" altLang="zh-CN" i="1" baseline="-40000">
                <a:ea typeface="宋体" panose="02010600030101010101" pitchFamily="2" charset="-122"/>
              </a:rPr>
              <a:t>pr</a:t>
            </a:r>
            <a:r>
              <a:rPr lang="en-US" altLang="zh-CN" i="1">
                <a:ea typeface="宋体" panose="02010600030101010101" pitchFamily="2" charset="-122"/>
              </a:rPr>
              <a:t>(x) ≡ x</a:t>
            </a:r>
            <a:r>
              <a:rPr lang="en-US" altLang="zh-CN" i="1" baseline="30000">
                <a:ea typeface="宋体" panose="02010600030101010101" pitchFamily="2" charset="-122"/>
              </a:rPr>
              <a:t>d </a:t>
            </a:r>
            <a:r>
              <a:rPr lang="en-US" altLang="zh-CN" i="1">
                <a:ea typeface="宋体" panose="02010600030101010101" pitchFamily="2" charset="-122"/>
              </a:rPr>
              <a:t>mod n</a:t>
            </a:r>
          </a:p>
        </p:txBody>
      </p:sp>
      <p:sp>
        <p:nvSpPr>
          <p:cNvPr id="27659" name="Textfeld 18">
            <a:extLst>
              <a:ext uri="{FF2B5EF4-FFF2-40B4-BE49-F238E27FC236}">
                <a16:creationId xmlns:a16="http://schemas.microsoft.com/office/drawing/2014/main" id="{407C9995-D6CD-82F4-9908-D3252CD5F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1714500"/>
            <a:ext cx="17859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i="1">
                <a:ea typeface="宋体" panose="02010600030101010101" pitchFamily="2" charset="-122"/>
              </a:rPr>
              <a:t>K</a:t>
            </a:r>
            <a:r>
              <a:rPr lang="en-US" altLang="zh-CN" i="1" baseline="-25000">
                <a:ea typeface="宋体" panose="02010600030101010101" pitchFamily="2" charset="-122"/>
              </a:rPr>
              <a:t>pub</a:t>
            </a:r>
            <a:endParaRPr lang="en-US" altLang="zh-CN" i="1">
              <a:ea typeface="宋体" panose="02010600030101010101" pitchFamily="2" charset="-122"/>
            </a:endParaRPr>
          </a:p>
        </p:txBody>
      </p:sp>
      <p:sp>
        <p:nvSpPr>
          <p:cNvPr id="27660" name="Textfeld 19">
            <a:extLst>
              <a:ext uri="{FF2B5EF4-FFF2-40B4-BE49-F238E27FC236}">
                <a16:creationId xmlns:a16="http://schemas.microsoft.com/office/drawing/2014/main" id="{C8DAB873-9A26-E5FF-C669-7CDF86B3F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688" y="3357563"/>
            <a:ext cx="17859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i="1">
                <a:ea typeface="宋体" panose="02010600030101010101" pitchFamily="2" charset="-122"/>
              </a:rPr>
              <a:t>(x,s)</a:t>
            </a:r>
          </a:p>
        </p:txBody>
      </p:sp>
      <p:sp>
        <p:nvSpPr>
          <p:cNvPr id="27661" name="Textfeld 20">
            <a:extLst>
              <a:ext uri="{FF2B5EF4-FFF2-40B4-BE49-F238E27FC236}">
                <a16:creationId xmlns:a16="http://schemas.microsoft.com/office/drawing/2014/main" id="{844FF503-A22F-476F-429B-E7BC3BC45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4071938"/>
            <a:ext cx="52863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 Verify signature: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</a:rPr>
              <a:t>x’ ≡ s</a:t>
            </a:r>
            <a:r>
              <a:rPr lang="en-US" altLang="zh-CN" i="1" baseline="30000" dirty="0">
                <a:ea typeface="宋体" panose="02010600030101010101" pitchFamily="2" charset="-122"/>
              </a:rPr>
              <a:t>e</a:t>
            </a:r>
            <a:r>
              <a:rPr lang="en-US" altLang="zh-CN" i="1" dirty="0">
                <a:ea typeface="宋体" panose="02010600030101010101" pitchFamily="2" charset="-122"/>
              </a:rPr>
              <a:t> mod n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 If </a:t>
            </a:r>
            <a:r>
              <a:rPr lang="en-US" altLang="zh-CN" i="1" dirty="0">
                <a:ea typeface="宋体" panose="02010600030101010101" pitchFamily="2" charset="-122"/>
              </a:rPr>
              <a:t>x’ ≡ x mod n </a:t>
            </a:r>
            <a:r>
              <a:rPr lang="en-US" altLang="zh-CN" dirty="0">
                <a:ea typeface="宋体" panose="02010600030101010101" pitchFamily="2" charset="-122"/>
              </a:rPr>
              <a:t>→ valid signature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 If </a:t>
            </a:r>
            <a:r>
              <a:rPr lang="en-US" altLang="zh-CN" i="1" dirty="0">
                <a:ea typeface="宋体" panose="02010600030101010101" pitchFamily="2" charset="-122"/>
              </a:rPr>
              <a:t>x’ ≡ x mod n </a:t>
            </a:r>
            <a:r>
              <a:rPr lang="en-US" altLang="zh-CN" dirty="0">
                <a:ea typeface="宋体" panose="02010600030101010101" pitchFamily="2" charset="-122"/>
              </a:rPr>
              <a:t>→ invalid signature</a:t>
            </a:r>
          </a:p>
        </p:txBody>
      </p:sp>
      <p:cxnSp>
        <p:nvCxnSpPr>
          <p:cNvPr id="27662" name="Gerade Verbindung 23">
            <a:extLst>
              <a:ext uri="{FF2B5EF4-FFF2-40B4-BE49-F238E27FC236}">
                <a16:creationId xmlns:a16="http://schemas.microsoft.com/office/drawing/2014/main" id="{DA4C884B-9051-0B4C-05FA-2A078248B629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892969" y="5036344"/>
            <a:ext cx="214313" cy="142875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liennummernplatzhalter 1">
            <a:extLst>
              <a:ext uri="{FF2B5EF4-FFF2-40B4-BE49-F238E27FC236}">
                <a16:creationId xmlns:a16="http://schemas.microsoft.com/office/drawing/2014/main" id="{6DD233F7-74EE-0C1D-29A2-47D51ADEDC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9994F1-2542-F84F-8A8D-BDFC48DBB3A5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14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28675" name="Fußzeilenplatzhalter 2">
            <a:extLst>
              <a:ext uri="{FF2B5EF4-FFF2-40B4-BE49-F238E27FC236}">
                <a16:creationId xmlns:a16="http://schemas.microsoft.com/office/drawing/2014/main" id="{0376164E-F521-F22C-CDC7-FAE360DB9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91F4307-35C7-A011-60BA-370ABB24A49E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7458075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1900" b="1" kern="0" dirty="0">
                <a:solidFill>
                  <a:schemeClr val="tx2"/>
                </a:solidFill>
                <a:latin typeface="Arial" charset="0"/>
              </a:rPr>
              <a:t>Security and Performance of the RSA Signature Scheme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24DCD4F-A24C-6BE6-D274-DE81B62315D6}"/>
              </a:ext>
            </a:extLst>
          </p:cNvPr>
          <p:cNvSpPr txBox="1">
            <a:spLocks noChangeArrowheads="1"/>
          </p:cNvSpPr>
          <p:nvPr/>
        </p:nvSpPr>
        <p:spPr>
          <a:xfrm>
            <a:off x="857250" y="1071563"/>
            <a:ext cx="7500938" cy="5143500"/>
          </a:xfrm>
          <a:prstGeom prst="rect">
            <a:avLst/>
          </a:prstGeom>
        </p:spPr>
        <p:txBody>
          <a:bodyPr/>
          <a:lstStyle/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r>
              <a:rPr lang="en-US" sz="2000" b="1" kern="0" dirty="0">
                <a:latin typeface="+mn-lt"/>
              </a:rPr>
              <a:t>Security</a:t>
            </a:r>
            <a:r>
              <a:rPr lang="en-US" sz="2000" kern="0" dirty="0">
                <a:latin typeface="+mn-lt"/>
              </a:rPr>
              <a:t>:</a:t>
            </a:r>
          </a:p>
          <a:p>
            <a:pPr marL="432000" indent="-4320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r>
              <a:rPr lang="en-US" sz="2000" kern="0" dirty="0">
                <a:latin typeface="+mn-lt"/>
              </a:rPr>
              <a:t>	The same constrains as RSA encryption: </a:t>
            </a:r>
            <a:r>
              <a:rPr lang="en-US" sz="2000" i="1" kern="0" dirty="0">
                <a:latin typeface="+mn-lt"/>
              </a:rPr>
              <a:t>n</a:t>
            </a:r>
            <a:r>
              <a:rPr lang="en-US" sz="2000" kern="0" dirty="0">
                <a:latin typeface="+mn-lt"/>
              </a:rPr>
              <a:t> needs to be at least 1024 bits to provide a security level of 80 bit.</a:t>
            </a:r>
          </a:p>
          <a:p>
            <a:pPr marL="432000" indent="-4320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Symbol" pitchFamily="18" charset="2"/>
              <a:buChar char="Þ"/>
              <a:defRPr/>
            </a:pPr>
            <a:r>
              <a:rPr lang="en-US" sz="2000" kern="0" dirty="0">
                <a:latin typeface="+mn-lt"/>
              </a:rPr>
              <a:t>The signature, consisting of </a:t>
            </a:r>
            <a:r>
              <a:rPr lang="en-US" sz="2000" i="1" kern="0" dirty="0">
                <a:latin typeface="+mn-lt"/>
              </a:rPr>
              <a:t>s</a:t>
            </a:r>
            <a:r>
              <a:rPr lang="en-US" sz="2000" kern="0" dirty="0">
                <a:latin typeface="+mn-lt"/>
              </a:rPr>
              <a:t>, needs to be at least 1024 bits long.</a:t>
            </a: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r>
              <a:rPr lang="en-US" sz="2000" b="1" kern="0" dirty="0">
                <a:latin typeface="+mn-lt"/>
              </a:rPr>
              <a:t>Performance:</a:t>
            </a:r>
          </a:p>
          <a:p>
            <a:pPr marL="432000" indent="-4320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r>
              <a:rPr lang="en-US" sz="2000" kern="0" dirty="0">
                <a:latin typeface="+mn-lt"/>
              </a:rPr>
              <a:t>	The signing process is an exponentiation with the private key and the verification process an exponentiation with the public key </a:t>
            </a:r>
            <a:r>
              <a:rPr lang="en-US" sz="2000" i="1" kern="0" dirty="0">
                <a:latin typeface="+mn-lt"/>
              </a:rPr>
              <a:t>e</a:t>
            </a:r>
            <a:r>
              <a:rPr lang="en-US" sz="2000" kern="0" dirty="0">
                <a:latin typeface="+mn-lt"/>
              </a:rPr>
              <a:t>.</a:t>
            </a:r>
          </a:p>
          <a:p>
            <a:pPr marL="432000" indent="-4320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Symbol" pitchFamily="18" charset="2"/>
              <a:buChar char="Þ"/>
              <a:defRPr/>
            </a:pPr>
            <a:r>
              <a:rPr lang="en-US" sz="2000" kern="0" dirty="0">
                <a:latin typeface="+mn-lt"/>
              </a:rPr>
              <a:t>Signature verification is very efficient as a small number can be chosen for the public key.</a:t>
            </a: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Foliennummernplatzhalter 1">
            <a:extLst>
              <a:ext uri="{FF2B5EF4-FFF2-40B4-BE49-F238E27FC236}">
                <a16:creationId xmlns:a16="http://schemas.microsoft.com/office/drawing/2014/main" id="{27FB978F-0185-6993-4842-8C047A74D2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AE3E851-9D0A-434E-9A96-6CDFFBC4F252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15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1029" name="Fußzeilenplatzhalter 2">
            <a:extLst>
              <a:ext uri="{FF2B5EF4-FFF2-40B4-BE49-F238E27FC236}">
                <a16:creationId xmlns:a16="http://schemas.microsoft.com/office/drawing/2014/main" id="{E46DEBD4-0CA3-F921-0C68-DD0267750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2FB12B5-92FD-8102-156F-E11AE937AF45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7458075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Existential Forgery Attack against Schoolbook RSA Digital Signature</a:t>
            </a:r>
          </a:p>
        </p:txBody>
      </p:sp>
      <p:sp>
        <p:nvSpPr>
          <p:cNvPr id="1031" name="Textfeld 6">
            <a:extLst>
              <a:ext uri="{FF2B5EF4-FFF2-40B4-BE49-F238E27FC236}">
                <a16:creationId xmlns:a16="http://schemas.microsoft.com/office/drawing/2014/main" id="{0CB12D28-C7BA-7470-1ECE-D878A22D2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1143000"/>
            <a:ext cx="92868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200">
                <a:ea typeface="宋体" panose="02010600030101010101" pitchFamily="2" charset="-122"/>
              </a:rPr>
              <a:t>Alice</a:t>
            </a:r>
          </a:p>
        </p:txBody>
      </p:sp>
      <p:sp>
        <p:nvSpPr>
          <p:cNvPr id="1032" name="Textfeld 7">
            <a:extLst>
              <a:ext uri="{FF2B5EF4-FFF2-40B4-BE49-F238E27FC236}">
                <a16:creationId xmlns:a16="http://schemas.microsoft.com/office/drawing/2014/main" id="{6C041A09-AA73-0872-BC20-D1CDC9EF6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2313" y="1143000"/>
            <a:ext cx="185737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200">
                <a:ea typeface="宋体" panose="02010600030101010101" pitchFamily="2" charset="-122"/>
              </a:rPr>
              <a:t>Bob</a:t>
            </a:r>
          </a:p>
        </p:txBody>
      </p:sp>
      <p:cxnSp>
        <p:nvCxnSpPr>
          <p:cNvPr id="1033" name="Gerade Verbindung mit Pfeil 8">
            <a:extLst>
              <a:ext uri="{FF2B5EF4-FFF2-40B4-BE49-F238E27FC236}">
                <a16:creationId xmlns:a16="http://schemas.microsoft.com/office/drawing/2014/main" id="{8DD2B101-85DC-3271-3F7C-C0D07960448A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5286375" y="2286000"/>
            <a:ext cx="1465263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34" name="Gerade Verbindung mit Pfeil 9">
            <a:extLst>
              <a:ext uri="{FF2B5EF4-FFF2-40B4-BE49-F238E27FC236}">
                <a16:creationId xmlns:a16="http://schemas.microsoft.com/office/drawing/2014/main" id="{65BF0D78-7CD7-BBD5-AA4F-BA84F28414D4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1143000" y="4286250"/>
            <a:ext cx="1571625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35" name="Textfeld 10">
            <a:extLst>
              <a:ext uri="{FF2B5EF4-FFF2-40B4-BE49-F238E27FC236}">
                <a16:creationId xmlns:a16="http://schemas.microsoft.com/office/drawing/2014/main" id="{98082D42-DAFD-5A13-7F02-9250843DF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2313" y="1643063"/>
            <a:ext cx="24288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ea typeface="宋体" panose="02010600030101010101" pitchFamily="2" charset="-122"/>
              </a:rPr>
              <a:t>K</a:t>
            </a:r>
            <a:r>
              <a:rPr lang="en-US" altLang="zh-CN" i="1" baseline="-25000">
                <a:ea typeface="宋体" panose="02010600030101010101" pitchFamily="2" charset="-122"/>
              </a:rPr>
              <a:t>pr</a:t>
            </a:r>
            <a:r>
              <a:rPr lang="en-US" altLang="zh-CN" i="1">
                <a:ea typeface="宋体" panose="02010600030101010101" pitchFamily="2" charset="-122"/>
              </a:rPr>
              <a:t> = d</a:t>
            </a:r>
          </a:p>
          <a:p>
            <a:r>
              <a:rPr lang="en-US" altLang="zh-CN" i="1">
                <a:ea typeface="宋体" panose="02010600030101010101" pitchFamily="2" charset="-122"/>
              </a:rPr>
              <a:t>K</a:t>
            </a:r>
            <a:r>
              <a:rPr lang="en-US" altLang="zh-CN" i="1" baseline="-25000">
                <a:ea typeface="宋体" panose="02010600030101010101" pitchFamily="2" charset="-122"/>
              </a:rPr>
              <a:t>pub</a:t>
            </a:r>
            <a:r>
              <a:rPr lang="en-US" altLang="zh-CN" i="1">
                <a:ea typeface="宋体" panose="02010600030101010101" pitchFamily="2" charset="-122"/>
              </a:rPr>
              <a:t> = (n, e)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727DC20-4998-E4AB-909C-AF50E4698AFF}"/>
              </a:ext>
            </a:extLst>
          </p:cNvPr>
          <p:cNvSpPr txBox="1"/>
          <p:nvPr/>
        </p:nvSpPr>
        <p:spPr>
          <a:xfrm>
            <a:off x="3143250" y="2500313"/>
            <a:ext cx="2500313" cy="166211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1. Choose signature:</a:t>
            </a:r>
          </a:p>
          <a:p>
            <a:r>
              <a:rPr lang="en-US" altLang="zh-CN">
                <a:ea typeface="宋体" panose="02010600030101010101" pitchFamily="2" charset="-122"/>
              </a:rPr>
              <a:t>     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r>
              <a:rPr lang="en-US" altLang="zh-CN">
                <a:ea typeface="宋体" panose="02010600030101010101" pitchFamily="2" charset="-122"/>
              </a:rPr>
              <a:t>     </a:t>
            </a:r>
            <a:r>
              <a:rPr lang="en-US" altLang="zh-CN" i="1">
                <a:ea typeface="宋体" panose="02010600030101010101" pitchFamily="2" charset="-122"/>
              </a:rPr>
              <a:t>Z</a:t>
            </a:r>
            <a:r>
              <a:rPr lang="en-US" altLang="zh-CN" i="1" baseline="-25000">
                <a:ea typeface="宋体" panose="02010600030101010101" pitchFamily="2" charset="-122"/>
              </a:rPr>
              <a:t>n</a:t>
            </a:r>
          </a:p>
          <a:p>
            <a:endParaRPr lang="en-US" altLang="zh-CN" baseline="-25000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2. Compute message:</a:t>
            </a:r>
          </a:p>
          <a:p>
            <a:r>
              <a:rPr lang="en-US" altLang="zh-CN">
                <a:ea typeface="宋体" panose="02010600030101010101" pitchFamily="2" charset="-122"/>
              </a:rPr>
              <a:t>    </a:t>
            </a:r>
            <a:r>
              <a:rPr lang="en-US" altLang="zh-CN" i="1">
                <a:ea typeface="宋体" panose="02010600030101010101" pitchFamily="2" charset="-122"/>
              </a:rPr>
              <a:t>x ≡ s</a:t>
            </a:r>
            <a:r>
              <a:rPr lang="en-US" altLang="zh-CN" i="1" baseline="30000">
                <a:ea typeface="宋体" panose="02010600030101010101" pitchFamily="2" charset="-122"/>
              </a:rPr>
              <a:t>e</a:t>
            </a:r>
            <a:r>
              <a:rPr lang="en-US" altLang="zh-CN">
                <a:ea typeface="宋体" panose="02010600030101010101" pitchFamily="2" charset="-122"/>
              </a:rPr>
              <a:t> mod </a:t>
            </a:r>
            <a:r>
              <a:rPr lang="en-US" altLang="zh-CN" i="1">
                <a:ea typeface="宋体" panose="02010600030101010101" pitchFamily="2" charset="-122"/>
              </a:rPr>
              <a:t>n</a:t>
            </a:r>
          </a:p>
          <a:p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037" name="Textfeld 12">
            <a:extLst>
              <a:ext uri="{FF2B5EF4-FFF2-40B4-BE49-F238E27FC236}">
                <a16:creationId xmlns:a16="http://schemas.microsoft.com/office/drawing/2014/main" id="{FEC2959A-11EF-A73F-22F0-78A1A4E80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4938" y="1928813"/>
            <a:ext cx="17859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en-US" altLang="zh-CN" i="1">
                <a:ea typeface="宋体" panose="02010600030101010101" pitchFamily="2" charset="-122"/>
              </a:rPr>
              <a:t>n,e</a:t>
            </a:r>
            <a:r>
              <a:rPr lang="en-US" altLang="zh-CN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038" name="Textfeld 13">
            <a:extLst>
              <a:ext uri="{FF2B5EF4-FFF2-40B4-BE49-F238E27FC236}">
                <a16:creationId xmlns:a16="http://schemas.microsoft.com/office/drawing/2014/main" id="{4F686025-502C-D20C-3A26-A19C30F36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3929063"/>
            <a:ext cx="17859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en-US" altLang="zh-CN" i="1">
                <a:ea typeface="宋体" panose="02010600030101010101" pitchFamily="2" charset="-122"/>
              </a:rPr>
              <a:t>x,s</a:t>
            </a:r>
            <a:r>
              <a:rPr lang="en-US" altLang="zh-CN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039" name="Textfeld 14">
            <a:extLst>
              <a:ext uri="{FF2B5EF4-FFF2-40B4-BE49-F238E27FC236}">
                <a16:creationId xmlns:a16="http://schemas.microsoft.com/office/drawing/2014/main" id="{0FB1E24A-FA7A-8E84-3AC6-8CBABC03EA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4714875"/>
            <a:ext cx="3286125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Verification:</a:t>
            </a:r>
          </a:p>
          <a:p>
            <a:r>
              <a:rPr lang="en-US" altLang="zh-CN" i="1" dirty="0">
                <a:ea typeface="宋体" panose="02010600030101010101" pitchFamily="2" charset="-122"/>
              </a:rPr>
              <a:t>s</a:t>
            </a:r>
            <a:r>
              <a:rPr lang="en-US" altLang="zh-CN" i="1" baseline="30000" dirty="0">
                <a:ea typeface="宋体" panose="02010600030101010101" pitchFamily="2" charset="-122"/>
              </a:rPr>
              <a:t>e</a:t>
            </a:r>
            <a:r>
              <a:rPr lang="en-US" altLang="zh-CN" i="1" dirty="0">
                <a:ea typeface="宋体" panose="02010600030101010101" pitchFamily="2" charset="-122"/>
              </a:rPr>
              <a:t> ≡ x’</a:t>
            </a:r>
            <a:r>
              <a:rPr lang="en-US" altLang="zh-CN" dirty="0">
                <a:ea typeface="宋体" panose="02010600030101010101" pitchFamily="2" charset="-122"/>
              </a:rPr>
              <a:t> mod </a:t>
            </a:r>
            <a:r>
              <a:rPr lang="en-US" altLang="zh-CN" i="1" dirty="0">
                <a:ea typeface="宋体" panose="02010600030101010101" pitchFamily="2" charset="-122"/>
              </a:rPr>
              <a:t>n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since </a:t>
            </a:r>
            <a:r>
              <a:rPr lang="en-US" altLang="zh-CN" i="1" dirty="0">
                <a:ea typeface="宋体" panose="02010600030101010101" pitchFamily="2" charset="-122"/>
              </a:rPr>
              <a:t>s</a:t>
            </a:r>
            <a:r>
              <a:rPr lang="en-US" altLang="zh-CN" i="1" baseline="30000" dirty="0">
                <a:ea typeface="宋体" panose="02010600030101010101" pitchFamily="2" charset="-122"/>
              </a:rPr>
              <a:t>e</a:t>
            </a:r>
            <a:r>
              <a:rPr lang="en-US" altLang="zh-CN" i="1" dirty="0">
                <a:ea typeface="宋体" panose="02010600030101010101" pitchFamily="2" charset="-122"/>
              </a:rPr>
              <a:t> ≡ x </a:t>
            </a:r>
            <a:r>
              <a:rPr lang="en-US" altLang="zh-CN" dirty="0">
                <a:ea typeface="宋体" panose="02010600030101010101" pitchFamily="2" charset="-122"/>
              </a:rPr>
              <a:t>mod </a:t>
            </a:r>
            <a:r>
              <a:rPr lang="en-US" altLang="zh-CN" i="1" dirty="0">
                <a:ea typeface="宋体" panose="02010600030101010101" pitchFamily="2" charset="-122"/>
              </a:rPr>
              <a:t>n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→ Signature is valid</a:t>
            </a:r>
          </a:p>
        </p:txBody>
      </p:sp>
      <p:sp>
        <p:nvSpPr>
          <p:cNvPr id="1040" name="Textfeld 16">
            <a:extLst>
              <a:ext uri="{FF2B5EF4-FFF2-40B4-BE49-F238E27FC236}">
                <a16:creationId xmlns:a16="http://schemas.microsoft.com/office/drawing/2014/main" id="{7B44A6EE-2A57-D277-0402-3E4A65281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0438" y="1143000"/>
            <a:ext cx="1071562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200">
                <a:ea typeface="宋体" panose="02010600030101010101" pitchFamily="2" charset="-122"/>
              </a:rPr>
              <a:t>Oscar</a:t>
            </a:r>
          </a:p>
        </p:txBody>
      </p:sp>
      <p:graphicFrame>
        <p:nvGraphicFramePr>
          <p:cNvPr id="1026" name="Object 6">
            <a:extLst>
              <a:ext uri="{FF2B5EF4-FFF2-40B4-BE49-F238E27FC236}">
                <a16:creationId xmlns:a16="http://schemas.microsoft.com/office/drawing/2014/main" id="{3B3F52EE-FF26-0637-FD3F-6CA06C1907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3821113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3" imgW="2628900" imgH="4978400" progId="Equation.3">
                  <p:embed/>
                </p:oleObj>
              </mc:Choice>
              <mc:Fallback>
                <p:oleObj name="Formel" r:id="rId3" imgW="2628900" imgH="497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821113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7">
            <a:extLst>
              <a:ext uri="{FF2B5EF4-FFF2-40B4-BE49-F238E27FC236}">
                <a16:creationId xmlns:a16="http://schemas.microsoft.com/office/drawing/2014/main" id="{91667E09-4C36-9275-CAFB-7BFE43BDC3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86188" y="2857500"/>
          <a:ext cx="177800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5" imgW="4102100" imgH="4102100" progId="Equation.3">
                  <p:embed/>
                </p:oleObj>
              </mc:Choice>
              <mc:Fallback>
                <p:oleObj name="Formel" r:id="rId5" imgW="4102100" imgH="4102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2857500"/>
                        <a:ext cx="177800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41" name="Gerade Verbindung mit Pfeil 24">
            <a:extLst>
              <a:ext uri="{FF2B5EF4-FFF2-40B4-BE49-F238E27FC236}">
                <a16:creationId xmlns:a16="http://schemas.microsoft.com/office/drawing/2014/main" id="{E9377ACF-753E-63CD-25D4-D5DC2A611787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1285875" y="2214563"/>
            <a:ext cx="1463675" cy="15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42" name="Textfeld 25">
            <a:extLst>
              <a:ext uri="{FF2B5EF4-FFF2-40B4-BE49-F238E27FC236}">
                <a16:creationId xmlns:a16="http://schemas.microsoft.com/office/drawing/2014/main" id="{960FDCAE-8704-39A1-5DDA-58DBAC6BE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1857375"/>
            <a:ext cx="17859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en-US" altLang="zh-CN" i="1">
                <a:ea typeface="宋体" panose="02010600030101010101" pitchFamily="2" charset="-122"/>
              </a:rPr>
              <a:t>n,e</a:t>
            </a:r>
            <a:r>
              <a:rPr lang="en-US" altLang="zh-CN">
                <a:ea typeface="宋体" panose="02010600030101010101" pitchFamily="2" charset="-122"/>
              </a:rPr>
              <a:t>)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liennummernplatzhalter 1">
            <a:extLst>
              <a:ext uri="{FF2B5EF4-FFF2-40B4-BE49-F238E27FC236}">
                <a16:creationId xmlns:a16="http://schemas.microsoft.com/office/drawing/2014/main" id="{16056E8A-A549-BCCC-35E1-E2C763F26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1CEE561-7223-4644-BCF1-EA634E3D908E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16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29699" name="Fußzeilenplatzhalter 2">
            <a:extLst>
              <a:ext uri="{FF2B5EF4-FFF2-40B4-BE49-F238E27FC236}">
                <a16:creationId xmlns:a16="http://schemas.microsoft.com/office/drawing/2014/main" id="{A7A21A80-449D-2F07-3BCA-FBB3E1961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A91FF4-F497-0234-7ACD-1CAB763C72D8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6462712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1900" b="1" kern="0" dirty="0">
                <a:solidFill>
                  <a:schemeClr val="tx2"/>
                </a:solidFill>
                <a:latin typeface="Arial" charset="0"/>
              </a:rPr>
              <a:t>Existential Forgery and Padding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112162-D84B-1B41-4AE1-92B28AAC5AC5}"/>
              </a:ext>
            </a:extLst>
          </p:cNvPr>
          <p:cNvSpPr txBox="1">
            <a:spLocks noChangeArrowheads="1"/>
          </p:cNvSpPr>
          <p:nvPr/>
        </p:nvSpPr>
        <p:spPr>
          <a:xfrm>
            <a:off x="849312" y="1130300"/>
            <a:ext cx="7467103" cy="2655888"/>
          </a:xfrm>
          <a:prstGeom prst="rect">
            <a:avLst/>
          </a:prstGeom>
        </p:spPr>
        <p:txBody>
          <a:bodyPr/>
          <a:lstStyle/>
          <a:p>
            <a:pPr marL="432000" indent="-4320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r>
              <a:rPr lang="en-US" sz="2000" kern="0" dirty="0">
                <a:latin typeface="+mn-lt"/>
              </a:rPr>
              <a:t>An attacker can generate valid message-signature pairs (</a:t>
            </a:r>
            <a:r>
              <a:rPr lang="en-US" sz="2000" i="1" kern="0" dirty="0" err="1">
                <a:latin typeface="+mn-lt"/>
              </a:rPr>
              <a:t>x,s</a:t>
            </a:r>
            <a:r>
              <a:rPr lang="en-US" sz="2000" kern="0" dirty="0">
                <a:latin typeface="+mn-lt"/>
              </a:rPr>
              <a:t>)</a:t>
            </a:r>
          </a:p>
          <a:p>
            <a:pPr marL="432000" indent="-4320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r>
              <a:rPr lang="en-US" sz="2000" kern="0" dirty="0">
                <a:latin typeface="+mn-lt"/>
              </a:rPr>
              <a:t>But an attack can only choose the signature </a:t>
            </a:r>
            <a:r>
              <a:rPr lang="en-US" sz="2000" i="1" kern="0" dirty="0">
                <a:latin typeface="+mn-lt"/>
              </a:rPr>
              <a:t>s</a:t>
            </a:r>
            <a:r>
              <a:rPr lang="en-US" sz="2000" kern="0" dirty="0">
                <a:latin typeface="+mn-lt"/>
              </a:rPr>
              <a:t> and NOT the message </a:t>
            </a:r>
            <a:r>
              <a:rPr lang="en-US" sz="2000" i="1" kern="0" dirty="0">
                <a:latin typeface="+mn-lt"/>
              </a:rPr>
              <a:t>x</a:t>
            </a:r>
          </a:p>
          <a:p>
            <a:pPr marL="432000" indent="-4320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Symbol" pitchFamily="18" charset="2"/>
              <a:buChar char="Þ"/>
              <a:defRPr/>
            </a:pPr>
            <a:r>
              <a:rPr lang="en-US" sz="2000" kern="0" dirty="0">
                <a:latin typeface="+mn-lt"/>
              </a:rPr>
              <a:t>Attacker cannot generate messages like</a:t>
            </a:r>
            <a:r>
              <a:rPr lang="zh-CN" altLang="en-US" sz="2000" kern="0" dirty="0">
                <a:latin typeface="+mn-lt"/>
              </a:rPr>
              <a:t> “</a:t>
            </a:r>
            <a:r>
              <a:rPr lang="en-US" altLang="zh-CN" sz="2000" kern="0" dirty="0">
                <a:latin typeface="+mn-lt"/>
              </a:rPr>
              <a:t>Transfer $1000 into Oscar‘s account</a:t>
            </a:r>
            <a:r>
              <a:rPr lang="zh-CN" altLang="en-US" sz="2000" kern="0" dirty="0">
                <a:latin typeface="+mn-lt"/>
              </a:rPr>
              <a:t>”</a:t>
            </a:r>
            <a:endParaRPr lang="en-US" sz="2000" kern="0" dirty="0">
              <a:latin typeface="+mn-lt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DB94234-0E2D-6599-9A12-C7661D4B261D}"/>
              </a:ext>
            </a:extLst>
          </p:cNvPr>
          <p:cNvSpPr/>
          <p:nvPr/>
        </p:nvSpPr>
        <p:spPr bwMode="auto">
          <a:xfrm>
            <a:off x="928688" y="4000500"/>
            <a:ext cx="7572375" cy="1928813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/>
          <a:lstStyle/>
          <a:p>
            <a:pPr marL="7200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dirty="0">
                <a:latin typeface="Arial" charset="0"/>
              </a:rPr>
              <a:t>Formatting the message </a:t>
            </a:r>
            <a:r>
              <a:rPr lang="en-US" i="1" dirty="0">
                <a:latin typeface="Arial" charset="0"/>
              </a:rPr>
              <a:t>x</a:t>
            </a:r>
            <a:r>
              <a:rPr lang="en-US" dirty="0">
                <a:latin typeface="Arial" charset="0"/>
              </a:rPr>
              <a:t> according to a </a:t>
            </a:r>
            <a:r>
              <a:rPr lang="en-US" i="1" dirty="0">
                <a:latin typeface="Arial" charset="0"/>
              </a:rPr>
              <a:t>padding scheme </a:t>
            </a:r>
            <a:r>
              <a:rPr lang="en-US" dirty="0">
                <a:latin typeface="Arial" charset="0"/>
              </a:rPr>
              <a:t>can be used to make sure that an attacker cannot generate valid (</a:t>
            </a:r>
            <a:r>
              <a:rPr lang="en-US" i="1" dirty="0" err="1">
                <a:latin typeface="Arial" charset="0"/>
              </a:rPr>
              <a:t>x,s</a:t>
            </a:r>
            <a:r>
              <a:rPr lang="en-US" dirty="0">
                <a:latin typeface="Arial" charset="0"/>
              </a:rPr>
              <a:t>) pairs. </a:t>
            </a:r>
          </a:p>
          <a:p>
            <a:pPr>
              <a:defRPr/>
            </a:pPr>
            <a:endParaRPr lang="en-US" dirty="0">
              <a:latin typeface="Arial" charset="0"/>
            </a:endParaRPr>
          </a:p>
        </p:txBody>
      </p:sp>
      <p:sp>
        <p:nvSpPr>
          <p:cNvPr id="29703" name="Textfeld 6">
            <a:extLst>
              <a:ext uri="{FF2B5EF4-FFF2-40B4-BE49-F238E27FC236}">
                <a16:creationId xmlns:a16="http://schemas.microsoft.com/office/drawing/2014/main" id="{4AF3C1EE-EBFD-B82F-9BB3-769553EE5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4857750"/>
            <a:ext cx="764381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(A messages </a:t>
            </a:r>
            <a:r>
              <a:rPr lang="en-US" altLang="zh-CN" i="1">
                <a:ea typeface="宋体" panose="02010600030101010101" pitchFamily="2" charset="-122"/>
              </a:rPr>
              <a:t>x </a:t>
            </a:r>
            <a:r>
              <a:rPr lang="en-US" altLang="zh-CN">
                <a:ea typeface="宋体" panose="02010600030101010101" pitchFamily="2" charset="-122"/>
              </a:rPr>
              <a:t>generated by an attacker during an Existential Forgery Attack will not coincide with the padding scheme. For more details see Chapter 10 in </a:t>
            </a:r>
            <a:r>
              <a:rPr lang="en-US" altLang="zh-CN" i="1">
                <a:ea typeface="宋体" panose="02010600030101010101" pitchFamily="2" charset="-122"/>
              </a:rPr>
              <a:t>Understanding Cryptography.)</a:t>
            </a: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liennummernplatzhalter 1">
            <a:extLst>
              <a:ext uri="{FF2B5EF4-FFF2-40B4-BE49-F238E27FC236}">
                <a16:creationId xmlns:a16="http://schemas.microsoft.com/office/drawing/2014/main" id="{16056E8A-A549-BCCC-35E1-E2C763F26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1CEE561-7223-4644-BCF1-EA634E3D908E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17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29699" name="Fußzeilenplatzhalter 2">
            <a:extLst>
              <a:ext uri="{FF2B5EF4-FFF2-40B4-BE49-F238E27FC236}">
                <a16:creationId xmlns:a16="http://schemas.microsoft.com/office/drawing/2014/main" id="{A7A21A80-449D-2F07-3BCA-FBB3E1961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A91FF4-F497-0234-7ACD-1CAB763C72D8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7700912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" altLang="zh-CN" sz="2000" dirty="0">
                <a:effectLst/>
                <a:latin typeface="Helvetica" pitchFamily="2" charset="0"/>
              </a:rPr>
              <a:t>RSA Padding: The Probabilistic Signature Standard (PSS)</a:t>
            </a:r>
            <a:endParaRPr lang="en-US" sz="1900" b="1" kern="0" dirty="0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112162-D84B-1B41-4AE1-92B28AAC5AC5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1130300"/>
            <a:ext cx="7794648" cy="4314924"/>
          </a:xfrm>
          <a:prstGeom prst="rect">
            <a:avLst/>
          </a:prstGeom>
        </p:spPr>
        <p:txBody>
          <a:bodyPr/>
          <a:lstStyle/>
          <a:p>
            <a:pPr marL="432000" indent="-4320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r>
              <a:rPr lang="en" altLang="zh-CN" sz="2000" dirty="0">
                <a:effectLst/>
                <a:latin typeface="Helvetica" pitchFamily="2" charset="0"/>
              </a:rPr>
              <a:t>The attack above can be prevented by allowing only certain message formats. Roughly speaking, formatting imposes a rule which allows the verifier, Alice in our examples, to distinguish between valid and invalid messages; this is called padding.</a:t>
            </a:r>
          </a:p>
          <a:p>
            <a:pPr marL="432000" indent="-4320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r>
              <a:rPr lang="en" altLang="zh-CN" sz="2000" dirty="0">
                <a:latin typeface="Helvetica" pitchFamily="2" charset="0"/>
              </a:rPr>
              <a:t>For example, a simple formatting rule could specify that all messages x have 100 trailing bits with the value zero (or any other specific bit pattern). If Oscar chooses signature values s and computes the “message” x ≡ s</a:t>
            </a:r>
            <a:r>
              <a:rPr lang="en" altLang="zh-CN" sz="2000" baseline="30000" dirty="0">
                <a:latin typeface="Helvetica" pitchFamily="2" charset="0"/>
              </a:rPr>
              <a:t>e</a:t>
            </a:r>
            <a:r>
              <a:rPr lang="en" altLang="zh-CN" sz="2000" dirty="0">
                <a:latin typeface="Helvetica" pitchFamily="2" charset="0"/>
              </a:rPr>
              <a:t> mod n, it is extremely unlikely that x has this specific format.</a:t>
            </a:r>
            <a:endParaRPr lang="en-US" sz="2000" dirty="0">
              <a:latin typeface="Helvetica" pitchFamily="2" charset="0"/>
            </a:endParaRPr>
          </a:p>
          <a:p>
            <a:pPr marL="432000" indent="-4320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endParaRPr lang="en" altLang="zh-CN" sz="2000" dirty="0">
              <a:latin typeface="Helvetica" pitchFamily="2" charset="0"/>
            </a:endParaRPr>
          </a:p>
          <a:p>
            <a:pPr marL="432000" indent="-4320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endParaRPr lang="en-US" sz="2000" kern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51450026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liennummernplatzhalter 1">
            <a:extLst>
              <a:ext uri="{FF2B5EF4-FFF2-40B4-BE49-F238E27FC236}">
                <a16:creationId xmlns:a16="http://schemas.microsoft.com/office/drawing/2014/main" id="{16056E8A-A549-BCCC-35E1-E2C763F26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1CEE561-7223-4644-BCF1-EA634E3D908E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18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29699" name="Fußzeilenplatzhalter 2">
            <a:extLst>
              <a:ext uri="{FF2B5EF4-FFF2-40B4-BE49-F238E27FC236}">
                <a16:creationId xmlns:a16="http://schemas.microsoft.com/office/drawing/2014/main" id="{A7A21A80-449D-2F07-3BCA-FBB3E1961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A91FF4-F497-0234-7ACD-1CAB763C72D8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7556896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" altLang="zh-CN" sz="2000" dirty="0">
                <a:effectLst/>
                <a:latin typeface="Helvetica" pitchFamily="2" charset="0"/>
              </a:rPr>
              <a:t>RSA-PSS Encoding</a:t>
            </a:r>
          </a:p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endParaRPr lang="en-US" sz="1900" b="1" kern="0" dirty="0">
              <a:solidFill>
                <a:schemeClr val="tx2"/>
              </a:solidFill>
              <a:latin typeface="Arial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C129CAE-3682-ED84-B801-BDC399919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182" y="838200"/>
            <a:ext cx="5869507" cy="542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695049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liennummernplatzhalter 1">
            <a:extLst>
              <a:ext uri="{FF2B5EF4-FFF2-40B4-BE49-F238E27FC236}">
                <a16:creationId xmlns:a16="http://schemas.microsoft.com/office/drawing/2014/main" id="{16056E8A-A549-BCCC-35E1-E2C763F26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1CEE561-7223-4644-BCF1-EA634E3D908E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19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29699" name="Fußzeilenplatzhalter 2">
            <a:extLst>
              <a:ext uri="{FF2B5EF4-FFF2-40B4-BE49-F238E27FC236}">
                <a16:creationId xmlns:a16="http://schemas.microsoft.com/office/drawing/2014/main" id="{A7A21A80-449D-2F07-3BCA-FBB3E1961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A91FF4-F497-0234-7ACD-1CAB763C72D8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7556896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" altLang="zh-CN" sz="2000" dirty="0">
                <a:effectLst/>
                <a:latin typeface="Helvetica" pitchFamily="2" charset="0"/>
              </a:rPr>
              <a:t>RSA-PSS Verification</a:t>
            </a:r>
            <a:r>
              <a:rPr lang="en" altLang="zh-CN" sz="2000" dirty="0">
                <a:latin typeface="Helvetica" pitchFamily="2" charset="0"/>
              </a:rPr>
              <a:t> </a:t>
            </a:r>
            <a:endParaRPr lang="en" altLang="zh-CN" sz="2000" dirty="0">
              <a:effectLst/>
              <a:latin typeface="Helvetica" pitchFamily="2" charset="0"/>
            </a:endParaRPr>
          </a:p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endParaRPr lang="en-US" sz="1900" b="1" kern="0" dirty="0">
              <a:solidFill>
                <a:schemeClr val="tx2"/>
              </a:solidFill>
              <a:latin typeface="Arial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7AE5309-4386-E69F-A48E-AF1A500BD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838199"/>
            <a:ext cx="5472608" cy="539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50646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liennummernplatzhalter 3">
            <a:extLst>
              <a:ext uri="{FF2B5EF4-FFF2-40B4-BE49-F238E27FC236}">
                <a16:creationId xmlns:a16="http://schemas.microsoft.com/office/drawing/2014/main" id="{9302E7B1-B677-1177-786C-C7D2CB2849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CD6615-9B48-7D44-8D5F-4A675071CDD3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20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17411" name="Fußzeilenplatzhalter 4">
            <a:extLst>
              <a:ext uri="{FF2B5EF4-FFF2-40B4-BE49-F238E27FC236}">
                <a16:creationId xmlns:a16="http://schemas.microsoft.com/office/drawing/2014/main" id="{848ADF08-F294-F81C-6B86-A0376DF1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7A387FF4-5981-9891-E6D5-65236BEDB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 eaLnBrk="1" hangingPunct="1">
              <a:buFont typeface="Webdings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Content of this Chapter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163A072C-E795-5201-8A86-E32E9896F8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593" y="1714500"/>
            <a:ext cx="7634808" cy="3428567"/>
          </a:xfrm>
          <a:noFill/>
        </p:spPr>
        <p:txBody>
          <a:bodyPr/>
          <a:lstStyle/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principle of digital signatures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Security services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RSA digital signature scheme</a:t>
            </a:r>
          </a:p>
          <a:p>
            <a:pPr marL="342900" indent="-342900" eaLnBrk="1" hangingPunct="1"/>
            <a:r>
              <a:rPr lang="en-US" altLang="zh-CN" sz="2200" b="1" dirty="0">
                <a:ea typeface="宋体" panose="02010600030101010101" pitchFamily="2" charset="-122"/>
              </a:rPr>
              <a:t>The </a:t>
            </a:r>
            <a:r>
              <a:rPr lang="en-US" altLang="zh-CN" sz="2200" b="1" dirty="0" err="1">
                <a:ea typeface="宋体" panose="02010600030101010101" pitchFamily="2" charset="-122"/>
              </a:rPr>
              <a:t>Elgamal</a:t>
            </a:r>
            <a:r>
              <a:rPr lang="en-US" altLang="zh-CN" sz="2200" b="1" dirty="0">
                <a:ea typeface="宋体" panose="02010600030101010101" pitchFamily="2" charset="-122"/>
              </a:rPr>
              <a:t> digital signature scheme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Digital Signature Algorithm (DSA)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Elliptic Curve Digital Signature Algorithm(ECDSA)</a:t>
            </a:r>
          </a:p>
          <a:p>
            <a:pPr marL="342900" indent="-342900" eaLnBrk="1" hangingPunct="1"/>
            <a:endParaRPr lang="en-US" altLang="zh-CN" sz="22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7024329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liennummernplatzhalter 1">
            <a:extLst>
              <a:ext uri="{FF2B5EF4-FFF2-40B4-BE49-F238E27FC236}">
                <a16:creationId xmlns:a16="http://schemas.microsoft.com/office/drawing/2014/main" id="{FD84A82B-50E3-C756-0242-792967D92C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18/26</a:t>
            </a:r>
          </a:p>
        </p:txBody>
      </p:sp>
      <p:sp>
        <p:nvSpPr>
          <p:cNvPr id="31747" name="Fußzeilenplatzhalter 2">
            <a:extLst>
              <a:ext uri="{FF2B5EF4-FFF2-40B4-BE49-F238E27FC236}">
                <a16:creationId xmlns:a16="http://schemas.microsoft.com/office/drawing/2014/main" id="{DF7BAE1A-A8CF-4AA7-A207-E0B17F40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B61D770-971E-A904-8294-9634FA71EC0F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6462712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Facts about the </a:t>
            </a:r>
            <a:r>
              <a:rPr lang="en-US" sz="1900" b="1" kern="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Elgamal</a:t>
            </a:r>
            <a:r>
              <a:rPr lang="en-US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Digital Signature Scheme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9F76C75-3F21-1E80-2A5A-096666B925E1}"/>
              </a:ext>
            </a:extLst>
          </p:cNvPr>
          <p:cNvSpPr txBox="1">
            <a:spLocks noChangeArrowheads="1"/>
          </p:cNvSpPr>
          <p:nvPr/>
        </p:nvSpPr>
        <p:spPr>
          <a:xfrm>
            <a:off x="684212" y="1500188"/>
            <a:ext cx="7776219" cy="2928937"/>
          </a:xfrm>
          <a:prstGeom prst="rect">
            <a:avLst/>
          </a:prstGeom>
        </p:spPr>
        <p:txBody>
          <a:bodyPr/>
          <a:lstStyle/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Published in 1985</a:t>
            </a:r>
          </a:p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Based on the difficulty of computing discrete logarithms</a:t>
            </a:r>
          </a:p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Quite different from the encryption scheme with the same name</a:t>
            </a:r>
          </a:p>
        </p:txBody>
      </p:sp>
    </p:spTree>
    <p:extLst>
      <p:ext uri="{BB962C8B-B14F-4D97-AF65-F5344CB8AC3E}">
        <p14:creationId xmlns:p14="http://schemas.microsoft.com/office/powerpoint/2010/main" val="1754073025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liennummernplatzhalter 1">
            <a:extLst>
              <a:ext uri="{FF2B5EF4-FFF2-40B4-BE49-F238E27FC236}">
                <a16:creationId xmlns:a16="http://schemas.microsoft.com/office/drawing/2014/main" id="{16B3AB08-973E-8D92-07C8-72F6522830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F783F2-6B13-0B40-B946-18640B41A222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22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32771" name="Fußzeilenplatzhalter 2">
            <a:extLst>
              <a:ext uri="{FF2B5EF4-FFF2-40B4-BE49-F238E27FC236}">
                <a16:creationId xmlns:a16="http://schemas.microsoft.com/office/drawing/2014/main" id="{68960EB7-DFF3-EC46-B3B8-A3ADB946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9E3FC62-02F4-D823-1871-CCA6DD29DD3A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6462712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Schoolbook </a:t>
            </a:r>
            <a:r>
              <a:rPr lang="en-US" sz="1900" b="1" kern="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Elgamal</a:t>
            </a:r>
            <a:r>
              <a:rPr lang="en-US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Digital Signature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0041700-2DE2-2B0E-849A-224C057C5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340768"/>
            <a:ext cx="8568581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08326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liennummernplatzhalter 1">
            <a:extLst>
              <a:ext uri="{FF2B5EF4-FFF2-40B4-BE49-F238E27FC236}">
                <a16:creationId xmlns:a16="http://schemas.microsoft.com/office/drawing/2014/main" id="{16B3AB08-973E-8D92-07C8-72F6522830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F783F2-6B13-0B40-B946-18640B41A222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23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32771" name="Fußzeilenplatzhalter 2">
            <a:extLst>
              <a:ext uri="{FF2B5EF4-FFF2-40B4-BE49-F238E27FC236}">
                <a16:creationId xmlns:a16="http://schemas.microsoft.com/office/drawing/2014/main" id="{68960EB7-DFF3-EC46-B3B8-A3ADB946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9E3FC62-02F4-D823-1871-CCA6DD29DD3A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6462712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Schoolbook </a:t>
            </a:r>
            <a:r>
              <a:rPr lang="en-US" sz="1900" b="1" kern="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Elgamal</a:t>
            </a:r>
            <a:r>
              <a:rPr lang="en-US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Digital Signature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F7D02C5-86DC-4BD1-A63F-D6132FD95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038" y="858186"/>
            <a:ext cx="8131418" cy="537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582060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liennummernplatzhalter 1">
            <a:extLst>
              <a:ext uri="{FF2B5EF4-FFF2-40B4-BE49-F238E27FC236}">
                <a16:creationId xmlns:a16="http://schemas.microsoft.com/office/drawing/2014/main" id="{16B3AB08-973E-8D92-07C8-72F6522830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F783F2-6B13-0B40-B946-18640B41A222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24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32771" name="Fußzeilenplatzhalter 2">
            <a:extLst>
              <a:ext uri="{FF2B5EF4-FFF2-40B4-BE49-F238E27FC236}">
                <a16:creationId xmlns:a16="http://schemas.microsoft.com/office/drawing/2014/main" id="{68960EB7-DFF3-EC46-B3B8-A3ADB946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9E3FC62-02F4-D823-1871-CCA6DD29DD3A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6462712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Schoolbook </a:t>
            </a:r>
            <a:r>
              <a:rPr lang="en-US" sz="1900" b="1" kern="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Elgamal</a:t>
            </a:r>
            <a:r>
              <a:rPr lang="en-US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Digital Signature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8579AA2-CD55-79B8-8256-E9081062B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96752"/>
            <a:ext cx="8734148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42942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liennummernplatzhalter 1">
            <a:extLst>
              <a:ext uri="{FF2B5EF4-FFF2-40B4-BE49-F238E27FC236}">
                <a16:creationId xmlns:a16="http://schemas.microsoft.com/office/drawing/2014/main" id="{16B3AB08-973E-8D92-07C8-72F6522830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F783F2-6B13-0B40-B946-18640B41A222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25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32771" name="Fußzeilenplatzhalter 2">
            <a:extLst>
              <a:ext uri="{FF2B5EF4-FFF2-40B4-BE49-F238E27FC236}">
                <a16:creationId xmlns:a16="http://schemas.microsoft.com/office/drawing/2014/main" id="{68960EB7-DFF3-EC46-B3B8-A3ADB946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9E3FC62-02F4-D823-1871-CCA6DD29DD3A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7340872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" altLang="zh-CN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Correctness of the schoolbook </a:t>
            </a:r>
            <a:r>
              <a:rPr lang="en" altLang="zh-CN" sz="1900" b="1" kern="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Elgamal</a:t>
            </a:r>
            <a:r>
              <a:rPr lang="en" altLang="zh-CN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signature scheme</a:t>
            </a:r>
          </a:p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endParaRPr lang="en-US" sz="1900" b="1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1C56889-8E33-2C52-95F7-3347CEEED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33" y="980728"/>
            <a:ext cx="8373334" cy="489654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3385827-E853-C085-BB2F-BB0DADA057E0}"/>
                  </a:ext>
                </a:extLst>
              </p14:cNvPr>
              <p14:cNvContentPartPr/>
              <p14:nvPr/>
            </p14:nvContentPartPr>
            <p14:xfrm>
              <a:off x="6193080" y="2442960"/>
              <a:ext cx="1883160" cy="6894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3385827-E853-C085-BB2F-BB0DADA057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83720" y="2433600"/>
                <a:ext cx="1901880" cy="70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6186275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liennummernplatzhalter 1">
            <a:extLst>
              <a:ext uri="{FF2B5EF4-FFF2-40B4-BE49-F238E27FC236}">
                <a16:creationId xmlns:a16="http://schemas.microsoft.com/office/drawing/2014/main" id="{16B3AB08-973E-8D92-07C8-72F6522830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F783F2-6B13-0B40-B946-18640B41A222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26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32771" name="Fußzeilenplatzhalter 2">
            <a:extLst>
              <a:ext uri="{FF2B5EF4-FFF2-40B4-BE49-F238E27FC236}">
                <a16:creationId xmlns:a16="http://schemas.microsoft.com/office/drawing/2014/main" id="{68960EB7-DFF3-EC46-B3B8-A3ADB946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9E3FC62-02F4-D823-1871-CCA6DD29DD3A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7700912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" altLang="zh-CN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Example of the schoolbook </a:t>
            </a:r>
            <a:r>
              <a:rPr lang="en" altLang="zh-CN" sz="1900" b="1" kern="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Elgamal</a:t>
            </a:r>
            <a:r>
              <a:rPr lang="en" altLang="zh-CN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signature scheme</a:t>
            </a:r>
          </a:p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endParaRPr lang="en-US" sz="1900" b="1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01BEE0F-E5FC-68DF-BAA8-A27D467D6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873202"/>
            <a:ext cx="8463647" cy="522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549414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liennummernplatzhalter 1">
            <a:extLst>
              <a:ext uri="{FF2B5EF4-FFF2-40B4-BE49-F238E27FC236}">
                <a16:creationId xmlns:a16="http://schemas.microsoft.com/office/drawing/2014/main" id="{FD84A82B-50E3-C756-0242-792967D92C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18/26</a:t>
            </a:r>
          </a:p>
        </p:txBody>
      </p:sp>
      <p:sp>
        <p:nvSpPr>
          <p:cNvPr id="31747" name="Fußzeilenplatzhalter 2">
            <a:extLst>
              <a:ext uri="{FF2B5EF4-FFF2-40B4-BE49-F238E27FC236}">
                <a16:creationId xmlns:a16="http://schemas.microsoft.com/office/drawing/2014/main" id="{DF7BAE1A-A8CF-4AA7-A207-E0B17F40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B61D770-971E-A904-8294-9634FA71EC0F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7556896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Security of the schoolbook </a:t>
            </a:r>
            <a:r>
              <a:rPr lang="en-US" sz="1900" b="1" kern="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Elgamal</a:t>
            </a:r>
            <a:r>
              <a:rPr lang="en-US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Digital Signature Scheme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9F76C75-3F21-1E80-2A5A-096666B925E1}"/>
              </a:ext>
            </a:extLst>
          </p:cNvPr>
          <p:cNvSpPr txBox="1">
            <a:spLocks noChangeArrowheads="1"/>
          </p:cNvSpPr>
          <p:nvPr/>
        </p:nvSpPr>
        <p:spPr>
          <a:xfrm>
            <a:off x="684212" y="1500188"/>
            <a:ext cx="7776219" cy="2928937"/>
          </a:xfrm>
          <a:prstGeom prst="rect">
            <a:avLst/>
          </a:prstGeom>
        </p:spPr>
        <p:txBody>
          <a:bodyPr/>
          <a:lstStyle/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Reuse of the Ephemeral Key</a:t>
            </a:r>
          </a:p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Existential Forgery Attack</a:t>
            </a:r>
          </a:p>
        </p:txBody>
      </p:sp>
    </p:spTree>
    <p:extLst>
      <p:ext uri="{BB962C8B-B14F-4D97-AF65-F5344CB8AC3E}">
        <p14:creationId xmlns:p14="http://schemas.microsoft.com/office/powerpoint/2010/main" val="3405445079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liennummernplatzhalter 1">
            <a:extLst>
              <a:ext uri="{FF2B5EF4-FFF2-40B4-BE49-F238E27FC236}">
                <a16:creationId xmlns:a16="http://schemas.microsoft.com/office/drawing/2014/main" id="{16B3AB08-973E-8D92-07C8-72F6522830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F783F2-6B13-0B40-B946-18640B41A222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28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32771" name="Fußzeilenplatzhalter 2">
            <a:extLst>
              <a:ext uri="{FF2B5EF4-FFF2-40B4-BE49-F238E27FC236}">
                <a16:creationId xmlns:a16="http://schemas.microsoft.com/office/drawing/2014/main" id="{68960EB7-DFF3-EC46-B3B8-A3ADB946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9E3FC62-02F4-D823-1871-CCA6DD29DD3A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7556896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" altLang="zh-CN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Reuse the Ephemeral Key</a:t>
            </a:r>
          </a:p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endParaRPr lang="en-US" sz="1900" b="1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2A4032E-3761-76A8-9A78-48BDD80F9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04" y="851667"/>
            <a:ext cx="8060391" cy="525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185955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liennummernplatzhalter 1">
            <a:extLst>
              <a:ext uri="{FF2B5EF4-FFF2-40B4-BE49-F238E27FC236}">
                <a16:creationId xmlns:a16="http://schemas.microsoft.com/office/drawing/2014/main" id="{16B3AB08-973E-8D92-07C8-72F6522830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F783F2-6B13-0B40-B946-18640B41A222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29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32771" name="Fußzeilenplatzhalter 2">
            <a:extLst>
              <a:ext uri="{FF2B5EF4-FFF2-40B4-BE49-F238E27FC236}">
                <a16:creationId xmlns:a16="http://schemas.microsoft.com/office/drawing/2014/main" id="{68960EB7-DFF3-EC46-B3B8-A3ADB946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9E3FC62-02F4-D823-1871-CCA6DD29DD3A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7556896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" altLang="zh-CN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Reuse the Ephemeral Key</a:t>
            </a:r>
          </a:p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endParaRPr lang="en-US" sz="1900" b="1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4354AB4-F3CE-4D47-65E0-E8D0466B9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52" y="1556792"/>
            <a:ext cx="8566896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75630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liennummernplatzhalter 3">
            <a:extLst>
              <a:ext uri="{FF2B5EF4-FFF2-40B4-BE49-F238E27FC236}">
                <a16:creationId xmlns:a16="http://schemas.microsoft.com/office/drawing/2014/main" id="{9302E7B1-B677-1177-786C-C7D2CB2849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CD6615-9B48-7D44-8D5F-4A675071CDD3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30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17411" name="Fußzeilenplatzhalter 4">
            <a:extLst>
              <a:ext uri="{FF2B5EF4-FFF2-40B4-BE49-F238E27FC236}">
                <a16:creationId xmlns:a16="http://schemas.microsoft.com/office/drawing/2014/main" id="{848ADF08-F294-F81C-6B86-A0376DF1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7A387FF4-5981-9891-E6D5-65236BEDB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 eaLnBrk="1" hangingPunct="1">
              <a:buFont typeface="Webdings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Content of this Chapter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163A072C-E795-5201-8A86-E32E9896F8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593" y="1714500"/>
            <a:ext cx="7634808" cy="3428567"/>
          </a:xfrm>
          <a:noFill/>
        </p:spPr>
        <p:txBody>
          <a:bodyPr/>
          <a:lstStyle/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principle of digital signatures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Security services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RSA digital signature scheme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</a:t>
            </a:r>
            <a:r>
              <a:rPr lang="en-US" altLang="zh-CN" sz="2200" dirty="0" err="1">
                <a:ea typeface="宋体" panose="02010600030101010101" pitchFamily="2" charset="-122"/>
              </a:rPr>
              <a:t>Elgamal</a:t>
            </a:r>
            <a:r>
              <a:rPr lang="en-US" altLang="zh-CN" sz="2200" dirty="0">
                <a:ea typeface="宋体" panose="02010600030101010101" pitchFamily="2" charset="-122"/>
              </a:rPr>
              <a:t> digital signature scheme</a:t>
            </a:r>
          </a:p>
          <a:p>
            <a:pPr marL="342900" indent="-342900" eaLnBrk="1" hangingPunct="1"/>
            <a:r>
              <a:rPr lang="en-US" altLang="zh-CN" sz="2200" b="1" dirty="0">
                <a:ea typeface="宋体" panose="02010600030101010101" pitchFamily="2" charset="-122"/>
              </a:rPr>
              <a:t>The Digital Signature Algorithm (DSA)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Elliptic Curve Digital Signature Algorithm(ECDSA)</a:t>
            </a:r>
          </a:p>
          <a:p>
            <a:pPr marL="342900" indent="-342900" eaLnBrk="1" hangingPunct="1"/>
            <a:endParaRPr lang="en-US" altLang="zh-CN" sz="22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3552070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liennummernplatzhalter 1">
            <a:extLst>
              <a:ext uri="{FF2B5EF4-FFF2-40B4-BE49-F238E27FC236}">
                <a16:creationId xmlns:a16="http://schemas.microsoft.com/office/drawing/2014/main" id="{FD84A82B-50E3-C756-0242-792967D92C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18/26</a:t>
            </a:r>
          </a:p>
        </p:txBody>
      </p:sp>
      <p:sp>
        <p:nvSpPr>
          <p:cNvPr id="31747" name="Fußzeilenplatzhalter 2">
            <a:extLst>
              <a:ext uri="{FF2B5EF4-FFF2-40B4-BE49-F238E27FC236}">
                <a16:creationId xmlns:a16="http://schemas.microsoft.com/office/drawing/2014/main" id="{DF7BAE1A-A8CF-4AA7-A207-E0B17F40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B61D770-971E-A904-8294-9634FA71EC0F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6462712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Facts about the Digital Signature Algorithm (DSA)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9F76C75-3F21-1E80-2A5A-096666B925E1}"/>
              </a:ext>
            </a:extLst>
          </p:cNvPr>
          <p:cNvSpPr txBox="1">
            <a:spLocks noChangeArrowheads="1"/>
          </p:cNvSpPr>
          <p:nvPr/>
        </p:nvSpPr>
        <p:spPr>
          <a:xfrm>
            <a:off x="684212" y="1500188"/>
            <a:ext cx="7776219" cy="2928937"/>
          </a:xfrm>
          <a:prstGeom prst="rect">
            <a:avLst/>
          </a:prstGeom>
        </p:spPr>
        <p:txBody>
          <a:bodyPr/>
          <a:lstStyle/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Federal US Government standard for digital signatures (DSS)</a:t>
            </a:r>
          </a:p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Proposed by the National Institute of Standards and Technology (NIST)</a:t>
            </a:r>
          </a:p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DSA is based on the </a:t>
            </a:r>
            <a:r>
              <a:rPr lang="en-US" sz="2000" kern="0" dirty="0" err="1">
                <a:latin typeface="+mn-lt"/>
              </a:rPr>
              <a:t>Elgamal</a:t>
            </a:r>
            <a:r>
              <a:rPr lang="en-US" sz="2000" kern="0" dirty="0">
                <a:latin typeface="+mn-lt"/>
              </a:rPr>
              <a:t> signature scheme </a:t>
            </a:r>
          </a:p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Signature is only 320 bits long</a:t>
            </a:r>
          </a:p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Signature verification is slower compared to RSA</a:t>
            </a:r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liennummernplatzhalter 1">
            <a:extLst>
              <a:ext uri="{FF2B5EF4-FFF2-40B4-BE49-F238E27FC236}">
                <a16:creationId xmlns:a16="http://schemas.microsoft.com/office/drawing/2014/main" id="{16B3AB08-973E-8D92-07C8-72F6522830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F783F2-6B13-0B40-B946-18640B41A222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32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32771" name="Fußzeilenplatzhalter 2">
            <a:extLst>
              <a:ext uri="{FF2B5EF4-FFF2-40B4-BE49-F238E27FC236}">
                <a16:creationId xmlns:a16="http://schemas.microsoft.com/office/drawing/2014/main" id="{68960EB7-DFF3-EC46-B3B8-A3ADB946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9E3FC62-02F4-D823-1871-CCA6DD29DD3A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6462712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1900" b="1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Digital Signature Algorithm (DSA)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78E655A-4ED5-0594-45D4-EF10084B61CE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1025524"/>
            <a:ext cx="7335786" cy="4951437"/>
          </a:xfrm>
          <a:prstGeom prst="rect">
            <a:avLst/>
          </a:prstGeom>
        </p:spPr>
        <p:txBody>
          <a:bodyPr/>
          <a:lstStyle>
            <a:lvl1pPr marL="195263" indent="-1952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r>
              <a:rPr lang="en-US" altLang="zh-CN" sz="2000" b="1" dirty="0">
                <a:ea typeface="宋体" panose="02010600030101010101" pitchFamily="2" charset="-122"/>
              </a:rPr>
              <a:t>Key generation of DSA: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endParaRPr lang="en-US" altLang="zh-CN" sz="400" b="1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AutoNum type="arabicPeriod"/>
            </a:pPr>
            <a:r>
              <a:rPr lang="en-US" altLang="zh-CN" sz="2000" dirty="0">
                <a:ea typeface="宋体" panose="02010600030101010101" pitchFamily="2" charset="-122"/>
              </a:rPr>
              <a:t>Generate a prime </a:t>
            </a:r>
            <a:r>
              <a:rPr lang="en-US" altLang="zh-CN" sz="2000" i="1" dirty="0">
                <a:ea typeface="宋体" panose="02010600030101010101" pitchFamily="2" charset="-122"/>
              </a:rPr>
              <a:t>p</a:t>
            </a:r>
            <a:r>
              <a:rPr lang="en-US" altLang="zh-CN" sz="2000" dirty="0">
                <a:ea typeface="宋体" panose="02010600030101010101" pitchFamily="2" charset="-122"/>
              </a:rPr>
              <a:t> with 2</a:t>
            </a:r>
            <a:r>
              <a:rPr lang="en-US" altLang="zh-CN" sz="2000" baseline="30000" dirty="0">
                <a:ea typeface="宋体" panose="02010600030101010101" pitchFamily="2" charset="-122"/>
              </a:rPr>
              <a:t>1023</a:t>
            </a:r>
            <a:r>
              <a:rPr lang="en-US" altLang="zh-CN" sz="2000" dirty="0">
                <a:ea typeface="宋体" panose="02010600030101010101" pitchFamily="2" charset="-122"/>
              </a:rPr>
              <a:t> &lt; </a:t>
            </a:r>
            <a:r>
              <a:rPr lang="en-US" altLang="zh-CN" sz="2000" i="1" dirty="0">
                <a:ea typeface="宋体" panose="02010600030101010101" pitchFamily="2" charset="-122"/>
              </a:rPr>
              <a:t>p</a:t>
            </a:r>
            <a:r>
              <a:rPr lang="en-US" altLang="zh-CN" sz="2000" dirty="0">
                <a:ea typeface="宋体" panose="02010600030101010101" pitchFamily="2" charset="-122"/>
              </a:rPr>
              <a:t> &lt; 2</a:t>
            </a:r>
            <a:r>
              <a:rPr lang="en-US" altLang="zh-CN" sz="2000" baseline="30000" dirty="0">
                <a:ea typeface="宋体" panose="02010600030101010101" pitchFamily="2" charset="-122"/>
              </a:rPr>
              <a:t>1024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AutoNum type="arabicPeriod"/>
            </a:pPr>
            <a:r>
              <a:rPr lang="en-US" altLang="zh-CN" sz="2000" dirty="0">
                <a:ea typeface="宋体" panose="02010600030101010101" pitchFamily="2" charset="-122"/>
              </a:rPr>
              <a:t>Find a prime divisor </a:t>
            </a:r>
            <a:r>
              <a:rPr lang="en-US" altLang="zh-CN" sz="2000" i="1" dirty="0">
                <a:ea typeface="宋体" panose="02010600030101010101" pitchFamily="2" charset="-122"/>
              </a:rPr>
              <a:t>q</a:t>
            </a:r>
            <a:r>
              <a:rPr lang="en-US" altLang="zh-CN" sz="2000" dirty="0">
                <a:ea typeface="宋体" panose="02010600030101010101" pitchFamily="2" charset="-122"/>
              </a:rPr>
              <a:t> of </a:t>
            </a:r>
            <a:r>
              <a:rPr lang="en-US" altLang="zh-CN" sz="2000" i="1" dirty="0">
                <a:ea typeface="宋体" panose="02010600030101010101" pitchFamily="2" charset="-122"/>
              </a:rPr>
              <a:t>p-1</a:t>
            </a:r>
            <a:r>
              <a:rPr lang="en-US" altLang="zh-CN" sz="2000" dirty="0">
                <a:ea typeface="宋体" panose="02010600030101010101" pitchFamily="2" charset="-122"/>
              </a:rPr>
              <a:t> with 2</a:t>
            </a:r>
            <a:r>
              <a:rPr lang="en-US" altLang="zh-CN" sz="2000" baseline="30000" dirty="0">
                <a:ea typeface="宋体" panose="02010600030101010101" pitchFamily="2" charset="-122"/>
              </a:rPr>
              <a:t>159</a:t>
            </a:r>
            <a:r>
              <a:rPr lang="en-US" altLang="zh-CN" sz="2000" dirty="0">
                <a:ea typeface="宋体" panose="02010600030101010101" pitchFamily="2" charset="-122"/>
              </a:rPr>
              <a:t> &lt; </a:t>
            </a:r>
            <a:r>
              <a:rPr lang="en-US" altLang="zh-CN" sz="2000" i="1" dirty="0">
                <a:ea typeface="宋体" panose="02010600030101010101" pitchFamily="2" charset="-122"/>
              </a:rPr>
              <a:t>q</a:t>
            </a:r>
            <a:r>
              <a:rPr lang="en-US" altLang="zh-CN" sz="2000" dirty="0">
                <a:ea typeface="宋体" panose="02010600030101010101" pitchFamily="2" charset="-122"/>
              </a:rPr>
              <a:t> &lt; 2</a:t>
            </a:r>
            <a:r>
              <a:rPr lang="en-US" altLang="zh-CN" sz="2000" baseline="30000" dirty="0">
                <a:ea typeface="宋体" panose="02010600030101010101" pitchFamily="2" charset="-122"/>
              </a:rPr>
              <a:t>160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AutoNum type="arabicPeriod"/>
            </a:pPr>
            <a:r>
              <a:rPr lang="en-US" altLang="zh-CN" sz="2000" dirty="0">
                <a:ea typeface="宋体" panose="02010600030101010101" pitchFamily="2" charset="-122"/>
              </a:rPr>
              <a:t>Find an integer </a:t>
            </a:r>
            <a:r>
              <a:rPr lang="en-US" altLang="zh-CN" sz="2000" i="1" dirty="0">
                <a:ea typeface="宋体" panose="02010600030101010101" pitchFamily="2" charset="-122"/>
              </a:rPr>
              <a:t>α</a:t>
            </a:r>
            <a:r>
              <a:rPr lang="en-US" altLang="zh-CN" sz="2000" dirty="0">
                <a:ea typeface="宋体" panose="02010600030101010101" pitchFamily="2" charset="-122"/>
              </a:rPr>
              <a:t> with </a:t>
            </a:r>
            <a:r>
              <a:rPr lang="en-US" altLang="zh-CN" sz="2000" dirty="0" err="1">
                <a:ea typeface="宋体" panose="02010600030101010101" pitchFamily="2" charset="-122"/>
              </a:rPr>
              <a:t>ord</a:t>
            </a:r>
            <a:r>
              <a:rPr lang="en-US" altLang="zh-CN" sz="2000" dirty="0"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ea typeface="宋体" panose="02010600030101010101" pitchFamily="2" charset="-122"/>
              </a:rPr>
              <a:t>α</a:t>
            </a:r>
            <a:r>
              <a:rPr lang="en-US" altLang="zh-CN" sz="2000" dirty="0">
                <a:ea typeface="宋体" panose="02010600030101010101" pitchFamily="2" charset="-122"/>
              </a:rPr>
              <a:t>)=</a:t>
            </a:r>
            <a:r>
              <a:rPr lang="en-US" altLang="zh-CN" sz="2000" i="1" dirty="0">
                <a:ea typeface="宋体" panose="02010600030101010101" pitchFamily="2" charset="-122"/>
              </a:rPr>
              <a:t>q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AutoNum type="arabicPeriod"/>
            </a:pPr>
            <a:r>
              <a:rPr lang="en-US" altLang="zh-CN" sz="2000" dirty="0">
                <a:ea typeface="宋体" panose="02010600030101010101" pitchFamily="2" charset="-122"/>
              </a:rPr>
              <a:t>Choose a random integer </a:t>
            </a:r>
            <a:r>
              <a:rPr lang="en-US" altLang="zh-CN" sz="2000" i="1" dirty="0"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ea typeface="宋体" panose="02010600030101010101" pitchFamily="2" charset="-122"/>
              </a:rPr>
              <a:t> with 0&lt;</a:t>
            </a:r>
            <a:r>
              <a:rPr lang="en-US" altLang="zh-CN" sz="2000" i="1" dirty="0">
                <a:ea typeface="宋体" panose="02010600030101010101" pitchFamily="2" charset="-122"/>
              </a:rPr>
              <a:t>d&lt;q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AutoNum type="arabicPeriod"/>
            </a:pPr>
            <a:r>
              <a:rPr lang="en-US" altLang="zh-CN" sz="2000" dirty="0">
                <a:ea typeface="宋体" panose="02010600030101010101" pitchFamily="2" charset="-122"/>
              </a:rPr>
              <a:t>Compute </a:t>
            </a:r>
            <a:r>
              <a:rPr lang="en-US" altLang="zh-CN" sz="2000" i="1" dirty="0">
                <a:ea typeface="宋体" panose="02010600030101010101" pitchFamily="2" charset="-122"/>
              </a:rPr>
              <a:t>β </a:t>
            </a:r>
            <a:r>
              <a:rPr lang="en-US" altLang="zh-CN" sz="2000" dirty="0">
                <a:ea typeface="宋体" panose="02010600030101010101" pitchFamily="2" charset="-122"/>
              </a:rPr>
              <a:t>≡ </a:t>
            </a:r>
            <a:r>
              <a:rPr lang="en-US" altLang="zh-CN" sz="2000" i="1" dirty="0">
                <a:ea typeface="宋体" panose="02010600030101010101" pitchFamily="2" charset="-122"/>
              </a:rPr>
              <a:t>α</a:t>
            </a:r>
            <a:r>
              <a:rPr lang="en-US" altLang="zh-CN" sz="2000" i="1" baseline="30000" dirty="0"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ea typeface="宋体" panose="02010600030101010101" pitchFamily="2" charset="-122"/>
              </a:rPr>
              <a:t> mod </a:t>
            </a:r>
            <a:r>
              <a:rPr lang="en-US" altLang="zh-CN" sz="2000" i="1" dirty="0">
                <a:ea typeface="宋体" panose="02010600030101010101" pitchFamily="2" charset="-122"/>
              </a:rPr>
              <a:t>p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AutoNum type="arabicPeriod"/>
            </a:pP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r>
              <a:rPr lang="en-US" altLang="zh-CN" sz="2000" b="1" dirty="0">
                <a:ea typeface="宋体" panose="02010600030101010101" pitchFamily="2" charset="-122"/>
              </a:rPr>
              <a:t>The keys are: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r>
              <a:rPr lang="en-US" altLang="zh-CN" sz="2000" i="1" dirty="0" err="1">
                <a:ea typeface="宋体" panose="02010600030101010101" pitchFamily="2" charset="-122"/>
              </a:rPr>
              <a:t>k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pub</a:t>
            </a:r>
            <a:r>
              <a:rPr lang="en-US" altLang="zh-CN" sz="2000" dirty="0">
                <a:ea typeface="宋体" panose="02010600030101010101" pitchFamily="2" charset="-122"/>
              </a:rPr>
              <a:t> = (</a:t>
            </a:r>
            <a:r>
              <a:rPr lang="en-US" altLang="zh-CN" sz="2000" i="1" dirty="0" err="1">
                <a:ea typeface="宋体" panose="02010600030101010101" pitchFamily="2" charset="-122"/>
              </a:rPr>
              <a:t>p,q</a:t>
            </a:r>
            <a:r>
              <a:rPr lang="en-US" altLang="zh-CN" sz="2000" i="1" dirty="0">
                <a:ea typeface="宋体" panose="02010600030101010101" pitchFamily="2" charset="-122"/>
              </a:rPr>
              <a:t>,α,β</a:t>
            </a:r>
            <a:r>
              <a:rPr lang="en-US" altLang="zh-CN" sz="2000" dirty="0">
                <a:ea typeface="宋体" panose="02010600030101010101" pitchFamily="2" charset="-122"/>
              </a:rPr>
              <a:t>)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r>
              <a:rPr lang="en-US" altLang="zh-CN" sz="2000" i="1" dirty="0" err="1">
                <a:ea typeface="宋体" panose="02010600030101010101" pitchFamily="2" charset="-122"/>
              </a:rPr>
              <a:t>k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pr</a:t>
            </a:r>
            <a:r>
              <a:rPr lang="en-US" altLang="zh-CN" sz="2000" i="1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= (</a:t>
            </a:r>
            <a:r>
              <a:rPr lang="en-US" altLang="zh-CN" sz="2000" i="1" dirty="0"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ea typeface="宋体" panose="02010600030101010101" pitchFamily="2" charset="-122"/>
              </a:rPr>
              <a:t>)</a:t>
            </a:r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liennummernplatzhalter 1">
            <a:extLst>
              <a:ext uri="{FF2B5EF4-FFF2-40B4-BE49-F238E27FC236}">
                <a16:creationId xmlns:a16="http://schemas.microsoft.com/office/drawing/2014/main" id="{EAA0678D-7249-27D3-14BC-77CBE49D82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B10AD3E-C55C-364E-9405-9F603AA8D425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33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33795" name="Fußzeilenplatzhalter 2">
            <a:extLst>
              <a:ext uri="{FF2B5EF4-FFF2-40B4-BE49-F238E27FC236}">
                <a16:creationId xmlns:a16="http://schemas.microsoft.com/office/drawing/2014/main" id="{901BB7B9-C9F5-80B8-59E2-5B6BED946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8793476-894F-3E02-3F81-8F3665DF0CDB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6462712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1900" b="1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Digital Signature Algorithm (DSA)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AF7B949-3F65-466C-9302-B4E00BE0CFCA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1052736"/>
            <a:ext cx="7776864" cy="5000625"/>
          </a:xfrm>
          <a:prstGeom prst="rect">
            <a:avLst/>
          </a:prstGeom>
        </p:spPr>
        <p:txBody>
          <a:bodyPr/>
          <a:lstStyle>
            <a:lvl1pPr indent="-1952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r>
              <a:rPr lang="en-US" altLang="zh-CN" sz="2000" b="1" dirty="0">
                <a:ea typeface="宋体" panose="02010600030101010101" pitchFamily="2" charset="-122"/>
              </a:rPr>
              <a:t>DSA signature generation :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r>
              <a:rPr lang="en-US" altLang="zh-CN" sz="2000" dirty="0">
                <a:ea typeface="宋体" panose="02010600030101010101" pitchFamily="2" charset="-122"/>
              </a:rPr>
              <a:t>Given: message </a:t>
            </a:r>
            <a:r>
              <a:rPr lang="en-US" altLang="zh-CN" sz="2000" i="1" dirty="0">
                <a:ea typeface="宋体" panose="02010600030101010101" pitchFamily="2" charset="-122"/>
              </a:rPr>
              <a:t>x</a:t>
            </a:r>
            <a:r>
              <a:rPr lang="en-US" altLang="zh-CN" sz="2000" dirty="0">
                <a:ea typeface="宋体" panose="02010600030101010101" pitchFamily="2" charset="-122"/>
              </a:rPr>
              <a:t>, signature </a:t>
            </a:r>
            <a:r>
              <a:rPr lang="en-US" altLang="zh-CN" sz="2000" i="1" dirty="0">
                <a:ea typeface="宋体" panose="02010600030101010101" pitchFamily="2" charset="-122"/>
              </a:rPr>
              <a:t>s</a:t>
            </a:r>
            <a:r>
              <a:rPr lang="en-US" altLang="zh-CN" sz="2000" dirty="0">
                <a:ea typeface="宋体" panose="02010600030101010101" pitchFamily="2" charset="-122"/>
              </a:rPr>
              <a:t>, private key </a:t>
            </a:r>
            <a:r>
              <a:rPr lang="en-US" altLang="zh-CN" sz="2000" i="1" dirty="0"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ea typeface="宋体" panose="02010600030101010101" pitchFamily="2" charset="-122"/>
              </a:rPr>
              <a:t> and public key (</a:t>
            </a:r>
            <a:r>
              <a:rPr lang="en-US" altLang="zh-CN" sz="2000" i="1" dirty="0" err="1">
                <a:ea typeface="宋体" panose="02010600030101010101" pitchFamily="2" charset="-122"/>
              </a:rPr>
              <a:t>p,q</a:t>
            </a:r>
            <a:r>
              <a:rPr lang="en-US" altLang="zh-CN" sz="2000" i="1" dirty="0">
                <a:ea typeface="宋体" panose="02010600030101010101" pitchFamily="2" charset="-122"/>
              </a:rPr>
              <a:t>,α,β</a:t>
            </a:r>
            <a:r>
              <a:rPr lang="en-US" altLang="zh-CN" sz="2000" dirty="0">
                <a:ea typeface="宋体" panose="02010600030101010101" pitchFamily="2" charset="-122"/>
              </a:rPr>
              <a:t>)</a:t>
            </a:r>
            <a:r>
              <a:rPr lang="en-US" altLang="zh-CN" sz="2000" i="1" dirty="0">
                <a:ea typeface="宋体" panose="02010600030101010101" pitchFamily="2" charset="-122"/>
              </a:rPr>
              <a:t> </a:t>
            </a:r>
            <a:endParaRPr lang="en-US" altLang="zh-CN" sz="2000" b="1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AutoNum type="arabicPeriod"/>
            </a:pPr>
            <a:r>
              <a:rPr lang="en-US" altLang="zh-CN" sz="2000" dirty="0">
                <a:ea typeface="宋体" panose="02010600030101010101" pitchFamily="2" charset="-122"/>
              </a:rPr>
              <a:t>Choose an integer as random ephemeral key </a:t>
            </a:r>
            <a:r>
              <a:rPr lang="en-US" altLang="zh-CN" sz="2000" i="1" dirty="0" err="1">
                <a:ea typeface="宋体" panose="02010600030101010101" pitchFamily="2" charset="-122"/>
              </a:rPr>
              <a:t>k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E</a:t>
            </a:r>
            <a:r>
              <a:rPr lang="en-US" altLang="zh-CN" sz="2000" dirty="0">
                <a:ea typeface="宋体" panose="02010600030101010101" pitchFamily="2" charset="-122"/>
              </a:rPr>
              <a:t> with 0&lt;</a:t>
            </a:r>
            <a:r>
              <a:rPr lang="en-US" altLang="zh-CN" sz="2000" i="1" dirty="0" err="1">
                <a:ea typeface="宋体" panose="02010600030101010101" pitchFamily="2" charset="-122"/>
              </a:rPr>
              <a:t>k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E</a:t>
            </a:r>
            <a:r>
              <a:rPr lang="en-US" altLang="zh-CN" sz="2000" dirty="0">
                <a:ea typeface="宋体" panose="02010600030101010101" pitchFamily="2" charset="-122"/>
              </a:rPr>
              <a:t>&lt;</a:t>
            </a:r>
            <a:r>
              <a:rPr lang="en-US" altLang="zh-CN" sz="2000" i="1" dirty="0">
                <a:ea typeface="宋体" panose="02010600030101010101" pitchFamily="2" charset="-122"/>
              </a:rPr>
              <a:t>q</a:t>
            </a:r>
            <a:endParaRPr lang="en-US" altLang="zh-CN" sz="2000" i="1" baseline="30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AutoNum type="arabicPeriod"/>
            </a:pPr>
            <a:r>
              <a:rPr lang="en-US" altLang="zh-CN" sz="2000" dirty="0">
                <a:ea typeface="宋体" panose="02010600030101010101" pitchFamily="2" charset="-122"/>
              </a:rPr>
              <a:t>Compute </a:t>
            </a:r>
            <a:r>
              <a:rPr lang="en-US" altLang="zh-CN" sz="2000" i="1" dirty="0">
                <a:ea typeface="宋体" panose="02010600030101010101" pitchFamily="2" charset="-122"/>
              </a:rPr>
              <a:t>r</a:t>
            </a:r>
            <a:r>
              <a:rPr lang="en-US" altLang="zh-CN" sz="2000" dirty="0">
                <a:ea typeface="宋体" panose="02010600030101010101" pitchFamily="2" charset="-122"/>
              </a:rPr>
              <a:t>  ≡ (</a:t>
            </a:r>
            <a:r>
              <a:rPr lang="en-US" altLang="zh-CN" sz="2000" i="1" dirty="0">
                <a:ea typeface="宋体" panose="02010600030101010101" pitchFamily="2" charset="-122"/>
              </a:rPr>
              <a:t>α</a:t>
            </a:r>
            <a:r>
              <a:rPr lang="en-US" altLang="zh-CN" sz="2000" i="1" baseline="30000" dirty="0" err="1">
                <a:ea typeface="宋体" panose="02010600030101010101" pitchFamily="2" charset="-122"/>
              </a:rPr>
              <a:t>k</a:t>
            </a:r>
            <a:r>
              <a:rPr lang="en-US" altLang="zh-CN" sz="2000" i="1" baseline="20000" dirty="0" err="1">
                <a:ea typeface="宋体" panose="02010600030101010101" pitchFamily="2" charset="-122"/>
              </a:rPr>
              <a:t>E</a:t>
            </a:r>
            <a:r>
              <a:rPr lang="en-US" altLang="zh-CN" sz="2000" i="1" baseline="20000" dirty="0">
                <a:ea typeface="宋体" panose="02010600030101010101" pitchFamily="2" charset="-122"/>
              </a:rPr>
              <a:t> </a:t>
            </a:r>
            <a:r>
              <a:rPr lang="en-US" altLang="zh-CN" sz="2000" i="1" dirty="0">
                <a:ea typeface="宋体" panose="02010600030101010101" pitchFamily="2" charset="-122"/>
              </a:rPr>
              <a:t>mod p</a:t>
            </a:r>
            <a:r>
              <a:rPr lang="en-US" altLang="zh-CN" sz="2000" dirty="0">
                <a:ea typeface="宋体" panose="02010600030101010101" pitchFamily="2" charset="-122"/>
              </a:rPr>
              <a:t>) mod </a:t>
            </a:r>
            <a:r>
              <a:rPr lang="en-US" altLang="zh-CN" sz="2000" i="1" dirty="0">
                <a:ea typeface="宋体" panose="02010600030101010101" pitchFamily="2" charset="-122"/>
              </a:rPr>
              <a:t>q</a:t>
            </a:r>
            <a:endParaRPr lang="en-US" altLang="zh-CN" sz="2000" i="1" baseline="30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AutoNum type="arabicPeriod"/>
            </a:pPr>
            <a:r>
              <a:rPr lang="en-US" altLang="zh-CN" sz="2000" dirty="0">
                <a:ea typeface="宋体" panose="02010600030101010101" pitchFamily="2" charset="-122"/>
              </a:rPr>
              <a:t>Computes s ≡ (H(</a:t>
            </a:r>
            <a:r>
              <a:rPr lang="en-US" altLang="zh-CN" sz="2000" i="1" dirty="0">
                <a:ea typeface="宋体" panose="02010600030101010101" pitchFamily="2" charset="-122"/>
              </a:rPr>
              <a:t>x</a:t>
            </a:r>
            <a:r>
              <a:rPr lang="en-US" altLang="zh-CN" sz="2000" dirty="0">
                <a:ea typeface="宋体" panose="02010600030101010101" pitchFamily="2" charset="-122"/>
              </a:rPr>
              <a:t>)+</a:t>
            </a:r>
            <a:r>
              <a:rPr lang="en-US" altLang="zh-CN" sz="2000" i="1" dirty="0">
                <a:ea typeface="宋体" panose="02010600030101010101" pitchFamily="2" charset="-122"/>
              </a:rPr>
              <a:t>d ∙ r</a:t>
            </a:r>
            <a:r>
              <a:rPr lang="en-US" altLang="zh-CN" sz="2000" dirty="0">
                <a:ea typeface="宋体" panose="02010600030101010101" pitchFamily="2" charset="-122"/>
              </a:rPr>
              <a:t>) </a:t>
            </a:r>
            <a:r>
              <a:rPr lang="en-US" altLang="zh-CN" sz="2000" i="1" dirty="0">
                <a:ea typeface="宋体" panose="02010600030101010101" pitchFamily="2" charset="-122"/>
              </a:rPr>
              <a:t>k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E</a:t>
            </a:r>
            <a:r>
              <a:rPr lang="en-US" altLang="zh-CN" sz="2000" i="1" baseline="30000" dirty="0">
                <a:ea typeface="宋体" panose="02010600030101010101" pitchFamily="2" charset="-122"/>
              </a:rPr>
              <a:t>-</a:t>
            </a:r>
            <a:r>
              <a:rPr lang="en-US" altLang="zh-CN" sz="2000" baseline="30000" dirty="0">
                <a:ea typeface="宋体" panose="02010600030101010101" pitchFamily="2" charset="-122"/>
              </a:rPr>
              <a:t>1 </a:t>
            </a:r>
            <a:r>
              <a:rPr lang="en-US" altLang="zh-CN" sz="2000" dirty="0">
                <a:ea typeface="宋体" panose="02010600030101010101" pitchFamily="2" charset="-122"/>
              </a:rPr>
              <a:t>mod </a:t>
            </a:r>
            <a:r>
              <a:rPr lang="en-US" altLang="zh-CN" sz="2000" i="1" dirty="0">
                <a:ea typeface="宋体" panose="02010600030101010101" pitchFamily="2" charset="-122"/>
              </a:rPr>
              <a:t>q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r>
              <a:rPr lang="en-US" altLang="zh-CN" sz="2000" dirty="0">
                <a:ea typeface="宋体" panose="02010600030101010101" pitchFamily="2" charset="-122"/>
              </a:rPr>
              <a:t>The signature consists of (</a:t>
            </a:r>
            <a:r>
              <a:rPr lang="en-US" altLang="zh-CN" sz="2000" i="1" dirty="0">
                <a:ea typeface="宋体" panose="02010600030101010101" pitchFamily="2" charset="-122"/>
              </a:rPr>
              <a:t>r, s</a:t>
            </a:r>
            <a:r>
              <a:rPr lang="en-US" altLang="zh-CN" sz="2000" dirty="0">
                <a:ea typeface="宋体" panose="02010600030101010101" pitchFamily="2" charset="-122"/>
              </a:rPr>
              <a:t>)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endParaRPr lang="en-US" altLang="zh-CN" sz="1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r>
              <a:rPr lang="en-US" altLang="zh-CN" sz="2000" dirty="0">
                <a:ea typeface="宋体" panose="02010600030101010101" pitchFamily="2" charset="-122"/>
              </a:rPr>
              <a:t>H(x) denotes a hash function which computes a 160-bit fingerprint of message </a:t>
            </a:r>
            <a:r>
              <a:rPr lang="en-US" altLang="zh-CN" sz="2000" i="1" dirty="0">
                <a:ea typeface="宋体" panose="02010600030101010101" pitchFamily="2" charset="-122"/>
              </a:rPr>
              <a:t>x</a:t>
            </a:r>
            <a:r>
              <a:rPr lang="en-US" altLang="zh-CN" sz="2000" dirty="0">
                <a:ea typeface="宋体" panose="02010600030101010101" pitchFamily="2" charset="-122"/>
              </a:rPr>
              <a:t>. (See Chapter 11 of </a:t>
            </a:r>
            <a:r>
              <a:rPr lang="en-US" altLang="zh-CN" sz="2000" i="1" dirty="0">
                <a:ea typeface="宋体" panose="02010600030101010101" pitchFamily="2" charset="-122"/>
              </a:rPr>
              <a:t>Understanding Cryptography</a:t>
            </a:r>
            <a:r>
              <a:rPr lang="en-US" altLang="zh-CN" sz="2000" dirty="0">
                <a:ea typeface="宋体" panose="02010600030101010101" pitchFamily="2" charset="-122"/>
              </a:rPr>
              <a:t> for more details)</a:t>
            </a: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liennummernplatzhalter 1">
            <a:extLst>
              <a:ext uri="{FF2B5EF4-FFF2-40B4-BE49-F238E27FC236}">
                <a16:creationId xmlns:a16="http://schemas.microsoft.com/office/drawing/2014/main" id="{752F5AA9-54B9-AB9E-B6B1-EB472F157B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B286B3-2A3B-B34B-A385-A791140D9C5E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34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34819" name="Fußzeilenplatzhalter 2">
            <a:extLst>
              <a:ext uri="{FF2B5EF4-FFF2-40B4-BE49-F238E27FC236}">
                <a16:creationId xmlns:a16="http://schemas.microsoft.com/office/drawing/2014/main" id="{9A1082FF-E379-E7AC-2B4A-D187DEA57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144865C-5F45-AA76-E1C1-17C18F0C9B84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6462712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1900" b="1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Digital Signature Algorithm (DSA)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1E90781-E92C-A866-2E91-2B23A29C1A9A}"/>
              </a:ext>
            </a:extLst>
          </p:cNvPr>
          <p:cNvSpPr txBox="1">
            <a:spLocks noChangeArrowheads="1"/>
          </p:cNvSpPr>
          <p:nvPr/>
        </p:nvSpPr>
        <p:spPr>
          <a:xfrm>
            <a:off x="611560" y="1124744"/>
            <a:ext cx="8208912" cy="4286250"/>
          </a:xfrm>
          <a:prstGeom prst="rect">
            <a:avLst/>
          </a:prstGeom>
        </p:spPr>
        <p:txBody>
          <a:bodyPr/>
          <a:lstStyle>
            <a:lvl1pPr marL="195263" indent="-1952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r>
              <a:rPr lang="en-US" altLang="zh-CN" sz="2000" b="1" dirty="0">
                <a:ea typeface="宋体" panose="02010600030101010101" pitchFamily="2" charset="-122"/>
              </a:rPr>
              <a:t>DSA signature verification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r>
              <a:rPr lang="en-US" altLang="zh-CN" sz="2000" dirty="0">
                <a:ea typeface="宋体" panose="02010600030101010101" pitchFamily="2" charset="-122"/>
              </a:rPr>
              <a:t>Given: message </a:t>
            </a:r>
            <a:r>
              <a:rPr lang="en-US" altLang="zh-CN" sz="2000" i="1" dirty="0">
                <a:ea typeface="宋体" panose="02010600030101010101" pitchFamily="2" charset="-122"/>
              </a:rPr>
              <a:t>x</a:t>
            </a:r>
            <a:r>
              <a:rPr lang="en-US" altLang="zh-CN" sz="2000" dirty="0">
                <a:ea typeface="宋体" panose="02010600030101010101" pitchFamily="2" charset="-122"/>
              </a:rPr>
              <a:t>, signature </a:t>
            </a:r>
            <a:r>
              <a:rPr lang="en-US" altLang="zh-CN" sz="2000" i="1" dirty="0">
                <a:ea typeface="宋体" panose="02010600030101010101" pitchFamily="2" charset="-122"/>
              </a:rPr>
              <a:t>s</a:t>
            </a:r>
            <a:r>
              <a:rPr lang="en-US" altLang="zh-CN" sz="2000" dirty="0">
                <a:ea typeface="宋体" panose="02010600030101010101" pitchFamily="2" charset="-122"/>
              </a:rPr>
              <a:t> and public key (</a:t>
            </a:r>
            <a:r>
              <a:rPr lang="en-US" altLang="zh-CN" sz="2000" i="1" dirty="0" err="1">
                <a:ea typeface="宋体" panose="02010600030101010101" pitchFamily="2" charset="-122"/>
              </a:rPr>
              <a:t>p,q</a:t>
            </a:r>
            <a:r>
              <a:rPr lang="en-US" altLang="zh-CN" sz="2000" i="1" dirty="0">
                <a:ea typeface="宋体" panose="02010600030101010101" pitchFamily="2" charset="-122"/>
              </a:rPr>
              <a:t>,α,β</a:t>
            </a:r>
            <a:r>
              <a:rPr lang="en-US" altLang="zh-CN" sz="2000" dirty="0">
                <a:ea typeface="宋体" panose="02010600030101010101" pitchFamily="2" charset="-122"/>
              </a:rPr>
              <a:t>)</a:t>
            </a:r>
            <a:r>
              <a:rPr lang="en-US" altLang="zh-CN" sz="2000" i="1" dirty="0">
                <a:ea typeface="宋体" panose="02010600030101010101" pitchFamily="2" charset="-122"/>
              </a:rPr>
              <a:t> 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AutoNum type="arabicPeriod"/>
            </a:pPr>
            <a:r>
              <a:rPr lang="en-US" altLang="zh-CN" sz="2000" dirty="0">
                <a:ea typeface="宋体" panose="02010600030101010101" pitchFamily="2" charset="-122"/>
              </a:rPr>
              <a:t>Compute auxiliary value </a:t>
            </a:r>
            <a:r>
              <a:rPr lang="en-US" altLang="zh-CN" sz="2000" i="1" dirty="0">
                <a:ea typeface="宋体" panose="02010600030101010101" pitchFamily="2" charset="-122"/>
              </a:rPr>
              <a:t>w</a:t>
            </a:r>
            <a:r>
              <a:rPr lang="en-US" altLang="zh-CN" sz="2000" dirty="0">
                <a:ea typeface="宋体" panose="02010600030101010101" pitchFamily="2" charset="-122"/>
              </a:rPr>
              <a:t> ≡ </a:t>
            </a:r>
            <a:r>
              <a:rPr lang="en-US" altLang="zh-CN" sz="2000" i="1" dirty="0">
                <a:ea typeface="宋体" panose="02010600030101010101" pitchFamily="2" charset="-122"/>
              </a:rPr>
              <a:t>s</a:t>
            </a:r>
            <a:r>
              <a:rPr lang="en-US" altLang="zh-CN" sz="2000" baseline="30000" dirty="0">
                <a:ea typeface="宋体" panose="02010600030101010101" pitchFamily="2" charset="-122"/>
              </a:rPr>
              <a:t>-1</a:t>
            </a:r>
            <a:r>
              <a:rPr lang="en-US" altLang="zh-CN" sz="2000" dirty="0">
                <a:ea typeface="宋体" panose="02010600030101010101" pitchFamily="2" charset="-122"/>
              </a:rPr>
              <a:t> mod </a:t>
            </a:r>
            <a:r>
              <a:rPr lang="en-US" altLang="zh-CN" sz="2000" i="1" dirty="0">
                <a:ea typeface="宋体" panose="02010600030101010101" pitchFamily="2" charset="-122"/>
              </a:rPr>
              <a:t>q</a:t>
            </a:r>
            <a:endParaRPr lang="en-US" altLang="zh-CN" sz="2000" i="1" baseline="30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AutoNum type="arabicPeriod"/>
            </a:pPr>
            <a:r>
              <a:rPr lang="en-US" altLang="zh-CN" sz="2000" dirty="0">
                <a:ea typeface="宋体" panose="02010600030101010101" pitchFamily="2" charset="-122"/>
              </a:rPr>
              <a:t>Compute auxiliary value </a:t>
            </a:r>
            <a:r>
              <a:rPr lang="en-US" altLang="zh-CN" sz="2000" i="1" dirty="0">
                <a:ea typeface="宋体" panose="02010600030101010101" pitchFamily="2" charset="-122"/>
              </a:rPr>
              <a:t>u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ea typeface="宋体" panose="02010600030101010101" pitchFamily="2" charset="-122"/>
              </a:rPr>
              <a:t> ≡ </a:t>
            </a:r>
            <a:r>
              <a:rPr lang="en-US" altLang="zh-CN" sz="2000" i="1" dirty="0">
                <a:ea typeface="宋体" panose="02010600030101010101" pitchFamily="2" charset="-122"/>
              </a:rPr>
              <a:t>w ∙ H(x) </a:t>
            </a:r>
            <a:r>
              <a:rPr lang="en-US" altLang="zh-CN" sz="2000" dirty="0">
                <a:ea typeface="宋体" panose="02010600030101010101" pitchFamily="2" charset="-122"/>
              </a:rPr>
              <a:t>mod </a:t>
            </a:r>
            <a:r>
              <a:rPr lang="en-US" altLang="zh-CN" sz="2000" i="1" dirty="0">
                <a:ea typeface="宋体" panose="02010600030101010101" pitchFamily="2" charset="-122"/>
              </a:rPr>
              <a:t>q</a:t>
            </a:r>
            <a:endParaRPr lang="en-US" altLang="zh-CN" sz="2000" i="1" baseline="30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AutoNum type="arabicPeriod"/>
            </a:pPr>
            <a:r>
              <a:rPr lang="en-US" altLang="zh-CN" sz="2000" dirty="0">
                <a:ea typeface="宋体" panose="02010600030101010101" pitchFamily="2" charset="-122"/>
              </a:rPr>
              <a:t>Compute auxiliary value </a:t>
            </a:r>
            <a:r>
              <a:rPr lang="en-US" altLang="zh-CN" sz="2000" i="1" dirty="0">
                <a:ea typeface="宋体" panose="02010600030101010101" pitchFamily="2" charset="-122"/>
              </a:rPr>
              <a:t>u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2</a:t>
            </a:r>
            <a:r>
              <a:rPr lang="en-US" altLang="zh-CN" sz="2000" dirty="0">
                <a:ea typeface="宋体" panose="02010600030101010101" pitchFamily="2" charset="-122"/>
              </a:rPr>
              <a:t> ≡ </a:t>
            </a:r>
            <a:r>
              <a:rPr lang="en-US" altLang="zh-CN" sz="2000" i="1" dirty="0">
                <a:ea typeface="宋体" panose="02010600030101010101" pitchFamily="2" charset="-122"/>
              </a:rPr>
              <a:t>w ∙ r </a:t>
            </a:r>
            <a:r>
              <a:rPr lang="en-US" altLang="zh-CN" sz="2000" dirty="0">
                <a:ea typeface="宋体" panose="02010600030101010101" pitchFamily="2" charset="-122"/>
              </a:rPr>
              <a:t>mod </a:t>
            </a:r>
            <a:r>
              <a:rPr lang="en-US" altLang="zh-CN" sz="2000" i="1" dirty="0">
                <a:ea typeface="宋体" panose="02010600030101010101" pitchFamily="2" charset="-122"/>
              </a:rPr>
              <a:t>q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AutoNum type="arabicPeriod"/>
            </a:pPr>
            <a:r>
              <a:rPr lang="en-US" altLang="zh-CN" sz="2000" dirty="0">
                <a:ea typeface="宋体" panose="02010600030101010101" pitchFamily="2" charset="-122"/>
              </a:rPr>
              <a:t>Compute </a:t>
            </a:r>
            <a:r>
              <a:rPr lang="en-US" altLang="zh-CN" sz="2000" i="1" dirty="0">
                <a:ea typeface="宋体" panose="02010600030101010101" pitchFamily="2" charset="-122"/>
              </a:rPr>
              <a:t>v </a:t>
            </a:r>
            <a:r>
              <a:rPr lang="en-US" altLang="zh-CN" sz="2000" dirty="0">
                <a:ea typeface="宋体" panose="02010600030101010101" pitchFamily="2" charset="-122"/>
              </a:rPr>
              <a:t>≡ (α</a:t>
            </a:r>
            <a:r>
              <a:rPr lang="en-US" altLang="zh-CN" sz="2000" i="1" baseline="30000" dirty="0">
                <a:ea typeface="宋体" panose="02010600030101010101" pitchFamily="2" charset="-122"/>
              </a:rPr>
              <a:t>u</a:t>
            </a:r>
            <a:r>
              <a:rPr lang="en-US" altLang="zh-CN" sz="2000" baseline="20000" dirty="0">
                <a:ea typeface="宋体" panose="02010600030101010101" pitchFamily="2" charset="-122"/>
              </a:rPr>
              <a:t>1 </a:t>
            </a:r>
            <a:r>
              <a:rPr lang="en-US" altLang="zh-CN" sz="2000" dirty="0">
                <a:ea typeface="宋体" panose="02010600030101010101" pitchFamily="2" charset="-122"/>
              </a:rPr>
              <a:t>∙ β</a:t>
            </a:r>
            <a:r>
              <a:rPr lang="en-US" altLang="zh-CN" sz="2000" baseline="30000" dirty="0">
                <a:ea typeface="宋体" panose="02010600030101010101" pitchFamily="2" charset="-122"/>
              </a:rPr>
              <a:t> </a:t>
            </a:r>
            <a:r>
              <a:rPr lang="en-US" altLang="zh-CN" sz="2000" i="1" baseline="30000" dirty="0">
                <a:ea typeface="宋体" panose="02010600030101010101" pitchFamily="2" charset="-122"/>
              </a:rPr>
              <a:t>u</a:t>
            </a:r>
            <a:r>
              <a:rPr lang="en-US" altLang="zh-CN" sz="2000" baseline="20000" dirty="0">
                <a:ea typeface="宋体" panose="02010600030101010101" pitchFamily="2" charset="-122"/>
              </a:rPr>
              <a:t>2  </a:t>
            </a:r>
            <a:r>
              <a:rPr lang="en-US" altLang="zh-CN" sz="2000" dirty="0">
                <a:ea typeface="宋体" panose="02010600030101010101" pitchFamily="2" charset="-122"/>
              </a:rPr>
              <a:t>mod </a:t>
            </a:r>
            <a:r>
              <a:rPr lang="en-US" altLang="zh-CN" sz="2000" i="1" dirty="0">
                <a:ea typeface="宋体" panose="02010600030101010101" pitchFamily="2" charset="-122"/>
              </a:rPr>
              <a:t>p</a:t>
            </a:r>
            <a:r>
              <a:rPr lang="en-US" altLang="zh-CN" sz="2000" dirty="0">
                <a:ea typeface="宋体" panose="02010600030101010101" pitchFamily="2" charset="-122"/>
              </a:rPr>
              <a:t>) mod </a:t>
            </a:r>
            <a:r>
              <a:rPr lang="en-US" altLang="zh-CN" sz="2000" i="1" dirty="0">
                <a:ea typeface="宋体" panose="02010600030101010101" pitchFamily="2" charset="-122"/>
              </a:rPr>
              <a:t>q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endParaRPr lang="en-US" altLang="zh-CN" sz="2000" i="1" baseline="30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r>
              <a:rPr lang="en-US" altLang="zh-CN" sz="2000" dirty="0">
                <a:ea typeface="宋体" panose="02010600030101010101" pitchFamily="2" charset="-122"/>
              </a:rPr>
              <a:t>If </a:t>
            </a:r>
            <a:r>
              <a:rPr lang="en-US" altLang="zh-CN" sz="2000" i="1" dirty="0">
                <a:ea typeface="宋体" panose="02010600030101010101" pitchFamily="2" charset="-122"/>
              </a:rPr>
              <a:t>v</a:t>
            </a:r>
            <a:r>
              <a:rPr lang="en-US" altLang="zh-CN" sz="2000" dirty="0">
                <a:ea typeface="宋体" panose="02010600030101010101" pitchFamily="2" charset="-122"/>
              </a:rPr>
              <a:t> ≡ </a:t>
            </a:r>
            <a:r>
              <a:rPr lang="en-US" altLang="zh-CN" sz="2000" i="1" dirty="0">
                <a:ea typeface="宋体" panose="02010600030101010101" pitchFamily="2" charset="-122"/>
              </a:rPr>
              <a:t>r</a:t>
            </a:r>
            <a:r>
              <a:rPr lang="en-US" altLang="zh-CN" sz="2000" dirty="0">
                <a:ea typeface="宋体" panose="02010600030101010101" pitchFamily="2" charset="-122"/>
              </a:rPr>
              <a:t> mod </a:t>
            </a:r>
            <a:r>
              <a:rPr lang="en-US" altLang="zh-CN" sz="2000" i="1" dirty="0">
                <a:ea typeface="宋体" panose="02010600030101010101" pitchFamily="2" charset="-122"/>
              </a:rPr>
              <a:t>q</a:t>
            </a:r>
            <a:r>
              <a:rPr lang="en-US" altLang="zh-CN" sz="2000" dirty="0">
                <a:ea typeface="宋体" panose="02010600030101010101" pitchFamily="2" charset="-122"/>
              </a:rPr>
              <a:t> → signature is valid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r>
              <a:rPr lang="en-US" altLang="zh-CN" sz="2000" dirty="0">
                <a:ea typeface="宋体" panose="02010600030101010101" pitchFamily="2" charset="-122"/>
              </a:rPr>
              <a:t>If </a:t>
            </a:r>
            <a:r>
              <a:rPr lang="en-US" altLang="zh-CN" sz="2000" i="1" dirty="0">
                <a:ea typeface="宋体" panose="02010600030101010101" pitchFamily="2" charset="-122"/>
              </a:rPr>
              <a:t>v</a:t>
            </a:r>
            <a:r>
              <a:rPr lang="en-US" altLang="zh-CN" sz="2000" dirty="0">
                <a:ea typeface="宋体" panose="02010600030101010101" pitchFamily="2" charset="-122"/>
              </a:rPr>
              <a:t> ≡ </a:t>
            </a:r>
            <a:r>
              <a:rPr lang="en-US" altLang="zh-CN" sz="2000" i="1" dirty="0">
                <a:ea typeface="宋体" panose="02010600030101010101" pitchFamily="2" charset="-122"/>
              </a:rPr>
              <a:t>r</a:t>
            </a:r>
            <a:r>
              <a:rPr lang="en-US" altLang="zh-CN" sz="2000" dirty="0">
                <a:ea typeface="宋体" panose="02010600030101010101" pitchFamily="2" charset="-122"/>
              </a:rPr>
              <a:t> mod </a:t>
            </a:r>
            <a:r>
              <a:rPr lang="en-US" altLang="zh-CN" sz="2000" i="1" dirty="0">
                <a:ea typeface="宋体" panose="02010600030101010101" pitchFamily="2" charset="-122"/>
              </a:rPr>
              <a:t>q</a:t>
            </a:r>
            <a:r>
              <a:rPr lang="en-US" altLang="zh-CN" sz="2000" dirty="0">
                <a:ea typeface="宋体" panose="02010600030101010101" pitchFamily="2" charset="-122"/>
              </a:rPr>
              <a:t> → signature is invalid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endParaRPr lang="en-US" altLang="zh-CN" sz="2000" dirty="0">
              <a:ea typeface="宋体" panose="02010600030101010101" pitchFamily="2" charset="-122"/>
            </a:endParaRPr>
          </a:p>
        </p:txBody>
      </p:sp>
      <p:cxnSp>
        <p:nvCxnSpPr>
          <p:cNvPr id="34822" name="Gerade Verbindung 6">
            <a:extLst>
              <a:ext uri="{FF2B5EF4-FFF2-40B4-BE49-F238E27FC236}">
                <a16:creationId xmlns:a16="http://schemas.microsoft.com/office/drawing/2014/main" id="{AD8A428C-3678-13D3-822F-2E62C305D54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1081038" y="4834582"/>
            <a:ext cx="214312" cy="1428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liennummernplatzhalter 1">
            <a:extLst>
              <a:ext uri="{FF2B5EF4-FFF2-40B4-BE49-F238E27FC236}">
                <a16:creationId xmlns:a16="http://schemas.microsoft.com/office/drawing/2014/main" id="{D96B8217-CCAA-6B8C-13E7-081F954DE0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B7882F-BA81-9040-A75E-3355B5225A72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35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35843" name="Fußzeilenplatzhalter 2">
            <a:extLst>
              <a:ext uri="{FF2B5EF4-FFF2-40B4-BE49-F238E27FC236}">
                <a16:creationId xmlns:a16="http://schemas.microsoft.com/office/drawing/2014/main" id="{04E23351-A888-9090-ED81-493F1DB50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60F5EA3-D207-E9F1-4EC9-C7F7544FBDFE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6462712" cy="515937"/>
          </a:xfrm>
          <a:prstGeom prst="rect">
            <a:avLst/>
          </a:prstGeom>
        </p:spPr>
        <p:txBody>
          <a:bodyPr/>
          <a:lstStyle/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r>
              <a:rPr lang="en-US" sz="2000" b="1" kern="0" dirty="0">
                <a:latin typeface="Arial" charset="0"/>
              </a:rPr>
              <a:t>Proof of DSA: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D0C181B-F1B4-28A9-E238-21C86C02C1E5}"/>
              </a:ext>
            </a:extLst>
          </p:cNvPr>
          <p:cNvSpPr txBox="1">
            <a:spLocks noChangeArrowheads="1"/>
          </p:cNvSpPr>
          <p:nvPr/>
        </p:nvSpPr>
        <p:spPr>
          <a:xfrm>
            <a:off x="857250" y="1000125"/>
            <a:ext cx="7572375" cy="5429250"/>
          </a:xfrm>
          <a:prstGeom prst="rect">
            <a:avLst/>
          </a:prstGeom>
        </p:spPr>
        <p:txBody>
          <a:bodyPr/>
          <a:lstStyle>
            <a:lvl1pPr indent="-1952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52463" indent="-1952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r>
              <a:rPr lang="en-US" altLang="zh-CN" b="1" dirty="0">
                <a:ea typeface="宋体" panose="02010600030101010101" pitchFamily="2" charset="-122"/>
              </a:rPr>
              <a:t>We show need to show that the signature (</a:t>
            </a:r>
            <a:r>
              <a:rPr lang="en-US" altLang="zh-CN" b="1" i="1" dirty="0" err="1">
                <a:ea typeface="宋体" panose="02010600030101010101" pitchFamily="2" charset="-122"/>
              </a:rPr>
              <a:t>r,s</a:t>
            </a:r>
            <a:r>
              <a:rPr lang="en-US" altLang="zh-CN" b="1" dirty="0">
                <a:ea typeface="宋体" panose="02010600030101010101" pitchFamily="2" charset="-122"/>
              </a:rPr>
              <a:t>) in fact satisfied the condition </a:t>
            </a:r>
            <a:r>
              <a:rPr lang="en-US" altLang="zh-CN" b="1" i="1" dirty="0">
                <a:ea typeface="宋体" panose="02010600030101010101" pitchFamily="2" charset="-122"/>
              </a:rPr>
              <a:t>r</a:t>
            </a:r>
            <a:r>
              <a:rPr lang="en-US" altLang="zh-CN" b="1" dirty="0">
                <a:ea typeface="宋体" panose="02010600030101010101" pitchFamily="2" charset="-122"/>
              </a:rPr>
              <a:t> ≡ </a:t>
            </a:r>
            <a:r>
              <a:rPr lang="en-US" altLang="zh-CN" b="1" i="1" dirty="0">
                <a:ea typeface="宋体" panose="02010600030101010101" pitchFamily="2" charset="-122"/>
              </a:rPr>
              <a:t>v</a:t>
            </a:r>
            <a:r>
              <a:rPr lang="en-US" altLang="zh-CN" b="1" dirty="0">
                <a:ea typeface="宋体" panose="02010600030101010101" pitchFamily="2" charset="-122"/>
              </a:rPr>
              <a:t> mod </a:t>
            </a:r>
            <a:r>
              <a:rPr lang="en-US" altLang="zh-CN" b="1" i="1" dirty="0">
                <a:ea typeface="宋体" panose="02010600030101010101" pitchFamily="2" charset="-122"/>
              </a:rPr>
              <a:t>q:</a:t>
            </a:r>
          </a:p>
          <a:p>
            <a:pPr lvl="1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r>
              <a:rPr lang="en-US" altLang="zh-CN" sz="1600" i="1" dirty="0">
                <a:ea typeface="宋体" panose="02010600030101010101" pitchFamily="2" charset="-122"/>
              </a:rPr>
              <a:t>s</a:t>
            </a:r>
            <a:r>
              <a:rPr lang="en-US" altLang="zh-CN" sz="1600" dirty="0">
                <a:ea typeface="宋体" panose="02010600030101010101" pitchFamily="2" charset="-122"/>
              </a:rPr>
              <a:t> ≡ (SHA(x))+</a:t>
            </a:r>
            <a:r>
              <a:rPr lang="en-US" altLang="zh-CN" sz="1600" i="1" dirty="0">
                <a:ea typeface="宋体" panose="02010600030101010101" pitchFamily="2" charset="-122"/>
              </a:rPr>
              <a:t>d </a:t>
            </a:r>
            <a:r>
              <a:rPr lang="en-US" altLang="zh-CN" sz="1600" dirty="0">
                <a:ea typeface="宋体" panose="02010600030101010101" pitchFamily="2" charset="-122"/>
              </a:rPr>
              <a:t>∙</a:t>
            </a:r>
            <a:r>
              <a:rPr lang="en-US" altLang="zh-CN" sz="1600" i="1" dirty="0">
                <a:ea typeface="宋体" panose="02010600030101010101" pitchFamily="2" charset="-122"/>
              </a:rPr>
              <a:t>r</a:t>
            </a:r>
            <a:r>
              <a:rPr lang="en-US" altLang="zh-CN" sz="1600" dirty="0">
                <a:ea typeface="宋体" panose="02010600030101010101" pitchFamily="2" charset="-122"/>
              </a:rPr>
              <a:t>) ∙ </a:t>
            </a:r>
            <a:r>
              <a:rPr lang="en-US" altLang="zh-CN" sz="1600" i="1" dirty="0" err="1">
                <a:ea typeface="宋体" panose="02010600030101010101" pitchFamily="2" charset="-122"/>
              </a:rPr>
              <a:t>k</a:t>
            </a:r>
            <a:r>
              <a:rPr lang="en-US" altLang="zh-CN" sz="1600" i="1" baseline="-25000" dirty="0" err="1">
                <a:ea typeface="宋体" panose="02010600030101010101" pitchFamily="2" charset="-122"/>
              </a:rPr>
              <a:t>E</a:t>
            </a:r>
            <a:r>
              <a:rPr lang="en-US" altLang="zh-CN" sz="1600" i="1" baseline="-25000" dirty="0">
                <a:ea typeface="宋体" panose="02010600030101010101" pitchFamily="2" charset="-122"/>
              </a:rPr>
              <a:t> </a:t>
            </a:r>
            <a:r>
              <a:rPr lang="en-US" altLang="zh-CN" sz="1600" baseline="30000" dirty="0">
                <a:ea typeface="宋体" panose="02010600030101010101" pitchFamily="2" charset="-122"/>
              </a:rPr>
              <a:t>-1</a:t>
            </a:r>
            <a:r>
              <a:rPr lang="en-US" altLang="zh-CN" sz="1600" dirty="0">
                <a:ea typeface="宋体" panose="02010600030101010101" pitchFamily="2" charset="-122"/>
              </a:rPr>
              <a:t> mod </a:t>
            </a:r>
            <a:r>
              <a:rPr lang="en-US" altLang="zh-CN" sz="1600" i="1" dirty="0">
                <a:ea typeface="宋体" panose="02010600030101010101" pitchFamily="2" charset="-122"/>
              </a:rPr>
              <a:t>q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r>
              <a:rPr lang="en-US" altLang="zh-CN" sz="1600" i="1" dirty="0">
                <a:ea typeface="宋体" panose="02010600030101010101" pitchFamily="2" charset="-122"/>
                <a:sym typeface="Wingdings" pitchFamily="2" charset="2"/>
              </a:rPr>
              <a:t>     </a:t>
            </a:r>
            <a:r>
              <a:rPr lang="en-US" altLang="zh-CN" sz="1600" i="1" dirty="0" err="1">
                <a:ea typeface="宋体" panose="02010600030101010101" pitchFamily="2" charset="-122"/>
              </a:rPr>
              <a:t>k</a:t>
            </a:r>
            <a:r>
              <a:rPr lang="en-US" altLang="zh-CN" sz="1600" baseline="-25000" dirty="0" err="1">
                <a:ea typeface="宋体" panose="02010600030101010101" pitchFamily="2" charset="-122"/>
              </a:rPr>
              <a:t>E</a:t>
            </a:r>
            <a:r>
              <a:rPr lang="en-US" altLang="zh-CN" sz="1600" dirty="0">
                <a:ea typeface="宋体" panose="02010600030101010101" pitchFamily="2" charset="-122"/>
              </a:rPr>
              <a:t> ≡ </a:t>
            </a:r>
            <a:r>
              <a:rPr lang="en-US" altLang="zh-CN" sz="1600" i="1" dirty="0">
                <a:ea typeface="宋体" panose="02010600030101010101" pitchFamily="2" charset="-122"/>
              </a:rPr>
              <a:t>s</a:t>
            </a:r>
            <a:r>
              <a:rPr lang="en-US" altLang="zh-CN" sz="1600" baseline="30000" dirty="0">
                <a:ea typeface="宋体" panose="02010600030101010101" pitchFamily="2" charset="-122"/>
              </a:rPr>
              <a:t>-1</a:t>
            </a:r>
            <a:r>
              <a:rPr lang="en-US" altLang="zh-CN" sz="1600" dirty="0">
                <a:ea typeface="宋体" panose="02010600030101010101" pitchFamily="2" charset="-122"/>
              </a:rPr>
              <a:t> SHA(</a:t>
            </a:r>
            <a:r>
              <a:rPr lang="en-US" altLang="zh-CN" sz="1600" i="1" dirty="0">
                <a:ea typeface="宋体" panose="02010600030101010101" pitchFamily="2" charset="-122"/>
              </a:rPr>
              <a:t>x</a:t>
            </a:r>
            <a:r>
              <a:rPr lang="en-US" altLang="zh-CN" sz="1600" dirty="0">
                <a:ea typeface="宋体" panose="02010600030101010101" pitchFamily="2" charset="-122"/>
              </a:rPr>
              <a:t>) + </a:t>
            </a:r>
            <a:r>
              <a:rPr lang="en-US" altLang="zh-CN" sz="1600" i="1" dirty="0">
                <a:ea typeface="宋体" panose="02010600030101010101" pitchFamily="2" charset="-122"/>
              </a:rPr>
              <a:t>d</a:t>
            </a:r>
            <a:r>
              <a:rPr lang="en-US" altLang="zh-CN" sz="1600" dirty="0">
                <a:ea typeface="宋体" panose="02010600030101010101" pitchFamily="2" charset="-122"/>
              </a:rPr>
              <a:t> ∙</a:t>
            </a:r>
            <a:r>
              <a:rPr lang="en-US" altLang="zh-CN" sz="1600" i="1" dirty="0">
                <a:ea typeface="宋体" panose="02010600030101010101" pitchFamily="2" charset="-122"/>
              </a:rPr>
              <a:t> s</a:t>
            </a:r>
            <a:r>
              <a:rPr lang="en-US" altLang="zh-CN" sz="1600" baseline="30000" dirty="0">
                <a:ea typeface="宋体" panose="02010600030101010101" pitchFamily="2" charset="-122"/>
              </a:rPr>
              <a:t>-1 </a:t>
            </a:r>
            <a:r>
              <a:rPr lang="en-US" altLang="zh-CN" sz="1600" i="1" dirty="0">
                <a:ea typeface="宋体" panose="02010600030101010101" pitchFamily="2" charset="-122"/>
              </a:rPr>
              <a:t>r</a:t>
            </a:r>
            <a:r>
              <a:rPr lang="en-US" altLang="zh-CN" sz="1600" dirty="0">
                <a:ea typeface="宋体" panose="02010600030101010101" pitchFamily="2" charset="-122"/>
              </a:rPr>
              <a:t> mod </a:t>
            </a:r>
            <a:r>
              <a:rPr lang="en-US" altLang="zh-CN" sz="1600" i="1" dirty="0">
                <a:ea typeface="宋体" panose="02010600030101010101" pitchFamily="2" charset="-122"/>
              </a:rPr>
              <a:t>q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r>
              <a:rPr lang="en-US" altLang="zh-CN" sz="1600" i="1" dirty="0">
                <a:ea typeface="宋体" panose="02010600030101010101" pitchFamily="2" charset="-122"/>
                <a:sym typeface="Wingdings" pitchFamily="2" charset="2"/>
              </a:rPr>
              <a:t>     </a:t>
            </a:r>
            <a:r>
              <a:rPr lang="en-US" altLang="zh-CN" sz="1600" i="1" dirty="0" err="1">
                <a:ea typeface="宋体" panose="02010600030101010101" pitchFamily="2" charset="-122"/>
              </a:rPr>
              <a:t>k</a:t>
            </a:r>
            <a:r>
              <a:rPr lang="en-US" altLang="zh-CN" sz="1600" baseline="-25000" dirty="0" err="1">
                <a:ea typeface="宋体" panose="02010600030101010101" pitchFamily="2" charset="-122"/>
              </a:rPr>
              <a:t>E</a:t>
            </a:r>
            <a:r>
              <a:rPr lang="en-US" altLang="zh-CN" sz="1600" dirty="0">
                <a:ea typeface="宋体" panose="02010600030101010101" pitchFamily="2" charset="-122"/>
              </a:rPr>
              <a:t> ≡</a:t>
            </a:r>
            <a:r>
              <a:rPr lang="en-US" altLang="zh-CN" sz="1600" i="1" dirty="0">
                <a:ea typeface="宋体" panose="02010600030101010101" pitchFamily="2" charset="-122"/>
              </a:rPr>
              <a:t>u</a:t>
            </a:r>
            <a:r>
              <a:rPr lang="en-US" altLang="zh-CN" sz="1600" i="1" baseline="-25000" dirty="0">
                <a:ea typeface="宋体" panose="02010600030101010101" pitchFamily="2" charset="-122"/>
              </a:rPr>
              <a:t>1</a:t>
            </a:r>
            <a:r>
              <a:rPr lang="en-US" altLang="zh-CN" sz="1600" dirty="0">
                <a:ea typeface="宋体" panose="02010600030101010101" pitchFamily="2" charset="-122"/>
              </a:rPr>
              <a:t>+</a:t>
            </a:r>
            <a:r>
              <a:rPr lang="en-US" altLang="zh-CN" sz="1600" i="1" dirty="0">
                <a:ea typeface="宋体" panose="02010600030101010101" pitchFamily="2" charset="-122"/>
              </a:rPr>
              <a:t>d</a:t>
            </a:r>
            <a:r>
              <a:rPr lang="en-US" altLang="zh-CN" sz="1600" dirty="0">
                <a:ea typeface="宋体" panose="02010600030101010101" pitchFamily="2" charset="-122"/>
              </a:rPr>
              <a:t> ∙</a:t>
            </a:r>
            <a:r>
              <a:rPr lang="en-US" altLang="zh-CN" sz="1600" i="1" dirty="0">
                <a:ea typeface="宋体" panose="02010600030101010101" pitchFamily="2" charset="-122"/>
              </a:rPr>
              <a:t> u</a:t>
            </a:r>
            <a:r>
              <a:rPr lang="en-US" altLang="zh-CN" sz="1600" baseline="-25000" dirty="0">
                <a:ea typeface="宋体" panose="02010600030101010101" pitchFamily="2" charset="-122"/>
              </a:rPr>
              <a:t>2</a:t>
            </a:r>
            <a:r>
              <a:rPr lang="en-US" altLang="zh-CN" sz="1600" dirty="0">
                <a:ea typeface="宋体" panose="02010600030101010101" pitchFamily="2" charset="-122"/>
              </a:rPr>
              <a:t> mod </a:t>
            </a:r>
            <a:r>
              <a:rPr lang="en-US" altLang="zh-CN" sz="1600" i="1" dirty="0">
                <a:ea typeface="宋体" panose="02010600030101010101" pitchFamily="2" charset="-122"/>
              </a:rPr>
              <a:t>q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r>
              <a:rPr lang="en-US" altLang="zh-CN" sz="1600" b="1" dirty="0">
                <a:ea typeface="宋体" panose="02010600030101010101" pitchFamily="2" charset="-122"/>
              </a:rPr>
              <a:t>We can raise α to either side of the equation if we reduce modulo </a:t>
            </a:r>
            <a:r>
              <a:rPr lang="en-US" altLang="zh-CN" sz="1600" b="1" i="1" dirty="0">
                <a:ea typeface="宋体" panose="02010600030101010101" pitchFamily="2" charset="-122"/>
              </a:rPr>
              <a:t>p: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r>
              <a:rPr lang="en-US" altLang="zh-CN" sz="1600" i="1" dirty="0">
                <a:ea typeface="宋体" panose="02010600030101010101" pitchFamily="2" charset="-122"/>
                <a:sym typeface="Wingdings" pitchFamily="2" charset="2"/>
              </a:rPr>
              <a:t>     </a:t>
            </a:r>
            <a:r>
              <a:rPr lang="en-US" altLang="zh-CN" sz="1600" dirty="0">
                <a:ea typeface="宋体" panose="02010600030101010101" pitchFamily="2" charset="-122"/>
              </a:rPr>
              <a:t>α</a:t>
            </a:r>
            <a:r>
              <a:rPr lang="en-US" altLang="zh-CN" sz="1600" baseline="30000" dirty="0" err="1">
                <a:ea typeface="宋体" panose="02010600030101010101" pitchFamily="2" charset="-122"/>
              </a:rPr>
              <a:t>k</a:t>
            </a:r>
            <a:r>
              <a:rPr lang="en-US" altLang="zh-CN" sz="1600" baseline="20000" dirty="0" err="1">
                <a:ea typeface="宋体" panose="02010600030101010101" pitchFamily="2" charset="-122"/>
              </a:rPr>
              <a:t>E</a:t>
            </a:r>
            <a:r>
              <a:rPr lang="en-US" altLang="zh-CN" sz="1600" dirty="0">
                <a:ea typeface="宋体" panose="02010600030101010101" pitchFamily="2" charset="-122"/>
              </a:rPr>
              <a:t> mod </a:t>
            </a:r>
            <a:r>
              <a:rPr lang="en-US" altLang="zh-CN" sz="1600" i="1" dirty="0">
                <a:ea typeface="宋体" panose="02010600030101010101" pitchFamily="2" charset="-122"/>
              </a:rPr>
              <a:t>p</a:t>
            </a:r>
            <a:r>
              <a:rPr lang="en-US" altLang="zh-CN" sz="1600" dirty="0">
                <a:ea typeface="宋体" panose="02010600030101010101" pitchFamily="2" charset="-122"/>
              </a:rPr>
              <a:t> ≡ α</a:t>
            </a:r>
            <a:r>
              <a:rPr lang="en-US" altLang="zh-CN" sz="1600" baseline="30000" dirty="0">
                <a:ea typeface="宋体" panose="02010600030101010101" pitchFamily="2" charset="-122"/>
              </a:rPr>
              <a:t>u</a:t>
            </a:r>
            <a:r>
              <a:rPr lang="en-US" altLang="zh-CN" sz="1600" baseline="20000" dirty="0">
                <a:ea typeface="宋体" panose="02010600030101010101" pitchFamily="2" charset="-122"/>
              </a:rPr>
              <a:t>1</a:t>
            </a:r>
            <a:r>
              <a:rPr lang="en-US" altLang="zh-CN" sz="1600" baseline="30000" dirty="0">
                <a:ea typeface="宋体" panose="02010600030101010101" pitchFamily="2" charset="-122"/>
              </a:rPr>
              <a:t>+</a:t>
            </a:r>
            <a:r>
              <a:rPr lang="en-US" altLang="zh-CN" sz="1600" i="1" baseline="30000" dirty="0">
                <a:ea typeface="宋体" panose="02010600030101010101" pitchFamily="2" charset="-122"/>
              </a:rPr>
              <a:t>d</a:t>
            </a:r>
            <a:r>
              <a:rPr lang="en-US" altLang="zh-CN" sz="1600" baseline="30000" dirty="0">
                <a:ea typeface="宋体" panose="02010600030101010101" pitchFamily="2" charset="-122"/>
              </a:rPr>
              <a:t>∙u</a:t>
            </a:r>
            <a:r>
              <a:rPr lang="en-US" altLang="zh-CN" sz="1600" baseline="20000" dirty="0">
                <a:ea typeface="宋体" panose="02010600030101010101" pitchFamily="2" charset="-122"/>
              </a:rPr>
              <a:t>2</a:t>
            </a:r>
            <a:r>
              <a:rPr lang="en-US" altLang="zh-CN" sz="1600" dirty="0">
                <a:ea typeface="宋体" panose="02010600030101010101" pitchFamily="2" charset="-122"/>
              </a:rPr>
              <a:t> mod </a:t>
            </a:r>
            <a:r>
              <a:rPr lang="en-US" altLang="zh-CN" sz="1600" i="1" dirty="0">
                <a:ea typeface="宋体" panose="02010600030101010101" pitchFamily="2" charset="-122"/>
              </a:rPr>
              <a:t>p</a:t>
            </a:r>
            <a:r>
              <a:rPr lang="en-US" altLang="zh-CN" sz="1600" dirty="0">
                <a:ea typeface="宋体" panose="02010600030101010101" pitchFamily="2" charset="-122"/>
              </a:rPr>
              <a:t> 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r>
              <a:rPr lang="en-US" altLang="zh-CN" sz="1600" b="1" dirty="0">
                <a:ea typeface="宋体" panose="02010600030101010101" pitchFamily="2" charset="-122"/>
              </a:rPr>
              <a:t>Since β ≡ α</a:t>
            </a:r>
            <a:r>
              <a:rPr lang="en-US" altLang="zh-CN" sz="1600" b="1" baseline="30000" dirty="0">
                <a:ea typeface="宋体" panose="02010600030101010101" pitchFamily="2" charset="-122"/>
              </a:rPr>
              <a:t>d</a:t>
            </a:r>
            <a:r>
              <a:rPr lang="en-US" altLang="zh-CN" sz="1600" b="1" dirty="0">
                <a:ea typeface="宋体" panose="02010600030101010101" pitchFamily="2" charset="-122"/>
              </a:rPr>
              <a:t> mod </a:t>
            </a:r>
            <a:r>
              <a:rPr lang="en-US" altLang="zh-CN" sz="1600" b="1" i="1" dirty="0">
                <a:ea typeface="宋体" panose="02010600030101010101" pitchFamily="2" charset="-122"/>
              </a:rPr>
              <a:t>p</a:t>
            </a:r>
            <a:r>
              <a:rPr lang="en-US" altLang="zh-CN" sz="1600" b="1" dirty="0">
                <a:ea typeface="宋体" panose="02010600030101010101" pitchFamily="2" charset="-122"/>
              </a:rPr>
              <a:t> we can write: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r>
              <a:rPr lang="en-US" altLang="zh-CN" sz="1600" i="1" dirty="0">
                <a:ea typeface="宋体" panose="02010600030101010101" pitchFamily="2" charset="-122"/>
                <a:sym typeface="Wingdings" pitchFamily="2" charset="2"/>
              </a:rPr>
              <a:t>    </a:t>
            </a:r>
            <a:r>
              <a:rPr lang="en-US" altLang="zh-CN" sz="1600" dirty="0">
                <a:ea typeface="宋体" panose="02010600030101010101" pitchFamily="2" charset="-122"/>
              </a:rPr>
              <a:t>α</a:t>
            </a:r>
            <a:r>
              <a:rPr lang="en-US" altLang="zh-CN" sz="1600" baseline="30000" dirty="0" err="1">
                <a:ea typeface="宋体" panose="02010600030101010101" pitchFamily="2" charset="-122"/>
              </a:rPr>
              <a:t>kE</a:t>
            </a:r>
            <a:r>
              <a:rPr lang="en-US" altLang="zh-CN" sz="1600" dirty="0">
                <a:ea typeface="宋体" panose="02010600030101010101" pitchFamily="2" charset="-122"/>
              </a:rPr>
              <a:t> mod </a:t>
            </a:r>
            <a:r>
              <a:rPr lang="en-US" altLang="zh-CN" sz="1600" i="1" dirty="0">
                <a:ea typeface="宋体" panose="02010600030101010101" pitchFamily="2" charset="-122"/>
              </a:rPr>
              <a:t>p</a:t>
            </a:r>
            <a:r>
              <a:rPr lang="en-US" altLang="zh-CN" sz="1600" dirty="0">
                <a:ea typeface="宋体" panose="02010600030101010101" pitchFamily="2" charset="-122"/>
              </a:rPr>
              <a:t> ≡ α</a:t>
            </a:r>
            <a:r>
              <a:rPr lang="en-US" altLang="zh-CN" sz="1600" baseline="30000" dirty="0">
                <a:ea typeface="宋体" panose="02010600030101010101" pitchFamily="2" charset="-122"/>
              </a:rPr>
              <a:t>u</a:t>
            </a:r>
            <a:r>
              <a:rPr lang="en-US" altLang="zh-CN" sz="1600" baseline="20000" dirty="0">
                <a:ea typeface="宋体" panose="02010600030101010101" pitchFamily="2" charset="-122"/>
              </a:rPr>
              <a:t>1 </a:t>
            </a:r>
            <a:r>
              <a:rPr lang="en-US" altLang="zh-CN" sz="1600" dirty="0">
                <a:ea typeface="宋体" panose="02010600030101010101" pitchFamily="2" charset="-122"/>
              </a:rPr>
              <a:t>β</a:t>
            </a:r>
            <a:r>
              <a:rPr lang="en-US" altLang="zh-CN" sz="1600" baseline="30000" dirty="0">
                <a:ea typeface="宋体" panose="02010600030101010101" pitchFamily="2" charset="-122"/>
              </a:rPr>
              <a:t>u</a:t>
            </a:r>
            <a:r>
              <a:rPr lang="en-US" altLang="zh-CN" sz="1600" baseline="20000" dirty="0">
                <a:ea typeface="宋体" panose="02010600030101010101" pitchFamily="2" charset="-122"/>
              </a:rPr>
              <a:t>2</a:t>
            </a:r>
            <a:r>
              <a:rPr lang="en-US" altLang="zh-CN" sz="1600" dirty="0">
                <a:ea typeface="宋体" panose="02010600030101010101" pitchFamily="2" charset="-122"/>
              </a:rPr>
              <a:t> mod </a:t>
            </a:r>
            <a:r>
              <a:rPr lang="en-US" altLang="zh-CN" sz="1600" i="1" dirty="0">
                <a:ea typeface="宋体" panose="02010600030101010101" pitchFamily="2" charset="-122"/>
              </a:rPr>
              <a:t>p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r>
              <a:rPr lang="en-US" altLang="zh-CN" sz="1600" b="1" dirty="0">
                <a:ea typeface="宋体" panose="02010600030101010101" pitchFamily="2" charset="-122"/>
              </a:rPr>
              <a:t>We now reduce both sides of the equation modulo q: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r>
              <a:rPr lang="en-US" altLang="zh-CN" sz="1600" i="1" dirty="0">
                <a:ea typeface="宋体" panose="02010600030101010101" pitchFamily="2" charset="-122"/>
                <a:sym typeface="Wingdings" pitchFamily="2" charset="2"/>
              </a:rPr>
              <a:t>    </a:t>
            </a:r>
            <a:r>
              <a:rPr lang="en-US" altLang="zh-CN" sz="1600" dirty="0">
                <a:ea typeface="宋体" panose="02010600030101010101" pitchFamily="2" charset="-122"/>
              </a:rPr>
              <a:t>(α</a:t>
            </a:r>
            <a:r>
              <a:rPr lang="en-US" altLang="zh-CN" sz="1600" baseline="30000" dirty="0" err="1">
                <a:ea typeface="宋体" panose="02010600030101010101" pitchFamily="2" charset="-122"/>
              </a:rPr>
              <a:t>kE</a:t>
            </a:r>
            <a:r>
              <a:rPr lang="en-US" altLang="zh-CN" sz="1600" dirty="0">
                <a:ea typeface="宋体" panose="02010600030101010101" pitchFamily="2" charset="-122"/>
              </a:rPr>
              <a:t> mod </a:t>
            </a:r>
            <a:r>
              <a:rPr lang="en-US" altLang="zh-CN" sz="1600" i="1" dirty="0">
                <a:ea typeface="宋体" panose="02010600030101010101" pitchFamily="2" charset="-122"/>
              </a:rPr>
              <a:t>p</a:t>
            </a:r>
            <a:r>
              <a:rPr lang="en-US" altLang="zh-CN" sz="1600" dirty="0">
                <a:ea typeface="宋体" panose="02010600030101010101" pitchFamily="2" charset="-122"/>
              </a:rPr>
              <a:t>) mod </a:t>
            </a:r>
            <a:r>
              <a:rPr lang="en-US" altLang="zh-CN" sz="1600" i="1" dirty="0">
                <a:ea typeface="宋体" panose="02010600030101010101" pitchFamily="2" charset="-122"/>
              </a:rPr>
              <a:t>q</a:t>
            </a:r>
            <a:r>
              <a:rPr lang="en-US" altLang="zh-CN" sz="1600" dirty="0">
                <a:ea typeface="宋体" panose="02010600030101010101" pitchFamily="2" charset="-122"/>
              </a:rPr>
              <a:t> ≡ (</a:t>
            </a:r>
            <a:r>
              <a:rPr lang="en-US" altLang="zh-CN" sz="1600" i="1" dirty="0">
                <a:ea typeface="宋体" panose="02010600030101010101" pitchFamily="2" charset="-122"/>
              </a:rPr>
              <a:t>α</a:t>
            </a:r>
            <a:r>
              <a:rPr lang="en-US" altLang="zh-CN" sz="1600" i="1" baseline="30000" dirty="0">
                <a:ea typeface="宋体" panose="02010600030101010101" pitchFamily="2" charset="-122"/>
              </a:rPr>
              <a:t>u</a:t>
            </a:r>
            <a:r>
              <a:rPr lang="en-US" altLang="zh-CN" sz="1600" i="1" baseline="20000" dirty="0">
                <a:ea typeface="宋体" panose="02010600030101010101" pitchFamily="2" charset="-122"/>
              </a:rPr>
              <a:t>1 </a:t>
            </a:r>
            <a:r>
              <a:rPr lang="en-US" altLang="zh-CN" sz="1600" i="1" dirty="0">
                <a:ea typeface="宋体" panose="02010600030101010101" pitchFamily="2" charset="-122"/>
              </a:rPr>
              <a:t>β</a:t>
            </a:r>
            <a:r>
              <a:rPr lang="en-US" altLang="zh-CN" sz="1600" i="1" baseline="30000" dirty="0">
                <a:ea typeface="宋体" panose="02010600030101010101" pitchFamily="2" charset="-122"/>
              </a:rPr>
              <a:t>u</a:t>
            </a:r>
            <a:r>
              <a:rPr lang="en-US" altLang="zh-CN" sz="1600" i="1" baseline="20000" dirty="0">
                <a:ea typeface="宋体" panose="02010600030101010101" pitchFamily="2" charset="-122"/>
              </a:rPr>
              <a:t>2</a:t>
            </a:r>
            <a:r>
              <a:rPr lang="en-US" altLang="zh-CN" sz="1600" i="1" dirty="0"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ea typeface="宋体" panose="02010600030101010101" pitchFamily="2" charset="-122"/>
              </a:rPr>
              <a:t>mod </a:t>
            </a:r>
            <a:r>
              <a:rPr lang="en-US" altLang="zh-CN" sz="1600" i="1" dirty="0">
                <a:ea typeface="宋体" panose="02010600030101010101" pitchFamily="2" charset="-122"/>
              </a:rPr>
              <a:t>p) </a:t>
            </a:r>
            <a:r>
              <a:rPr lang="en-US" altLang="zh-CN" sz="1600" dirty="0">
                <a:ea typeface="宋体" panose="02010600030101010101" pitchFamily="2" charset="-122"/>
              </a:rPr>
              <a:t>mod</a:t>
            </a:r>
            <a:r>
              <a:rPr lang="en-US" altLang="zh-CN" sz="1600" i="1" dirty="0">
                <a:ea typeface="宋体" panose="02010600030101010101" pitchFamily="2" charset="-122"/>
              </a:rPr>
              <a:t> q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r>
              <a:rPr lang="en-US" altLang="zh-CN" sz="1600" b="1" dirty="0">
                <a:ea typeface="宋体" panose="02010600030101010101" pitchFamily="2" charset="-122"/>
              </a:rPr>
              <a:t>Since </a:t>
            </a:r>
            <a:r>
              <a:rPr lang="en-US" altLang="zh-CN" sz="1600" b="1" i="1" dirty="0">
                <a:ea typeface="宋体" panose="02010600030101010101" pitchFamily="2" charset="-122"/>
              </a:rPr>
              <a:t>r</a:t>
            </a:r>
            <a:r>
              <a:rPr lang="en-US" altLang="zh-CN" sz="1600" b="1" dirty="0">
                <a:ea typeface="宋体" panose="02010600030101010101" pitchFamily="2" charset="-122"/>
              </a:rPr>
              <a:t> ≡ </a:t>
            </a:r>
            <a:r>
              <a:rPr lang="en-US" altLang="zh-CN" sz="1600" b="1" i="1" dirty="0">
                <a:ea typeface="宋体" panose="02010600030101010101" pitchFamily="2" charset="-122"/>
              </a:rPr>
              <a:t>α</a:t>
            </a:r>
            <a:r>
              <a:rPr lang="en-US" altLang="zh-CN" sz="1600" b="1" i="1" baseline="30000" dirty="0" err="1">
                <a:ea typeface="宋体" panose="02010600030101010101" pitchFamily="2" charset="-122"/>
              </a:rPr>
              <a:t>k</a:t>
            </a:r>
            <a:r>
              <a:rPr lang="en-US" altLang="zh-CN" sz="1600" b="1" i="1" baseline="20000" dirty="0" err="1">
                <a:ea typeface="宋体" panose="02010600030101010101" pitchFamily="2" charset="-122"/>
              </a:rPr>
              <a:t>E</a:t>
            </a:r>
            <a:r>
              <a:rPr lang="en-US" altLang="zh-CN" sz="1600" b="1" dirty="0">
                <a:ea typeface="宋体" panose="02010600030101010101" pitchFamily="2" charset="-122"/>
              </a:rPr>
              <a:t> mod </a:t>
            </a:r>
            <a:r>
              <a:rPr lang="en-US" altLang="zh-CN" sz="1600" b="1" i="1" dirty="0">
                <a:ea typeface="宋体" panose="02010600030101010101" pitchFamily="2" charset="-122"/>
              </a:rPr>
              <a:t>p</a:t>
            </a:r>
            <a:r>
              <a:rPr lang="en-US" altLang="zh-CN" sz="1600" b="1" dirty="0">
                <a:ea typeface="宋体" panose="02010600030101010101" pitchFamily="2" charset="-122"/>
              </a:rPr>
              <a:t> mod </a:t>
            </a:r>
            <a:r>
              <a:rPr lang="en-US" altLang="zh-CN" sz="1600" b="1" i="1" dirty="0">
                <a:ea typeface="宋体" panose="02010600030101010101" pitchFamily="2" charset="-122"/>
              </a:rPr>
              <a:t>q</a:t>
            </a:r>
            <a:r>
              <a:rPr lang="en-US" altLang="zh-CN" sz="1600" b="1" dirty="0">
                <a:ea typeface="宋体" panose="02010600030101010101" pitchFamily="2" charset="-122"/>
              </a:rPr>
              <a:t> and </a:t>
            </a:r>
            <a:r>
              <a:rPr lang="en-US" altLang="zh-CN" sz="1600" b="1" i="1" dirty="0">
                <a:ea typeface="宋体" panose="02010600030101010101" pitchFamily="2" charset="-122"/>
              </a:rPr>
              <a:t>v</a:t>
            </a:r>
            <a:r>
              <a:rPr lang="en-US" altLang="zh-CN" sz="1600" b="1" dirty="0">
                <a:ea typeface="宋体" panose="02010600030101010101" pitchFamily="2" charset="-122"/>
              </a:rPr>
              <a:t> ≡ (</a:t>
            </a:r>
            <a:r>
              <a:rPr lang="en-US" altLang="zh-CN" sz="1600" b="1" i="1" dirty="0">
                <a:ea typeface="宋体" panose="02010600030101010101" pitchFamily="2" charset="-122"/>
              </a:rPr>
              <a:t>α</a:t>
            </a:r>
            <a:r>
              <a:rPr lang="en-US" altLang="zh-CN" sz="1600" b="1" i="1" baseline="30000" dirty="0">
                <a:ea typeface="宋体" panose="02010600030101010101" pitchFamily="2" charset="-122"/>
              </a:rPr>
              <a:t>u</a:t>
            </a:r>
            <a:r>
              <a:rPr lang="en-US" altLang="zh-CN" sz="1600" b="1" i="1" baseline="20000" dirty="0">
                <a:ea typeface="宋体" panose="02010600030101010101" pitchFamily="2" charset="-122"/>
              </a:rPr>
              <a:t>1 </a:t>
            </a:r>
            <a:r>
              <a:rPr lang="en-US" altLang="zh-CN" sz="1600" b="1" i="1" dirty="0">
                <a:ea typeface="宋体" panose="02010600030101010101" pitchFamily="2" charset="-122"/>
              </a:rPr>
              <a:t>β</a:t>
            </a:r>
            <a:r>
              <a:rPr lang="en-US" altLang="zh-CN" sz="1600" b="1" i="1" baseline="30000" dirty="0">
                <a:ea typeface="宋体" panose="02010600030101010101" pitchFamily="2" charset="-122"/>
              </a:rPr>
              <a:t>u</a:t>
            </a:r>
            <a:r>
              <a:rPr lang="en-US" altLang="zh-CN" sz="1600" b="1" i="1" baseline="20000" dirty="0">
                <a:ea typeface="宋体" panose="02010600030101010101" pitchFamily="2" charset="-122"/>
              </a:rPr>
              <a:t>2</a:t>
            </a:r>
            <a:r>
              <a:rPr lang="en-US" altLang="zh-CN" sz="1600" b="1" dirty="0">
                <a:ea typeface="宋体" panose="02010600030101010101" pitchFamily="2" charset="-122"/>
              </a:rPr>
              <a:t> mod </a:t>
            </a:r>
            <a:r>
              <a:rPr lang="en-US" altLang="zh-CN" sz="1600" b="1" i="1" dirty="0">
                <a:ea typeface="宋体" panose="02010600030101010101" pitchFamily="2" charset="-122"/>
              </a:rPr>
              <a:t>p</a:t>
            </a:r>
            <a:r>
              <a:rPr lang="en-US" altLang="zh-CN" sz="1600" b="1" dirty="0">
                <a:ea typeface="宋体" panose="02010600030101010101" pitchFamily="2" charset="-122"/>
              </a:rPr>
              <a:t>)  mod </a:t>
            </a:r>
            <a:r>
              <a:rPr lang="en-US" altLang="zh-CN" sz="1600" b="1" i="1" dirty="0">
                <a:ea typeface="宋体" panose="02010600030101010101" pitchFamily="2" charset="-122"/>
              </a:rPr>
              <a:t>q</a:t>
            </a:r>
            <a:r>
              <a:rPr lang="en-US" altLang="zh-CN" sz="1600" b="1" dirty="0">
                <a:ea typeface="宋体" panose="02010600030101010101" pitchFamily="2" charset="-122"/>
              </a:rPr>
              <a:t>, this expression is identical to: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</a:pPr>
            <a:r>
              <a:rPr lang="en-US" altLang="zh-CN" sz="1600" i="1" dirty="0">
                <a:ea typeface="宋体" panose="02010600030101010101" pitchFamily="2" charset="-122"/>
                <a:sym typeface="Wingdings" pitchFamily="2" charset="2"/>
              </a:rPr>
              <a:t>    </a:t>
            </a:r>
            <a:r>
              <a:rPr lang="en-US" altLang="zh-CN" sz="1600" i="1" dirty="0">
                <a:ea typeface="宋体" panose="02010600030101010101" pitchFamily="2" charset="-122"/>
              </a:rPr>
              <a:t>r  </a:t>
            </a:r>
            <a:r>
              <a:rPr lang="en-US" altLang="zh-CN" sz="1600" dirty="0">
                <a:ea typeface="宋体" panose="02010600030101010101" pitchFamily="2" charset="-122"/>
              </a:rPr>
              <a:t>≡ v </a:t>
            </a: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liennummernplatzhalter 1">
            <a:extLst>
              <a:ext uri="{FF2B5EF4-FFF2-40B4-BE49-F238E27FC236}">
                <a16:creationId xmlns:a16="http://schemas.microsoft.com/office/drawing/2014/main" id="{70013B0B-5EA4-18BE-8E46-7D0D73174B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9F37E6-CE7C-E94A-9580-F2A9A7251A1D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36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36867" name="Fußzeilenplatzhalter 2">
            <a:extLst>
              <a:ext uri="{FF2B5EF4-FFF2-40B4-BE49-F238E27FC236}">
                <a16:creationId xmlns:a16="http://schemas.microsoft.com/office/drawing/2014/main" id="{9D6D1BD9-B4A3-C5B8-B083-A4C85CB2D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4AE430E-CED5-653E-1186-EE4A24519D39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6462712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sp>
        <p:nvSpPr>
          <p:cNvPr id="36869" name="Textfeld 6">
            <a:extLst>
              <a:ext uri="{FF2B5EF4-FFF2-40B4-BE49-F238E27FC236}">
                <a16:creationId xmlns:a16="http://schemas.microsoft.com/office/drawing/2014/main" id="{28305364-EE25-6D16-4A3E-001DB15CB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785813"/>
            <a:ext cx="928687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200">
                <a:ea typeface="宋体" panose="02010600030101010101" pitchFamily="2" charset="-122"/>
              </a:rPr>
              <a:t>Alice</a:t>
            </a:r>
          </a:p>
        </p:txBody>
      </p:sp>
      <p:sp>
        <p:nvSpPr>
          <p:cNvPr id="36870" name="Textfeld 7">
            <a:extLst>
              <a:ext uri="{FF2B5EF4-FFF2-40B4-BE49-F238E27FC236}">
                <a16:creationId xmlns:a16="http://schemas.microsoft.com/office/drawing/2014/main" id="{33AF14C8-3784-3EA3-3321-AF3F0E2CE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9313" y="785813"/>
            <a:ext cx="1857375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200">
                <a:ea typeface="宋体" panose="02010600030101010101" pitchFamily="2" charset="-122"/>
              </a:rPr>
              <a:t>Bob</a:t>
            </a:r>
          </a:p>
        </p:txBody>
      </p:sp>
      <p:cxnSp>
        <p:nvCxnSpPr>
          <p:cNvPr id="36871" name="Gerade Verbindung mit Pfeil 9">
            <a:extLst>
              <a:ext uri="{FF2B5EF4-FFF2-40B4-BE49-F238E27FC236}">
                <a16:creationId xmlns:a16="http://schemas.microsoft.com/office/drawing/2014/main" id="{D1CBD5E2-D8E7-FD7D-F00E-EFD336628DB2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2286000" y="2500313"/>
            <a:ext cx="2500313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2" name="Gerade Verbindung mit Pfeil 11">
            <a:extLst>
              <a:ext uri="{FF2B5EF4-FFF2-40B4-BE49-F238E27FC236}">
                <a16:creationId xmlns:a16="http://schemas.microsoft.com/office/drawing/2014/main" id="{7DCC15CA-4330-1AC1-BFAD-E41F4E8AD3BE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2428875" y="4143375"/>
            <a:ext cx="2500313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81" name="Textfeld 13">
            <a:extLst>
              <a:ext uri="{FF2B5EF4-FFF2-40B4-BE49-F238E27FC236}">
                <a16:creationId xmlns:a16="http://schemas.microsoft.com/office/drawing/2014/main" id="{8A118522-0E2C-E16B-4D2E-B92FEAACB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1357313"/>
            <a:ext cx="3786188" cy="369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en-US" b="1" dirty="0">
                <a:latin typeface="Arial" charset="0"/>
              </a:rPr>
              <a:t>Key generation</a:t>
            </a:r>
            <a:r>
              <a:rPr lang="en-US" dirty="0">
                <a:latin typeface="Arial" charset="0"/>
              </a:rPr>
              <a:t>: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dirty="0">
                <a:latin typeface="Arial" charset="0"/>
              </a:rPr>
              <a:t>choose </a:t>
            </a:r>
            <a:r>
              <a:rPr lang="en-US" i="1" dirty="0">
                <a:latin typeface="Arial" charset="0"/>
              </a:rPr>
              <a:t>p</a:t>
            </a:r>
            <a:r>
              <a:rPr lang="en-US" dirty="0">
                <a:latin typeface="Arial" charset="0"/>
              </a:rPr>
              <a:t> = 59 and </a:t>
            </a:r>
            <a:r>
              <a:rPr lang="en-US" i="1" dirty="0">
                <a:latin typeface="Arial" charset="0"/>
              </a:rPr>
              <a:t>q</a:t>
            </a:r>
            <a:r>
              <a:rPr lang="en-US" dirty="0">
                <a:latin typeface="Arial" charset="0"/>
              </a:rPr>
              <a:t> = 29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dirty="0">
                <a:latin typeface="Arial" charset="0"/>
              </a:rPr>
              <a:t>choose </a:t>
            </a:r>
            <a:r>
              <a:rPr lang="el-GR" dirty="0">
                <a:latin typeface="Arial" charset="0"/>
              </a:rPr>
              <a:t>α</a:t>
            </a:r>
            <a:r>
              <a:rPr lang="de-DE" dirty="0">
                <a:latin typeface="Arial" charset="0"/>
              </a:rPr>
              <a:t> = 3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de-DE" dirty="0" err="1">
                <a:latin typeface="Arial" charset="0"/>
              </a:rPr>
              <a:t>choose</a:t>
            </a:r>
            <a:r>
              <a:rPr lang="de-DE" dirty="0">
                <a:latin typeface="Arial" charset="0"/>
              </a:rPr>
              <a:t> private </a:t>
            </a:r>
            <a:r>
              <a:rPr lang="de-DE" dirty="0" err="1">
                <a:latin typeface="Arial" charset="0"/>
              </a:rPr>
              <a:t>key</a:t>
            </a:r>
            <a:r>
              <a:rPr lang="de-DE" dirty="0">
                <a:latin typeface="Arial" charset="0"/>
              </a:rPr>
              <a:t> </a:t>
            </a:r>
            <a:r>
              <a:rPr lang="de-DE" i="1" dirty="0">
                <a:latin typeface="Arial" charset="0"/>
              </a:rPr>
              <a:t>d</a:t>
            </a:r>
            <a:r>
              <a:rPr lang="de-DE" dirty="0">
                <a:latin typeface="Arial" charset="0"/>
              </a:rPr>
              <a:t> = 7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l-GR" i="1" dirty="0">
                <a:latin typeface="Arial" charset="0"/>
              </a:rPr>
              <a:t>β</a:t>
            </a:r>
            <a:r>
              <a:rPr lang="de-DE" dirty="0">
                <a:latin typeface="Arial" charset="0"/>
              </a:rPr>
              <a:t> = </a:t>
            </a:r>
            <a:r>
              <a:rPr lang="el-GR" i="1" dirty="0">
                <a:latin typeface="Arial" charset="0"/>
              </a:rPr>
              <a:t>α</a:t>
            </a:r>
            <a:r>
              <a:rPr lang="el-GR" i="1" baseline="30000" dirty="0">
                <a:latin typeface="Arial" charset="0"/>
              </a:rPr>
              <a:t>β</a:t>
            </a:r>
            <a:r>
              <a:rPr lang="de-DE" baseline="30000" dirty="0">
                <a:latin typeface="Arial" charset="0"/>
              </a:rPr>
              <a:t> </a:t>
            </a:r>
            <a:r>
              <a:rPr lang="de-DE" dirty="0">
                <a:latin typeface="Arial" charset="0"/>
              </a:rPr>
              <a:t>= 3</a:t>
            </a:r>
            <a:r>
              <a:rPr lang="de-DE" baseline="30000" dirty="0">
                <a:latin typeface="Arial" charset="0"/>
              </a:rPr>
              <a:t>7</a:t>
            </a:r>
            <a:r>
              <a:rPr lang="de-DE" dirty="0">
                <a:latin typeface="Arial" charset="0"/>
              </a:rPr>
              <a:t> ≡ 4 </a:t>
            </a:r>
            <a:r>
              <a:rPr lang="de-DE" dirty="0" err="1">
                <a:latin typeface="Arial" charset="0"/>
              </a:rPr>
              <a:t>mod</a:t>
            </a:r>
            <a:r>
              <a:rPr lang="de-DE" dirty="0">
                <a:latin typeface="Arial" charset="0"/>
              </a:rPr>
              <a:t> 59</a:t>
            </a:r>
          </a:p>
          <a:p>
            <a:pPr>
              <a:defRPr/>
            </a:pPr>
            <a:endParaRPr lang="de-DE" baseline="30000" dirty="0">
              <a:latin typeface="Arial" charset="0"/>
            </a:endParaRPr>
          </a:p>
          <a:p>
            <a:pPr>
              <a:defRPr/>
            </a:pPr>
            <a:endParaRPr lang="de-DE" baseline="30000" dirty="0">
              <a:latin typeface="Arial" charset="0"/>
            </a:endParaRPr>
          </a:p>
          <a:p>
            <a:pPr>
              <a:defRPr/>
            </a:pPr>
            <a:endParaRPr lang="de-DE" baseline="30000" dirty="0">
              <a:latin typeface="Arial" charset="0"/>
            </a:endParaRPr>
          </a:p>
          <a:p>
            <a:pPr>
              <a:defRPr/>
            </a:pPr>
            <a:r>
              <a:rPr lang="de-DE" b="1" dirty="0" err="1">
                <a:latin typeface="Arial" charset="0"/>
              </a:rPr>
              <a:t>Sign</a:t>
            </a:r>
            <a:r>
              <a:rPr lang="de-DE" dirty="0">
                <a:latin typeface="Arial" charset="0"/>
              </a:rPr>
              <a:t>:</a:t>
            </a:r>
          </a:p>
          <a:p>
            <a:pPr marL="342900" indent="-342900">
              <a:defRPr/>
            </a:pPr>
            <a:r>
              <a:rPr lang="de-DE" dirty="0" err="1">
                <a:latin typeface="Arial" charset="0"/>
              </a:rPr>
              <a:t>Compute</a:t>
            </a:r>
            <a:r>
              <a:rPr lang="de-DE" dirty="0">
                <a:latin typeface="Arial" charset="0"/>
              </a:rPr>
              <a:t> </a:t>
            </a:r>
            <a:r>
              <a:rPr lang="de-DE" dirty="0" err="1">
                <a:latin typeface="Arial" charset="0"/>
              </a:rPr>
              <a:t>has</a:t>
            </a:r>
            <a:r>
              <a:rPr lang="de-DE" dirty="0">
                <a:latin typeface="Arial" charset="0"/>
              </a:rPr>
              <a:t> </a:t>
            </a:r>
            <a:r>
              <a:rPr lang="de-DE" dirty="0" err="1">
                <a:latin typeface="Arial" charset="0"/>
              </a:rPr>
              <a:t>of</a:t>
            </a:r>
            <a:r>
              <a:rPr lang="de-DE" dirty="0">
                <a:latin typeface="Arial" charset="0"/>
              </a:rPr>
              <a:t> </a:t>
            </a:r>
            <a:r>
              <a:rPr lang="de-DE" dirty="0" err="1">
                <a:latin typeface="Arial" charset="0"/>
              </a:rPr>
              <a:t>message</a:t>
            </a:r>
            <a:r>
              <a:rPr lang="de-DE" dirty="0">
                <a:latin typeface="Arial" charset="0"/>
              </a:rPr>
              <a:t> H(</a:t>
            </a:r>
            <a:r>
              <a:rPr lang="de-DE" i="1" dirty="0">
                <a:latin typeface="Arial" charset="0"/>
              </a:rPr>
              <a:t>x</a:t>
            </a:r>
            <a:r>
              <a:rPr lang="de-DE" dirty="0">
                <a:latin typeface="Arial" charset="0"/>
              </a:rPr>
              <a:t>)=26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de-DE" dirty="0" err="1">
                <a:latin typeface="Arial" charset="0"/>
              </a:rPr>
              <a:t>Choose</a:t>
            </a:r>
            <a:r>
              <a:rPr lang="de-DE" dirty="0">
                <a:latin typeface="Arial" charset="0"/>
              </a:rPr>
              <a:t> </a:t>
            </a:r>
            <a:r>
              <a:rPr lang="de-DE" dirty="0" err="1">
                <a:latin typeface="Arial" charset="0"/>
              </a:rPr>
              <a:t>ephermal</a:t>
            </a:r>
            <a:r>
              <a:rPr lang="de-DE" dirty="0">
                <a:latin typeface="Arial" charset="0"/>
              </a:rPr>
              <a:t> </a:t>
            </a:r>
            <a:r>
              <a:rPr lang="de-DE" dirty="0" err="1">
                <a:latin typeface="Arial" charset="0"/>
              </a:rPr>
              <a:t>key</a:t>
            </a:r>
            <a:r>
              <a:rPr lang="de-DE" dirty="0">
                <a:latin typeface="Arial" charset="0"/>
              </a:rPr>
              <a:t> </a:t>
            </a:r>
            <a:r>
              <a:rPr lang="de-DE" i="1" dirty="0" err="1">
                <a:latin typeface="Arial" charset="0"/>
              </a:rPr>
              <a:t>k</a:t>
            </a:r>
            <a:r>
              <a:rPr lang="de-DE" i="1" baseline="-25000" dirty="0" err="1">
                <a:latin typeface="Arial" charset="0"/>
              </a:rPr>
              <a:t>E</a:t>
            </a:r>
            <a:r>
              <a:rPr lang="de-DE" dirty="0">
                <a:latin typeface="Arial" charset="0"/>
              </a:rPr>
              <a:t>=10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de-DE" i="1" dirty="0">
                <a:latin typeface="Arial" charset="0"/>
              </a:rPr>
              <a:t>r</a:t>
            </a:r>
            <a:r>
              <a:rPr lang="de-DE" dirty="0">
                <a:latin typeface="Arial" charset="0"/>
              </a:rPr>
              <a:t> = (3</a:t>
            </a:r>
            <a:r>
              <a:rPr lang="de-DE" baseline="30000" dirty="0">
                <a:latin typeface="Arial" charset="0"/>
              </a:rPr>
              <a:t>10 </a:t>
            </a:r>
            <a:r>
              <a:rPr lang="de-DE" dirty="0" err="1">
                <a:latin typeface="Arial" charset="0"/>
              </a:rPr>
              <a:t>mod</a:t>
            </a:r>
            <a:r>
              <a:rPr lang="de-DE" dirty="0">
                <a:latin typeface="Arial" charset="0"/>
              </a:rPr>
              <a:t> 59) ≡ 20 </a:t>
            </a:r>
            <a:r>
              <a:rPr lang="de-DE" dirty="0" err="1">
                <a:latin typeface="Arial" charset="0"/>
              </a:rPr>
              <a:t>mod</a:t>
            </a:r>
            <a:r>
              <a:rPr lang="de-DE" dirty="0">
                <a:latin typeface="Arial" charset="0"/>
              </a:rPr>
              <a:t> 29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de-DE" i="1" dirty="0">
                <a:latin typeface="Arial" charset="0"/>
              </a:rPr>
              <a:t>s</a:t>
            </a:r>
            <a:r>
              <a:rPr lang="de-DE" dirty="0">
                <a:latin typeface="Arial" charset="0"/>
              </a:rPr>
              <a:t> = (26 + 7 ∙ 20) ∙ 3) ≡ 5 </a:t>
            </a:r>
            <a:r>
              <a:rPr lang="de-DE" dirty="0" err="1">
                <a:latin typeface="Arial" charset="0"/>
              </a:rPr>
              <a:t>mod</a:t>
            </a:r>
            <a:r>
              <a:rPr lang="de-DE" dirty="0">
                <a:latin typeface="Arial" charset="0"/>
              </a:rPr>
              <a:t> 29</a:t>
            </a:r>
          </a:p>
          <a:p>
            <a:pPr>
              <a:defRPr/>
            </a:pPr>
            <a:endParaRPr lang="en-US" dirty="0">
              <a:latin typeface="Arial" charset="0"/>
            </a:endParaRPr>
          </a:p>
        </p:txBody>
      </p:sp>
      <p:sp>
        <p:nvSpPr>
          <p:cNvPr id="36874" name="Textfeld 18">
            <a:extLst>
              <a:ext uri="{FF2B5EF4-FFF2-40B4-BE49-F238E27FC236}">
                <a16:creationId xmlns:a16="http://schemas.microsoft.com/office/drawing/2014/main" id="{999FA84D-7D3D-39DC-724B-BB6968F39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071688"/>
            <a:ext cx="2714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en-US" altLang="zh-CN" i="1">
                <a:ea typeface="宋体" panose="02010600030101010101" pitchFamily="2" charset="-122"/>
              </a:rPr>
              <a:t>p, q</a:t>
            </a:r>
            <a:r>
              <a:rPr lang="en-US" altLang="zh-CN">
                <a:ea typeface="宋体" panose="02010600030101010101" pitchFamily="2" charset="-122"/>
              </a:rPr>
              <a:t>, </a:t>
            </a:r>
            <a:r>
              <a:rPr lang="el-GR" altLang="zh-CN" i="1"/>
              <a:t>α</a:t>
            </a:r>
            <a:r>
              <a:rPr lang="de-DE" altLang="zh-CN" i="1"/>
              <a:t>, </a:t>
            </a:r>
            <a:r>
              <a:rPr lang="el-GR" altLang="zh-CN" i="1"/>
              <a:t>β</a:t>
            </a:r>
            <a:r>
              <a:rPr lang="en-US" altLang="zh-CN">
                <a:ea typeface="宋体" panose="02010600030101010101" pitchFamily="2" charset="-122"/>
              </a:rPr>
              <a:t>)=(59, 29, 3, 4)</a:t>
            </a:r>
          </a:p>
        </p:txBody>
      </p:sp>
      <p:sp>
        <p:nvSpPr>
          <p:cNvPr id="36875" name="Textfeld 19">
            <a:extLst>
              <a:ext uri="{FF2B5EF4-FFF2-40B4-BE49-F238E27FC236}">
                <a16:creationId xmlns:a16="http://schemas.microsoft.com/office/drawing/2014/main" id="{476F04E7-82CE-7F81-B1B5-2DD21A44E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0313" y="3786188"/>
            <a:ext cx="25003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en-US" altLang="zh-CN" i="1">
                <a:ea typeface="宋体" panose="02010600030101010101" pitchFamily="2" charset="-122"/>
              </a:rPr>
              <a:t>x,(r, s</a:t>
            </a:r>
            <a:r>
              <a:rPr lang="en-US" altLang="zh-CN">
                <a:ea typeface="宋体" panose="02010600030101010101" pitchFamily="2" charset="-122"/>
              </a:rPr>
              <a:t>))=(</a:t>
            </a:r>
            <a:r>
              <a:rPr lang="en-US" altLang="zh-CN" i="1">
                <a:ea typeface="宋体" panose="02010600030101010101" pitchFamily="2" charset="-122"/>
              </a:rPr>
              <a:t>x</a:t>
            </a:r>
            <a:r>
              <a:rPr lang="en-US" altLang="zh-CN">
                <a:ea typeface="宋体" panose="02010600030101010101" pitchFamily="2" charset="-122"/>
              </a:rPr>
              <a:t>,20, 5)</a:t>
            </a:r>
          </a:p>
        </p:txBody>
      </p:sp>
      <p:sp>
        <p:nvSpPr>
          <p:cNvPr id="36876" name="Textfeld 20">
            <a:extLst>
              <a:ext uri="{FF2B5EF4-FFF2-40B4-BE49-F238E27FC236}">
                <a16:creationId xmlns:a16="http://schemas.microsoft.com/office/drawing/2014/main" id="{4D92CDCA-9CFC-EBFA-3FEA-D1A231DDE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4214813"/>
            <a:ext cx="4214812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b="1">
                <a:ea typeface="宋体" panose="02010600030101010101" pitchFamily="2" charset="-122"/>
              </a:rPr>
              <a:t>Verify</a:t>
            </a:r>
            <a:r>
              <a:rPr lang="en-US" altLang="zh-CN">
                <a:ea typeface="宋体" panose="02010600030101010101" pitchFamily="2" charset="-122"/>
              </a:rPr>
              <a:t>:</a:t>
            </a:r>
          </a:p>
          <a:p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i="1">
                <a:ea typeface="宋体" panose="02010600030101010101" pitchFamily="2" charset="-122"/>
              </a:rPr>
              <a:t>w</a:t>
            </a:r>
            <a:r>
              <a:rPr lang="en-US" altLang="zh-CN">
                <a:ea typeface="宋体" panose="02010600030101010101" pitchFamily="2" charset="-122"/>
              </a:rPr>
              <a:t> ≡ 5</a:t>
            </a:r>
            <a:r>
              <a:rPr lang="en-US" altLang="zh-CN" baseline="30000">
                <a:ea typeface="宋体" panose="02010600030101010101" pitchFamily="2" charset="-122"/>
              </a:rPr>
              <a:t>-1</a:t>
            </a:r>
            <a:r>
              <a:rPr lang="en-US" altLang="zh-CN">
                <a:ea typeface="宋体" panose="02010600030101010101" pitchFamily="2" charset="-122"/>
              </a:rPr>
              <a:t> ≡ 6 mod 29</a:t>
            </a:r>
          </a:p>
          <a:p>
            <a:r>
              <a:rPr lang="en-US" altLang="zh-CN" i="1">
                <a:ea typeface="宋体" panose="02010600030101010101" pitchFamily="2" charset="-122"/>
              </a:rPr>
              <a:t> u</a:t>
            </a:r>
            <a:r>
              <a:rPr lang="en-US" altLang="zh-CN" i="1" baseline="-25000">
                <a:ea typeface="宋体" panose="02010600030101010101" pitchFamily="2" charset="-122"/>
              </a:rPr>
              <a:t>1</a:t>
            </a:r>
            <a:r>
              <a:rPr lang="en-US" altLang="zh-CN" i="1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≡ 6 </a:t>
            </a:r>
            <a:r>
              <a:rPr lang="de-DE" altLang="zh-CN"/>
              <a:t>∙ 26 </a:t>
            </a:r>
            <a:r>
              <a:rPr lang="en-US" altLang="zh-CN">
                <a:ea typeface="宋体" panose="02010600030101010101" pitchFamily="2" charset="-122"/>
              </a:rPr>
              <a:t>≡ 11 mod 29</a:t>
            </a:r>
          </a:p>
          <a:p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i="1">
                <a:ea typeface="宋体" panose="02010600030101010101" pitchFamily="2" charset="-122"/>
              </a:rPr>
              <a:t>u</a:t>
            </a:r>
            <a:r>
              <a:rPr lang="en-US" altLang="zh-CN" i="1" baseline="-25000">
                <a:ea typeface="宋体" panose="02010600030101010101" pitchFamily="2" charset="-122"/>
              </a:rPr>
              <a:t>2</a:t>
            </a:r>
            <a:r>
              <a:rPr lang="en-US" altLang="zh-CN">
                <a:ea typeface="宋体" panose="02010600030101010101" pitchFamily="2" charset="-122"/>
              </a:rPr>
              <a:t> ≡ 6 </a:t>
            </a:r>
            <a:r>
              <a:rPr lang="de-DE" altLang="zh-CN"/>
              <a:t>∙  20 </a:t>
            </a:r>
            <a:r>
              <a:rPr lang="en-US" altLang="zh-CN">
                <a:ea typeface="宋体" panose="02010600030101010101" pitchFamily="2" charset="-122"/>
              </a:rPr>
              <a:t>≡ 4 mod 29</a:t>
            </a:r>
          </a:p>
          <a:p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i="1">
                <a:ea typeface="宋体" panose="02010600030101010101" pitchFamily="2" charset="-122"/>
              </a:rPr>
              <a:t>v</a:t>
            </a:r>
            <a:r>
              <a:rPr lang="en-US" altLang="zh-CN">
                <a:ea typeface="宋体" panose="02010600030101010101" pitchFamily="2" charset="-122"/>
              </a:rPr>
              <a:t> = (3</a:t>
            </a:r>
            <a:r>
              <a:rPr lang="en-US" altLang="zh-CN" baseline="30000">
                <a:ea typeface="宋体" panose="02010600030101010101" pitchFamily="2" charset="-122"/>
              </a:rPr>
              <a:t>11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de-DE" altLang="zh-CN"/>
              <a:t>∙</a:t>
            </a:r>
            <a:r>
              <a:rPr lang="en-US" altLang="zh-CN">
                <a:ea typeface="宋体" panose="02010600030101010101" pitchFamily="2" charset="-122"/>
              </a:rPr>
              <a:t> 4</a:t>
            </a:r>
            <a:r>
              <a:rPr lang="en-US" altLang="zh-CN" baseline="30000">
                <a:ea typeface="宋体" panose="02010600030101010101" pitchFamily="2" charset="-122"/>
              </a:rPr>
              <a:t>4</a:t>
            </a:r>
            <a:r>
              <a:rPr lang="en-US" altLang="zh-CN">
                <a:ea typeface="宋体" panose="02010600030101010101" pitchFamily="2" charset="-122"/>
              </a:rPr>
              <a:t> mod 59) mod 29 = 20</a:t>
            </a:r>
          </a:p>
          <a:p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i="1">
                <a:ea typeface="宋体" panose="02010600030101010101" pitchFamily="2" charset="-122"/>
              </a:rPr>
              <a:t>v</a:t>
            </a:r>
            <a:r>
              <a:rPr lang="en-US" altLang="zh-CN">
                <a:ea typeface="宋体" panose="02010600030101010101" pitchFamily="2" charset="-122"/>
              </a:rPr>
              <a:t> ≡ r mod 29 → valid signature</a:t>
            </a: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liennummernplatzhalter 1">
            <a:extLst>
              <a:ext uri="{FF2B5EF4-FFF2-40B4-BE49-F238E27FC236}">
                <a16:creationId xmlns:a16="http://schemas.microsoft.com/office/drawing/2014/main" id="{BE217D04-49C5-DE8A-2ABB-FC0DF1F5F6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EEE67AE-919C-9B4B-88A6-49CCF9E98CBB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37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37891" name="Fußzeilenplatzhalter 2">
            <a:extLst>
              <a:ext uri="{FF2B5EF4-FFF2-40B4-BE49-F238E27FC236}">
                <a16:creationId xmlns:a16="http://schemas.microsoft.com/office/drawing/2014/main" id="{7C9D840D-0AEA-48F9-54AE-27F2E7BA8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2241E6B-84F2-8765-F054-62317DA9F4A1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6462712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1900" b="1" kern="0" dirty="0">
                <a:solidFill>
                  <a:schemeClr val="tx2"/>
                </a:solidFill>
                <a:latin typeface="Arial" charset="0"/>
              </a:rPr>
              <a:t>Security of DSA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0FE3C4-4E4D-A051-A595-611C4F62A0B8}"/>
              </a:ext>
            </a:extLst>
          </p:cNvPr>
          <p:cNvSpPr txBox="1">
            <a:spLocks noChangeArrowheads="1"/>
          </p:cNvSpPr>
          <p:nvPr/>
        </p:nvSpPr>
        <p:spPr>
          <a:xfrm>
            <a:off x="471489" y="1130300"/>
            <a:ext cx="7600950" cy="5013325"/>
          </a:xfrm>
          <a:prstGeom prst="rect">
            <a:avLst/>
          </a:prstGeom>
        </p:spPr>
        <p:txBody>
          <a:bodyPr/>
          <a:lstStyle/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r>
              <a:rPr lang="en-US" kern="0" dirty="0">
                <a:latin typeface="+mn-lt"/>
              </a:rPr>
              <a:t>	To solve the discrete logarithm problem in </a:t>
            </a:r>
            <a:r>
              <a:rPr lang="en-US" i="1" kern="0" dirty="0">
                <a:latin typeface="+mn-lt"/>
              </a:rPr>
              <a:t>p</a:t>
            </a:r>
            <a:r>
              <a:rPr lang="en-US" kern="0" dirty="0">
                <a:latin typeface="+mn-lt"/>
              </a:rPr>
              <a:t> the powerful index calculus method can be applied. But this method cannot be applied to the discrete logarithm problem of the subgroup </a:t>
            </a:r>
            <a:r>
              <a:rPr lang="en-US" i="1" kern="0" dirty="0">
                <a:latin typeface="+mn-lt"/>
              </a:rPr>
              <a:t>q</a:t>
            </a:r>
            <a:r>
              <a:rPr lang="en-US" kern="0" dirty="0">
                <a:latin typeface="+mn-lt"/>
              </a:rPr>
              <a:t>. Therefore </a:t>
            </a:r>
            <a:r>
              <a:rPr lang="en-US" i="1" kern="0" dirty="0">
                <a:latin typeface="+mn-lt"/>
              </a:rPr>
              <a:t>q</a:t>
            </a:r>
            <a:r>
              <a:rPr lang="en-US" kern="0" dirty="0">
                <a:latin typeface="+mn-lt"/>
              </a:rPr>
              <a:t> can be smaller than </a:t>
            </a:r>
            <a:r>
              <a:rPr lang="en-US" i="1" kern="0" dirty="0">
                <a:latin typeface="+mn-lt"/>
              </a:rPr>
              <a:t>p</a:t>
            </a:r>
            <a:r>
              <a:rPr lang="en-US" kern="0" dirty="0">
                <a:latin typeface="+mn-lt"/>
              </a:rPr>
              <a:t>. For details see </a:t>
            </a:r>
            <a:r>
              <a:rPr lang="en-US" dirty="0">
                <a:latin typeface="+mn-lt"/>
              </a:rPr>
              <a:t>Chapter 10 and Chapter 8 of </a:t>
            </a:r>
            <a:r>
              <a:rPr lang="en-US" i="1" dirty="0">
                <a:latin typeface="+mn-lt"/>
              </a:rPr>
              <a:t>Understanding Cryptography</a:t>
            </a:r>
            <a:r>
              <a:rPr lang="en-US" dirty="0">
                <a:latin typeface="+mn-lt"/>
              </a:rPr>
              <a:t> .</a:t>
            </a:r>
            <a:endParaRPr lang="en-US" b="1" kern="0" dirty="0">
              <a:latin typeface="+mn-lt"/>
            </a:endParaRP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endParaRPr lang="en-US" kern="0" dirty="0">
              <a:latin typeface="+mn-lt"/>
            </a:endParaRP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endParaRPr lang="en-US" kern="0" dirty="0">
              <a:latin typeface="+mn-lt"/>
            </a:endParaRPr>
          </a:p>
          <a:p>
            <a:pPr marL="304800" indent="-304800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endParaRPr lang="en-US" kern="0" dirty="0">
              <a:latin typeface="Arial" charset="0"/>
            </a:endParaRP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124CA34F-C79B-6D5B-D49A-D74C77DDC856}"/>
              </a:ext>
            </a:extLst>
          </p:cNvPr>
          <p:cNvGraphicFramePr>
            <a:graphicFrameLocks noGrp="1"/>
          </p:cNvGraphicFramePr>
          <p:nvPr/>
        </p:nvGraphicFramePr>
        <p:xfrm>
          <a:off x="857250" y="3214688"/>
          <a:ext cx="7215188" cy="17526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03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37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37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p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q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hash output (min)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security levels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1024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160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160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80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2048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224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224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112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3072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256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256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128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921" name="Textfeld 6">
            <a:extLst>
              <a:ext uri="{FF2B5EF4-FFF2-40B4-BE49-F238E27FC236}">
                <a16:creationId xmlns:a16="http://schemas.microsoft.com/office/drawing/2014/main" id="{D3AC661B-91FB-AE72-5EBA-B8572F36B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5214938"/>
            <a:ext cx="73580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Standardized parameter bit lengths and security levels for the DSA</a:t>
            </a: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liennummernplatzhalter 3">
            <a:extLst>
              <a:ext uri="{FF2B5EF4-FFF2-40B4-BE49-F238E27FC236}">
                <a16:creationId xmlns:a16="http://schemas.microsoft.com/office/drawing/2014/main" id="{9302E7B1-B677-1177-786C-C7D2CB2849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CD6615-9B48-7D44-8D5F-4A675071CDD3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38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17411" name="Fußzeilenplatzhalter 4">
            <a:extLst>
              <a:ext uri="{FF2B5EF4-FFF2-40B4-BE49-F238E27FC236}">
                <a16:creationId xmlns:a16="http://schemas.microsoft.com/office/drawing/2014/main" id="{848ADF08-F294-F81C-6B86-A0376DF1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7A387FF4-5981-9891-E6D5-65236BEDB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 eaLnBrk="1" hangingPunct="1">
              <a:buFont typeface="Webdings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Content of this Chapter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163A072C-E795-5201-8A86-E32E9896F8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593" y="1714500"/>
            <a:ext cx="7634808" cy="3428567"/>
          </a:xfrm>
          <a:noFill/>
        </p:spPr>
        <p:txBody>
          <a:bodyPr/>
          <a:lstStyle/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principle of digital signatures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Security services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RSA digital signature scheme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</a:t>
            </a:r>
            <a:r>
              <a:rPr lang="en-US" altLang="zh-CN" sz="2200" dirty="0" err="1">
                <a:ea typeface="宋体" panose="02010600030101010101" pitchFamily="2" charset="-122"/>
              </a:rPr>
              <a:t>Elgamal</a:t>
            </a:r>
            <a:r>
              <a:rPr lang="en-US" altLang="zh-CN" sz="2200" dirty="0">
                <a:ea typeface="宋体" panose="02010600030101010101" pitchFamily="2" charset="-122"/>
              </a:rPr>
              <a:t> digital signature scheme</a:t>
            </a:r>
          </a:p>
          <a:p>
            <a:pPr marL="342900" indent="-342900" eaLnBrk="1" hangingPunct="1"/>
            <a:r>
              <a:rPr lang="en-US" altLang="zh-CN" sz="2200" dirty="0">
                <a:ea typeface="宋体" panose="02010600030101010101" pitchFamily="2" charset="-122"/>
              </a:rPr>
              <a:t>The Digital Signature Algorithm (DSA)</a:t>
            </a:r>
          </a:p>
          <a:p>
            <a:pPr marL="342900" indent="-342900" eaLnBrk="1" hangingPunct="1"/>
            <a:r>
              <a:rPr lang="en-US" altLang="zh-CN" sz="2200" b="1" dirty="0">
                <a:ea typeface="宋体" panose="02010600030101010101" pitchFamily="2" charset="-122"/>
              </a:rPr>
              <a:t>The Elliptic Curve Digital Signature Algorithm(ECDSA)</a:t>
            </a:r>
          </a:p>
          <a:p>
            <a:pPr marL="342900" indent="-342900" eaLnBrk="1" hangingPunct="1"/>
            <a:endParaRPr lang="en-US" altLang="zh-CN" sz="22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0114639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E62C20-0923-054A-B843-6A628E2CE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1177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Bit lengths of Public-key Algorithms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9440DA-928E-0BBF-52F7-488C38A24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03" y="1870687"/>
            <a:ext cx="8831390" cy="207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0322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liennummernplatzhalter 1">
            <a:extLst>
              <a:ext uri="{FF2B5EF4-FFF2-40B4-BE49-F238E27FC236}">
                <a16:creationId xmlns:a16="http://schemas.microsoft.com/office/drawing/2014/main" id="{EA397FBC-74FE-BD07-0B88-57ACC3C70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CF2B7C-D79F-8C42-9D97-FC43CD19DF2A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40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38915" name="Fußzeilenplatzhalter 2">
            <a:extLst>
              <a:ext uri="{FF2B5EF4-FFF2-40B4-BE49-F238E27FC236}">
                <a16:creationId xmlns:a16="http://schemas.microsoft.com/office/drawing/2014/main" id="{712197C9-E6FC-6A9F-227C-16C1CF5B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9B47211-BE5D-D48C-8205-EBBBE10E8DD5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7029450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2000" b="1" kern="0" dirty="0">
                <a:latin typeface="Arial" charset="0"/>
              </a:rPr>
              <a:t>Elliptic Curve Digital Signature Algorithm (ECDSA)</a:t>
            </a:r>
            <a:endParaRPr lang="en-US" sz="1900" b="1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6D40A1A-A664-2CA7-4E11-6C524769B1CC}"/>
              </a:ext>
            </a:extLst>
          </p:cNvPr>
          <p:cNvSpPr txBox="1">
            <a:spLocks noChangeArrowheads="1"/>
          </p:cNvSpPr>
          <p:nvPr/>
        </p:nvSpPr>
        <p:spPr>
          <a:xfrm>
            <a:off x="684213" y="1124744"/>
            <a:ext cx="7848227" cy="4968552"/>
          </a:xfrm>
          <a:prstGeom prst="rect">
            <a:avLst/>
          </a:prstGeom>
        </p:spPr>
        <p:txBody>
          <a:bodyPr/>
          <a:lstStyle/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r>
              <a:rPr lang="en-US" sz="2000" kern="0" dirty="0">
                <a:latin typeface="+mn-lt"/>
              </a:rPr>
              <a:t>Based on Elliptic Curve Cryptography (ECC)</a:t>
            </a:r>
          </a:p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r>
              <a:rPr lang="en-US" sz="2000" kern="0" dirty="0">
                <a:latin typeface="+mn-lt"/>
              </a:rPr>
              <a:t>Bit lengths in the range of 160-256 bits can be chosen to provide security equivalent to 1024-3072 bit RSA (80-128 bit symmetric security level)</a:t>
            </a:r>
          </a:p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r>
              <a:rPr lang="en-US" sz="2000" kern="0" dirty="0">
                <a:latin typeface="+mn-lt"/>
              </a:rPr>
              <a:t>One signature consists of two points, hence the signature is twice the used bit length (i.e., 320-512 bits for 80-128 bit security level).</a:t>
            </a:r>
          </a:p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r>
              <a:rPr lang="en-US" sz="2000" kern="0" dirty="0">
                <a:latin typeface="+mn-lt"/>
              </a:rPr>
              <a:t>The shorter bit length of ECDSA often result in shorter processing time.</a:t>
            </a:r>
          </a:p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endParaRPr lang="en-US" sz="2000" i="1" kern="0" dirty="0">
              <a:latin typeface="+mn-lt"/>
            </a:endParaRPr>
          </a:p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endParaRPr lang="en-US" sz="2000" kern="0" dirty="0">
              <a:latin typeface="+mn-lt"/>
            </a:endParaRPr>
          </a:p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Symbol" pitchFamily="18" charset="2"/>
              <a:buChar char="Þ"/>
              <a:defRPr/>
            </a:pPr>
            <a:endParaRPr lang="en-US" sz="2000" kern="0" dirty="0">
              <a:latin typeface="+mn-lt"/>
            </a:endParaRPr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liennummernplatzhalter 1">
            <a:extLst>
              <a:ext uri="{FF2B5EF4-FFF2-40B4-BE49-F238E27FC236}">
                <a16:creationId xmlns:a16="http://schemas.microsoft.com/office/drawing/2014/main" id="{EA397FBC-74FE-BD07-0B88-57ACC3C70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CF2B7C-D79F-8C42-9D97-FC43CD19DF2A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41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38915" name="Fußzeilenplatzhalter 2">
            <a:extLst>
              <a:ext uri="{FF2B5EF4-FFF2-40B4-BE49-F238E27FC236}">
                <a16:creationId xmlns:a16="http://schemas.microsoft.com/office/drawing/2014/main" id="{712197C9-E6FC-6A9F-227C-16C1CF5B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9B47211-BE5D-D48C-8205-EBBBE10E8DD5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7029450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2000" b="1" kern="0" dirty="0">
                <a:latin typeface="Arial" charset="0"/>
              </a:rPr>
              <a:t>Elliptic Curve Digital Signature Algorithm (ECDSA)</a:t>
            </a:r>
            <a:endParaRPr lang="en-US" sz="1900" b="1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6D40A1A-A664-2CA7-4E11-6C524769B1CC}"/>
              </a:ext>
            </a:extLst>
          </p:cNvPr>
          <p:cNvSpPr txBox="1">
            <a:spLocks noChangeArrowheads="1"/>
          </p:cNvSpPr>
          <p:nvPr/>
        </p:nvSpPr>
        <p:spPr>
          <a:xfrm>
            <a:off x="684213" y="1124744"/>
            <a:ext cx="7848227" cy="4968552"/>
          </a:xfrm>
          <a:prstGeom prst="rect">
            <a:avLst/>
          </a:prstGeom>
        </p:spPr>
        <p:txBody>
          <a:bodyPr/>
          <a:lstStyle/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r>
              <a:rPr lang="en-US" sz="2000" kern="0" dirty="0">
                <a:latin typeface="+mn-lt"/>
              </a:rPr>
              <a:t>Based on Elliptic Curve Cryptography (ECC)</a:t>
            </a:r>
          </a:p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r>
              <a:rPr lang="en-US" sz="2000" kern="0" dirty="0">
                <a:latin typeface="+mn-lt"/>
              </a:rPr>
              <a:t>Bit lengths in the range of 160-256 bits can be chosen to provide security equivalent to 1024-3072 bit RSA (80-128 bit symmetric security level)</a:t>
            </a:r>
          </a:p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r>
              <a:rPr lang="en-US" sz="2000" kern="0" dirty="0">
                <a:latin typeface="+mn-lt"/>
              </a:rPr>
              <a:t>One signature consists of two points, hence the signature is twice the used bit length (i.e., 320-512 bits for 80-128 bit security level).</a:t>
            </a:r>
          </a:p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r>
              <a:rPr lang="en-US" sz="2000" kern="0" dirty="0">
                <a:latin typeface="+mn-lt"/>
              </a:rPr>
              <a:t>The shorter bit length of ECDSA often result in shorter processing time.</a:t>
            </a:r>
          </a:p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endParaRPr lang="en-US" sz="2000" i="1" kern="0" dirty="0">
              <a:latin typeface="+mn-lt"/>
            </a:endParaRPr>
          </a:p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itchFamily="34" charset="0"/>
              <a:buChar char="•"/>
              <a:defRPr/>
            </a:pPr>
            <a:endParaRPr lang="en-US" sz="2000" kern="0" dirty="0">
              <a:latin typeface="+mn-lt"/>
            </a:endParaRPr>
          </a:p>
          <a:p>
            <a:pPr marL="195263" indent="-195263" eaLnBrk="1" hangingPunct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Symbol" pitchFamily="18" charset="2"/>
              <a:buChar char="Þ"/>
              <a:defRPr/>
            </a:pPr>
            <a:endParaRPr lang="en-US" sz="2000" kern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14923744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liennummernplatzhalter 1">
            <a:extLst>
              <a:ext uri="{FF2B5EF4-FFF2-40B4-BE49-F238E27FC236}">
                <a16:creationId xmlns:a16="http://schemas.microsoft.com/office/drawing/2014/main" id="{EA397FBC-74FE-BD07-0B88-57ACC3C70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CF2B7C-D79F-8C42-9D97-FC43CD19DF2A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42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38915" name="Fußzeilenplatzhalter 2">
            <a:extLst>
              <a:ext uri="{FF2B5EF4-FFF2-40B4-BE49-F238E27FC236}">
                <a16:creationId xmlns:a16="http://schemas.microsoft.com/office/drawing/2014/main" id="{712197C9-E6FC-6A9F-227C-16C1CF5B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9B47211-BE5D-D48C-8205-EBBBE10E8DD5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7029450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Key Generation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D1C8A05-6781-F338-F3C6-060B7E403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124744"/>
            <a:ext cx="7772400" cy="410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734976"/>
      </p:ext>
    </p:extLst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liennummernplatzhalter 1">
            <a:extLst>
              <a:ext uri="{FF2B5EF4-FFF2-40B4-BE49-F238E27FC236}">
                <a16:creationId xmlns:a16="http://schemas.microsoft.com/office/drawing/2014/main" id="{EA397FBC-74FE-BD07-0B88-57ACC3C70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CF2B7C-D79F-8C42-9D97-FC43CD19DF2A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43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38915" name="Fußzeilenplatzhalter 2">
            <a:extLst>
              <a:ext uri="{FF2B5EF4-FFF2-40B4-BE49-F238E27FC236}">
                <a16:creationId xmlns:a16="http://schemas.microsoft.com/office/drawing/2014/main" id="{712197C9-E6FC-6A9F-227C-16C1CF5B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9B47211-BE5D-D48C-8205-EBBBE10E8DD5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7029450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Signature Generation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66DFBF8-A4D6-2856-1644-5B578526F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90" y="1340768"/>
            <a:ext cx="8360768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174759"/>
      </p:ext>
    </p:extLst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liennummernplatzhalter 1">
            <a:extLst>
              <a:ext uri="{FF2B5EF4-FFF2-40B4-BE49-F238E27FC236}">
                <a16:creationId xmlns:a16="http://schemas.microsoft.com/office/drawing/2014/main" id="{EA397FBC-74FE-BD07-0B88-57ACC3C70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CF2B7C-D79F-8C42-9D97-FC43CD19DF2A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44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38915" name="Fußzeilenplatzhalter 2">
            <a:extLst>
              <a:ext uri="{FF2B5EF4-FFF2-40B4-BE49-F238E27FC236}">
                <a16:creationId xmlns:a16="http://schemas.microsoft.com/office/drawing/2014/main" id="{712197C9-E6FC-6A9F-227C-16C1CF5B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9B47211-BE5D-D48C-8205-EBBBE10E8DD5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322263"/>
            <a:ext cx="7029450" cy="515937"/>
          </a:xfrm>
          <a:prstGeom prst="rect">
            <a:avLst/>
          </a:prstGeom>
        </p:spPr>
        <p:txBody>
          <a:bodyPr/>
          <a:lstStyle/>
          <a:p>
            <a:pPr marL="381000" indent="-381000" eaLnBrk="1" hangingPunct="1">
              <a:spcBef>
                <a:spcPct val="20000"/>
              </a:spcBef>
              <a:buClr>
                <a:srgbClr val="007AC2"/>
              </a:buClr>
              <a:buSzPct val="120000"/>
              <a:buFont typeface="Webdings" pitchFamily="18" charset="2"/>
              <a:buChar char="&lt;"/>
              <a:defRPr/>
            </a:pPr>
            <a:r>
              <a:rPr lang="en-US" sz="1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Signature Verification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33F52C8-3A20-02C6-BCF0-3E815497A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1268760"/>
            <a:ext cx="8443784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872453"/>
      </p:ext>
    </p:extLst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liennummernplatzhalter 3">
            <a:extLst>
              <a:ext uri="{FF2B5EF4-FFF2-40B4-BE49-F238E27FC236}">
                <a16:creationId xmlns:a16="http://schemas.microsoft.com/office/drawing/2014/main" id="{EB49C617-1F6F-9247-4427-B56A3CB1E0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EC7901-2388-3149-ABB3-E03FB1E847D4}" type="slidenum"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pPr/>
              <a:t>45</a:t>
            </a:fld>
            <a:r>
              <a:rPr lang="en-US" altLang="zh-CN">
                <a:solidFill>
                  <a:srgbClr val="394073"/>
                </a:solidFill>
                <a:ea typeface="宋体" panose="02010600030101010101" pitchFamily="2" charset="-122"/>
              </a:rPr>
              <a:t>/26</a:t>
            </a:r>
          </a:p>
        </p:txBody>
      </p:sp>
      <p:sp>
        <p:nvSpPr>
          <p:cNvPr id="39939" name="Fußzeilenplatzhalter 4">
            <a:extLst>
              <a:ext uri="{FF2B5EF4-FFF2-40B4-BE49-F238E27FC236}">
                <a16:creationId xmlns:a16="http://schemas.microsoft.com/office/drawing/2014/main" id="{49ED50FB-C044-5F17-5346-AC53B7079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10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39940" name="Rectangle 2">
            <a:extLst>
              <a:ext uri="{FF2B5EF4-FFF2-40B4-BE49-F238E27FC236}">
                <a16:creationId xmlns:a16="http://schemas.microsoft.com/office/drawing/2014/main" id="{263DFF45-D187-1D54-8C84-6004EE5159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Lessons Learned</a:t>
            </a:r>
          </a:p>
        </p:txBody>
      </p:sp>
      <p:sp>
        <p:nvSpPr>
          <p:cNvPr id="39941" name="Rectangle 3">
            <a:extLst>
              <a:ext uri="{FF2B5EF4-FFF2-40B4-BE49-F238E27FC236}">
                <a16:creationId xmlns:a16="http://schemas.microsoft.com/office/drawing/2014/main" id="{A9ED5936-7EB1-1DE5-5D05-F405B1287E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820738"/>
            <a:ext cx="8497888" cy="4883150"/>
          </a:xfrm>
        </p:spPr>
        <p:txBody>
          <a:bodyPr/>
          <a:lstStyle/>
          <a:p>
            <a:r>
              <a:rPr lang="en-US" altLang="zh-CN" sz="1800">
                <a:ea typeface="宋体" panose="02010600030101010101" pitchFamily="2" charset="-122"/>
              </a:rPr>
              <a:t>Digital signatures provide message integrity, message authentication and non-repudiation.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RSA is currently the most widely used digital signature algorithm.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Competitors are the Digital Signature Standard (DSA) and the Elliptic Curve Digital Signature Standard (ECDSA).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 RSA verification can be done with short public keys </a:t>
            </a:r>
            <a:r>
              <a:rPr lang="en-US" altLang="zh-CN" sz="1800" i="1">
                <a:ea typeface="宋体" panose="02010600030101010101" pitchFamily="2" charset="-122"/>
              </a:rPr>
              <a:t>e. </a:t>
            </a:r>
            <a:r>
              <a:rPr lang="en-US" altLang="zh-CN" sz="1800">
                <a:ea typeface="宋体" panose="02010600030101010101" pitchFamily="2" charset="-122"/>
              </a:rPr>
              <a:t>Hence, in practice</a:t>
            </a:r>
            <a:r>
              <a:rPr lang="en-US" altLang="zh-CN" sz="1800" i="1">
                <a:ea typeface="宋体" panose="02010600030101010101" pitchFamily="2" charset="-122"/>
              </a:rPr>
              <a:t>, </a:t>
            </a:r>
            <a:r>
              <a:rPr lang="en-US" altLang="zh-CN" sz="1800">
                <a:ea typeface="宋体" panose="02010600030101010101" pitchFamily="2" charset="-122"/>
              </a:rPr>
              <a:t>RSA verification is usually faster than signing.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 DSA and ECDSA have shorter signatures than RSA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 In order to prevent certain attacks, RSA should be used with padding.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 The modulus of DSA and the RSA signature schemes should be at least 1024- bits long. For true long-term security, a modulus of length 3072 bits should be chosen. In contrast, ECDSA achieves the same security levels with bit lengths in the range 160–256 bits.</a:t>
            </a:r>
          </a:p>
        </p:txBody>
      </p:sp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文本框 1">
            <a:extLst>
              <a:ext uri="{FF2B5EF4-FFF2-40B4-BE49-F238E27FC236}">
                <a16:creationId xmlns:a16="http://schemas.microsoft.com/office/drawing/2014/main" id="{18356FDB-E5AC-9A3F-4AF3-240E8EE38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908050"/>
            <a:ext cx="7993062" cy="4216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中国商用密码算法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SM2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椭圆曲线公钥密码签名算法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SM2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椭圆曲线公钥密码加密算法见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4.8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节，本节介绍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SM2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椭圆曲线公钥密码的数字签名算法。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基本参数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SM2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椭圆曲线公钥密码加密算法的参数设置相同。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2 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密钥产生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设签名方是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的秘密钥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公开钥的产生方式与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SM2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椭圆曲线公钥密码加密算法接收方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的产生方式相同，分别记为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和                    。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zh-CN" altLang="en-US" sz="2400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EDF19E7-C735-B29E-21DF-F3E06A89B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77829" name="对象 3">
            <a:extLst>
              <a:ext uri="{FF2B5EF4-FFF2-40B4-BE49-F238E27FC236}">
                <a16:creationId xmlns:a16="http://schemas.microsoft.com/office/drawing/2014/main" id="{2A547337-F3B3-8F4E-DD17-DB40024D86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4332288"/>
          <a:ext cx="32702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94200" imgH="5270500" progId="Equation.DSMT4">
                  <p:embed/>
                </p:oleObj>
              </mc:Choice>
              <mc:Fallback>
                <p:oleObj name="Equation" r:id="rId2" imgW="4394200" imgH="5270500" progId="Equation.DSMT4">
                  <p:embed/>
                  <p:pic>
                    <p:nvPicPr>
                      <p:cNvPr id="77829" name="对象 3">
                        <a:extLst>
                          <a:ext uri="{FF2B5EF4-FFF2-40B4-BE49-F238E27FC236}">
                            <a16:creationId xmlns:a16="http://schemas.microsoft.com/office/drawing/2014/main" id="{2A547337-F3B3-8F4E-DD17-DB40024D86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332288"/>
                        <a:ext cx="32702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">
            <a:extLst>
              <a:ext uri="{FF2B5EF4-FFF2-40B4-BE49-F238E27FC236}">
                <a16:creationId xmlns:a16="http://schemas.microsoft.com/office/drawing/2014/main" id="{1C6A6A4A-D7F6-AC9E-3089-684F54F7A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77831" name="对象 5">
            <a:extLst>
              <a:ext uri="{FF2B5EF4-FFF2-40B4-BE49-F238E27FC236}">
                <a16:creationId xmlns:a16="http://schemas.microsoft.com/office/drawing/2014/main" id="{33996A58-B6AE-18C1-18E6-A6E2191FCE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4332288"/>
          <a:ext cx="15240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719800" imgH="5270500" progId="Equation.DSMT4">
                  <p:embed/>
                </p:oleObj>
              </mc:Choice>
              <mc:Fallback>
                <p:oleObj name="Equation" r:id="rId4" imgW="18719800" imgH="5270500" progId="Equation.DSMT4">
                  <p:embed/>
                  <p:pic>
                    <p:nvPicPr>
                      <p:cNvPr id="77831" name="对象 5">
                        <a:extLst>
                          <a:ext uri="{FF2B5EF4-FFF2-40B4-BE49-F238E27FC236}">
                            <a16:creationId xmlns:a16="http://schemas.microsoft.com/office/drawing/2014/main" id="{33996A58-B6AE-18C1-18E6-A6E2191FCE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332288"/>
                        <a:ext cx="15240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 advClick="0" advTm="5000"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文本框 1">
            <a:extLst>
              <a:ext uri="{FF2B5EF4-FFF2-40B4-BE49-F238E27FC236}">
                <a16:creationId xmlns:a16="http://schemas.microsoft.com/office/drawing/2014/main" id="{07E89CFB-008F-CC88-FE13-F2769F0C2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268413"/>
            <a:ext cx="7277100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设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zh-CN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的长度为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     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比特的标识，        是由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             转换而成的两个字节，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计算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                      ，其中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a,b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是椭圆曲线方程的参数、          是基点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的坐标，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是     的坐标。</a:t>
            </a:r>
            <a:r>
              <a:rPr lang="zh-CN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这些值转换为比特串后，再用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en-US" altLang="zh-CN" sz="24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256</a:t>
            </a:r>
            <a:r>
              <a:rPr lang="zh-CN" altLang="en-US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zh-CN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验证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B</a:t>
            </a:r>
            <a:r>
              <a:rPr lang="zh-CN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验证签名时，也需计算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4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2400" baseline="-25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400" baseline="-2500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aseline="-250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endParaRPr lang="zh-CN" altLang="en-US" sz="2400" baseline="-2500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886602B-CE3E-A591-DF8E-10FF7D8A6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78853" name="对象 3">
            <a:extLst>
              <a:ext uri="{FF2B5EF4-FFF2-40B4-BE49-F238E27FC236}">
                <a16:creationId xmlns:a16="http://schemas.microsoft.com/office/drawing/2014/main" id="{CB660AAC-0D7F-264F-2913-C55EFC6021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4663" y="1327150"/>
          <a:ext cx="47942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146800" imgH="5270500" progId="Equation.DSMT4">
                  <p:embed/>
                </p:oleObj>
              </mc:Choice>
              <mc:Fallback>
                <p:oleObj name="Equation" r:id="rId2" imgW="6146800" imgH="5270500" progId="Equation.DSMT4">
                  <p:embed/>
                  <p:pic>
                    <p:nvPicPr>
                      <p:cNvPr id="78853" name="对象 3">
                        <a:extLst>
                          <a:ext uri="{FF2B5EF4-FFF2-40B4-BE49-F238E27FC236}">
                            <a16:creationId xmlns:a16="http://schemas.microsoft.com/office/drawing/2014/main" id="{CB660AAC-0D7F-264F-2913-C55EFC6021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4663" y="1327150"/>
                        <a:ext cx="479425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7">
            <a:extLst>
              <a:ext uri="{FF2B5EF4-FFF2-40B4-BE49-F238E27FC236}">
                <a16:creationId xmlns:a16="http://schemas.microsoft.com/office/drawing/2014/main" id="{3A84A851-334E-6449-F36E-24857D901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78855" name="对象 3">
            <a:extLst>
              <a:ext uri="{FF2B5EF4-FFF2-40B4-BE49-F238E27FC236}">
                <a16:creationId xmlns:a16="http://schemas.microsoft.com/office/drawing/2014/main" id="{32A2BE6B-966A-EC7A-DB4E-6524B8CEFB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7000" y="1316038"/>
          <a:ext cx="8636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820400" imgH="5270500" progId="Equation.DSMT4">
                  <p:embed/>
                </p:oleObj>
              </mc:Choice>
              <mc:Fallback>
                <p:oleObj name="Equation" r:id="rId4" imgW="10820400" imgH="5270500" progId="Equation.DSMT4">
                  <p:embed/>
                  <p:pic>
                    <p:nvPicPr>
                      <p:cNvPr id="78855" name="对象 3">
                        <a:extLst>
                          <a:ext uri="{FF2B5EF4-FFF2-40B4-BE49-F238E27FC236}">
                            <a16:creationId xmlns:a16="http://schemas.microsoft.com/office/drawing/2014/main" id="{32A2BE6B-966A-EC7A-DB4E-6524B8CEFB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0" y="1316038"/>
                        <a:ext cx="86360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9">
            <a:extLst>
              <a:ext uri="{FF2B5EF4-FFF2-40B4-BE49-F238E27FC236}">
                <a16:creationId xmlns:a16="http://schemas.microsoft.com/office/drawing/2014/main" id="{FAA56564-32F6-4B92-D0FC-335B33E8B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78857" name="对象 5">
            <a:extLst>
              <a:ext uri="{FF2B5EF4-FFF2-40B4-BE49-F238E27FC236}">
                <a16:creationId xmlns:a16="http://schemas.microsoft.com/office/drawing/2014/main" id="{18A7AADF-7F27-E749-6240-361385FB9A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5100" y="1344613"/>
          <a:ext cx="7207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820400" imgH="5270500" progId="Equation.DSMT4">
                  <p:embed/>
                </p:oleObj>
              </mc:Choice>
              <mc:Fallback>
                <p:oleObj name="Equation" r:id="rId6" imgW="10820400" imgH="5270500" progId="Equation.DSMT4">
                  <p:embed/>
                  <p:pic>
                    <p:nvPicPr>
                      <p:cNvPr id="78857" name="对象 5">
                        <a:extLst>
                          <a:ext uri="{FF2B5EF4-FFF2-40B4-BE49-F238E27FC236}">
                            <a16:creationId xmlns:a16="http://schemas.microsoft.com/office/drawing/2014/main" id="{18A7AADF-7F27-E749-6240-361385FB9A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1344613"/>
                        <a:ext cx="72072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8" name="对象 9">
            <a:extLst>
              <a:ext uri="{FF2B5EF4-FFF2-40B4-BE49-F238E27FC236}">
                <a16:creationId xmlns:a16="http://schemas.microsoft.com/office/drawing/2014/main" id="{83E43443-C542-D24B-D30B-36AF343EA0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5513" y="1665288"/>
          <a:ext cx="963612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820400" imgH="5270500" progId="Equation.DSMT4">
                  <p:embed/>
                </p:oleObj>
              </mc:Choice>
              <mc:Fallback>
                <p:oleObj name="Equation" r:id="rId8" imgW="10820400" imgH="5270500" progId="Equation.DSMT4">
                  <p:embed/>
                  <p:pic>
                    <p:nvPicPr>
                      <p:cNvPr id="78858" name="对象 9">
                        <a:extLst>
                          <a:ext uri="{FF2B5EF4-FFF2-40B4-BE49-F238E27FC236}">
                            <a16:creationId xmlns:a16="http://schemas.microsoft.com/office/drawing/2014/main" id="{83E43443-C542-D24B-D30B-36AF343EA0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513" y="1665288"/>
                        <a:ext cx="963612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1">
            <a:extLst>
              <a:ext uri="{FF2B5EF4-FFF2-40B4-BE49-F238E27FC236}">
                <a16:creationId xmlns:a16="http://schemas.microsoft.com/office/drawing/2014/main" id="{4B3A58B2-1A1F-81C7-98B1-A89FB4003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78860" name="对象 7">
            <a:extLst>
              <a:ext uri="{FF2B5EF4-FFF2-40B4-BE49-F238E27FC236}">
                <a16:creationId xmlns:a16="http://schemas.microsoft.com/office/drawing/2014/main" id="{F201B956-7652-8F02-B17F-843CB21797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5988" y="2028825"/>
          <a:ext cx="42862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1150500" imgH="6438900" progId="Equation.DSMT4">
                  <p:embed/>
                </p:oleObj>
              </mc:Choice>
              <mc:Fallback>
                <p:oleObj name="Equation" r:id="rId9" imgW="61150500" imgH="6438900" progId="Equation.DSMT4">
                  <p:embed/>
                  <p:pic>
                    <p:nvPicPr>
                      <p:cNvPr id="78860" name="对象 7">
                        <a:extLst>
                          <a:ext uri="{FF2B5EF4-FFF2-40B4-BE49-F238E27FC236}">
                            <a16:creationId xmlns:a16="http://schemas.microsoft.com/office/drawing/2014/main" id="{F201B956-7652-8F02-B17F-843CB21797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988" y="2028825"/>
                        <a:ext cx="428625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8861" name="图片 108">
            <a:extLst>
              <a:ext uri="{FF2B5EF4-FFF2-40B4-BE49-F238E27FC236}">
                <a16:creationId xmlns:a16="http://schemas.microsoft.com/office/drawing/2014/main" id="{5E21388E-C536-8D26-DE3F-8B3C6C754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688" y="2392363"/>
            <a:ext cx="9207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0">
            <a:extLst>
              <a:ext uri="{FF2B5EF4-FFF2-40B4-BE49-F238E27FC236}">
                <a16:creationId xmlns:a16="http://schemas.microsoft.com/office/drawing/2014/main" id="{5046A1EE-EA91-EA1F-BAC8-C46DF916C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2750" y="1709738"/>
            <a:ext cx="16251238" cy="6826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78863" name="对象 11">
            <a:extLst>
              <a:ext uri="{FF2B5EF4-FFF2-40B4-BE49-F238E27FC236}">
                <a16:creationId xmlns:a16="http://schemas.microsoft.com/office/drawing/2014/main" id="{47D8695E-8793-2217-5D58-A57E5894FBD1}"/>
              </a:ext>
            </a:extLst>
          </p:cNvPr>
          <p:cNvGraphicFramePr>
            <a:graphicFrameLocks/>
          </p:cNvGraphicFramePr>
          <p:nvPr/>
        </p:nvGraphicFramePr>
        <p:xfrm>
          <a:off x="5930900" y="2392363"/>
          <a:ext cx="68738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067800" imgH="5270500" progId="Equation.DSMT4">
                  <p:embed/>
                </p:oleObj>
              </mc:Choice>
              <mc:Fallback>
                <p:oleObj name="Equation" r:id="rId12" imgW="9067800" imgH="5270500" progId="Equation.DSMT4">
                  <p:embed/>
                  <p:pic>
                    <p:nvPicPr>
                      <p:cNvPr id="78863" name="对象 11">
                        <a:extLst>
                          <a:ext uri="{FF2B5EF4-FFF2-40B4-BE49-F238E27FC236}">
                            <a16:creationId xmlns:a16="http://schemas.microsoft.com/office/drawing/2014/main" id="{47D8695E-8793-2217-5D58-A57E5894FBD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0900" y="2392363"/>
                        <a:ext cx="68738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24">
            <a:extLst>
              <a:ext uri="{FF2B5EF4-FFF2-40B4-BE49-F238E27FC236}">
                <a16:creationId xmlns:a16="http://schemas.microsoft.com/office/drawing/2014/main" id="{44798E12-BA28-E21F-E5D5-D26537CBC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2039938"/>
            <a:ext cx="16346487" cy="46037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78865" name="对象 15">
            <a:extLst>
              <a:ext uri="{FF2B5EF4-FFF2-40B4-BE49-F238E27FC236}">
                <a16:creationId xmlns:a16="http://schemas.microsoft.com/office/drawing/2014/main" id="{8D548D5A-9E1D-5218-E5CA-A378CDFB26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59600" y="2416175"/>
          <a:ext cx="32385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102100" imgH="5270500" progId="Equation.DSMT4">
                  <p:embed/>
                </p:oleObj>
              </mc:Choice>
              <mc:Fallback>
                <p:oleObj name="Equation" r:id="rId14" imgW="4102100" imgH="5270500" progId="Equation.DSMT4">
                  <p:embed/>
                  <p:pic>
                    <p:nvPicPr>
                      <p:cNvPr id="78865" name="对象 15">
                        <a:extLst>
                          <a:ext uri="{FF2B5EF4-FFF2-40B4-BE49-F238E27FC236}">
                            <a16:creationId xmlns:a16="http://schemas.microsoft.com/office/drawing/2014/main" id="{8D548D5A-9E1D-5218-E5CA-A378CDFB26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9600" y="2416175"/>
                        <a:ext cx="32385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36">
            <a:extLst>
              <a:ext uri="{FF2B5EF4-FFF2-40B4-BE49-F238E27FC236}">
                <a16:creationId xmlns:a16="http://schemas.microsoft.com/office/drawing/2014/main" id="{C79EF415-3A2F-67D2-FD5C-B2793FFB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22" name="Rectangle 37">
            <a:extLst>
              <a:ext uri="{FF2B5EF4-FFF2-40B4-BE49-F238E27FC236}">
                <a16:creationId xmlns:a16="http://schemas.microsoft.com/office/drawing/2014/main" id="{0A70A9DC-5AF4-4804-9591-1691AE749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765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23" name="Rectangle 47">
            <a:extLst>
              <a:ext uri="{FF2B5EF4-FFF2-40B4-BE49-F238E27FC236}">
                <a16:creationId xmlns:a16="http://schemas.microsoft.com/office/drawing/2014/main" id="{BDEF0EC5-9410-E3BA-6D90-56B84BB75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25" name="Rectangle 48">
            <a:extLst>
              <a:ext uri="{FF2B5EF4-FFF2-40B4-BE49-F238E27FC236}">
                <a16:creationId xmlns:a16="http://schemas.microsoft.com/office/drawing/2014/main" id="{FA7F5996-CC60-4B8D-F847-9E5FF04CD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81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29" name="Rectangle 62">
            <a:extLst>
              <a:ext uri="{FF2B5EF4-FFF2-40B4-BE49-F238E27FC236}">
                <a16:creationId xmlns:a16="http://schemas.microsoft.com/office/drawing/2014/main" id="{1B1669E9-5FF8-F588-48F3-58BF5B76E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31" name="Rectangle 63">
            <a:extLst>
              <a:ext uri="{FF2B5EF4-FFF2-40B4-BE49-F238E27FC236}">
                <a16:creationId xmlns:a16="http://schemas.microsoft.com/office/drawing/2014/main" id="{741BCD72-1636-B2A2-E782-9B1932CE1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32" name="Rectangle 65">
            <a:extLst>
              <a:ext uri="{FF2B5EF4-FFF2-40B4-BE49-F238E27FC236}">
                <a16:creationId xmlns:a16="http://schemas.microsoft.com/office/drawing/2014/main" id="{AEB8262D-11BF-E1D9-F4DB-625D07406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34" name="Rectangle 66">
            <a:extLst>
              <a:ext uri="{FF2B5EF4-FFF2-40B4-BE49-F238E27FC236}">
                <a16:creationId xmlns:a16="http://schemas.microsoft.com/office/drawing/2014/main" id="{43479F44-4332-4987-335C-842927310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717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35" name="Rectangle 68">
            <a:extLst>
              <a:ext uri="{FF2B5EF4-FFF2-40B4-BE49-F238E27FC236}">
                <a16:creationId xmlns:a16="http://schemas.microsoft.com/office/drawing/2014/main" id="{EF05650B-1660-BD5A-A33E-F386EF7BB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37" name="Rectangle 69">
            <a:extLst>
              <a:ext uri="{FF2B5EF4-FFF2-40B4-BE49-F238E27FC236}">
                <a16:creationId xmlns:a16="http://schemas.microsoft.com/office/drawing/2014/main" id="{48FD65EC-9281-EBF7-AFA0-3F33F3190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907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38" name="Rectangle 83">
            <a:extLst>
              <a:ext uri="{FF2B5EF4-FFF2-40B4-BE49-F238E27FC236}">
                <a16:creationId xmlns:a16="http://schemas.microsoft.com/office/drawing/2014/main" id="{FCFF6A9D-9D5C-B3C4-27AD-F111D811E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40" name="Rectangle 84">
            <a:extLst>
              <a:ext uri="{FF2B5EF4-FFF2-40B4-BE49-F238E27FC236}">
                <a16:creationId xmlns:a16="http://schemas.microsoft.com/office/drawing/2014/main" id="{47B2BD11-811A-6C24-9A3F-7B9A8FCDA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810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41" name="Rectangle 86">
            <a:extLst>
              <a:ext uri="{FF2B5EF4-FFF2-40B4-BE49-F238E27FC236}">
                <a16:creationId xmlns:a16="http://schemas.microsoft.com/office/drawing/2014/main" id="{2CF9FF19-AA62-3724-E396-77CAB28F1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43" name="Rectangle 87">
            <a:extLst>
              <a:ext uri="{FF2B5EF4-FFF2-40B4-BE49-F238E27FC236}">
                <a16:creationId xmlns:a16="http://schemas.microsoft.com/office/drawing/2014/main" id="{B7AFC4D0-F9E4-D3C7-D1AE-97EFD318B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097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44" name="Rectangle 103">
            <a:extLst>
              <a:ext uri="{FF2B5EF4-FFF2-40B4-BE49-F238E27FC236}">
                <a16:creationId xmlns:a16="http://schemas.microsoft.com/office/drawing/2014/main" id="{8127A373-B83C-098F-7EE7-40FA5A090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46" name="Rectangle 104">
            <a:extLst>
              <a:ext uri="{FF2B5EF4-FFF2-40B4-BE49-F238E27FC236}">
                <a16:creationId xmlns:a16="http://schemas.microsoft.com/office/drawing/2014/main" id="{0579CD91-8E15-0BA8-26FC-7A2258112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9052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47" name="Rectangle 121">
            <a:extLst>
              <a:ext uri="{FF2B5EF4-FFF2-40B4-BE49-F238E27FC236}">
                <a16:creationId xmlns:a16="http://schemas.microsoft.com/office/drawing/2014/main" id="{4B191BB7-B3A3-BCD2-1EB9-E1210957B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49" name="Rectangle 122">
            <a:extLst>
              <a:ext uri="{FF2B5EF4-FFF2-40B4-BE49-F238E27FC236}">
                <a16:creationId xmlns:a16="http://schemas.microsoft.com/office/drawing/2014/main" id="{9724D314-A10F-5F07-C5C5-C2839905A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0957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 advClick="0" advTm="5000"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文本框 1">
            <a:extLst>
              <a:ext uri="{FF2B5EF4-FFF2-40B4-BE49-F238E27FC236}">
                <a16:creationId xmlns:a16="http://schemas.microsoft.com/office/drawing/2014/main" id="{69B0322B-7F94-2658-73FA-0A845304B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981075"/>
            <a:ext cx="7272337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  3 </a:t>
            </a:r>
            <a:r>
              <a:rPr lang="zh-CN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签名算法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zh-CN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设待签名的消息为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做以下运算：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      ①取                ；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      ②计算                 ，将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转换为整数，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是输出为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比特长的哈希函数；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      ③</a:t>
            </a:r>
            <a:r>
              <a:rPr lang="zh-CN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用随机数发生器产生随机数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      ④</a:t>
            </a:r>
            <a:r>
              <a:rPr lang="zh-CN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计算椭圆曲线点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      ⑤</a:t>
            </a:r>
            <a:r>
              <a:rPr lang="zh-CN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计算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，若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r=0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或               则返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回③；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      ⑥计算                                                    ，若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s=0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则返回③；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      ⑦消息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的签名为          。</a:t>
            </a:r>
            <a:endParaRPr lang="en-US" altLang="zh-CN" sz="2400" baseline="-25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9875" name="对象 20">
            <a:extLst>
              <a:ext uri="{FF2B5EF4-FFF2-40B4-BE49-F238E27FC236}">
                <a16:creationId xmlns:a16="http://schemas.microsoft.com/office/drawing/2014/main" id="{B967275E-FBC4-B69B-4553-0EC9A38C8E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1773238"/>
          <a:ext cx="1100137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967200" imgH="5854700" progId="Equation.DSMT4">
                  <p:embed/>
                </p:oleObj>
              </mc:Choice>
              <mc:Fallback>
                <p:oleObj name="Equation" r:id="rId2" imgW="16967200" imgH="5854700" progId="Equation.DSMT4">
                  <p:embed/>
                  <p:pic>
                    <p:nvPicPr>
                      <p:cNvPr id="79875" name="对象 20">
                        <a:extLst>
                          <a:ext uri="{FF2B5EF4-FFF2-40B4-BE49-F238E27FC236}">
                            <a16:creationId xmlns:a16="http://schemas.microsoft.com/office/drawing/2014/main" id="{B967275E-FBC4-B69B-4553-0EC9A38C8E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1773238"/>
                        <a:ext cx="1100137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6" name="对象 23">
            <a:extLst>
              <a:ext uri="{FF2B5EF4-FFF2-40B4-BE49-F238E27FC236}">
                <a16:creationId xmlns:a16="http://schemas.microsoft.com/office/drawing/2014/main" id="{8499AB3C-96E6-B6A6-7D51-EF1760ADBF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2133600"/>
          <a:ext cx="12938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383000" imgH="5562600" progId="Equation.DSMT4">
                  <p:embed/>
                </p:oleObj>
              </mc:Choice>
              <mc:Fallback>
                <p:oleObj name="Equation" r:id="rId4" imgW="16383000" imgH="5562600" progId="Equation.DSMT4">
                  <p:embed/>
                  <p:pic>
                    <p:nvPicPr>
                      <p:cNvPr id="79876" name="对象 23">
                        <a:extLst>
                          <a:ext uri="{FF2B5EF4-FFF2-40B4-BE49-F238E27FC236}">
                            <a16:creationId xmlns:a16="http://schemas.microsoft.com/office/drawing/2014/main" id="{8499AB3C-96E6-B6A6-7D51-EF1760ADBF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133600"/>
                        <a:ext cx="12938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6D936119-95C8-3BCD-E763-9B9C54EDB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79878" name="对象 5">
            <a:extLst>
              <a:ext uri="{FF2B5EF4-FFF2-40B4-BE49-F238E27FC236}">
                <a16:creationId xmlns:a16="http://schemas.microsoft.com/office/drawing/2014/main" id="{A46E5B66-020C-42BD-8ECA-3B4FE29DB8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68825" y="2225675"/>
          <a:ext cx="238125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28900" imgH="3213100" progId="Equation.DSMT4">
                  <p:embed/>
                </p:oleObj>
              </mc:Choice>
              <mc:Fallback>
                <p:oleObj name="Equation" r:id="rId6" imgW="2628900" imgH="3213100" progId="Equation.DSMT4">
                  <p:embed/>
                  <p:pic>
                    <p:nvPicPr>
                      <p:cNvPr id="79878" name="对象 5">
                        <a:extLst>
                          <a:ext uri="{FF2B5EF4-FFF2-40B4-BE49-F238E27FC236}">
                            <a16:creationId xmlns:a16="http://schemas.microsoft.com/office/drawing/2014/main" id="{A46E5B66-020C-42BD-8ECA-3B4FE29DB8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825" y="2225675"/>
                        <a:ext cx="238125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>
            <a:extLst>
              <a:ext uri="{FF2B5EF4-FFF2-40B4-BE49-F238E27FC236}">
                <a16:creationId xmlns:a16="http://schemas.microsoft.com/office/drawing/2014/main" id="{5BBBBB6D-F1AF-438F-EB9A-94E4751EB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2875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79880" name="对象 29">
            <a:extLst>
              <a:ext uri="{FF2B5EF4-FFF2-40B4-BE49-F238E27FC236}">
                <a16:creationId xmlns:a16="http://schemas.microsoft.com/office/drawing/2014/main" id="{7940B76D-CD9E-52C0-AB8D-F1B60A5EBDAC}"/>
              </a:ext>
            </a:extLst>
          </p:cNvPr>
          <p:cNvGraphicFramePr>
            <a:graphicFrameLocks/>
          </p:cNvGraphicFramePr>
          <p:nvPr/>
        </p:nvGraphicFramePr>
        <p:xfrm>
          <a:off x="6516688" y="2120900"/>
          <a:ext cx="38735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978400" imgH="5270500" progId="Equation.DSMT4">
                  <p:embed/>
                </p:oleObj>
              </mc:Choice>
              <mc:Fallback>
                <p:oleObj name="Equation" r:id="rId8" imgW="4978400" imgH="5270500" progId="Equation.DSMT4">
                  <p:embed/>
                  <p:pic>
                    <p:nvPicPr>
                      <p:cNvPr id="79880" name="对象 29">
                        <a:extLst>
                          <a:ext uri="{FF2B5EF4-FFF2-40B4-BE49-F238E27FC236}">
                            <a16:creationId xmlns:a16="http://schemas.microsoft.com/office/drawing/2014/main" id="{7940B76D-CD9E-52C0-AB8D-F1B60A5EBDA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2120900"/>
                        <a:ext cx="38735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1" name="对象 32">
            <a:extLst>
              <a:ext uri="{FF2B5EF4-FFF2-40B4-BE49-F238E27FC236}">
                <a16:creationId xmlns:a16="http://schemas.microsoft.com/office/drawing/2014/main" id="{0CDF3FB0-EF0B-47BE-88D3-9B411C154C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08650" y="2830513"/>
          <a:ext cx="20034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800300" imgH="5854700" progId="Equation.DSMT4">
                  <p:embed/>
                </p:oleObj>
              </mc:Choice>
              <mc:Fallback>
                <p:oleObj name="Equation" r:id="rId10" imgW="27800300" imgH="5854700" progId="Equation.DSMT4">
                  <p:embed/>
                  <p:pic>
                    <p:nvPicPr>
                      <p:cNvPr id="79881" name="对象 32">
                        <a:extLst>
                          <a:ext uri="{FF2B5EF4-FFF2-40B4-BE49-F238E27FC236}">
                            <a16:creationId xmlns:a16="http://schemas.microsoft.com/office/drawing/2014/main" id="{0CDF3FB0-EF0B-47BE-88D3-9B411C154C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8650" y="2830513"/>
                        <a:ext cx="20034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2" name="对象 35">
            <a:extLst>
              <a:ext uri="{FF2B5EF4-FFF2-40B4-BE49-F238E27FC236}">
                <a16:creationId xmlns:a16="http://schemas.microsoft.com/office/drawing/2014/main" id="{12BB4436-41FC-A710-7FCB-D86F9707F0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3219450"/>
          <a:ext cx="192722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866600" imgH="4978400" progId="Equation.DSMT4">
                  <p:embed/>
                </p:oleObj>
              </mc:Choice>
              <mc:Fallback>
                <p:oleObj name="Equation" r:id="rId12" imgW="24866600" imgH="4978400" progId="Equation.DSMT4">
                  <p:embed/>
                  <p:pic>
                    <p:nvPicPr>
                      <p:cNvPr id="79882" name="对象 35">
                        <a:extLst>
                          <a:ext uri="{FF2B5EF4-FFF2-40B4-BE49-F238E27FC236}">
                            <a16:creationId xmlns:a16="http://schemas.microsoft.com/office/drawing/2014/main" id="{12BB4436-41FC-A710-7FCB-D86F9707F0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3219450"/>
                        <a:ext cx="1927225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3" name="对象 38">
            <a:extLst>
              <a:ext uri="{FF2B5EF4-FFF2-40B4-BE49-F238E27FC236}">
                <a16:creationId xmlns:a16="http://schemas.microsoft.com/office/drawing/2014/main" id="{EF94CF36-8E56-4691-E9F7-51D52FCF8F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3" y="3602038"/>
          <a:ext cx="2132012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866600" imgH="5270500" progId="Equation.DSMT4">
                  <p:embed/>
                </p:oleObj>
              </mc:Choice>
              <mc:Fallback>
                <p:oleObj name="Equation" r:id="rId14" imgW="24866600" imgH="5270500" progId="Equation.DSMT4">
                  <p:embed/>
                  <p:pic>
                    <p:nvPicPr>
                      <p:cNvPr id="79883" name="对象 38">
                        <a:extLst>
                          <a:ext uri="{FF2B5EF4-FFF2-40B4-BE49-F238E27FC236}">
                            <a16:creationId xmlns:a16="http://schemas.microsoft.com/office/drawing/2014/main" id="{EF94CF36-8E56-4691-E9F7-51D52FCF8F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3602038"/>
                        <a:ext cx="2132012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4" name="对象 41">
            <a:extLst>
              <a:ext uri="{FF2B5EF4-FFF2-40B4-BE49-F238E27FC236}">
                <a16:creationId xmlns:a16="http://schemas.microsoft.com/office/drawing/2014/main" id="{4AB06AF5-2D81-EA30-95BA-022A4D131F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4588" y="3602038"/>
          <a:ext cx="1039812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001500" imgH="4102100" progId="Equation.DSMT4">
                  <p:embed/>
                </p:oleObj>
              </mc:Choice>
              <mc:Fallback>
                <p:oleObj name="Equation" r:id="rId16" imgW="12001500" imgH="4102100" progId="Equation.DSMT4">
                  <p:embed/>
                  <p:pic>
                    <p:nvPicPr>
                      <p:cNvPr id="79884" name="对象 41">
                        <a:extLst>
                          <a:ext uri="{FF2B5EF4-FFF2-40B4-BE49-F238E27FC236}">
                            <a16:creationId xmlns:a16="http://schemas.microsoft.com/office/drawing/2014/main" id="{4AB06AF5-2D81-EA30-95BA-022A4D131F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4588" y="3602038"/>
                        <a:ext cx="1039812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5" name="对象 44">
            <a:extLst>
              <a:ext uri="{FF2B5EF4-FFF2-40B4-BE49-F238E27FC236}">
                <a16:creationId xmlns:a16="http://schemas.microsoft.com/office/drawing/2014/main" id="{8AA9074D-EB85-A9E0-D7BE-9D5FBECF66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3" y="4341813"/>
          <a:ext cx="4002087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6228000" imgH="5562600" progId="Equation.DSMT4">
                  <p:embed/>
                </p:oleObj>
              </mc:Choice>
              <mc:Fallback>
                <p:oleObj name="Equation" r:id="rId18" imgW="46228000" imgH="5562600" progId="Equation.DSMT4">
                  <p:embed/>
                  <p:pic>
                    <p:nvPicPr>
                      <p:cNvPr id="79885" name="对象 44">
                        <a:extLst>
                          <a:ext uri="{FF2B5EF4-FFF2-40B4-BE49-F238E27FC236}">
                            <a16:creationId xmlns:a16="http://schemas.microsoft.com/office/drawing/2014/main" id="{8AA9074D-EB85-A9E0-D7BE-9D5FBECF66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4341813"/>
                        <a:ext cx="4002087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6" name="对象 47">
            <a:extLst>
              <a:ext uri="{FF2B5EF4-FFF2-40B4-BE49-F238E27FC236}">
                <a16:creationId xmlns:a16="http://schemas.microsoft.com/office/drawing/2014/main" id="{1C8ECCCC-42AC-4079-211D-F795B3A717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5763" y="5078413"/>
          <a:ext cx="57626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191500" imgH="5854700" progId="Equation.DSMT4">
                  <p:embed/>
                </p:oleObj>
              </mc:Choice>
              <mc:Fallback>
                <p:oleObj name="Equation" r:id="rId20" imgW="8191500" imgH="5854700" progId="Equation.DSMT4">
                  <p:embed/>
                  <p:pic>
                    <p:nvPicPr>
                      <p:cNvPr id="79886" name="对象 47">
                        <a:extLst>
                          <a:ext uri="{FF2B5EF4-FFF2-40B4-BE49-F238E27FC236}">
                            <a16:creationId xmlns:a16="http://schemas.microsoft.com/office/drawing/2014/main" id="{1C8ECCCC-42AC-4079-211D-F795B3A717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5763" y="5078413"/>
                        <a:ext cx="57626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7" name="对象 1">
            <a:extLst>
              <a:ext uri="{FF2B5EF4-FFF2-40B4-BE49-F238E27FC236}">
                <a16:creationId xmlns:a16="http://schemas.microsoft.com/office/drawing/2014/main" id="{AE10384B-089C-AE70-32DD-3EBDCB4287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13713" y="2233613"/>
          <a:ext cx="2381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628900" imgH="3213100" progId="Equation.DSMT4">
                  <p:embed/>
                </p:oleObj>
              </mc:Choice>
              <mc:Fallback>
                <p:oleObj name="Equation" r:id="rId22" imgW="2628900" imgH="3213100" progId="Equation.DSMT4">
                  <p:embed/>
                  <p:pic>
                    <p:nvPicPr>
                      <p:cNvPr id="79887" name="对象 1">
                        <a:extLst>
                          <a:ext uri="{FF2B5EF4-FFF2-40B4-BE49-F238E27FC236}">
                            <a16:creationId xmlns:a16="http://schemas.microsoft.com/office/drawing/2014/main" id="{AE10384B-089C-AE70-32DD-3EBDCB4287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3713" y="2233613"/>
                        <a:ext cx="2381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 advClick="0" advTm="5000">
    <p:rand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0945105-B0A1-0462-5305-C64F8E944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80900" name="文本框 6">
            <a:extLst>
              <a:ext uri="{FF2B5EF4-FFF2-40B4-BE49-F238E27FC236}">
                <a16:creationId xmlns:a16="http://schemas.microsoft.com/office/drawing/2014/main" id="{C1863804-F04C-7D20-2D30-DA91738B5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708275"/>
            <a:ext cx="38163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SM2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签名算法流程图</a:t>
            </a:r>
            <a:endParaRPr lang="en-US" altLang="zh-CN" sz="2400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26828A02-1973-4CA2-A463-A1C035C7C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A36DE873-F66D-52AC-146A-53041119E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C4945D9-D976-4DD7-4AC7-E8D569DCB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631046"/>
            <a:ext cx="3168600" cy="5860995"/>
          </a:xfrm>
          <a:prstGeom prst="rect">
            <a:avLst/>
          </a:prstGeom>
        </p:spPr>
      </p:pic>
    </p:spTree>
  </p:cSld>
  <p:clrMapOvr>
    <a:masterClrMapping/>
  </p:clrMapOvr>
  <p:transition spd="slow" advClick="0" advTm="5000">
    <p:rand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矩形 2">
            <a:extLst>
              <a:ext uri="{FF2B5EF4-FFF2-40B4-BE49-F238E27FC236}">
                <a16:creationId xmlns:a16="http://schemas.microsoft.com/office/drawing/2014/main" id="{19A21B22-40A1-EEE2-8BA3-70CAC53A5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058988"/>
            <a:ext cx="268695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SM2</a:t>
            </a:r>
            <a:r>
              <a:rPr lang="zh-CN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签名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验证</a:t>
            </a:r>
            <a:r>
              <a:rPr lang="zh-CN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算法流程图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0EE4CFF-E61D-622B-88E0-82BB36183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620688"/>
            <a:ext cx="3529924" cy="5760640"/>
          </a:xfrm>
          <a:prstGeom prst="rect">
            <a:avLst/>
          </a:prstGeom>
        </p:spPr>
      </p:pic>
    </p:spTree>
  </p:cSld>
  <p:clrMapOvr>
    <a:masterClrMapping/>
  </p:clrMapOvr>
  <p:transition spd="slow" advClick="0" advTm="5000"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矩形 1">
            <a:extLst>
              <a:ext uri="{FF2B5EF4-FFF2-40B4-BE49-F238E27FC236}">
                <a16:creationId xmlns:a16="http://schemas.microsoft.com/office/drawing/2014/main" id="{E4AEF18B-D4E9-0AF1-BCF1-674BF1C9A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4513" y="115888"/>
            <a:ext cx="3519487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第七章    数字签名和认证协议</a:t>
            </a:r>
          </a:p>
        </p:txBody>
      </p:sp>
      <p:sp>
        <p:nvSpPr>
          <p:cNvPr id="82947" name="文本框 1">
            <a:extLst>
              <a:ext uri="{FF2B5EF4-FFF2-40B4-BE49-F238E27FC236}">
                <a16:creationId xmlns:a16="http://schemas.microsoft.com/office/drawing/2014/main" id="{A3DC06F4-B6C0-110D-D1E3-6DAC09544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765175"/>
            <a:ext cx="7920037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 4  </a:t>
            </a:r>
            <a:r>
              <a:rPr lang="zh-CN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验证算法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  B</a:t>
            </a:r>
            <a:r>
              <a:rPr lang="zh-CN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收到消息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及其签名          后，执行以下验证运算：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     ①</a:t>
            </a:r>
            <a:r>
              <a:rPr lang="zh-CN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检验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</a:t>
            </a:r>
            <a:r>
              <a:rPr lang="zh-CN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是否成立，若不成立则验证不通过；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     ②</a:t>
            </a:r>
            <a:r>
              <a:rPr lang="zh-CN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检验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</a:t>
            </a:r>
            <a:r>
              <a:rPr lang="zh-CN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是否成立，若不成立则验证不通过；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③置                 ；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④计算                  ，将     转换为整数；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     ⑤计算                         ，若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t=0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r>
              <a:rPr lang="zh-CN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则验证不通过；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     ⑥计算</a:t>
            </a:r>
            <a:r>
              <a:rPr lang="zh-CN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椭圆曲线点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     ⑦计算                         ，检验          是否成立，</a:t>
            </a:r>
            <a:r>
              <a:rPr lang="zh-CN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若成立则验证通过；否则验证不通过。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endParaRPr lang="zh-CN" altLang="en-US" sz="240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B99FF4E-D660-AF77-5D8F-EF35F7AA6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82949" name="对象 3">
            <a:extLst>
              <a:ext uri="{FF2B5EF4-FFF2-40B4-BE49-F238E27FC236}">
                <a16:creationId xmlns:a16="http://schemas.microsoft.com/office/drawing/2014/main" id="{DCA0ADD2-4E75-C5B1-609E-8935F5DC57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1201738"/>
          <a:ext cx="43180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62600" imgH="3797300" progId="Equation.DSMT4">
                  <p:embed/>
                </p:oleObj>
              </mc:Choice>
              <mc:Fallback>
                <p:oleObj name="Equation" r:id="rId2" imgW="5562600" imgH="3797300" progId="Equation.DSMT4">
                  <p:embed/>
                  <p:pic>
                    <p:nvPicPr>
                      <p:cNvPr id="82949" name="对象 3">
                        <a:extLst>
                          <a:ext uri="{FF2B5EF4-FFF2-40B4-BE49-F238E27FC236}">
                            <a16:creationId xmlns:a16="http://schemas.microsoft.com/office/drawing/2014/main" id="{DCA0ADD2-4E75-C5B1-609E-8935F5DC57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201738"/>
                        <a:ext cx="43180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">
            <a:extLst>
              <a:ext uri="{FF2B5EF4-FFF2-40B4-BE49-F238E27FC236}">
                <a16:creationId xmlns:a16="http://schemas.microsoft.com/office/drawing/2014/main" id="{D2207D3A-868D-7AF7-036E-42D89D4AF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82951" name="对象 5">
            <a:extLst>
              <a:ext uri="{FF2B5EF4-FFF2-40B4-BE49-F238E27FC236}">
                <a16:creationId xmlns:a16="http://schemas.microsoft.com/office/drawing/2014/main" id="{00C23F6A-D7F2-1F68-508B-A85E5D7E06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1201738"/>
          <a:ext cx="66516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359900" imgH="4686300" progId="Equation.DSMT4">
                  <p:embed/>
                </p:oleObj>
              </mc:Choice>
              <mc:Fallback>
                <p:oleObj name="Equation" r:id="rId4" imgW="9359900" imgH="4686300" progId="Equation.DSMT4">
                  <p:embed/>
                  <p:pic>
                    <p:nvPicPr>
                      <p:cNvPr id="82951" name="对象 5">
                        <a:extLst>
                          <a:ext uri="{FF2B5EF4-FFF2-40B4-BE49-F238E27FC236}">
                            <a16:creationId xmlns:a16="http://schemas.microsoft.com/office/drawing/2014/main" id="{00C23F6A-D7F2-1F68-508B-A85E5D7E06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1201738"/>
                        <a:ext cx="665163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>
            <a:extLst>
              <a:ext uri="{FF2B5EF4-FFF2-40B4-BE49-F238E27FC236}">
                <a16:creationId xmlns:a16="http://schemas.microsoft.com/office/drawing/2014/main" id="{6A04E952-EF5D-1AA6-86C1-8495E559C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1595438"/>
            <a:ext cx="12896850" cy="52387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82953" name="对象 7">
            <a:extLst>
              <a:ext uri="{FF2B5EF4-FFF2-40B4-BE49-F238E27FC236}">
                <a16:creationId xmlns:a16="http://schemas.microsoft.com/office/drawing/2014/main" id="{1D35554F-9268-3BC7-02D4-4BEF2DC493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1595438"/>
          <a:ext cx="1274762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259300" imgH="4686300" progId="Equation.DSMT4">
                  <p:embed/>
                </p:oleObj>
              </mc:Choice>
              <mc:Fallback>
                <p:oleObj name="Equation" r:id="rId6" imgW="17259300" imgH="4686300" progId="Equation.DSMT4">
                  <p:embed/>
                  <p:pic>
                    <p:nvPicPr>
                      <p:cNvPr id="82953" name="对象 7">
                        <a:extLst>
                          <a:ext uri="{FF2B5EF4-FFF2-40B4-BE49-F238E27FC236}">
                            <a16:creationId xmlns:a16="http://schemas.microsoft.com/office/drawing/2014/main" id="{1D35554F-9268-3BC7-02D4-4BEF2DC493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595438"/>
                        <a:ext cx="1274762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4" name="对象 8">
            <a:extLst>
              <a:ext uri="{FF2B5EF4-FFF2-40B4-BE49-F238E27FC236}">
                <a16:creationId xmlns:a16="http://schemas.microsoft.com/office/drawing/2014/main" id="{00759357-8BFF-599A-CB0A-0AAC8A6866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0750" y="1906588"/>
          <a:ext cx="12731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967200" imgH="4686300" progId="Equation.DSMT4">
                  <p:embed/>
                </p:oleObj>
              </mc:Choice>
              <mc:Fallback>
                <p:oleObj name="Equation" r:id="rId8" imgW="16967200" imgH="4686300" progId="Equation.DSMT4">
                  <p:embed/>
                  <p:pic>
                    <p:nvPicPr>
                      <p:cNvPr id="82954" name="对象 8">
                        <a:extLst>
                          <a:ext uri="{FF2B5EF4-FFF2-40B4-BE49-F238E27FC236}">
                            <a16:creationId xmlns:a16="http://schemas.microsoft.com/office/drawing/2014/main" id="{00759357-8BFF-599A-CB0A-0AAC8A6866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0" y="1906588"/>
                        <a:ext cx="12731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4">
            <a:extLst>
              <a:ext uri="{FF2B5EF4-FFF2-40B4-BE49-F238E27FC236}">
                <a16:creationId xmlns:a16="http://schemas.microsoft.com/office/drawing/2014/main" id="{7BA08610-22F7-AB58-07A3-5BE8DDD74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82956" name="对象 11">
            <a:extLst>
              <a:ext uri="{FF2B5EF4-FFF2-40B4-BE49-F238E27FC236}">
                <a16:creationId xmlns:a16="http://schemas.microsoft.com/office/drawing/2014/main" id="{ECE50E1F-5F19-1560-AB5C-859BAF6E61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7375" y="2276475"/>
          <a:ext cx="12541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427700" imgH="5854700" progId="Equation.DSMT4">
                  <p:embed/>
                </p:oleObj>
              </mc:Choice>
              <mc:Fallback>
                <p:oleObj name="Equation" r:id="rId10" imgW="18427700" imgH="5854700" progId="Equation.DSMT4">
                  <p:embed/>
                  <p:pic>
                    <p:nvPicPr>
                      <p:cNvPr id="82956" name="对象 11">
                        <a:extLst>
                          <a:ext uri="{FF2B5EF4-FFF2-40B4-BE49-F238E27FC236}">
                            <a16:creationId xmlns:a16="http://schemas.microsoft.com/office/drawing/2014/main" id="{ECE50E1F-5F19-1560-AB5C-859BAF6E61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75" y="2276475"/>
                        <a:ext cx="125412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6">
            <a:extLst>
              <a:ext uri="{FF2B5EF4-FFF2-40B4-BE49-F238E27FC236}">
                <a16:creationId xmlns:a16="http://schemas.microsoft.com/office/drawing/2014/main" id="{55F8ABB3-EFD6-2710-B1D9-6B76594F4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2813" y="2660650"/>
            <a:ext cx="11803062" cy="6985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82958" name="对象 13">
            <a:extLst>
              <a:ext uri="{FF2B5EF4-FFF2-40B4-BE49-F238E27FC236}">
                <a16:creationId xmlns:a16="http://schemas.microsoft.com/office/drawing/2014/main" id="{9EC3D948-8A01-0781-E109-D931841AB3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82813" y="2617788"/>
          <a:ext cx="13049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843500" imgH="5562600" progId="Equation.DSMT4">
                  <p:embed/>
                </p:oleObj>
              </mc:Choice>
              <mc:Fallback>
                <p:oleObj name="Equation" r:id="rId12" imgW="17843500" imgH="5562600" progId="Equation.DSMT4">
                  <p:embed/>
                  <p:pic>
                    <p:nvPicPr>
                      <p:cNvPr id="82958" name="对象 13">
                        <a:extLst>
                          <a:ext uri="{FF2B5EF4-FFF2-40B4-BE49-F238E27FC236}">
                            <a16:creationId xmlns:a16="http://schemas.microsoft.com/office/drawing/2014/main" id="{9EC3D948-8A01-0781-E109-D931841AB3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813" y="2617788"/>
                        <a:ext cx="130492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8">
            <a:extLst>
              <a:ext uri="{FF2B5EF4-FFF2-40B4-BE49-F238E27FC236}">
                <a16:creationId xmlns:a16="http://schemas.microsoft.com/office/drawing/2014/main" id="{C75256D0-4DDB-624D-EB13-E43C51D3C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82960" name="对象 15">
            <a:extLst>
              <a:ext uri="{FF2B5EF4-FFF2-40B4-BE49-F238E27FC236}">
                <a16:creationId xmlns:a16="http://schemas.microsoft.com/office/drawing/2014/main" id="{C457B9F9-E340-9D47-7B1E-BE24965C73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9888" y="2657475"/>
          <a:ext cx="188912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505200" imgH="4102100" progId="Equation.DSMT4">
                  <p:embed/>
                </p:oleObj>
              </mc:Choice>
              <mc:Fallback>
                <p:oleObj name="Equation" r:id="rId14" imgW="3505200" imgH="4102100" progId="Equation.DSMT4">
                  <p:embed/>
                  <p:pic>
                    <p:nvPicPr>
                      <p:cNvPr id="82960" name="对象 15">
                        <a:extLst>
                          <a:ext uri="{FF2B5EF4-FFF2-40B4-BE49-F238E27FC236}">
                            <a16:creationId xmlns:a16="http://schemas.microsoft.com/office/drawing/2014/main" id="{C457B9F9-E340-9D47-7B1E-BE24965C73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9888" y="2657475"/>
                        <a:ext cx="188912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34">
            <a:extLst>
              <a:ext uri="{FF2B5EF4-FFF2-40B4-BE49-F238E27FC236}">
                <a16:creationId xmlns:a16="http://schemas.microsoft.com/office/drawing/2014/main" id="{8340CE13-1010-7929-6ADC-4486854BC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82962" name="对象 17">
            <a:extLst>
              <a:ext uri="{FF2B5EF4-FFF2-40B4-BE49-F238E27FC236}">
                <a16:creationId xmlns:a16="http://schemas.microsoft.com/office/drawing/2014/main" id="{BF40888C-00CB-18BC-C43D-0C1679477C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82813" y="3033713"/>
          <a:ext cx="1820862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4866600" imgH="4686300" progId="Equation.DSMT4">
                  <p:embed/>
                </p:oleObj>
              </mc:Choice>
              <mc:Fallback>
                <p:oleObj name="Equation" r:id="rId16" imgW="24866600" imgH="4686300" progId="Equation.DSMT4">
                  <p:embed/>
                  <p:pic>
                    <p:nvPicPr>
                      <p:cNvPr id="82962" name="对象 17">
                        <a:extLst>
                          <a:ext uri="{FF2B5EF4-FFF2-40B4-BE49-F238E27FC236}">
                            <a16:creationId xmlns:a16="http://schemas.microsoft.com/office/drawing/2014/main" id="{BF40888C-00CB-18BC-C43D-0C1679477C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813" y="3033713"/>
                        <a:ext cx="1820862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44">
            <a:extLst>
              <a:ext uri="{FF2B5EF4-FFF2-40B4-BE49-F238E27FC236}">
                <a16:creationId xmlns:a16="http://schemas.microsoft.com/office/drawing/2014/main" id="{0BAEAAC9-1BE1-2844-DD3D-E1ECECC2B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82964" name="对象 19">
            <a:extLst>
              <a:ext uri="{FF2B5EF4-FFF2-40B4-BE49-F238E27FC236}">
                <a16:creationId xmlns:a16="http://schemas.microsoft.com/office/drawing/2014/main" id="{01EFC48C-8170-7A3D-F667-49C6AA6176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3400425"/>
          <a:ext cx="189547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742900" imgH="5270500" progId="Equation.DSMT4">
                  <p:embed/>
                </p:oleObj>
              </mc:Choice>
              <mc:Fallback>
                <p:oleObj name="Equation" r:id="rId18" imgW="25742900" imgH="5270500" progId="Equation.DSMT4">
                  <p:embed/>
                  <p:pic>
                    <p:nvPicPr>
                      <p:cNvPr id="82964" name="对象 19">
                        <a:extLst>
                          <a:ext uri="{FF2B5EF4-FFF2-40B4-BE49-F238E27FC236}">
                            <a16:creationId xmlns:a16="http://schemas.microsoft.com/office/drawing/2014/main" id="{01EFC48C-8170-7A3D-F667-49C6AA6176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3400425"/>
                        <a:ext cx="1895475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46">
            <a:extLst>
              <a:ext uri="{FF2B5EF4-FFF2-40B4-BE49-F238E27FC236}">
                <a16:creationId xmlns:a16="http://schemas.microsoft.com/office/drawing/2014/main" id="{BA116BB4-81CB-9F8F-ACEA-EFB988D3F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82966" name="对象 21">
            <a:extLst>
              <a:ext uri="{FF2B5EF4-FFF2-40B4-BE49-F238E27FC236}">
                <a16:creationId xmlns:a16="http://schemas.microsoft.com/office/drawing/2014/main" id="{A3144F6C-EFC8-E6DB-16E6-DFC325B145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82813" y="3751263"/>
          <a:ext cx="181451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19200" imgH="5270500" progId="Equation.DSMT4">
                  <p:embed/>
                </p:oleObj>
              </mc:Choice>
              <mc:Fallback>
                <p:oleObj name="Equation" r:id="rId20" imgW="26619200" imgH="5270500" progId="Equation.DSMT4">
                  <p:embed/>
                  <p:pic>
                    <p:nvPicPr>
                      <p:cNvPr id="82966" name="对象 21">
                        <a:extLst>
                          <a:ext uri="{FF2B5EF4-FFF2-40B4-BE49-F238E27FC236}">
                            <a16:creationId xmlns:a16="http://schemas.microsoft.com/office/drawing/2014/main" id="{A3144F6C-EFC8-E6DB-16E6-DFC325B145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813" y="3751263"/>
                        <a:ext cx="1814512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48">
            <a:extLst>
              <a:ext uri="{FF2B5EF4-FFF2-40B4-BE49-F238E27FC236}">
                <a16:creationId xmlns:a16="http://schemas.microsoft.com/office/drawing/2014/main" id="{0B5CAEB2-AD87-393B-CDD8-CF2423F0F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82968" name="对象 23">
            <a:extLst>
              <a:ext uri="{FF2B5EF4-FFF2-40B4-BE49-F238E27FC236}">
                <a16:creationId xmlns:a16="http://schemas.microsoft.com/office/drawing/2014/main" id="{0BB64E6B-B9CA-F686-F98D-70A4F37276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1263" y="3775075"/>
          <a:ext cx="622300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359900" imgH="3797300" progId="Equation.DSMT4">
                  <p:embed/>
                </p:oleObj>
              </mc:Choice>
              <mc:Fallback>
                <p:oleObj name="Equation" r:id="rId22" imgW="9359900" imgH="3797300" progId="Equation.DSMT4">
                  <p:embed/>
                  <p:pic>
                    <p:nvPicPr>
                      <p:cNvPr id="82968" name="对象 23">
                        <a:extLst>
                          <a:ext uri="{FF2B5EF4-FFF2-40B4-BE49-F238E27FC236}">
                            <a16:creationId xmlns:a16="http://schemas.microsoft.com/office/drawing/2014/main" id="{0BB64E6B-B9CA-F686-F98D-70A4F37276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1263" y="3775075"/>
                        <a:ext cx="622300" cy="26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50">
            <a:extLst>
              <a:ext uri="{FF2B5EF4-FFF2-40B4-BE49-F238E27FC236}">
                <a16:creationId xmlns:a16="http://schemas.microsoft.com/office/drawing/2014/main" id="{A0E72237-FD66-3864-D98B-EBAEE513C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 advClick="0" advTm="5000">
    <p:rand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矩形 1">
            <a:extLst>
              <a:ext uri="{FF2B5EF4-FFF2-40B4-BE49-F238E27FC236}">
                <a16:creationId xmlns:a16="http://schemas.microsoft.com/office/drawing/2014/main" id="{8A5AA14D-D8B3-9BB4-D837-8D2859C37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4513" y="115888"/>
            <a:ext cx="3519487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第七章    数字签名和认证协议</a:t>
            </a:r>
          </a:p>
        </p:txBody>
      </p:sp>
      <p:sp>
        <p:nvSpPr>
          <p:cNvPr id="83971" name="文本框 1">
            <a:extLst>
              <a:ext uri="{FF2B5EF4-FFF2-40B4-BE49-F238E27FC236}">
                <a16:creationId xmlns:a16="http://schemas.microsoft.com/office/drawing/2014/main" id="{5583CB79-04D3-3C6F-E70E-7C0796799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341438"/>
            <a:ext cx="730885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zh-CN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正确性：如果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，则          ，要证 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           ,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只需证         。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3972" name="对象 3">
            <a:extLst>
              <a:ext uri="{FF2B5EF4-FFF2-40B4-BE49-F238E27FC236}">
                <a16:creationId xmlns:a16="http://schemas.microsoft.com/office/drawing/2014/main" id="{A31983B1-1FC1-3791-5DF2-E243BFB52E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5525" y="1427163"/>
          <a:ext cx="20828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766000" imgH="5854700" progId="Equation.DSMT4">
                  <p:embed/>
                </p:oleObj>
              </mc:Choice>
              <mc:Fallback>
                <p:oleObj name="Equation" r:id="rId2" imgW="32766000" imgH="5854700" progId="Equation.DSMT4">
                  <p:embed/>
                  <p:pic>
                    <p:nvPicPr>
                      <p:cNvPr id="83972" name="对象 3">
                        <a:extLst>
                          <a:ext uri="{FF2B5EF4-FFF2-40B4-BE49-F238E27FC236}">
                            <a16:creationId xmlns:a16="http://schemas.microsoft.com/office/drawing/2014/main" id="{A31983B1-1FC1-3791-5DF2-E243BFB52E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5525" y="1427163"/>
                        <a:ext cx="208280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4">
            <a:extLst>
              <a:ext uri="{FF2B5EF4-FFF2-40B4-BE49-F238E27FC236}">
                <a16:creationId xmlns:a16="http://schemas.microsoft.com/office/drawing/2014/main" id="{B698395D-ADD9-D042-D6C3-DE3822C61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83974" name="对象 4">
            <a:extLst>
              <a:ext uri="{FF2B5EF4-FFF2-40B4-BE49-F238E27FC236}">
                <a16:creationId xmlns:a16="http://schemas.microsoft.com/office/drawing/2014/main" id="{310CED61-CD24-BC61-6F5E-4DBDDBAC04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65863" y="1427163"/>
          <a:ext cx="69373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483600" imgH="4102100" progId="Equation.DSMT4">
                  <p:embed/>
                </p:oleObj>
              </mc:Choice>
              <mc:Fallback>
                <p:oleObj name="Equation" r:id="rId4" imgW="8483600" imgH="4102100" progId="Equation.DSMT4">
                  <p:embed/>
                  <p:pic>
                    <p:nvPicPr>
                      <p:cNvPr id="83974" name="对象 4">
                        <a:extLst>
                          <a:ext uri="{FF2B5EF4-FFF2-40B4-BE49-F238E27FC236}">
                            <a16:creationId xmlns:a16="http://schemas.microsoft.com/office/drawing/2014/main" id="{310CED61-CD24-BC61-6F5E-4DBDDBAC04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5863" y="1427163"/>
                        <a:ext cx="69373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6">
            <a:extLst>
              <a:ext uri="{FF2B5EF4-FFF2-40B4-BE49-F238E27FC236}">
                <a16:creationId xmlns:a16="http://schemas.microsoft.com/office/drawing/2014/main" id="{36352B43-09F1-8BE3-7664-949C88924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83976" name="对象 6">
            <a:extLst>
              <a:ext uri="{FF2B5EF4-FFF2-40B4-BE49-F238E27FC236}">
                <a16:creationId xmlns:a16="http://schemas.microsoft.com/office/drawing/2014/main" id="{23E29688-ADE4-379C-E074-AAA900C720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1088" y="1782763"/>
          <a:ext cx="936625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77800" imgH="3797300" progId="Equation.DSMT4">
                  <p:embed/>
                </p:oleObj>
              </mc:Choice>
              <mc:Fallback>
                <p:oleObj name="Equation" r:id="rId6" imgW="12877800" imgH="3797300" progId="Equation.DSMT4">
                  <p:embed/>
                  <p:pic>
                    <p:nvPicPr>
                      <p:cNvPr id="83976" name="对象 6">
                        <a:extLst>
                          <a:ext uri="{FF2B5EF4-FFF2-40B4-BE49-F238E27FC236}">
                            <a16:creationId xmlns:a16="http://schemas.microsoft.com/office/drawing/2014/main" id="{23E29688-ADE4-379C-E074-AAA900C720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088" y="1782763"/>
                        <a:ext cx="936625" cy="28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1">
            <a:extLst>
              <a:ext uri="{FF2B5EF4-FFF2-40B4-BE49-F238E27FC236}">
                <a16:creationId xmlns:a16="http://schemas.microsoft.com/office/drawing/2014/main" id="{100FF9F2-6388-415D-6AE3-DF5554CF0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83978" name="对象 8">
            <a:extLst>
              <a:ext uri="{FF2B5EF4-FFF2-40B4-BE49-F238E27FC236}">
                <a16:creationId xmlns:a16="http://schemas.microsoft.com/office/drawing/2014/main" id="{91BBB4FF-AB36-CBFD-B42D-0142931925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68650" y="1782763"/>
          <a:ext cx="603250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899400" imgH="5270500" progId="Equation.DSMT4">
                  <p:embed/>
                </p:oleObj>
              </mc:Choice>
              <mc:Fallback>
                <p:oleObj name="Equation" r:id="rId8" imgW="7899400" imgH="5270500" progId="Equation.DSMT4">
                  <p:embed/>
                  <p:pic>
                    <p:nvPicPr>
                      <p:cNvPr id="83978" name="对象 8">
                        <a:extLst>
                          <a:ext uri="{FF2B5EF4-FFF2-40B4-BE49-F238E27FC236}">
                            <a16:creationId xmlns:a16="http://schemas.microsoft.com/office/drawing/2014/main" id="{91BBB4FF-AB36-CBFD-B42D-0142931925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650" y="1782763"/>
                        <a:ext cx="603250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3">
            <a:extLst>
              <a:ext uri="{FF2B5EF4-FFF2-40B4-BE49-F238E27FC236}">
                <a16:creationId xmlns:a16="http://schemas.microsoft.com/office/drawing/2014/main" id="{B30E35A7-B1CF-00A4-D560-3F166A748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83980" name="对象 10">
            <a:extLst>
              <a:ext uri="{FF2B5EF4-FFF2-40B4-BE49-F238E27FC236}">
                <a16:creationId xmlns:a16="http://schemas.microsoft.com/office/drawing/2014/main" id="{C007C282-D3FB-9BFA-8528-05143FC81A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1813" y="2568575"/>
          <a:ext cx="5292725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1386700" imgH="18135600" progId="Equation.DSMT4">
                  <p:embed/>
                </p:oleObj>
              </mc:Choice>
              <mc:Fallback>
                <p:oleObj name="Equation" r:id="rId10" imgW="71386700" imgH="18135600" progId="Equation.DSMT4">
                  <p:embed/>
                  <p:pic>
                    <p:nvPicPr>
                      <p:cNvPr id="83980" name="对象 10">
                        <a:extLst>
                          <a:ext uri="{FF2B5EF4-FFF2-40B4-BE49-F238E27FC236}">
                            <a16:creationId xmlns:a16="http://schemas.microsoft.com/office/drawing/2014/main" id="{C007C282-D3FB-9BFA-8528-05143FC81A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1813" y="2568575"/>
                        <a:ext cx="5292725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 advClick="0" advTm="5000">
    <p:random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84"/>
  <p:tag name="DEFAULTHEIGHT" val="319"/>
</p:tagLst>
</file>

<file path=ppt/theme/theme1.xml><?xml version="1.0" encoding="utf-8"?>
<a:theme xmlns:a="http://schemas.openxmlformats.org/drawingml/2006/main" name="Understanding_Cryptography_Chptr_1---Intro_to_Crypto + Historical_Ciphers">
  <a:themeElements>
    <a:clrScheme name="Folienvorlage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Folienvorlage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olienvorlage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ienvorlage2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Understanding_Cryptography_Chptr_1---Intro_to_Crypto + Historical_Ciphers</Template>
  <TotalTime>2685</TotalTime>
  <Words>3354</Words>
  <Application>Microsoft Macintosh PowerPoint</Application>
  <PresentationFormat>全屏显示(4:3)</PresentationFormat>
  <Paragraphs>449</Paragraphs>
  <Slides>52</Slides>
  <Notes>44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52</vt:i4>
      </vt:variant>
    </vt:vector>
  </HeadingPairs>
  <TitlesOfParts>
    <vt:vector size="62" baseType="lpstr">
      <vt:lpstr>宋体</vt:lpstr>
      <vt:lpstr>Arial</vt:lpstr>
      <vt:lpstr>Cambria Math</vt:lpstr>
      <vt:lpstr>Helvetica</vt:lpstr>
      <vt:lpstr>Symbol</vt:lpstr>
      <vt:lpstr>Times New Roman</vt:lpstr>
      <vt:lpstr>Webdings</vt:lpstr>
      <vt:lpstr>Understanding_Cryptography_Chptr_1---Intro_to_Crypto + Historical_Ciphers</vt:lpstr>
      <vt:lpstr>Formel</vt:lpstr>
      <vt:lpstr>Equation</vt:lpstr>
      <vt:lpstr>   Chapter 10 – Digital Signatures</vt:lpstr>
      <vt:lpstr>Content of this Chapter</vt:lpstr>
      <vt:lpstr>Content of this Chapter</vt:lpstr>
      <vt:lpstr>PowerPoint 演示文稿</vt:lpstr>
      <vt:lpstr>Basic Principle of Digital Signatures</vt:lpstr>
      <vt:lpstr>PowerPoint 演示文稿</vt:lpstr>
      <vt:lpstr>PowerPoint 演示文稿</vt:lpstr>
      <vt:lpstr>Content of this Chapter</vt:lpstr>
      <vt:lpstr>PowerPoint 演示文稿</vt:lpstr>
      <vt:lpstr>PowerPoint 演示文稿</vt:lpstr>
      <vt:lpstr>Content of this Chapter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Content of this Chapter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Content of this Chapter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Content of this Chapter</vt:lpstr>
      <vt:lpstr>Bit lengths of Public-key Algorithms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Lessons Learned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Chair for Embedded Security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Cryptography – A Textbook for Students and Practitioners by Christof Paar and Jan Pelzl  www.crypto-textbook.com   Chapter 11 – Hash Functions ver. October 5, 2009</dc:title>
  <dc:subject>Auswertung</dc:subject>
  <dc:creator>Stefan Heyse</dc:creator>
  <cp:lastModifiedBy>Jing Liu</cp:lastModifiedBy>
  <cp:revision>220</cp:revision>
  <cp:lastPrinted>2003-07-29T11:52:19Z</cp:lastPrinted>
  <dcterms:created xsi:type="dcterms:W3CDTF">2009-10-06T18:33:58Z</dcterms:created>
  <dcterms:modified xsi:type="dcterms:W3CDTF">2024-12-01T02:22:28Z</dcterms:modified>
</cp:coreProperties>
</file>