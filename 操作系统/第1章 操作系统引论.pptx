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p:sldMasterIdLst>
    <p:sldMasterId id="2147483648" r:id="rId1"/>
  </p:sldMasterIdLst>
  <p:notesMasterIdLst>
    <p:notesMasterId r:id="rId97"/>
  </p:notesMasterIdLst>
  <p:handoutMasterIdLst>
    <p:handoutMasterId r:id="rId103"/>
  </p:handoutMasterIdLst>
  <p:sldIdLst>
    <p:sldId id="408" r:id="rId3"/>
    <p:sldId id="411" r:id="rId4"/>
    <p:sldId id="412" r:id="rId5"/>
    <p:sldId id="413" r:id="rId6"/>
    <p:sldId id="474" r:id="rId7"/>
    <p:sldId id="410" r:id="rId8"/>
    <p:sldId id="295" r:id="rId9"/>
    <p:sldId id="414" r:id="rId10"/>
    <p:sldId id="415" r:id="rId11"/>
    <p:sldId id="312" r:id="rId12"/>
    <p:sldId id="315" r:id="rId13"/>
    <p:sldId id="313" r:id="rId14"/>
    <p:sldId id="475" r:id="rId15"/>
    <p:sldId id="476" r:id="rId16"/>
    <p:sldId id="477" r:id="rId17"/>
    <p:sldId id="296" r:id="rId18"/>
    <p:sldId id="478" r:id="rId19"/>
    <p:sldId id="479" r:id="rId20"/>
    <p:sldId id="297" r:id="rId21"/>
    <p:sldId id="355" r:id="rId22"/>
    <p:sldId id="480" r:id="rId23"/>
    <p:sldId id="481" r:id="rId24"/>
    <p:sldId id="482" r:id="rId25"/>
    <p:sldId id="483" r:id="rId26"/>
    <p:sldId id="484" r:id="rId27"/>
    <p:sldId id="298" r:id="rId28"/>
    <p:sldId id="299" r:id="rId29"/>
    <p:sldId id="300" r:id="rId30"/>
    <p:sldId id="301" r:id="rId31"/>
    <p:sldId id="318" r:id="rId32"/>
    <p:sldId id="317" r:id="rId33"/>
    <p:sldId id="302" r:id="rId34"/>
    <p:sldId id="319" r:id="rId35"/>
    <p:sldId id="303" r:id="rId36"/>
    <p:sldId id="304" r:id="rId37"/>
    <p:sldId id="305" r:id="rId38"/>
    <p:sldId id="306" r:id="rId39"/>
    <p:sldId id="320" r:id="rId40"/>
    <p:sldId id="321" r:id="rId41"/>
    <p:sldId id="571" r:id="rId42"/>
    <p:sldId id="356" r:id="rId43"/>
    <p:sldId id="307" r:id="rId44"/>
    <p:sldId id="548" r:id="rId45"/>
    <p:sldId id="550" r:id="rId46"/>
    <p:sldId id="551" r:id="rId47"/>
    <p:sldId id="552" r:id="rId48"/>
    <p:sldId id="553" r:id="rId49"/>
    <p:sldId id="357" r:id="rId50"/>
    <p:sldId id="324" r:id="rId51"/>
    <p:sldId id="326" r:id="rId52"/>
    <p:sldId id="327" r:id="rId53"/>
    <p:sldId id="323" r:id="rId54"/>
    <p:sldId id="308" r:id="rId55"/>
    <p:sldId id="329" r:id="rId56"/>
    <p:sldId id="358" r:id="rId57"/>
    <p:sldId id="331" r:id="rId58"/>
    <p:sldId id="332" r:id="rId59"/>
    <p:sldId id="333" r:id="rId60"/>
    <p:sldId id="334" r:id="rId61"/>
    <p:sldId id="335" r:id="rId62"/>
    <p:sldId id="336" r:id="rId63"/>
    <p:sldId id="337" r:id="rId64"/>
    <p:sldId id="359" r:id="rId65"/>
    <p:sldId id="338" r:id="rId66"/>
    <p:sldId id="555" r:id="rId67"/>
    <p:sldId id="556" r:id="rId68"/>
    <p:sldId id="557" r:id="rId69"/>
    <p:sldId id="558" r:id="rId70"/>
    <p:sldId id="340" r:id="rId71"/>
    <p:sldId id="341" r:id="rId72"/>
    <p:sldId id="342" r:id="rId73"/>
    <p:sldId id="343" r:id="rId74"/>
    <p:sldId id="344" r:id="rId75"/>
    <p:sldId id="560" r:id="rId76"/>
    <p:sldId id="562" r:id="rId77"/>
    <p:sldId id="563" r:id="rId78"/>
    <p:sldId id="564" r:id="rId79"/>
    <p:sldId id="566" r:id="rId80"/>
    <p:sldId id="567" r:id="rId81"/>
    <p:sldId id="568" r:id="rId82"/>
    <p:sldId id="569" r:id="rId83"/>
    <p:sldId id="570" r:id="rId84"/>
    <p:sldId id="348" r:id="rId85"/>
    <p:sldId id="360" r:id="rId86"/>
    <p:sldId id="545" r:id="rId87"/>
    <p:sldId id="546" r:id="rId88"/>
    <p:sldId id="547" r:id="rId89"/>
    <p:sldId id="350" r:id="rId90"/>
    <p:sldId id="572" r:id="rId91"/>
    <p:sldId id="573" r:id="rId92"/>
    <p:sldId id="574" r:id="rId93"/>
    <p:sldId id="575" r:id="rId94"/>
    <p:sldId id="576" r:id="rId95"/>
    <p:sldId id="577" r:id="rId96"/>
    <p:sldId id="578" r:id="rId98"/>
    <p:sldId id="351" r:id="rId99"/>
    <p:sldId id="353" r:id="rId100"/>
    <p:sldId id="361" r:id="rId101"/>
    <p:sldId id="354" r:id="rId102"/>
  </p:sldIdLst>
  <p:sldSz cx="12192000" cy="6858000"/>
  <p:notesSz cx="6858000" cy="9144000"/>
  <p:custDataLst>
    <p:tags r:id="rId107"/>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82" userDrawn="1">
          <p15:clr>
            <a:srgbClr val="A4A3A4"/>
          </p15:clr>
        </p15:guide>
        <p15:guide id="2" pos="3886"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FF"/>
    <a:srgbClr val="00005C"/>
    <a:srgbClr val="06D24C"/>
    <a:srgbClr val="035920"/>
    <a:srgbClr val="F6F5F3"/>
    <a:srgbClr val="04862F"/>
    <a:srgbClr val="07DB4E"/>
    <a:srgbClr val="08396E"/>
    <a:srgbClr val="0519AB"/>
    <a:srgbClr val="06BE4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无样式，网格型">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72833802-FEF1-4C79-8D5D-14CF1EAF98D9}" styleName="浅色样式 2 - 强调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87" autoAdjust="0"/>
    <p:restoredTop sz="96182" autoAdjust="0"/>
  </p:normalViewPr>
  <p:slideViewPr>
    <p:cSldViewPr snapToGrid="0" showGuides="1">
      <p:cViewPr varScale="1">
        <p:scale>
          <a:sx n="114" d="100"/>
          <a:sy n="114" d="100"/>
        </p:scale>
        <p:origin x="-420" y="-108"/>
      </p:cViewPr>
      <p:guideLst>
        <p:guide orient="horz" pos="2182"/>
        <p:guide pos="3886"/>
      </p:guideLst>
    </p:cSldViewPr>
  </p:slideViewPr>
  <p:notesTextViewPr>
    <p:cViewPr>
      <p:scale>
        <a:sx n="3" d="2"/>
        <a:sy n="3" d="2"/>
      </p:scale>
      <p:origin x="0" y="0"/>
    </p:cViewPr>
  </p:notesTextViewPr>
  <p:sorterViewPr>
    <p:cViewPr>
      <p:scale>
        <a:sx n="75" d="100"/>
        <a:sy n="75" d="100"/>
      </p:scale>
      <p:origin x="0" y="0"/>
    </p:cViewPr>
  </p:sorterViewPr>
  <p:gridSpacing cx="72008" cy="72008"/>
</p:viewPr>
</file>

<file path=ppt/_rels/presentation.xml.rels><?xml version="1.0" encoding="UTF-8" standalone="yes"?>
<Relationships xmlns="http://schemas.openxmlformats.org/package/2006/relationships"><Relationship Id="rId99" Type="http://schemas.openxmlformats.org/officeDocument/2006/relationships/slide" Target="slides/slide96.xml"/><Relationship Id="rId98" Type="http://schemas.openxmlformats.org/officeDocument/2006/relationships/slide" Target="slides/slide95.xml"/><Relationship Id="rId97" Type="http://schemas.openxmlformats.org/officeDocument/2006/relationships/notesMaster" Target="notesMasters/notesMaster1.xml"/><Relationship Id="rId96" Type="http://schemas.openxmlformats.org/officeDocument/2006/relationships/slide" Target="slides/slide94.xml"/><Relationship Id="rId95" Type="http://schemas.openxmlformats.org/officeDocument/2006/relationships/slide" Target="slides/slide93.xml"/><Relationship Id="rId94" Type="http://schemas.openxmlformats.org/officeDocument/2006/relationships/slide" Target="slides/slide92.xml"/><Relationship Id="rId93" Type="http://schemas.openxmlformats.org/officeDocument/2006/relationships/slide" Target="slides/slide91.xml"/><Relationship Id="rId92" Type="http://schemas.openxmlformats.org/officeDocument/2006/relationships/slide" Target="slides/slide90.xml"/><Relationship Id="rId91" Type="http://schemas.openxmlformats.org/officeDocument/2006/relationships/slide" Target="slides/slide89.xml"/><Relationship Id="rId90" Type="http://schemas.openxmlformats.org/officeDocument/2006/relationships/slide" Target="slides/slide88.xml"/><Relationship Id="rId9" Type="http://schemas.openxmlformats.org/officeDocument/2006/relationships/slide" Target="slides/slide7.xml"/><Relationship Id="rId89" Type="http://schemas.openxmlformats.org/officeDocument/2006/relationships/slide" Target="slides/slide87.xml"/><Relationship Id="rId88" Type="http://schemas.openxmlformats.org/officeDocument/2006/relationships/slide" Target="slides/slide86.xml"/><Relationship Id="rId87" Type="http://schemas.openxmlformats.org/officeDocument/2006/relationships/slide" Target="slides/slide85.xml"/><Relationship Id="rId86" Type="http://schemas.openxmlformats.org/officeDocument/2006/relationships/slide" Target="slides/slide84.xml"/><Relationship Id="rId85" Type="http://schemas.openxmlformats.org/officeDocument/2006/relationships/slide" Target="slides/slide83.xml"/><Relationship Id="rId84" Type="http://schemas.openxmlformats.org/officeDocument/2006/relationships/slide" Target="slides/slide82.xml"/><Relationship Id="rId83" Type="http://schemas.openxmlformats.org/officeDocument/2006/relationships/slide" Target="slides/slide81.xml"/><Relationship Id="rId82" Type="http://schemas.openxmlformats.org/officeDocument/2006/relationships/slide" Target="slides/slide80.xml"/><Relationship Id="rId81" Type="http://schemas.openxmlformats.org/officeDocument/2006/relationships/slide" Target="slides/slide79.xml"/><Relationship Id="rId80" Type="http://schemas.openxmlformats.org/officeDocument/2006/relationships/slide" Target="slides/slide78.xml"/><Relationship Id="rId8" Type="http://schemas.openxmlformats.org/officeDocument/2006/relationships/slide" Target="slides/slide6.xml"/><Relationship Id="rId79" Type="http://schemas.openxmlformats.org/officeDocument/2006/relationships/slide" Target="slides/slide77.xml"/><Relationship Id="rId78" Type="http://schemas.openxmlformats.org/officeDocument/2006/relationships/slide" Target="slides/slide76.xml"/><Relationship Id="rId77" Type="http://schemas.openxmlformats.org/officeDocument/2006/relationships/slide" Target="slides/slide75.xml"/><Relationship Id="rId76" Type="http://schemas.openxmlformats.org/officeDocument/2006/relationships/slide" Target="slides/slide74.xml"/><Relationship Id="rId75" Type="http://schemas.openxmlformats.org/officeDocument/2006/relationships/slide" Target="slides/slide73.xml"/><Relationship Id="rId74" Type="http://schemas.openxmlformats.org/officeDocument/2006/relationships/slide" Target="slides/slide72.xml"/><Relationship Id="rId73" Type="http://schemas.openxmlformats.org/officeDocument/2006/relationships/slide" Target="slides/slide71.xml"/><Relationship Id="rId72" Type="http://schemas.openxmlformats.org/officeDocument/2006/relationships/slide" Target="slides/slide70.xml"/><Relationship Id="rId71" Type="http://schemas.openxmlformats.org/officeDocument/2006/relationships/slide" Target="slides/slide69.xml"/><Relationship Id="rId70" Type="http://schemas.openxmlformats.org/officeDocument/2006/relationships/slide" Target="slides/slide68.xml"/><Relationship Id="rId7" Type="http://schemas.openxmlformats.org/officeDocument/2006/relationships/slide" Target="slides/slide5.xml"/><Relationship Id="rId69" Type="http://schemas.openxmlformats.org/officeDocument/2006/relationships/slide" Target="slides/slide67.xml"/><Relationship Id="rId68" Type="http://schemas.openxmlformats.org/officeDocument/2006/relationships/slide" Target="slides/slide66.xml"/><Relationship Id="rId67" Type="http://schemas.openxmlformats.org/officeDocument/2006/relationships/slide" Target="slides/slide65.xml"/><Relationship Id="rId66" Type="http://schemas.openxmlformats.org/officeDocument/2006/relationships/slide" Target="slides/slide64.xml"/><Relationship Id="rId65" Type="http://schemas.openxmlformats.org/officeDocument/2006/relationships/slide" Target="slides/slide63.xml"/><Relationship Id="rId64" Type="http://schemas.openxmlformats.org/officeDocument/2006/relationships/slide" Target="slides/slide62.xml"/><Relationship Id="rId63" Type="http://schemas.openxmlformats.org/officeDocument/2006/relationships/slide" Target="slides/slide61.xml"/><Relationship Id="rId62" Type="http://schemas.openxmlformats.org/officeDocument/2006/relationships/slide" Target="slides/slide60.xml"/><Relationship Id="rId61" Type="http://schemas.openxmlformats.org/officeDocument/2006/relationships/slide" Target="slides/slide59.xml"/><Relationship Id="rId60" Type="http://schemas.openxmlformats.org/officeDocument/2006/relationships/slide" Target="slides/slide58.xml"/><Relationship Id="rId6" Type="http://schemas.openxmlformats.org/officeDocument/2006/relationships/slide" Target="slides/slide4.xml"/><Relationship Id="rId59" Type="http://schemas.openxmlformats.org/officeDocument/2006/relationships/slide" Target="slides/slide57.xml"/><Relationship Id="rId58" Type="http://schemas.openxmlformats.org/officeDocument/2006/relationships/slide" Target="slides/slide56.xml"/><Relationship Id="rId57" Type="http://schemas.openxmlformats.org/officeDocument/2006/relationships/slide" Target="slides/slide55.xml"/><Relationship Id="rId56" Type="http://schemas.openxmlformats.org/officeDocument/2006/relationships/slide" Target="slides/slide54.xml"/><Relationship Id="rId55" Type="http://schemas.openxmlformats.org/officeDocument/2006/relationships/slide" Target="slides/slide53.xml"/><Relationship Id="rId54" Type="http://schemas.openxmlformats.org/officeDocument/2006/relationships/slide" Target="slides/slide52.xml"/><Relationship Id="rId53" Type="http://schemas.openxmlformats.org/officeDocument/2006/relationships/slide" Target="slides/slide51.xml"/><Relationship Id="rId52" Type="http://schemas.openxmlformats.org/officeDocument/2006/relationships/slide" Target="slides/slide50.xml"/><Relationship Id="rId51" Type="http://schemas.openxmlformats.org/officeDocument/2006/relationships/slide" Target="slides/slide49.xml"/><Relationship Id="rId50" Type="http://schemas.openxmlformats.org/officeDocument/2006/relationships/slide" Target="slides/slide48.xml"/><Relationship Id="rId5" Type="http://schemas.openxmlformats.org/officeDocument/2006/relationships/slide" Target="slides/slide3.xml"/><Relationship Id="rId49" Type="http://schemas.openxmlformats.org/officeDocument/2006/relationships/slide" Target="slides/slide47.xml"/><Relationship Id="rId48" Type="http://schemas.openxmlformats.org/officeDocument/2006/relationships/slide" Target="slides/slide46.xml"/><Relationship Id="rId47" Type="http://schemas.openxmlformats.org/officeDocument/2006/relationships/slide" Target="slides/slide45.xml"/><Relationship Id="rId46" Type="http://schemas.openxmlformats.org/officeDocument/2006/relationships/slide" Target="slides/slide44.xml"/><Relationship Id="rId45" Type="http://schemas.openxmlformats.org/officeDocument/2006/relationships/slide" Target="slides/slide43.xml"/><Relationship Id="rId44" Type="http://schemas.openxmlformats.org/officeDocument/2006/relationships/slide" Target="slides/slide42.xml"/><Relationship Id="rId43" Type="http://schemas.openxmlformats.org/officeDocument/2006/relationships/slide" Target="slides/slide41.xml"/><Relationship Id="rId42" Type="http://schemas.openxmlformats.org/officeDocument/2006/relationships/slide" Target="slides/slide40.xml"/><Relationship Id="rId41" Type="http://schemas.openxmlformats.org/officeDocument/2006/relationships/slide" Target="slides/slide39.xml"/><Relationship Id="rId40" Type="http://schemas.openxmlformats.org/officeDocument/2006/relationships/slide" Target="slides/slide38.xml"/><Relationship Id="rId4" Type="http://schemas.openxmlformats.org/officeDocument/2006/relationships/slide" Target="slides/slide2.xml"/><Relationship Id="rId39" Type="http://schemas.openxmlformats.org/officeDocument/2006/relationships/slide" Target="slides/slide37.xml"/><Relationship Id="rId38" Type="http://schemas.openxmlformats.org/officeDocument/2006/relationships/slide" Target="slides/slide36.xml"/><Relationship Id="rId37" Type="http://schemas.openxmlformats.org/officeDocument/2006/relationships/slide" Target="slides/slide35.xml"/><Relationship Id="rId36" Type="http://schemas.openxmlformats.org/officeDocument/2006/relationships/slide" Target="slides/slide34.xml"/><Relationship Id="rId35" Type="http://schemas.openxmlformats.org/officeDocument/2006/relationships/slide" Target="slides/slide33.xml"/><Relationship Id="rId34" Type="http://schemas.openxmlformats.org/officeDocument/2006/relationships/slide" Target="slides/slide32.xml"/><Relationship Id="rId33" Type="http://schemas.openxmlformats.org/officeDocument/2006/relationships/slide" Target="slides/slide31.xml"/><Relationship Id="rId32" Type="http://schemas.openxmlformats.org/officeDocument/2006/relationships/slide" Target="slides/slide30.xml"/><Relationship Id="rId31" Type="http://schemas.openxmlformats.org/officeDocument/2006/relationships/slide" Target="slides/slide29.xml"/><Relationship Id="rId30" Type="http://schemas.openxmlformats.org/officeDocument/2006/relationships/slide" Target="slides/slide28.xml"/><Relationship Id="rId3" Type="http://schemas.openxmlformats.org/officeDocument/2006/relationships/slide" Target="slides/slide1.xml"/><Relationship Id="rId29" Type="http://schemas.openxmlformats.org/officeDocument/2006/relationships/slide" Target="slides/slide27.xml"/><Relationship Id="rId28" Type="http://schemas.openxmlformats.org/officeDocument/2006/relationships/slide" Target="slides/slide26.xml"/><Relationship Id="rId27" Type="http://schemas.openxmlformats.org/officeDocument/2006/relationships/slide" Target="slides/slide25.xml"/><Relationship Id="rId26" Type="http://schemas.openxmlformats.org/officeDocument/2006/relationships/slide" Target="slides/slide24.xml"/><Relationship Id="rId25" Type="http://schemas.openxmlformats.org/officeDocument/2006/relationships/slide" Target="slides/slide23.xml"/><Relationship Id="rId24" Type="http://schemas.openxmlformats.org/officeDocument/2006/relationships/slide" Target="slides/slide22.xml"/><Relationship Id="rId23" Type="http://schemas.openxmlformats.org/officeDocument/2006/relationships/slide" Target="slides/slide21.xml"/><Relationship Id="rId22" Type="http://schemas.openxmlformats.org/officeDocument/2006/relationships/slide" Target="slides/slide20.xml"/><Relationship Id="rId21" Type="http://schemas.openxmlformats.org/officeDocument/2006/relationships/slide" Target="slides/slide19.xml"/><Relationship Id="rId20" Type="http://schemas.openxmlformats.org/officeDocument/2006/relationships/slide" Target="slides/slide18.xml"/><Relationship Id="rId2" Type="http://schemas.openxmlformats.org/officeDocument/2006/relationships/theme" Target="theme/theme1.xml"/><Relationship Id="rId19" Type="http://schemas.openxmlformats.org/officeDocument/2006/relationships/slide" Target="slides/slide17.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7" Type="http://schemas.openxmlformats.org/officeDocument/2006/relationships/tags" Target="tags/tag50.xml"/><Relationship Id="rId106" Type="http://schemas.openxmlformats.org/officeDocument/2006/relationships/tableStyles" Target="tableStyles.xml"/><Relationship Id="rId105" Type="http://schemas.openxmlformats.org/officeDocument/2006/relationships/viewProps" Target="viewProps.xml"/><Relationship Id="rId104" Type="http://schemas.openxmlformats.org/officeDocument/2006/relationships/presProps" Target="presProps.xml"/><Relationship Id="rId103" Type="http://schemas.openxmlformats.org/officeDocument/2006/relationships/handoutMaster" Target="handoutMasters/handoutMaster1.xml"/><Relationship Id="rId102" Type="http://schemas.openxmlformats.org/officeDocument/2006/relationships/slide" Target="slides/slide99.xml"/><Relationship Id="rId101" Type="http://schemas.openxmlformats.org/officeDocument/2006/relationships/slide" Target="slides/slide98.xml"/><Relationship Id="rId100" Type="http://schemas.openxmlformats.org/officeDocument/2006/relationships/slide" Target="slides/slide97.xml"/><Relationship Id="rId10" Type="http://schemas.openxmlformats.org/officeDocument/2006/relationships/slide" Target="slides/slide8.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F9B84EA-7D68-4D60-9CB1-D50884785D1C}" type="datetimeFigureOut">
              <a:rPr lang="zh-CN" altLang="en-US" smtClean="0"/>
            </a:fld>
            <a:endParaRPr lang="zh-CN" altLang="en-US"/>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D4E0FC9-F1F8-4FAE-9988-3BA365CFD46F}" type="slidenum">
              <a:rPr lang="zh-CN" altLang="en-US" smtClean="0"/>
            </a:fld>
            <a:endParaRPr lang="zh-CN" alt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86D8963-CFCD-4740-AF60-049850373CDF}"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9E6FDB6-6D2B-46C1-9FA1-D82906A37C3A}"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4.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88065" name="幻灯片图像占位符 1"/>
          <p:cNvSpPr>
            <a:spLocks noTextEdit="1"/>
          </p:cNvSpPr>
          <p:nvPr>
            <p:ph type="sldImg"/>
          </p:nvPr>
        </p:nvSpPr>
        <p:spPr/>
      </p:sp>
      <p:sp>
        <p:nvSpPr>
          <p:cNvPr id="3" name="文本占位符 2"/>
          <p:cNvSpPr/>
          <p:nvPr>
            <p:ph type="body" idx="3"/>
          </p:nvPr>
        </p:nvSpPr>
        <p:spPr/>
        <p:txBody>
          <a:bodyPr wrap="square" lIns="91440" tIns="45720" rIns="91440" bIns="45720" numCol="1" anchor="t" anchorCtr="0" compatLnSpc="1"/>
          <a:p>
            <a:pPr marL="0" marR="0" lvl="0" indent="0" algn="just" defTabSz="914400" rtl="0" eaLnBrk="0" fontAlgn="base" latinLnBrk="0" hangingPunct="0">
              <a:lnSpc>
                <a:spcPct val="150000"/>
              </a:lnSpc>
              <a:spcBef>
                <a:spcPct val="20000"/>
              </a:spcBef>
              <a:spcAft>
                <a:spcPct val="0"/>
              </a:spcAft>
              <a:buClrTx/>
              <a:buSzTx/>
              <a:buFontTx/>
              <a:buNone/>
              <a:defRPr/>
            </a:pPr>
            <a:endParaRPr kumimoji="1" lang="zh-CN" altLang="en-US" b="1" i="0" u="none" strike="noStrike" kern="0" cap="none" spc="0" normalizeH="0" baseline="0" noProof="0" dirty="0">
              <a:ln>
                <a:noFill/>
              </a:ln>
              <a:solidFill>
                <a:srgbClr val="FF0000"/>
              </a:solidFill>
              <a:effectLst/>
              <a:uLnTx/>
              <a:uFillTx/>
              <a:latin typeface="+mn-lt"/>
              <a:ea typeface="+mn-ea"/>
              <a:cs typeface="+mn-cs"/>
            </a:endParaRPr>
          </a:p>
          <a:p>
            <a:pPr marL="342900" marR="0" lvl="0" indent="-342900" algn="just" defTabSz="914400" rtl="0" eaLnBrk="0" fontAlgn="base" latinLnBrk="0" hangingPunct="0">
              <a:lnSpc>
                <a:spcPct val="150000"/>
              </a:lnSpc>
              <a:spcBef>
                <a:spcPct val="20000"/>
              </a:spcBef>
              <a:spcAft>
                <a:spcPct val="0"/>
              </a:spcAft>
              <a:buClrTx/>
              <a:buSzTx/>
              <a:buFontTx/>
              <a:buNone/>
              <a:defRPr/>
            </a:pPr>
            <a:endParaRPr kumimoji="1" lang="zh-CN" altLang="en-US" b="1" i="0" u="none" strike="noStrike" kern="0" cap="none" spc="0" normalizeH="0" baseline="0" noProof="0" dirty="0">
              <a:ln>
                <a:noFill/>
              </a:ln>
              <a:solidFill>
                <a:srgbClr val="FF0000"/>
              </a:solidFill>
              <a:effectLst/>
              <a:uLnTx/>
              <a:uFillTx/>
              <a:latin typeface="+mn-lt"/>
              <a:ea typeface="+mn-ea"/>
              <a:cs typeface="+mn-cs"/>
            </a:endParaRPr>
          </a:p>
          <a:p>
            <a:pPr marL="342900" marR="0" lvl="0" indent="-342900" algn="just" defTabSz="914400" rtl="0" eaLnBrk="0" fontAlgn="base" latinLnBrk="0" hangingPunct="0">
              <a:lnSpc>
                <a:spcPct val="150000"/>
              </a:lnSpc>
              <a:spcBef>
                <a:spcPct val="20000"/>
              </a:spcBef>
              <a:spcAft>
                <a:spcPct val="0"/>
              </a:spcAft>
              <a:buClrTx/>
              <a:buSzTx/>
              <a:buFontTx/>
              <a:buChar char="•"/>
              <a:defRPr/>
            </a:pPr>
            <a:endParaRPr kumimoji="1" lang="zh-CN" altLang="en-US" b="1" i="0" u="none" strike="noStrike" kern="0" cap="none" spc="0" normalizeH="0" baseline="0" noProof="0" dirty="0">
              <a:ln>
                <a:noFill/>
              </a:ln>
              <a:solidFill>
                <a:schemeClr val="tx1"/>
              </a:solidFill>
              <a:effectLst/>
              <a:uLnTx/>
              <a:uFillTx/>
              <a:latin typeface="+mn-lt"/>
              <a:ea typeface="+mn-ea"/>
              <a:cs typeface="+mn-cs"/>
            </a:endParaRPr>
          </a:p>
          <a:p>
            <a:pPr fontAlgn="base"/>
            <a:endParaRPr kumimoji="1" lang="zh-CN" altLang="en-US" b="1" i="0" u="none" strike="noStrike" kern="0" cap="none" spc="0" normalizeH="0" baseline="0" noProof="0" dirty="0">
              <a:ln>
                <a:noFill/>
              </a:ln>
              <a:solidFill>
                <a:schemeClr val="tx1"/>
              </a:solidFill>
              <a:effectLst/>
              <a:uLnTx/>
              <a:uFillTx/>
              <a:latin typeface="+mn-lt"/>
              <a:ea typeface="+mn-ea"/>
              <a:cs typeface="+mn-cs"/>
            </a:endParaRPr>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4" Type="http://schemas.openxmlformats.org/officeDocument/2006/relationships/image" Target="../media/image2.png"/><Relationship Id="rId3" Type="http://schemas.openxmlformats.org/officeDocument/2006/relationships/tags" Target="../tags/tag1.xml"/><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tags" Target="../tags/tag2.xml"/><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showMasterSp="0" userDrawn="1">
  <p:cSld name="标题幻灯片">
    <p:bg>
      <p:bgPr>
        <a:solidFill>
          <a:srgbClr val="00002E"/>
        </a:solidFill>
        <a:effectLst/>
      </p:bgPr>
    </p:bg>
    <p:spTree>
      <p:nvGrpSpPr>
        <p:cNvPr id="1" name=""/>
        <p:cNvGrpSpPr/>
        <p:nvPr/>
      </p:nvGrpSpPr>
      <p:grpSpPr>
        <a:xfrm>
          <a:off x="0" y="0"/>
          <a:ext cx="0" cy="0"/>
          <a:chOff x="0" y="0"/>
          <a:chExt cx="0" cy="0"/>
        </a:xfrm>
      </p:grpSpPr>
      <p:sp>
        <p:nvSpPr>
          <p:cNvPr id="8" name="Freeform 22_1"/>
          <p:cNvSpPr>
            <a:spLocks noChangeArrowheads="1"/>
          </p:cNvSpPr>
          <p:nvPr userDrawn="1"/>
        </p:nvSpPr>
        <p:spPr bwMode="auto">
          <a:xfrm>
            <a:off x="0" y="1531703"/>
            <a:ext cx="12192000" cy="5326297"/>
          </a:xfrm>
          <a:custGeom>
            <a:avLst/>
            <a:gdLst>
              <a:gd name="connsiteX0" fmla="*/ 7259662 w 12192000"/>
              <a:gd name="connsiteY0" fmla="*/ 57321 h 5381035"/>
              <a:gd name="connsiteX1" fmla="*/ 12192000 w 12192000"/>
              <a:gd name="connsiteY1" fmla="*/ 3668162 h 5381035"/>
              <a:gd name="connsiteX2" fmla="*/ 12192000 w 12192000"/>
              <a:gd name="connsiteY2" fmla="*/ 5381035 h 5381035"/>
              <a:gd name="connsiteX3" fmla="*/ 0 w 12192000"/>
              <a:gd name="connsiteY3" fmla="*/ 5381035 h 5381035"/>
              <a:gd name="connsiteX4" fmla="*/ 0 w 12192000"/>
              <a:gd name="connsiteY4" fmla="*/ 4393412 h 5381035"/>
              <a:gd name="connsiteX5" fmla="*/ 4798 w 12192000"/>
              <a:gd name="connsiteY5" fmla="*/ 4668077 h 5381035"/>
              <a:gd name="connsiteX6" fmla="*/ 3480102 w 12192000"/>
              <a:gd name="connsiteY6" fmla="*/ 3079813 h 5381035"/>
              <a:gd name="connsiteX7" fmla="*/ 6789914 w 12192000"/>
              <a:gd name="connsiteY7" fmla="*/ 82876 h 5381035"/>
              <a:gd name="connsiteX8" fmla="*/ 7259662 w 12192000"/>
              <a:gd name="connsiteY8" fmla="*/ 57321 h 5381035"/>
              <a:gd name="connsiteX9" fmla="*/ 10803922 w 12192000"/>
              <a:gd name="connsiteY9" fmla="*/ 0 h 5381035"/>
              <a:gd name="connsiteX10" fmla="*/ 12192000 w 12192000"/>
              <a:gd name="connsiteY10" fmla="*/ 0 h 5381035"/>
              <a:gd name="connsiteX11" fmla="*/ 12192000 w 12192000"/>
              <a:gd name="connsiteY11" fmla="*/ 1322246 h 5381035"/>
              <a:gd name="connsiteX12" fmla="*/ 10969953 w 12192000"/>
              <a:gd name="connsiteY12" fmla="*/ 120266 h 5381035"/>
              <a:gd name="connsiteX13" fmla="*/ 0 w 12192000"/>
              <a:gd name="connsiteY13" fmla="*/ 0 h 5381035"/>
              <a:gd name="connsiteX14" fmla="*/ 4032282 w 12192000"/>
              <a:gd name="connsiteY14" fmla="*/ 0 h 5381035"/>
              <a:gd name="connsiteX15" fmla="*/ 3968734 w 12192000"/>
              <a:gd name="connsiteY15" fmla="*/ 60350 h 5381035"/>
              <a:gd name="connsiteX16" fmla="*/ 2309846 w 12192000"/>
              <a:gd name="connsiteY16" fmla="*/ 2073351 h 5381035"/>
              <a:gd name="connsiteX17" fmla="*/ 26916 w 12192000"/>
              <a:gd name="connsiteY17" fmla="*/ 3331235 h 5381035"/>
              <a:gd name="connsiteX18" fmla="*/ 0 w 12192000"/>
              <a:gd name="connsiteY18" fmla="*/ 3321905 h 5381035"/>
              <a:gd name="connsiteX0-1" fmla="*/ 7259662 w 12192000"/>
              <a:gd name="connsiteY0-2" fmla="*/ 57321 h 5381035"/>
              <a:gd name="connsiteX1-3" fmla="*/ 12192000 w 12192000"/>
              <a:gd name="connsiteY1-4" fmla="*/ 3668162 h 5381035"/>
              <a:gd name="connsiteX2-5" fmla="*/ 12192000 w 12192000"/>
              <a:gd name="connsiteY2-6" fmla="*/ 5381035 h 5381035"/>
              <a:gd name="connsiteX3-7" fmla="*/ 0 w 12192000"/>
              <a:gd name="connsiteY3-8" fmla="*/ 5381035 h 5381035"/>
              <a:gd name="connsiteX4-9" fmla="*/ 0 w 12192000"/>
              <a:gd name="connsiteY4-10" fmla="*/ 4393412 h 5381035"/>
              <a:gd name="connsiteX5-11" fmla="*/ 4798 w 12192000"/>
              <a:gd name="connsiteY5-12" fmla="*/ 4668077 h 5381035"/>
              <a:gd name="connsiteX6-13" fmla="*/ 3480102 w 12192000"/>
              <a:gd name="connsiteY6-14" fmla="*/ 3079813 h 5381035"/>
              <a:gd name="connsiteX7-15" fmla="*/ 6789914 w 12192000"/>
              <a:gd name="connsiteY7-16" fmla="*/ 82876 h 5381035"/>
              <a:gd name="connsiteX8-17" fmla="*/ 7259662 w 12192000"/>
              <a:gd name="connsiteY8-18" fmla="*/ 57321 h 5381035"/>
              <a:gd name="connsiteX9-19" fmla="*/ 10803922 w 12192000"/>
              <a:gd name="connsiteY9-20" fmla="*/ 0 h 5381035"/>
              <a:gd name="connsiteX10-21" fmla="*/ 12192000 w 12192000"/>
              <a:gd name="connsiteY10-22" fmla="*/ 0 h 5381035"/>
              <a:gd name="connsiteX11-23" fmla="*/ 12192000 w 12192000"/>
              <a:gd name="connsiteY11-24" fmla="*/ 1322246 h 5381035"/>
              <a:gd name="connsiteX12-25" fmla="*/ 10969953 w 12192000"/>
              <a:gd name="connsiteY12-26" fmla="*/ 120266 h 5381035"/>
              <a:gd name="connsiteX13-27" fmla="*/ 10803922 w 12192000"/>
              <a:gd name="connsiteY13-28" fmla="*/ 0 h 5381035"/>
              <a:gd name="connsiteX14-29" fmla="*/ 0 w 12192000"/>
              <a:gd name="connsiteY14-30" fmla="*/ 3321905 h 5381035"/>
              <a:gd name="connsiteX15-31" fmla="*/ 4032282 w 12192000"/>
              <a:gd name="connsiteY15-32" fmla="*/ 0 h 5381035"/>
              <a:gd name="connsiteX16-33" fmla="*/ 3968734 w 12192000"/>
              <a:gd name="connsiteY16-34" fmla="*/ 60350 h 5381035"/>
              <a:gd name="connsiteX17-35" fmla="*/ 2309846 w 12192000"/>
              <a:gd name="connsiteY17-36" fmla="*/ 2073351 h 5381035"/>
              <a:gd name="connsiteX18-37" fmla="*/ 26916 w 12192000"/>
              <a:gd name="connsiteY18-38" fmla="*/ 3331235 h 5381035"/>
              <a:gd name="connsiteX19" fmla="*/ 0 w 12192000"/>
              <a:gd name="connsiteY19" fmla="*/ 3321905 h 5381035"/>
              <a:gd name="connsiteX0-39" fmla="*/ 7259662 w 12192000"/>
              <a:gd name="connsiteY0-40" fmla="*/ 57321 h 5381035"/>
              <a:gd name="connsiteX1-41" fmla="*/ 12192000 w 12192000"/>
              <a:gd name="connsiteY1-42" fmla="*/ 3668162 h 5381035"/>
              <a:gd name="connsiteX2-43" fmla="*/ 12192000 w 12192000"/>
              <a:gd name="connsiteY2-44" fmla="*/ 5381035 h 5381035"/>
              <a:gd name="connsiteX3-45" fmla="*/ 0 w 12192000"/>
              <a:gd name="connsiteY3-46" fmla="*/ 5381035 h 5381035"/>
              <a:gd name="connsiteX4-47" fmla="*/ 0 w 12192000"/>
              <a:gd name="connsiteY4-48" fmla="*/ 4393412 h 5381035"/>
              <a:gd name="connsiteX5-49" fmla="*/ 4798 w 12192000"/>
              <a:gd name="connsiteY5-50" fmla="*/ 4668077 h 5381035"/>
              <a:gd name="connsiteX6-51" fmla="*/ 3480102 w 12192000"/>
              <a:gd name="connsiteY6-52" fmla="*/ 3079813 h 5381035"/>
              <a:gd name="connsiteX7-53" fmla="*/ 6789914 w 12192000"/>
              <a:gd name="connsiteY7-54" fmla="*/ 82876 h 5381035"/>
              <a:gd name="connsiteX8-55" fmla="*/ 7259662 w 12192000"/>
              <a:gd name="connsiteY8-56" fmla="*/ 57321 h 5381035"/>
              <a:gd name="connsiteX9-57" fmla="*/ 10803922 w 12192000"/>
              <a:gd name="connsiteY9-58" fmla="*/ 0 h 5381035"/>
              <a:gd name="connsiteX10-59" fmla="*/ 12192000 w 12192000"/>
              <a:gd name="connsiteY10-60" fmla="*/ 0 h 5381035"/>
              <a:gd name="connsiteX11-61" fmla="*/ 12192000 w 12192000"/>
              <a:gd name="connsiteY11-62" fmla="*/ 1322246 h 5381035"/>
              <a:gd name="connsiteX12-63" fmla="*/ 10969953 w 12192000"/>
              <a:gd name="connsiteY12-64" fmla="*/ 120266 h 5381035"/>
              <a:gd name="connsiteX13-65" fmla="*/ 10803922 w 12192000"/>
              <a:gd name="connsiteY13-66" fmla="*/ 0 h 5381035"/>
              <a:gd name="connsiteX14-67" fmla="*/ 0 w 12192000"/>
              <a:gd name="connsiteY14-68" fmla="*/ 3321905 h 5381035"/>
              <a:gd name="connsiteX15-69" fmla="*/ 4032282 w 12192000"/>
              <a:gd name="connsiteY15-70" fmla="*/ 0 h 5381035"/>
              <a:gd name="connsiteX16-71" fmla="*/ 2309846 w 12192000"/>
              <a:gd name="connsiteY16-72" fmla="*/ 2073351 h 5381035"/>
              <a:gd name="connsiteX17-73" fmla="*/ 26916 w 12192000"/>
              <a:gd name="connsiteY17-74" fmla="*/ 3331235 h 5381035"/>
              <a:gd name="connsiteX18-75" fmla="*/ 0 w 12192000"/>
              <a:gd name="connsiteY18-76" fmla="*/ 3321905 h 5381035"/>
              <a:gd name="connsiteX0-77" fmla="*/ 7259662 w 12192000"/>
              <a:gd name="connsiteY0-78" fmla="*/ 57321 h 5381035"/>
              <a:gd name="connsiteX1-79" fmla="*/ 12192000 w 12192000"/>
              <a:gd name="connsiteY1-80" fmla="*/ 3668162 h 5381035"/>
              <a:gd name="connsiteX2-81" fmla="*/ 12192000 w 12192000"/>
              <a:gd name="connsiteY2-82" fmla="*/ 5381035 h 5381035"/>
              <a:gd name="connsiteX3-83" fmla="*/ 0 w 12192000"/>
              <a:gd name="connsiteY3-84" fmla="*/ 5381035 h 5381035"/>
              <a:gd name="connsiteX4-85" fmla="*/ 0 w 12192000"/>
              <a:gd name="connsiteY4-86" fmla="*/ 4393412 h 5381035"/>
              <a:gd name="connsiteX5-87" fmla="*/ 4798 w 12192000"/>
              <a:gd name="connsiteY5-88" fmla="*/ 4668077 h 5381035"/>
              <a:gd name="connsiteX6-89" fmla="*/ 3480102 w 12192000"/>
              <a:gd name="connsiteY6-90" fmla="*/ 3079813 h 5381035"/>
              <a:gd name="connsiteX7-91" fmla="*/ 6789914 w 12192000"/>
              <a:gd name="connsiteY7-92" fmla="*/ 82876 h 5381035"/>
              <a:gd name="connsiteX8-93" fmla="*/ 7259662 w 12192000"/>
              <a:gd name="connsiteY8-94" fmla="*/ 57321 h 5381035"/>
              <a:gd name="connsiteX9-95" fmla="*/ 10803922 w 12192000"/>
              <a:gd name="connsiteY9-96" fmla="*/ 0 h 5381035"/>
              <a:gd name="connsiteX10-97" fmla="*/ 12192000 w 12192000"/>
              <a:gd name="connsiteY10-98" fmla="*/ 0 h 5381035"/>
              <a:gd name="connsiteX11-99" fmla="*/ 12192000 w 12192000"/>
              <a:gd name="connsiteY11-100" fmla="*/ 1322246 h 5381035"/>
              <a:gd name="connsiteX12-101" fmla="*/ 10969953 w 12192000"/>
              <a:gd name="connsiteY12-102" fmla="*/ 120266 h 5381035"/>
              <a:gd name="connsiteX13-103" fmla="*/ 10803922 w 12192000"/>
              <a:gd name="connsiteY13-104" fmla="*/ 0 h 5381035"/>
              <a:gd name="connsiteX14-105" fmla="*/ 0 w 12192000"/>
              <a:gd name="connsiteY14-106" fmla="*/ 3321905 h 5381035"/>
              <a:gd name="connsiteX15-107" fmla="*/ 2309846 w 12192000"/>
              <a:gd name="connsiteY15-108" fmla="*/ 2073351 h 5381035"/>
              <a:gd name="connsiteX16-109" fmla="*/ 26916 w 12192000"/>
              <a:gd name="connsiteY16-110" fmla="*/ 3331235 h 5381035"/>
              <a:gd name="connsiteX17-111" fmla="*/ 0 w 12192000"/>
              <a:gd name="connsiteY17-112" fmla="*/ 3321905 h 5381035"/>
              <a:gd name="connsiteX0-113" fmla="*/ 7259662 w 12192000"/>
              <a:gd name="connsiteY0-114" fmla="*/ 57321 h 5381035"/>
              <a:gd name="connsiteX1-115" fmla="*/ 12192000 w 12192000"/>
              <a:gd name="connsiteY1-116" fmla="*/ 3668162 h 5381035"/>
              <a:gd name="connsiteX2-117" fmla="*/ 12192000 w 12192000"/>
              <a:gd name="connsiteY2-118" fmla="*/ 5381035 h 5381035"/>
              <a:gd name="connsiteX3-119" fmla="*/ 0 w 12192000"/>
              <a:gd name="connsiteY3-120" fmla="*/ 5381035 h 5381035"/>
              <a:gd name="connsiteX4-121" fmla="*/ 0 w 12192000"/>
              <a:gd name="connsiteY4-122" fmla="*/ 4393412 h 5381035"/>
              <a:gd name="connsiteX5-123" fmla="*/ 4798 w 12192000"/>
              <a:gd name="connsiteY5-124" fmla="*/ 4668077 h 5381035"/>
              <a:gd name="connsiteX6-125" fmla="*/ 3480102 w 12192000"/>
              <a:gd name="connsiteY6-126" fmla="*/ 3079813 h 5381035"/>
              <a:gd name="connsiteX7-127" fmla="*/ 6789914 w 12192000"/>
              <a:gd name="connsiteY7-128" fmla="*/ 82876 h 5381035"/>
              <a:gd name="connsiteX8-129" fmla="*/ 7259662 w 12192000"/>
              <a:gd name="connsiteY8-130" fmla="*/ 57321 h 5381035"/>
              <a:gd name="connsiteX9-131" fmla="*/ 10803922 w 12192000"/>
              <a:gd name="connsiteY9-132" fmla="*/ 0 h 5381035"/>
              <a:gd name="connsiteX10-133" fmla="*/ 12192000 w 12192000"/>
              <a:gd name="connsiteY10-134" fmla="*/ 0 h 5381035"/>
              <a:gd name="connsiteX11-135" fmla="*/ 12192000 w 12192000"/>
              <a:gd name="connsiteY11-136" fmla="*/ 1322246 h 5381035"/>
              <a:gd name="connsiteX12-137" fmla="*/ 10969953 w 12192000"/>
              <a:gd name="connsiteY12-138" fmla="*/ 120266 h 5381035"/>
              <a:gd name="connsiteX13-139" fmla="*/ 10803922 w 12192000"/>
              <a:gd name="connsiteY13-140" fmla="*/ 0 h 5381035"/>
              <a:gd name="connsiteX14-141" fmla="*/ 26916 w 12192000"/>
              <a:gd name="connsiteY14-142" fmla="*/ 3331235 h 5381035"/>
              <a:gd name="connsiteX15-143" fmla="*/ 2309846 w 12192000"/>
              <a:gd name="connsiteY15-144" fmla="*/ 2073351 h 5381035"/>
              <a:gd name="connsiteX16-145" fmla="*/ 26916 w 12192000"/>
              <a:gd name="connsiteY16-146" fmla="*/ 3331235 h 5381035"/>
              <a:gd name="connsiteX0-147" fmla="*/ 7259662 w 12192000"/>
              <a:gd name="connsiteY0-148" fmla="*/ 57321 h 5381035"/>
              <a:gd name="connsiteX1-149" fmla="*/ 12192000 w 12192000"/>
              <a:gd name="connsiteY1-150" fmla="*/ 3668162 h 5381035"/>
              <a:gd name="connsiteX2-151" fmla="*/ 12192000 w 12192000"/>
              <a:gd name="connsiteY2-152" fmla="*/ 5381035 h 5381035"/>
              <a:gd name="connsiteX3-153" fmla="*/ 0 w 12192000"/>
              <a:gd name="connsiteY3-154" fmla="*/ 5381035 h 5381035"/>
              <a:gd name="connsiteX4-155" fmla="*/ 0 w 12192000"/>
              <a:gd name="connsiteY4-156" fmla="*/ 4393412 h 5381035"/>
              <a:gd name="connsiteX5-157" fmla="*/ 4798 w 12192000"/>
              <a:gd name="connsiteY5-158" fmla="*/ 4668077 h 5381035"/>
              <a:gd name="connsiteX6-159" fmla="*/ 3480102 w 12192000"/>
              <a:gd name="connsiteY6-160" fmla="*/ 3079813 h 5381035"/>
              <a:gd name="connsiteX7-161" fmla="*/ 6789914 w 12192000"/>
              <a:gd name="connsiteY7-162" fmla="*/ 82876 h 5381035"/>
              <a:gd name="connsiteX8-163" fmla="*/ 7259662 w 12192000"/>
              <a:gd name="connsiteY8-164" fmla="*/ 57321 h 5381035"/>
              <a:gd name="connsiteX9-165" fmla="*/ 10803922 w 12192000"/>
              <a:gd name="connsiteY9-166" fmla="*/ 0 h 5381035"/>
              <a:gd name="connsiteX10-167" fmla="*/ 12192000 w 12192000"/>
              <a:gd name="connsiteY10-168" fmla="*/ 0 h 5381035"/>
              <a:gd name="connsiteX11-169" fmla="*/ 12192000 w 12192000"/>
              <a:gd name="connsiteY11-170" fmla="*/ 1322246 h 5381035"/>
              <a:gd name="connsiteX12-171" fmla="*/ 10969953 w 12192000"/>
              <a:gd name="connsiteY12-172" fmla="*/ 120266 h 5381035"/>
              <a:gd name="connsiteX13-173" fmla="*/ 10803922 w 12192000"/>
              <a:gd name="connsiteY13-174" fmla="*/ 0 h 5381035"/>
              <a:gd name="connsiteX0-175" fmla="*/ 7259662 w 12192000"/>
              <a:gd name="connsiteY0-176" fmla="*/ 57321 h 5381035"/>
              <a:gd name="connsiteX1-177" fmla="*/ 12192000 w 12192000"/>
              <a:gd name="connsiteY1-178" fmla="*/ 3668162 h 5381035"/>
              <a:gd name="connsiteX2-179" fmla="*/ 12192000 w 12192000"/>
              <a:gd name="connsiteY2-180" fmla="*/ 5381035 h 5381035"/>
              <a:gd name="connsiteX3-181" fmla="*/ 0 w 12192000"/>
              <a:gd name="connsiteY3-182" fmla="*/ 5381035 h 5381035"/>
              <a:gd name="connsiteX4-183" fmla="*/ 0 w 12192000"/>
              <a:gd name="connsiteY4-184" fmla="*/ 4393412 h 5381035"/>
              <a:gd name="connsiteX5-185" fmla="*/ 4798 w 12192000"/>
              <a:gd name="connsiteY5-186" fmla="*/ 4668077 h 5381035"/>
              <a:gd name="connsiteX6-187" fmla="*/ 3480102 w 12192000"/>
              <a:gd name="connsiteY6-188" fmla="*/ 3079813 h 5381035"/>
              <a:gd name="connsiteX7-189" fmla="*/ 6789914 w 12192000"/>
              <a:gd name="connsiteY7-190" fmla="*/ 82876 h 5381035"/>
              <a:gd name="connsiteX8-191" fmla="*/ 7259662 w 12192000"/>
              <a:gd name="connsiteY8-192" fmla="*/ 57321 h 5381035"/>
              <a:gd name="connsiteX9-193" fmla="*/ 10803922 w 12192000"/>
              <a:gd name="connsiteY9-194" fmla="*/ 0 h 5381035"/>
              <a:gd name="connsiteX10-195" fmla="*/ 12192000 w 12192000"/>
              <a:gd name="connsiteY10-196" fmla="*/ 1322246 h 5381035"/>
              <a:gd name="connsiteX11-197" fmla="*/ 10969953 w 12192000"/>
              <a:gd name="connsiteY11-198" fmla="*/ 120266 h 5381035"/>
              <a:gd name="connsiteX12-199" fmla="*/ 10803922 w 12192000"/>
              <a:gd name="connsiteY12-200" fmla="*/ 0 h 5381035"/>
              <a:gd name="connsiteX0-201" fmla="*/ 7259662 w 12192000"/>
              <a:gd name="connsiteY0-202" fmla="*/ 2583 h 5326297"/>
              <a:gd name="connsiteX1-203" fmla="*/ 12192000 w 12192000"/>
              <a:gd name="connsiteY1-204" fmla="*/ 3613424 h 5326297"/>
              <a:gd name="connsiteX2-205" fmla="*/ 12192000 w 12192000"/>
              <a:gd name="connsiteY2-206" fmla="*/ 5326297 h 5326297"/>
              <a:gd name="connsiteX3-207" fmla="*/ 0 w 12192000"/>
              <a:gd name="connsiteY3-208" fmla="*/ 5326297 h 5326297"/>
              <a:gd name="connsiteX4-209" fmla="*/ 0 w 12192000"/>
              <a:gd name="connsiteY4-210" fmla="*/ 4338674 h 5326297"/>
              <a:gd name="connsiteX5-211" fmla="*/ 4798 w 12192000"/>
              <a:gd name="connsiteY5-212" fmla="*/ 4613339 h 5326297"/>
              <a:gd name="connsiteX6-213" fmla="*/ 3480102 w 12192000"/>
              <a:gd name="connsiteY6-214" fmla="*/ 3025075 h 5326297"/>
              <a:gd name="connsiteX7-215" fmla="*/ 6789914 w 12192000"/>
              <a:gd name="connsiteY7-216" fmla="*/ 28138 h 5326297"/>
              <a:gd name="connsiteX8-217" fmla="*/ 7259662 w 12192000"/>
              <a:gd name="connsiteY8-218" fmla="*/ 2583 h 5326297"/>
              <a:gd name="connsiteX9-219" fmla="*/ 10969953 w 12192000"/>
              <a:gd name="connsiteY9-220" fmla="*/ 65528 h 5326297"/>
              <a:gd name="connsiteX10-221" fmla="*/ 12192000 w 12192000"/>
              <a:gd name="connsiteY10-222" fmla="*/ 1267508 h 5326297"/>
              <a:gd name="connsiteX11-223" fmla="*/ 10969953 w 12192000"/>
              <a:gd name="connsiteY11-224" fmla="*/ 65528 h 5326297"/>
              <a:gd name="connsiteX0-225" fmla="*/ 7259662 w 12192000"/>
              <a:gd name="connsiteY0-226" fmla="*/ 2583 h 5326297"/>
              <a:gd name="connsiteX1-227" fmla="*/ 12192000 w 12192000"/>
              <a:gd name="connsiteY1-228" fmla="*/ 3613424 h 5326297"/>
              <a:gd name="connsiteX2-229" fmla="*/ 12192000 w 12192000"/>
              <a:gd name="connsiteY2-230" fmla="*/ 5326297 h 5326297"/>
              <a:gd name="connsiteX3-231" fmla="*/ 0 w 12192000"/>
              <a:gd name="connsiteY3-232" fmla="*/ 5326297 h 5326297"/>
              <a:gd name="connsiteX4-233" fmla="*/ 0 w 12192000"/>
              <a:gd name="connsiteY4-234" fmla="*/ 4338674 h 5326297"/>
              <a:gd name="connsiteX5-235" fmla="*/ 4798 w 12192000"/>
              <a:gd name="connsiteY5-236" fmla="*/ 4613339 h 5326297"/>
              <a:gd name="connsiteX6-237" fmla="*/ 3480102 w 12192000"/>
              <a:gd name="connsiteY6-238" fmla="*/ 3025075 h 5326297"/>
              <a:gd name="connsiteX7-239" fmla="*/ 6789914 w 12192000"/>
              <a:gd name="connsiteY7-240" fmla="*/ 28138 h 5326297"/>
              <a:gd name="connsiteX8-241" fmla="*/ 7259662 w 12192000"/>
              <a:gd name="connsiteY8-242" fmla="*/ 2583 h 5326297"/>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Lst>
            <a:rect l="l" t="t" r="r" b="b"/>
            <a:pathLst>
              <a:path w="12192000" h="5326297">
                <a:moveTo>
                  <a:pt x="7259662" y="2583"/>
                </a:moveTo>
                <a:cubicBezTo>
                  <a:pt x="9625834" y="111255"/>
                  <a:pt x="12192000" y="3613424"/>
                  <a:pt x="12192000" y="3613424"/>
                </a:cubicBezTo>
                <a:lnTo>
                  <a:pt x="12192000" y="5326297"/>
                </a:lnTo>
                <a:lnTo>
                  <a:pt x="0" y="5326297"/>
                </a:lnTo>
                <a:lnTo>
                  <a:pt x="0" y="4338674"/>
                </a:lnTo>
                <a:cubicBezTo>
                  <a:pt x="1599" y="4430229"/>
                  <a:pt x="3199" y="4521784"/>
                  <a:pt x="4798" y="4613339"/>
                </a:cubicBezTo>
                <a:cubicBezTo>
                  <a:pt x="4798" y="4613339"/>
                  <a:pt x="1766092" y="5316740"/>
                  <a:pt x="3480102" y="3025075"/>
                </a:cubicBezTo>
                <a:cubicBezTo>
                  <a:pt x="5194112" y="732474"/>
                  <a:pt x="5876761" y="174992"/>
                  <a:pt x="6789914" y="28138"/>
                </a:cubicBezTo>
                <a:cubicBezTo>
                  <a:pt x="6945061" y="3175"/>
                  <a:pt x="7101917" y="-4662"/>
                  <a:pt x="7259662" y="2583"/>
                </a:cubicBezTo>
                <a:close/>
              </a:path>
            </a:pathLst>
          </a:custGeom>
          <a:blipFill>
            <a:blip r:embed="rId2">
              <a:duotone>
                <a:schemeClr val="accent2">
                  <a:shade val="45000"/>
                  <a:satMod val="135000"/>
                </a:schemeClr>
                <a:prstClr val="white"/>
              </a:duotone>
            </a:blip>
            <a:srcRect/>
            <a:stretch>
              <a:fillRect t="-28757" b="-15909"/>
            </a:stretch>
          </a:blipFill>
          <a:ln>
            <a:noFill/>
          </a:ln>
        </p:spPr>
        <p:txBody>
          <a:bodyPr vert="horz" wrap="square" lIns="91440" tIns="45720" rIns="91440" bIns="45720" numCol="1" anchor="t" anchorCtr="0" compatLnSpc="1">
            <a:noAutofit/>
          </a:bodyPr>
          <a:lstStyle/>
          <a:p>
            <a:endParaRPr lang="zh-CN" altLang="en-US"/>
          </a:p>
        </p:txBody>
      </p:sp>
      <p:sp>
        <p:nvSpPr>
          <p:cNvPr id="23" name="任意多边形: 形状 22"/>
          <p:cNvSpPr>
            <a:spLocks noChangeArrowheads="1"/>
          </p:cNvSpPr>
          <p:nvPr userDrawn="1"/>
        </p:nvSpPr>
        <p:spPr bwMode="auto">
          <a:xfrm>
            <a:off x="-794" y="1531703"/>
            <a:ext cx="12192000" cy="5326297"/>
          </a:xfrm>
          <a:custGeom>
            <a:avLst/>
            <a:gdLst>
              <a:gd name="connsiteX0" fmla="*/ 7259662 w 12192000"/>
              <a:gd name="connsiteY0" fmla="*/ 57321 h 5381035"/>
              <a:gd name="connsiteX1" fmla="*/ 12192000 w 12192000"/>
              <a:gd name="connsiteY1" fmla="*/ 3668162 h 5381035"/>
              <a:gd name="connsiteX2" fmla="*/ 12192000 w 12192000"/>
              <a:gd name="connsiteY2" fmla="*/ 5381035 h 5381035"/>
              <a:gd name="connsiteX3" fmla="*/ 0 w 12192000"/>
              <a:gd name="connsiteY3" fmla="*/ 5381035 h 5381035"/>
              <a:gd name="connsiteX4" fmla="*/ 0 w 12192000"/>
              <a:gd name="connsiteY4" fmla="*/ 4393412 h 5381035"/>
              <a:gd name="connsiteX5" fmla="*/ 4798 w 12192000"/>
              <a:gd name="connsiteY5" fmla="*/ 4668077 h 5381035"/>
              <a:gd name="connsiteX6" fmla="*/ 3480102 w 12192000"/>
              <a:gd name="connsiteY6" fmla="*/ 3079813 h 5381035"/>
              <a:gd name="connsiteX7" fmla="*/ 6789914 w 12192000"/>
              <a:gd name="connsiteY7" fmla="*/ 82876 h 5381035"/>
              <a:gd name="connsiteX8" fmla="*/ 7259662 w 12192000"/>
              <a:gd name="connsiteY8" fmla="*/ 57321 h 5381035"/>
              <a:gd name="connsiteX9" fmla="*/ 10803922 w 12192000"/>
              <a:gd name="connsiteY9" fmla="*/ 0 h 5381035"/>
              <a:gd name="connsiteX10" fmla="*/ 12192000 w 12192000"/>
              <a:gd name="connsiteY10" fmla="*/ 0 h 5381035"/>
              <a:gd name="connsiteX11" fmla="*/ 12192000 w 12192000"/>
              <a:gd name="connsiteY11" fmla="*/ 1322246 h 5381035"/>
              <a:gd name="connsiteX12" fmla="*/ 10969953 w 12192000"/>
              <a:gd name="connsiteY12" fmla="*/ 120266 h 5381035"/>
              <a:gd name="connsiteX13" fmla="*/ 0 w 12192000"/>
              <a:gd name="connsiteY13" fmla="*/ 0 h 5381035"/>
              <a:gd name="connsiteX14" fmla="*/ 4032282 w 12192000"/>
              <a:gd name="connsiteY14" fmla="*/ 0 h 5381035"/>
              <a:gd name="connsiteX15" fmla="*/ 3968734 w 12192000"/>
              <a:gd name="connsiteY15" fmla="*/ 60350 h 5381035"/>
              <a:gd name="connsiteX16" fmla="*/ 2309846 w 12192000"/>
              <a:gd name="connsiteY16" fmla="*/ 2073351 h 5381035"/>
              <a:gd name="connsiteX17" fmla="*/ 26916 w 12192000"/>
              <a:gd name="connsiteY17" fmla="*/ 3331235 h 5381035"/>
              <a:gd name="connsiteX18" fmla="*/ 0 w 12192000"/>
              <a:gd name="connsiteY18" fmla="*/ 3321905 h 5381035"/>
              <a:gd name="connsiteX0-1" fmla="*/ 7259662 w 12192000"/>
              <a:gd name="connsiteY0-2" fmla="*/ 57321 h 5381035"/>
              <a:gd name="connsiteX1-3" fmla="*/ 12192000 w 12192000"/>
              <a:gd name="connsiteY1-4" fmla="*/ 3668162 h 5381035"/>
              <a:gd name="connsiteX2-5" fmla="*/ 12192000 w 12192000"/>
              <a:gd name="connsiteY2-6" fmla="*/ 5381035 h 5381035"/>
              <a:gd name="connsiteX3-7" fmla="*/ 0 w 12192000"/>
              <a:gd name="connsiteY3-8" fmla="*/ 5381035 h 5381035"/>
              <a:gd name="connsiteX4-9" fmla="*/ 0 w 12192000"/>
              <a:gd name="connsiteY4-10" fmla="*/ 4393412 h 5381035"/>
              <a:gd name="connsiteX5-11" fmla="*/ 4798 w 12192000"/>
              <a:gd name="connsiteY5-12" fmla="*/ 4668077 h 5381035"/>
              <a:gd name="connsiteX6-13" fmla="*/ 3480102 w 12192000"/>
              <a:gd name="connsiteY6-14" fmla="*/ 3079813 h 5381035"/>
              <a:gd name="connsiteX7-15" fmla="*/ 6789914 w 12192000"/>
              <a:gd name="connsiteY7-16" fmla="*/ 82876 h 5381035"/>
              <a:gd name="connsiteX8-17" fmla="*/ 7259662 w 12192000"/>
              <a:gd name="connsiteY8-18" fmla="*/ 57321 h 5381035"/>
              <a:gd name="connsiteX9-19" fmla="*/ 10803922 w 12192000"/>
              <a:gd name="connsiteY9-20" fmla="*/ 0 h 5381035"/>
              <a:gd name="connsiteX10-21" fmla="*/ 12192000 w 12192000"/>
              <a:gd name="connsiteY10-22" fmla="*/ 0 h 5381035"/>
              <a:gd name="connsiteX11-23" fmla="*/ 12192000 w 12192000"/>
              <a:gd name="connsiteY11-24" fmla="*/ 1322246 h 5381035"/>
              <a:gd name="connsiteX12-25" fmla="*/ 10969953 w 12192000"/>
              <a:gd name="connsiteY12-26" fmla="*/ 120266 h 5381035"/>
              <a:gd name="connsiteX13-27" fmla="*/ 10803922 w 12192000"/>
              <a:gd name="connsiteY13-28" fmla="*/ 0 h 5381035"/>
              <a:gd name="connsiteX14-29" fmla="*/ 0 w 12192000"/>
              <a:gd name="connsiteY14-30" fmla="*/ 3321905 h 5381035"/>
              <a:gd name="connsiteX15-31" fmla="*/ 4032282 w 12192000"/>
              <a:gd name="connsiteY15-32" fmla="*/ 0 h 5381035"/>
              <a:gd name="connsiteX16-33" fmla="*/ 3968734 w 12192000"/>
              <a:gd name="connsiteY16-34" fmla="*/ 60350 h 5381035"/>
              <a:gd name="connsiteX17-35" fmla="*/ 2309846 w 12192000"/>
              <a:gd name="connsiteY17-36" fmla="*/ 2073351 h 5381035"/>
              <a:gd name="connsiteX18-37" fmla="*/ 26916 w 12192000"/>
              <a:gd name="connsiteY18-38" fmla="*/ 3331235 h 5381035"/>
              <a:gd name="connsiteX19" fmla="*/ 0 w 12192000"/>
              <a:gd name="connsiteY19" fmla="*/ 3321905 h 5381035"/>
              <a:gd name="connsiteX0-39" fmla="*/ 7259662 w 12192000"/>
              <a:gd name="connsiteY0-40" fmla="*/ 57321 h 5381035"/>
              <a:gd name="connsiteX1-41" fmla="*/ 12192000 w 12192000"/>
              <a:gd name="connsiteY1-42" fmla="*/ 3668162 h 5381035"/>
              <a:gd name="connsiteX2-43" fmla="*/ 12192000 w 12192000"/>
              <a:gd name="connsiteY2-44" fmla="*/ 5381035 h 5381035"/>
              <a:gd name="connsiteX3-45" fmla="*/ 0 w 12192000"/>
              <a:gd name="connsiteY3-46" fmla="*/ 5381035 h 5381035"/>
              <a:gd name="connsiteX4-47" fmla="*/ 0 w 12192000"/>
              <a:gd name="connsiteY4-48" fmla="*/ 4393412 h 5381035"/>
              <a:gd name="connsiteX5-49" fmla="*/ 4798 w 12192000"/>
              <a:gd name="connsiteY5-50" fmla="*/ 4668077 h 5381035"/>
              <a:gd name="connsiteX6-51" fmla="*/ 3480102 w 12192000"/>
              <a:gd name="connsiteY6-52" fmla="*/ 3079813 h 5381035"/>
              <a:gd name="connsiteX7-53" fmla="*/ 6789914 w 12192000"/>
              <a:gd name="connsiteY7-54" fmla="*/ 82876 h 5381035"/>
              <a:gd name="connsiteX8-55" fmla="*/ 7259662 w 12192000"/>
              <a:gd name="connsiteY8-56" fmla="*/ 57321 h 5381035"/>
              <a:gd name="connsiteX9-57" fmla="*/ 10803922 w 12192000"/>
              <a:gd name="connsiteY9-58" fmla="*/ 0 h 5381035"/>
              <a:gd name="connsiteX10-59" fmla="*/ 12192000 w 12192000"/>
              <a:gd name="connsiteY10-60" fmla="*/ 0 h 5381035"/>
              <a:gd name="connsiteX11-61" fmla="*/ 12192000 w 12192000"/>
              <a:gd name="connsiteY11-62" fmla="*/ 1322246 h 5381035"/>
              <a:gd name="connsiteX12-63" fmla="*/ 10969953 w 12192000"/>
              <a:gd name="connsiteY12-64" fmla="*/ 120266 h 5381035"/>
              <a:gd name="connsiteX13-65" fmla="*/ 10803922 w 12192000"/>
              <a:gd name="connsiteY13-66" fmla="*/ 0 h 5381035"/>
              <a:gd name="connsiteX14-67" fmla="*/ 0 w 12192000"/>
              <a:gd name="connsiteY14-68" fmla="*/ 3321905 h 5381035"/>
              <a:gd name="connsiteX15-69" fmla="*/ 4032282 w 12192000"/>
              <a:gd name="connsiteY15-70" fmla="*/ 0 h 5381035"/>
              <a:gd name="connsiteX16-71" fmla="*/ 2309846 w 12192000"/>
              <a:gd name="connsiteY16-72" fmla="*/ 2073351 h 5381035"/>
              <a:gd name="connsiteX17-73" fmla="*/ 26916 w 12192000"/>
              <a:gd name="connsiteY17-74" fmla="*/ 3331235 h 5381035"/>
              <a:gd name="connsiteX18-75" fmla="*/ 0 w 12192000"/>
              <a:gd name="connsiteY18-76" fmla="*/ 3321905 h 5381035"/>
              <a:gd name="connsiteX0-77" fmla="*/ 7259662 w 12192000"/>
              <a:gd name="connsiteY0-78" fmla="*/ 57321 h 5381035"/>
              <a:gd name="connsiteX1-79" fmla="*/ 12192000 w 12192000"/>
              <a:gd name="connsiteY1-80" fmla="*/ 3668162 h 5381035"/>
              <a:gd name="connsiteX2-81" fmla="*/ 12192000 w 12192000"/>
              <a:gd name="connsiteY2-82" fmla="*/ 5381035 h 5381035"/>
              <a:gd name="connsiteX3-83" fmla="*/ 0 w 12192000"/>
              <a:gd name="connsiteY3-84" fmla="*/ 5381035 h 5381035"/>
              <a:gd name="connsiteX4-85" fmla="*/ 0 w 12192000"/>
              <a:gd name="connsiteY4-86" fmla="*/ 4393412 h 5381035"/>
              <a:gd name="connsiteX5-87" fmla="*/ 4798 w 12192000"/>
              <a:gd name="connsiteY5-88" fmla="*/ 4668077 h 5381035"/>
              <a:gd name="connsiteX6-89" fmla="*/ 3480102 w 12192000"/>
              <a:gd name="connsiteY6-90" fmla="*/ 3079813 h 5381035"/>
              <a:gd name="connsiteX7-91" fmla="*/ 6789914 w 12192000"/>
              <a:gd name="connsiteY7-92" fmla="*/ 82876 h 5381035"/>
              <a:gd name="connsiteX8-93" fmla="*/ 7259662 w 12192000"/>
              <a:gd name="connsiteY8-94" fmla="*/ 57321 h 5381035"/>
              <a:gd name="connsiteX9-95" fmla="*/ 10803922 w 12192000"/>
              <a:gd name="connsiteY9-96" fmla="*/ 0 h 5381035"/>
              <a:gd name="connsiteX10-97" fmla="*/ 12192000 w 12192000"/>
              <a:gd name="connsiteY10-98" fmla="*/ 0 h 5381035"/>
              <a:gd name="connsiteX11-99" fmla="*/ 12192000 w 12192000"/>
              <a:gd name="connsiteY11-100" fmla="*/ 1322246 h 5381035"/>
              <a:gd name="connsiteX12-101" fmla="*/ 10969953 w 12192000"/>
              <a:gd name="connsiteY12-102" fmla="*/ 120266 h 5381035"/>
              <a:gd name="connsiteX13-103" fmla="*/ 10803922 w 12192000"/>
              <a:gd name="connsiteY13-104" fmla="*/ 0 h 5381035"/>
              <a:gd name="connsiteX14-105" fmla="*/ 0 w 12192000"/>
              <a:gd name="connsiteY14-106" fmla="*/ 3321905 h 5381035"/>
              <a:gd name="connsiteX15-107" fmla="*/ 2309846 w 12192000"/>
              <a:gd name="connsiteY15-108" fmla="*/ 2073351 h 5381035"/>
              <a:gd name="connsiteX16-109" fmla="*/ 26916 w 12192000"/>
              <a:gd name="connsiteY16-110" fmla="*/ 3331235 h 5381035"/>
              <a:gd name="connsiteX17-111" fmla="*/ 0 w 12192000"/>
              <a:gd name="connsiteY17-112" fmla="*/ 3321905 h 5381035"/>
              <a:gd name="connsiteX0-113" fmla="*/ 7259662 w 12192000"/>
              <a:gd name="connsiteY0-114" fmla="*/ 57321 h 5381035"/>
              <a:gd name="connsiteX1-115" fmla="*/ 12192000 w 12192000"/>
              <a:gd name="connsiteY1-116" fmla="*/ 3668162 h 5381035"/>
              <a:gd name="connsiteX2-117" fmla="*/ 12192000 w 12192000"/>
              <a:gd name="connsiteY2-118" fmla="*/ 5381035 h 5381035"/>
              <a:gd name="connsiteX3-119" fmla="*/ 0 w 12192000"/>
              <a:gd name="connsiteY3-120" fmla="*/ 5381035 h 5381035"/>
              <a:gd name="connsiteX4-121" fmla="*/ 0 w 12192000"/>
              <a:gd name="connsiteY4-122" fmla="*/ 4393412 h 5381035"/>
              <a:gd name="connsiteX5-123" fmla="*/ 4798 w 12192000"/>
              <a:gd name="connsiteY5-124" fmla="*/ 4668077 h 5381035"/>
              <a:gd name="connsiteX6-125" fmla="*/ 3480102 w 12192000"/>
              <a:gd name="connsiteY6-126" fmla="*/ 3079813 h 5381035"/>
              <a:gd name="connsiteX7-127" fmla="*/ 6789914 w 12192000"/>
              <a:gd name="connsiteY7-128" fmla="*/ 82876 h 5381035"/>
              <a:gd name="connsiteX8-129" fmla="*/ 7259662 w 12192000"/>
              <a:gd name="connsiteY8-130" fmla="*/ 57321 h 5381035"/>
              <a:gd name="connsiteX9-131" fmla="*/ 10803922 w 12192000"/>
              <a:gd name="connsiteY9-132" fmla="*/ 0 h 5381035"/>
              <a:gd name="connsiteX10-133" fmla="*/ 12192000 w 12192000"/>
              <a:gd name="connsiteY10-134" fmla="*/ 0 h 5381035"/>
              <a:gd name="connsiteX11-135" fmla="*/ 12192000 w 12192000"/>
              <a:gd name="connsiteY11-136" fmla="*/ 1322246 h 5381035"/>
              <a:gd name="connsiteX12-137" fmla="*/ 10969953 w 12192000"/>
              <a:gd name="connsiteY12-138" fmla="*/ 120266 h 5381035"/>
              <a:gd name="connsiteX13-139" fmla="*/ 10803922 w 12192000"/>
              <a:gd name="connsiteY13-140" fmla="*/ 0 h 5381035"/>
              <a:gd name="connsiteX14-141" fmla="*/ 26916 w 12192000"/>
              <a:gd name="connsiteY14-142" fmla="*/ 3331235 h 5381035"/>
              <a:gd name="connsiteX15-143" fmla="*/ 2309846 w 12192000"/>
              <a:gd name="connsiteY15-144" fmla="*/ 2073351 h 5381035"/>
              <a:gd name="connsiteX16-145" fmla="*/ 26916 w 12192000"/>
              <a:gd name="connsiteY16-146" fmla="*/ 3331235 h 5381035"/>
              <a:gd name="connsiteX0-147" fmla="*/ 7259662 w 12192000"/>
              <a:gd name="connsiteY0-148" fmla="*/ 57321 h 5381035"/>
              <a:gd name="connsiteX1-149" fmla="*/ 12192000 w 12192000"/>
              <a:gd name="connsiteY1-150" fmla="*/ 3668162 h 5381035"/>
              <a:gd name="connsiteX2-151" fmla="*/ 12192000 w 12192000"/>
              <a:gd name="connsiteY2-152" fmla="*/ 5381035 h 5381035"/>
              <a:gd name="connsiteX3-153" fmla="*/ 0 w 12192000"/>
              <a:gd name="connsiteY3-154" fmla="*/ 5381035 h 5381035"/>
              <a:gd name="connsiteX4-155" fmla="*/ 0 w 12192000"/>
              <a:gd name="connsiteY4-156" fmla="*/ 4393412 h 5381035"/>
              <a:gd name="connsiteX5-157" fmla="*/ 4798 w 12192000"/>
              <a:gd name="connsiteY5-158" fmla="*/ 4668077 h 5381035"/>
              <a:gd name="connsiteX6-159" fmla="*/ 3480102 w 12192000"/>
              <a:gd name="connsiteY6-160" fmla="*/ 3079813 h 5381035"/>
              <a:gd name="connsiteX7-161" fmla="*/ 6789914 w 12192000"/>
              <a:gd name="connsiteY7-162" fmla="*/ 82876 h 5381035"/>
              <a:gd name="connsiteX8-163" fmla="*/ 7259662 w 12192000"/>
              <a:gd name="connsiteY8-164" fmla="*/ 57321 h 5381035"/>
              <a:gd name="connsiteX9-165" fmla="*/ 10803922 w 12192000"/>
              <a:gd name="connsiteY9-166" fmla="*/ 0 h 5381035"/>
              <a:gd name="connsiteX10-167" fmla="*/ 12192000 w 12192000"/>
              <a:gd name="connsiteY10-168" fmla="*/ 0 h 5381035"/>
              <a:gd name="connsiteX11-169" fmla="*/ 12192000 w 12192000"/>
              <a:gd name="connsiteY11-170" fmla="*/ 1322246 h 5381035"/>
              <a:gd name="connsiteX12-171" fmla="*/ 10969953 w 12192000"/>
              <a:gd name="connsiteY12-172" fmla="*/ 120266 h 5381035"/>
              <a:gd name="connsiteX13-173" fmla="*/ 10803922 w 12192000"/>
              <a:gd name="connsiteY13-174" fmla="*/ 0 h 5381035"/>
              <a:gd name="connsiteX0-175" fmla="*/ 7259662 w 12192000"/>
              <a:gd name="connsiteY0-176" fmla="*/ 57321 h 5381035"/>
              <a:gd name="connsiteX1-177" fmla="*/ 12192000 w 12192000"/>
              <a:gd name="connsiteY1-178" fmla="*/ 3668162 h 5381035"/>
              <a:gd name="connsiteX2-179" fmla="*/ 12192000 w 12192000"/>
              <a:gd name="connsiteY2-180" fmla="*/ 5381035 h 5381035"/>
              <a:gd name="connsiteX3-181" fmla="*/ 0 w 12192000"/>
              <a:gd name="connsiteY3-182" fmla="*/ 5381035 h 5381035"/>
              <a:gd name="connsiteX4-183" fmla="*/ 0 w 12192000"/>
              <a:gd name="connsiteY4-184" fmla="*/ 4393412 h 5381035"/>
              <a:gd name="connsiteX5-185" fmla="*/ 4798 w 12192000"/>
              <a:gd name="connsiteY5-186" fmla="*/ 4668077 h 5381035"/>
              <a:gd name="connsiteX6-187" fmla="*/ 3480102 w 12192000"/>
              <a:gd name="connsiteY6-188" fmla="*/ 3079813 h 5381035"/>
              <a:gd name="connsiteX7-189" fmla="*/ 6789914 w 12192000"/>
              <a:gd name="connsiteY7-190" fmla="*/ 82876 h 5381035"/>
              <a:gd name="connsiteX8-191" fmla="*/ 7259662 w 12192000"/>
              <a:gd name="connsiteY8-192" fmla="*/ 57321 h 5381035"/>
              <a:gd name="connsiteX9-193" fmla="*/ 10803922 w 12192000"/>
              <a:gd name="connsiteY9-194" fmla="*/ 0 h 5381035"/>
              <a:gd name="connsiteX10-195" fmla="*/ 12192000 w 12192000"/>
              <a:gd name="connsiteY10-196" fmla="*/ 1322246 h 5381035"/>
              <a:gd name="connsiteX11-197" fmla="*/ 10969953 w 12192000"/>
              <a:gd name="connsiteY11-198" fmla="*/ 120266 h 5381035"/>
              <a:gd name="connsiteX12-199" fmla="*/ 10803922 w 12192000"/>
              <a:gd name="connsiteY12-200" fmla="*/ 0 h 5381035"/>
              <a:gd name="connsiteX0-201" fmla="*/ 7259662 w 12192000"/>
              <a:gd name="connsiteY0-202" fmla="*/ 2583 h 5326297"/>
              <a:gd name="connsiteX1-203" fmla="*/ 12192000 w 12192000"/>
              <a:gd name="connsiteY1-204" fmla="*/ 3613424 h 5326297"/>
              <a:gd name="connsiteX2-205" fmla="*/ 12192000 w 12192000"/>
              <a:gd name="connsiteY2-206" fmla="*/ 5326297 h 5326297"/>
              <a:gd name="connsiteX3-207" fmla="*/ 0 w 12192000"/>
              <a:gd name="connsiteY3-208" fmla="*/ 5326297 h 5326297"/>
              <a:gd name="connsiteX4-209" fmla="*/ 0 w 12192000"/>
              <a:gd name="connsiteY4-210" fmla="*/ 4338674 h 5326297"/>
              <a:gd name="connsiteX5-211" fmla="*/ 4798 w 12192000"/>
              <a:gd name="connsiteY5-212" fmla="*/ 4613339 h 5326297"/>
              <a:gd name="connsiteX6-213" fmla="*/ 3480102 w 12192000"/>
              <a:gd name="connsiteY6-214" fmla="*/ 3025075 h 5326297"/>
              <a:gd name="connsiteX7-215" fmla="*/ 6789914 w 12192000"/>
              <a:gd name="connsiteY7-216" fmla="*/ 28138 h 5326297"/>
              <a:gd name="connsiteX8-217" fmla="*/ 7259662 w 12192000"/>
              <a:gd name="connsiteY8-218" fmla="*/ 2583 h 5326297"/>
              <a:gd name="connsiteX9-219" fmla="*/ 10969953 w 12192000"/>
              <a:gd name="connsiteY9-220" fmla="*/ 65528 h 5326297"/>
              <a:gd name="connsiteX10-221" fmla="*/ 12192000 w 12192000"/>
              <a:gd name="connsiteY10-222" fmla="*/ 1267508 h 5326297"/>
              <a:gd name="connsiteX11-223" fmla="*/ 10969953 w 12192000"/>
              <a:gd name="connsiteY11-224" fmla="*/ 65528 h 5326297"/>
              <a:gd name="connsiteX0-225" fmla="*/ 7259662 w 12192000"/>
              <a:gd name="connsiteY0-226" fmla="*/ 2583 h 5326297"/>
              <a:gd name="connsiteX1-227" fmla="*/ 12192000 w 12192000"/>
              <a:gd name="connsiteY1-228" fmla="*/ 3613424 h 5326297"/>
              <a:gd name="connsiteX2-229" fmla="*/ 12192000 w 12192000"/>
              <a:gd name="connsiteY2-230" fmla="*/ 5326297 h 5326297"/>
              <a:gd name="connsiteX3-231" fmla="*/ 0 w 12192000"/>
              <a:gd name="connsiteY3-232" fmla="*/ 5326297 h 5326297"/>
              <a:gd name="connsiteX4-233" fmla="*/ 0 w 12192000"/>
              <a:gd name="connsiteY4-234" fmla="*/ 4338674 h 5326297"/>
              <a:gd name="connsiteX5-235" fmla="*/ 4798 w 12192000"/>
              <a:gd name="connsiteY5-236" fmla="*/ 4613339 h 5326297"/>
              <a:gd name="connsiteX6-237" fmla="*/ 3480102 w 12192000"/>
              <a:gd name="connsiteY6-238" fmla="*/ 3025075 h 5326297"/>
              <a:gd name="connsiteX7-239" fmla="*/ 6789914 w 12192000"/>
              <a:gd name="connsiteY7-240" fmla="*/ 28138 h 5326297"/>
              <a:gd name="connsiteX8-241" fmla="*/ 7259662 w 12192000"/>
              <a:gd name="connsiteY8-242" fmla="*/ 2583 h 5326297"/>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Lst>
            <a:rect l="l" t="t" r="r" b="b"/>
            <a:pathLst>
              <a:path w="12192000" h="5326297">
                <a:moveTo>
                  <a:pt x="7259662" y="2583"/>
                </a:moveTo>
                <a:cubicBezTo>
                  <a:pt x="9625834" y="111255"/>
                  <a:pt x="12192000" y="3613424"/>
                  <a:pt x="12192000" y="3613424"/>
                </a:cubicBezTo>
                <a:lnTo>
                  <a:pt x="12192000" y="5326297"/>
                </a:lnTo>
                <a:lnTo>
                  <a:pt x="0" y="5326297"/>
                </a:lnTo>
                <a:lnTo>
                  <a:pt x="0" y="4338674"/>
                </a:lnTo>
                <a:cubicBezTo>
                  <a:pt x="1599" y="4430229"/>
                  <a:pt x="3199" y="4521784"/>
                  <a:pt x="4798" y="4613339"/>
                </a:cubicBezTo>
                <a:cubicBezTo>
                  <a:pt x="4798" y="4613339"/>
                  <a:pt x="1766092" y="5316740"/>
                  <a:pt x="3480102" y="3025075"/>
                </a:cubicBezTo>
                <a:cubicBezTo>
                  <a:pt x="5194112" y="732474"/>
                  <a:pt x="5876761" y="174992"/>
                  <a:pt x="6789914" y="28138"/>
                </a:cubicBezTo>
                <a:cubicBezTo>
                  <a:pt x="6945061" y="3175"/>
                  <a:pt x="7101917" y="-4662"/>
                  <a:pt x="7259662" y="2583"/>
                </a:cubicBezTo>
                <a:close/>
              </a:path>
            </a:pathLst>
          </a:custGeom>
          <a:solidFill>
            <a:srgbClr val="FFC000">
              <a:alpha val="20000"/>
            </a:srgbClr>
          </a:solidFill>
          <a:ln>
            <a:noFill/>
          </a:ln>
        </p:spPr>
        <p:txBody>
          <a:bodyPr vert="horz" wrap="square" lIns="91440" tIns="45720" rIns="91440" bIns="45720" numCol="1" anchor="t" anchorCtr="0" compatLnSpc="1">
            <a:noAutofit/>
          </a:bodyPr>
          <a:lstStyle/>
          <a:p>
            <a:endParaRPr lang="zh-CN" altLang="en-US"/>
          </a:p>
        </p:txBody>
      </p:sp>
      <p:sp>
        <p:nvSpPr>
          <p:cNvPr id="20" name="任意多边形: 形状 19"/>
          <p:cNvSpPr/>
          <p:nvPr userDrawn="1"/>
        </p:nvSpPr>
        <p:spPr bwMode="auto">
          <a:xfrm>
            <a:off x="0" y="543509"/>
            <a:ext cx="12192000" cy="6167761"/>
          </a:xfrm>
          <a:custGeom>
            <a:avLst/>
            <a:gdLst>
              <a:gd name="connsiteX0" fmla="*/ 7144392 w 12325350"/>
              <a:gd name="connsiteY0" fmla="*/ 261 h 6478847"/>
              <a:gd name="connsiteX1" fmla="*/ 8214533 w 12325350"/>
              <a:gd name="connsiteY1" fmla="*/ 121934 h 6478847"/>
              <a:gd name="connsiteX2" fmla="*/ 10903294 w 12325350"/>
              <a:gd name="connsiteY2" fmla="*/ 1454273 h 6478847"/>
              <a:gd name="connsiteX3" fmla="*/ 12325350 w 12325350"/>
              <a:gd name="connsiteY3" fmla="*/ 2857357 h 6478847"/>
              <a:gd name="connsiteX4" fmla="*/ 12325350 w 12325350"/>
              <a:gd name="connsiteY4" fmla="*/ 5321595 h 6478847"/>
              <a:gd name="connsiteX5" fmla="*/ 6864178 w 12325350"/>
              <a:gd name="connsiteY5" fmla="*/ 1555476 h 6478847"/>
              <a:gd name="connsiteX6" fmla="*/ 3518165 w 12325350"/>
              <a:gd name="connsiteY6" fmla="*/ 4703571 h 6478847"/>
              <a:gd name="connsiteX7" fmla="*/ 4850 w 12325350"/>
              <a:gd name="connsiteY7" fmla="*/ 6371943 h 6478847"/>
              <a:gd name="connsiteX8" fmla="*/ 0 w 12325350"/>
              <a:gd name="connsiteY8" fmla="*/ 6083424 h 6478847"/>
              <a:gd name="connsiteX9" fmla="*/ 0 w 12325350"/>
              <a:gd name="connsiteY9" fmla="*/ 4957873 h 6478847"/>
              <a:gd name="connsiteX10" fmla="*/ 27210 w 12325350"/>
              <a:gd name="connsiteY10" fmla="*/ 4967674 h 6478847"/>
              <a:gd name="connsiteX11" fmla="*/ 2335110 w 12325350"/>
              <a:gd name="connsiteY11" fmla="*/ 3646345 h 6478847"/>
              <a:gd name="connsiteX12" fmla="*/ 7144392 w 12325350"/>
              <a:gd name="connsiteY12" fmla="*/ 261 h 64788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2325350" h="6478847">
                <a:moveTo>
                  <a:pt x="7144392" y="261"/>
                </a:moveTo>
                <a:cubicBezTo>
                  <a:pt x="7479248" y="-3556"/>
                  <a:pt x="7835119" y="34487"/>
                  <a:pt x="8214533" y="121934"/>
                </a:cubicBezTo>
                <a:cubicBezTo>
                  <a:pt x="9475264" y="412769"/>
                  <a:pt x="10281892" y="1000335"/>
                  <a:pt x="10903294" y="1454273"/>
                </a:cubicBezTo>
                <a:cubicBezTo>
                  <a:pt x="11940956" y="2211820"/>
                  <a:pt x="12295475" y="2846549"/>
                  <a:pt x="12325350" y="2857357"/>
                </a:cubicBezTo>
                <a:cubicBezTo>
                  <a:pt x="12325350" y="5321595"/>
                  <a:pt x="12325350" y="5321595"/>
                  <a:pt x="12325350" y="5321595"/>
                </a:cubicBezTo>
                <a:cubicBezTo>
                  <a:pt x="12325350" y="5321595"/>
                  <a:pt x="9373688" y="1135927"/>
                  <a:pt x="6864178" y="1555476"/>
                </a:cubicBezTo>
                <a:cubicBezTo>
                  <a:pt x="5941038" y="1709737"/>
                  <a:pt x="5250922" y="2295337"/>
                  <a:pt x="3518165" y="4703571"/>
                </a:cubicBezTo>
                <a:cubicBezTo>
                  <a:pt x="1785408" y="7110821"/>
                  <a:pt x="4850" y="6371943"/>
                  <a:pt x="4850" y="6371943"/>
                </a:cubicBezTo>
                <a:lnTo>
                  <a:pt x="0" y="6083424"/>
                </a:lnTo>
                <a:lnTo>
                  <a:pt x="0" y="4957873"/>
                </a:lnTo>
                <a:lnTo>
                  <a:pt x="27210" y="4967674"/>
                </a:lnTo>
                <a:cubicBezTo>
                  <a:pt x="239930" y="5036640"/>
                  <a:pt x="1164005" y="5214497"/>
                  <a:pt x="2335110" y="3646345"/>
                </a:cubicBezTo>
                <a:cubicBezTo>
                  <a:pt x="3486174" y="2104845"/>
                  <a:pt x="4800399" y="26979"/>
                  <a:pt x="7144392" y="261"/>
                </a:cubicBezTo>
                <a:close/>
              </a:path>
            </a:pathLst>
          </a:custGeom>
          <a:gradFill flip="none" rotWithShape="1">
            <a:gsLst>
              <a:gs pos="78000">
                <a:srgbClr val="FFC000"/>
              </a:gs>
              <a:gs pos="11000">
                <a:schemeClr val="accent1"/>
              </a:gs>
            </a:gsLst>
            <a:lin ang="4800000" scaled="0"/>
            <a:tileRect/>
          </a:gradFill>
          <a:ln>
            <a:noFill/>
          </a:ln>
        </p:spPr>
        <p:txBody>
          <a:bodyPr vert="horz" wrap="square" lIns="91440" tIns="45720" rIns="91440" bIns="45720" numCol="1" anchor="t" anchorCtr="0" compatLnSpc="1">
            <a:noAutofit/>
          </a:bodyPr>
          <a:lstStyle/>
          <a:p>
            <a:endParaRPr lang="zh-CN" altLang="en-US" dirty="0">
              <a:gradFill>
                <a:gsLst>
                  <a:gs pos="100000">
                    <a:schemeClr val="accent3"/>
                  </a:gs>
                  <a:gs pos="0">
                    <a:schemeClr val="accent4"/>
                  </a:gs>
                </a:gsLst>
                <a:lin ang="13500000" scaled="1"/>
              </a:gradFill>
            </a:endParaRPr>
          </a:p>
        </p:txBody>
      </p:sp>
      <p:sp>
        <p:nvSpPr>
          <p:cNvPr id="12" name="文本占位符 13"/>
          <p:cNvSpPr>
            <a:spLocks noGrp="1"/>
          </p:cNvSpPr>
          <p:nvPr userDrawn="1">
            <p:ph type="body" sz="quarter" idx="10" hasCustomPrompt="1"/>
          </p:nvPr>
        </p:nvSpPr>
        <p:spPr>
          <a:xfrm>
            <a:off x="669925" y="5306656"/>
            <a:ext cx="10850563" cy="296271"/>
          </a:xfrm>
        </p:spPr>
        <p:txBody>
          <a:bodyPr vert="horz" anchor="ctr">
            <a:noAutofit/>
          </a:bodyPr>
          <a:lstStyle>
            <a:lvl1pPr marL="0" indent="0" algn="r">
              <a:buNone/>
              <a:defRPr sz="1500" b="0">
                <a:solidFill>
                  <a:schemeClr val="bg1"/>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ltLang="zh-CN" dirty="0"/>
              <a:t>Signature</a:t>
            </a:r>
            <a:endParaRPr lang="en-US" altLang="zh-CN" dirty="0"/>
          </a:p>
        </p:txBody>
      </p:sp>
      <p:sp>
        <p:nvSpPr>
          <p:cNvPr id="13" name="文本占位符 13"/>
          <p:cNvSpPr>
            <a:spLocks noGrp="1"/>
          </p:cNvSpPr>
          <p:nvPr userDrawn="1">
            <p:ph type="body" sz="quarter" idx="11" hasCustomPrompt="1"/>
          </p:nvPr>
        </p:nvSpPr>
        <p:spPr>
          <a:xfrm>
            <a:off x="669925" y="5602927"/>
            <a:ext cx="10850563" cy="296271"/>
          </a:xfrm>
        </p:spPr>
        <p:txBody>
          <a:bodyPr vert="horz" anchor="ctr">
            <a:noAutofit/>
          </a:bodyPr>
          <a:lstStyle>
            <a:lvl1pPr marL="0" indent="0" algn="r">
              <a:buNone/>
              <a:defRPr sz="1500" b="0">
                <a:solidFill>
                  <a:schemeClr val="bg1"/>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ltLang="zh-CN" dirty="0"/>
              <a:t>Date</a:t>
            </a:r>
            <a:endParaRPr lang="zh-CN" altLang="en-US" dirty="0"/>
          </a:p>
        </p:txBody>
      </p:sp>
      <p:sp>
        <p:nvSpPr>
          <p:cNvPr id="9801" name="副标题 2"/>
          <p:cNvSpPr>
            <a:spLocks noGrp="1"/>
          </p:cNvSpPr>
          <p:nvPr userDrawn="1">
            <p:ph type="subTitle" idx="1"/>
          </p:nvPr>
        </p:nvSpPr>
        <p:spPr>
          <a:xfrm>
            <a:off x="669925" y="4456729"/>
            <a:ext cx="10850563" cy="558799"/>
          </a:xfrm>
        </p:spPr>
        <p:txBody>
          <a:bodyPr anchor="t" anchorCtr="0">
            <a:normAutofit/>
          </a:bodyPr>
          <a:lstStyle>
            <a:lvl1pPr marL="0" indent="0" algn="l">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endParaRPr lang="en-US" dirty="0"/>
          </a:p>
        </p:txBody>
      </p:sp>
      <p:sp>
        <p:nvSpPr>
          <p:cNvPr id="9802" name="标题 1"/>
          <p:cNvSpPr>
            <a:spLocks noGrp="1"/>
          </p:cNvSpPr>
          <p:nvPr userDrawn="1">
            <p:ph type="ctrTitle"/>
          </p:nvPr>
        </p:nvSpPr>
        <p:spPr>
          <a:xfrm>
            <a:off x="669925" y="1028701"/>
            <a:ext cx="10850563" cy="3136900"/>
          </a:xfrm>
        </p:spPr>
        <p:txBody>
          <a:bodyPr anchor="b" anchorCtr="0">
            <a:normAutofit/>
          </a:bodyPr>
          <a:lstStyle>
            <a:lvl1pPr algn="l">
              <a:defRPr sz="4000">
                <a:solidFill>
                  <a:schemeClr val="bg1"/>
                </a:solidFill>
              </a:defRPr>
            </a:lvl1pPr>
          </a:lstStyle>
          <a:p>
            <a:r>
              <a:rPr lang="en-US" dirty="0"/>
              <a:t>Click to edit Master title style</a:t>
            </a:r>
            <a:endParaRPr lang="zh-CN" altLang="en-US" dirty="0"/>
          </a:p>
        </p:txBody>
      </p:sp>
    </p:spTree>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secHead" preserve="1" showMasterSp="0" userDrawn="1">
  <p:cSld name="节标题">
    <p:spTree>
      <p:nvGrpSpPr>
        <p:cNvPr id="1" name=""/>
        <p:cNvGrpSpPr/>
        <p:nvPr/>
      </p:nvGrpSpPr>
      <p:grpSpPr>
        <a:xfrm>
          <a:off x="0" y="0"/>
          <a:ext cx="0" cy="0"/>
          <a:chOff x="0" y="0"/>
          <a:chExt cx="0" cy="0"/>
        </a:xfrm>
      </p:grpSpPr>
      <p:sp>
        <p:nvSpPr>
          <p:cNvPr id="7" name="Freeform 22_1"/>
          <p:cNvSpPr>
            <a:spLocks noChangeArrowheads="1"/>
          </p:cNvSpPr>
          <p:nvPr userDrawn="1"/>
        </p:nvSpPr>
        <p:spPr bwMode="auto">
          <a:xfrm>
            <a:off x="190500" y="3192312"/>
            <a:ext cx="12192000" cy="3429000"/>
          </a:xfrm>
          <a:custGeom>
            <a:avLst/>
            <a:gdLst>
              <a:gd name="connsiteX0" fmla="*/ 7259662 w 12192000"/>
              <a:gd name="connsiteY0" fmla="*/ 57321 h 5381035"/>
              <a:gd name="connsiteX1" fmla="*/ 12192000 w 12192000"/>
              <a:gd name="connsiteY1" fmla="*/ 3668162 h 5381035"/>
              <a:gd name="connsiteX2" fmla="*/ 12192000 w 12192000"/>
              <a:gd name="connsiteY2" fmla="*/ 5381035 h 5381035"/>
              <a:gd name="connsiteX3" fmla="*/ 0 w 12192000"/>
              <a:gd name="connsiteY3" fmla="*/ 5381035 h 5381035"/>
              <a:gd name="connsiteX4" fmla="*/ 0 w 12192000"/>
              <a:gd name="connsiteY4" fmla="*/ 4393412 h 5381035"/>
              <a:gd name="connsiteX5" fmla="*/ 4798 w 12192000"/>
              <a:gd name="connsiteY5" fmla="*/ 4668077 h 5381035"/>
              <a:gd name="connsiteX6" fmla="*/ 3480102 w 12192000"/>
              <a:gd name="connsiteY6" fmla="*/ 3079813 h 5381035"/>
              <a:gd name="connsiteX7" fmla="*/ 6789914 w 12192000"/>
              <a:gd name="connsiteY7" fmla="*/ 82876 h 5381035"/>
              <a:gd name="connsiteX8" fmla="*/ 7259662 w 12192000"/>
              <a:gd name="connsiteY8" fmla="*/ 57321 h 5381035"/>
              <a:gd name="connsiteX9" fmla="*/ 10803922 w 12192000"/>
              <a:gd name="connsiteY9" fmla="*/ 0 h 5381035"/>
              <a:gd name="connsiteX10" fmla="*/ 12192000 w 12192000"/>
              <a:gd name="connsiteY10" fmla="*/ 0 h 5381035"/>
              <a:gd name="connsiteX11" fmla="*/ 12192000 w 12192000"/>
              <a:gd name="connsiteY11" fmla="*/ 1322246 h 5381035"/>
              <a:gd name="connsiteX12" fmla="*/ 10969953 w 12192000"/>
              <a:gd name="connsiteY12" fmla="*/ 120266 h 5381035"/>
              <a:gd name="connsiteX13" fmla="*/ 0 w 12192000"/>
              <a:gd name="connsiteY13" fmla="*/ 0 h 5381035"/>
              <a:gd name="connsiteX14" fmla="*/ 4032282 w 12192000"/>
              <a:gd name="connsiteY14" fmla="*/ 0 h 5381035"/>
              <a:gd name="connsiteX15" fmla="*/ 3968734 w 12192000"/>
              <a:gd name="connsiteY15" fmla="*/ 60350 h 5381035"/>
              <a:gd name="connsiteX16" fmla="*/ 2309846 w 12192000"/>
              <a:gd name="connsiteY16" fmla="*/ 2073351 h 5381035"/>
              <a:gd name="connsiteX17" fmla="*/ 26916 w 12192000"/>
              <a:gd name="connsiteY17" fmla="*/ 3331235 h 5381035"/>
              <a:gd name="connsiteX18" fmla="*/ 0 w 12192000"/>
              <a:gd name="connsiteY18" fmla="*/ 3321905 h 5381035"/>
              <a:gd name="connsiteX0-1" fmla="*/ 7259662 w 12192000"/>
              <a:gd name="connsiteY0-2" fmla="*/ 57321 h 5381035"/>
              <a:gd name="connsiteX1-3" fmla="*/ 12192000 w 12192000"/>
              <a:gd name="connsiteY1-4" fmla="*/ 3668162 h 5381035"/>
              <a:gd name="connsiteX2-5" fmla="*/ 12192000 w 12192000"/>
              <a:gd name="connsiteY2-6" fmla="*/ 5381035 h 5381035"/>
              <a:gd name="connsiteX3-7" fmla="*/ 0 w 12192000"/>
              <a:gd name="connsiteY3-8" fmla="*/ 5381035 h 5381035"/>
              <a:gd name="connsiteX4-9" fmla="*/ 0 w 12192000"/>
              <a:gd name="connsiteY4-10" fmla="*/ 4393412 h 5381035"/>
              <a:gd name="connsiteX5-11" fmla="*/ 4798 w 12192000"/>
              <a:gd name="connsiteY5-12" fmla="*/ 4668077 h 5381035"/>
              <a:gd name="connsiteX6-13" fmla="*/ 3480102 w 12192000"/>
              <a:gd name="connsiteY6-14" fmla="*/ 3079813 h 5381035"/>
              <a:gd name="connsiteX7-15" fmla="*/ 6789914 w 12192000"/>
              <a:gd name="connsiteY7-16" fmla="*/ 82876 h 5381035"/>
              <a:gd name="connsiteX8-17" fmla="*/ 7259662 w 12192000"/>
              <a:gd name="connsiteY8-18" fmla="*/ 57321 h 5381035"/>
              <a:gd name="connsiteX9-19" fmla="*/ 10803922 w 12192000"/>
              <a:gd name="connsiteY9-20" fmla="*/ 0 h 5381035"/>
              <a:gd name="connsiteX10-21" fmla="*/ 12192000 w 12192000"/>
              <a:gd name="connsiteY10-22" fmla="*/ 0 h 5381035"/>
              <a:gd name="connsiteX11-23" fmla="*/ 12192000 w 12192000"/>
              <a:gd name="connsiteY11-24" fmla="*/ 1322246 h 5381035"/>
              <a:gd name="connsiteX12-25" fmla="*/ 10969953 w 12192000"/>
              <a:gd name="connsiteY12-26" fmla="*/ 120266 h 5381035"/>
              <a:gd name="connsiteX13-27" fmla="*/ 10803922 w 12192000"/>
              <a:gd name="connsiteY13-28" fmla="*/ 0 h 5381035"/>
              <a:gd name="connsiteX14-29" fmla="*/ 0 w 12192000"/>
              <a:gd name="connsiteY14-30" fmla="*/ 3321905 h 5381035"/>
              <a:gd name="connsiteX15-31" fmla="*/ 4032282 w 12192000"/>
              <a:gd name="connsiteY15-32" fmla="*/ 0 h 5381035"/>
              <a:gd name="connsiteX16-33" fmla="*/ 3968734 w 12192000"/>
              <a:gd name="connsiteY16-34" fmla="*/ 60350 h 5381035"/>
              <a:gd name="connsiteX17-35" fmla="*/ 2309846 w 12192000"/>
              <a:gd name="connsiteY17-36" fmla="*/ 2073351 h 5381035"/>
              <a:gd name="connsiteX18-37" fmla="*/ 26916 w 12192000"/>
              <a:gd name="connsiteY18-38" fmla="*/ 3331235 h 5381035"/>
              <a:gd name="connsiteX19" fmla="*/ 0 w 12192000"/>
              <a:gd name="connsiteY19" fmla="*/ 3321905 h 5381035"/>
              <a:gd name="connsiteX0-39" fmla="*/ 7259662 w 12192000"/>
              <a:gd name="connsiteY0-40" fmla="*/ 57321 h 5381035"/>
              <a:gd name="connsiteX1-41" fmla="*/ 12192000 w 12192000"/>
              <a:gd name="connsiteY1-42" fmla="*/ 3668162 h 5381035"/>
              <a:gd name="connsiteX2-43" fmla="*/ 12192000 w 12192000"/>
              <a:gd name="connsiteY2-44" fmla="*/ 5381035 h 5381035"/>
              <a:gd name="connsiteX3-45" fmla="*/ 0 w 12192000"/>
              <a:gd name="connsiteY3-46" fmla="*/ 5381035 h 5381035"/>
              <a:gd name="connsiteX4-47" fmla="*/ 0 w 12192000"/>
              <a:gd name="connsiteY4-48" fmla="*/ 4393412 h 5381035"/>
              <a:gd name="connsiteX5-49" fmla="*/ 4798 w 12192000"/>
              <a:gd name="connsiteY5-50" fmla="*/ 4668077 h 5381035"/>
              <a:gd name="connsiteX6-51" fmla="*/ 3480102 w 12192000"/>
              <a:gd name="connsiteY6-52" fmla="*/ 3079813 h 5381035"/>
              <a:gd name="connsiteX7-53" fmla="*/ 6789914 w 12192000"/>
              <a:gd name="connsiteY7-54" fmla="*/ 82876 h 5381035"/>
              <a:gd name="connsiteX8-55" fmla="*/ 7259662 w 12192000"/>
              <a:gd name="connsiteY8-56" fmla="*/ 57321 h 5381035"/>
              <a:gd name="connsiteX9-57" fmla="*/ 10803922 w 12192000"/>
              <a:gd name="connsiteY9-58" fmla="*/ 0 h 5381035"/>
              <a:gd name="connsiteX10-59" fmla="*/ 12192000 w 12192000"/>
              <a:gd name="connsiteY10-60" fmla="*/ 0 h 5381035"/>
              <a:gd name="connsiteX11-61" fmla="*/ 12192000 w 12192000"/>
              <a:gd name="connsiteY11-62" fmla="*/ 1322246 h 5381035"/>
              <a:gd name="connsiteX12-63" fmla="*/ 10969953 w 12192000"/>
              <a:gd name="connsiteY12-64" fmla="*/ 120266 h 5381035"/>
              <a:gd name="connsiteX13-65" fmla="*/ 10803922 w 12192000"/>
              <a:gd name="connsiteY13-66" fmla="*/ 0 h 5381035"/>
              <a:gd name="connsiteX14-67" fmla="*/ 0 w 12192000"/>
              <a:gd name="connsiteY14-68" fmla="*/ 3321905 h 5381035"/>
              <a:gd name="connsiteX15-69" fmla="*/ 4032282 w 12192000"/>
              <a:gd name="connsiteY15-70" fmla="*/ 0 h 5381035"/>
              <a:gd name="connsiteX16-71" fmla="*/ 2309846 w 12192000"/>
              <a:gd name="connsiteY16-72" fmla="*/ 2073351 h 5381035"/>
              <a:gd name="connsiteX17-73" fmla="*/ 26916 w 12192000"/>
              <a:gd name="connsiteY17-74" fmla="*/ 3331235 h 5381035"/>
              <a:gd name="connsiteX18-75" fmla="*/ 0 w 12192000"/>
              <a:gd name="connsiteY18-76" fmla="*/ 3321905 h 5381035"/>
              <a:gd name="connsiteX0-77" fmla="*/ 7259662 w 12192000"/>
              <a:gd name="connsiteY0-78" fmla="*/ 57321 h 5381035"/>
              <a:gd name="connsiteX1-79" fmla="*/ 12192000 w 12192000"/>
              <a:gd name="connsiteY1-80" fmla="*/ 3668162 h 5381035"/>
              <a:gd name="connsiteX2-81" fmla="*/ 12192000 w 12192000"/>
              <a:gd name="connsiteY2-82" fmla="*/ 5381035 h 5381035"/>
              <a:gd name="connsiteX3-83" fmla="*/ 0 w 12192000"/>
              <a:gd name="connsiteY3-84" fmla="*/ 5381035 h 5381035"/>
              <a:gd name="connsiteX4-85" fmla="*/ 0 w 12192000"/>
              <a:gd name="connsiteY4-86" fmla="*/ 4393412 h 5381035"/>
              <a:gd name="connsiteX5-87" fmla="*/ 4798 w 12192000"/>
              <a:gd name="connsiteY5-88" fmla="*/ 4668077 h 5381035"/>
              <a:gd name="connsiteX6-89" fmla="*/ 3480102 w 12192000"/>
              <a:gd name="connsiteY6-90" fmla="*/ 3079813 h 5381035"/>
              <a:gd name="connsiteX7-91" fmla="*/ 6789914 w 12192000"/>
              <a:gd name="connsiteY7-92" fmla="*/ 82876 h 5381035"/>
              <a:gd name="connsiteX8-93" fmla="*/ 7259662 w 12192000"/>
              <a:gd name="connsiteY8-94" fmla="*/ 57321 h 5381035"/>
              <a:gd name="connsiteX9-95" fmla="*/ 10803922 w 12192000"/>
              <a:gd name="connsiteY9-96" fmla="*/ 0 h 5381035"/>
              <a:gd name="connsiteX10-97" fmla="*/ 12192000 w 12192000"/>
              <a:gd name="connsiteY10-98" fmla="*/ 0 h 5381035"/>
              <a:gd name="connsiteX11-99" fmla="*/ 12192000 w 12192000"/>
              <a:gd name="connsiteY11-100" fmla="*/ 1322246 h 5381035"/>
              <a:gd name="connsiteX12-101" fmla="*/ 10969953 w 12192000"/>
              <a:gd name="connsiteY12-102" fmla="*/ 120266 h 5381035"/>
              <a:gd name="connsiteX13-103" fmla="*/ 10803922 w 12192000"/>
              <a:gd name="connsiteY13-104" fmla="*/ 0 h 5381035"/>
              <a:gd name="connsiteX14-105" fmla="*/ 0 w 12192000"/>
              <a:gd name="connsiteY14-106" fmla="*/ 3321905 h 5381035"/>
              <a:gd name="connsiteX15-107" fmla="*/ 2309846 w 12192000"/>
              <a:gd name="connsiteY15-108" fmla="*/ 2073351 h 5381035"/>
              <a:gd name="connsiteX16-109" fmla="*/ 26916 w 12192000"/>
              <a:gd name="connsiteY16-110" fmla="*/ 3331235 h 5381035"/>
              <a:gd name="connsiteX17-111" fmla="*/ 0 w 12192000"/>
              <a:gd name="connsiteY17-112" fmla="*/ 3321905 h 5381035"/>
              <a:gd name="connsiteX0-113" fmla="*/ 7259662 w 12192000"/>
              <a:gd name="connsiteY0-114" fmla="*/ 57321 h 5381035"/>
              <a:gd name="connsiteX1-115" fmla="*/ 12192000 w 12192000"/>
              <a:gd name="connsiteY1-116" fmla="*/ 3668162 h 5381035"/>
              <a:gd name="connsiteX2-117" fmla="*/ 12192000 w 12192000"/>
              <a:gd name="connsiteY2-118" fmla="*/ 5381035 h 5381035"/>
              <a:gd name="connsiteX3-119" fmla="*/ 0 w 12192000"/>
              <a:gd name="connsiteY3-120" fmla="*/ 5381035 h 5381035"/>
              <a:gd name="connsiteX4-121" fmla="*/ 0 w 12192000"/>
              <a:gd name="connsiteY4-122" fmla="*/ 4393412 h 5381035"/>
              <a:gd name="connsiteX5-123" fmla="*/ 4798 w 12192000"/>
              <a:gd name="connsiteY5-124" fmla="*/ 4668077 h 5381035"/>
              <a:gd name="connsiteX6-125" fmla="*/ 3480102 w 12192000"/>
              <a:gd name="connsiteY6-126" fmla="*/ 3079813 h 5381035"/>
              <a:gd name="connsiteX7-127" fmla="*/ 6789914 w 12192000"/>
              <a:gd name="connsiteY7-128" fmla="*/ 82876 h 5381035"/>
              <a:gd name="connsiteX8-129" fmla="*/ 7259662 w 12192000"/>
              <a:gd name="connsiteY8-130" fmla="*/ 57321 h 5381035"/>
              <a:gd name="connsiteX9-131" fmla="*/ 10803922 w 12192000"/>
              <a:gd name="connsiteY9-132" fmla="*/ 0 h 5381035"/>
              <a:gd name="connsiteX10-133" fmla="*/ 12192000 w 12192000"/>
              <a:gd name="connsiteY10-134" fmla="*/ 0 h 5381035"/>
              <a:gd name="connsiteX11-135" fmla="*/ 12192000 w 12192000"/>
              <a:gd name="connsiteY11-136" fmla="*/ 1322246 h 5381035"/>
              <a:gd name="connsiteX12-137" fmla="*/ 10969953 w 12192000"/>
              <a:gd name="connsiteY12-138" fmla="*/ 120266 h 5381035"/>
              <a:gd name="connsiteX13-139" fmla="*/ 10803922 w 12192000"/>
              <a:gd name="connsiteY13-140" fmla="*/ 0 h 5381035"/>
              <a:gd name="connsiteX14-141" fmla="*/ 26916 w 12192000"/>
              <a:gd name="connsiteY14-142" fmla="*/ 3331235 h 5381035"/>
              <a:gd name="connsiteX15-143" fmla="*/ 2309846 w 12192000"/>
              <a:gd name="connsiteY15-144" fmla="*/ 2073351 h 5381035"/>
              <a:gd name="connsiteX16-145" fmla="*/ 26916 w 12192000"/>
              <a:gd name="connsiteY16-146" fmla="*/ 3331235 h 5381035"/>
              <a:gd name="connsiteX0-147" fmla="*/ 7259662 w 12192000"/>
              <a:gd name="connsiteY0-148" fmla="*/ 57321 h 5381035"/>
              <a:gd name="connsiteX1-149" fmla="*/ 12192000 w 12192000"/>
              <a:gd name="connsiteY1-150" fmla="*/ 3668162 h 5381035"/>
              <a:gd name="connsiteX2-151" fmla="*/ 12192000 w 12192000"/>
              <a:gd name="connsiteY2-152" fmla="*/ 5381035 h 5381035"/>
              <a:gd name="connsiteX3-153" fmla="*/ 0 w 12192000"/>
              <a:gd name="connsiteY3-154" fmla="*/ 5381035 h 5381035"/>
              <a:gd name="connsiteX4-155" fmla="*/ 0 w 12192000"/>
              <a:gd name="connsiteY4-156" fmla="*/ 4393412 h 5381035"/>
              <a:gd name="connsiteX5-157" fmla="*/ 4798 w 12192000"/>
              <a:gd name="connsiteY5-158" fmla="*/ 4668077 h 5381035"/>
              <a:gd name="connsiteX6-159" fmla="*/ 3480102 w 12192000"/>
              <a:gd name="connsiteY6-160" fmla="*/ 3079813 h 5381035"/>
              <a:gd name="connsiteX7-161" fmla="*/ 6789914 w 12192000"/>
              <a:gd name="connsiteY7-162" fmla="*/ 82876 h 5381035"/>
              <a:gd name="connsiteX8-163" fmla="*/ 7259662 w 12192000"/>
              <a:gd name="connsiteY8-164" fmla="*/ 57321 h 5381035"/>
              <a:gd name="connsiteX9-165" fmla="*/ 10803922 w 12192000"/>
              <a:gd name="connsiteY9-166" fmla="*/ 0 h 5381035"/>
              <a:gd name="connsiteX10-167" fmla="*/ 12192000 w 12192000"/>
              <a:gd name="connsiteY10-168" fmla="*/ 0 h 5381035"/>
              <a:gd name="connsiteX11-169" fmla="*/ 12192000 w 12192000"/>
              <a:gd name="connsiteY11-170" fmla="*/ 1322246 h 5381035"/>
              <a:gd name="connsiteX12-171" fmla="*/ 10969953 w 12192000"/>
              <a:gd name="connsiteY12-172" fmla="*/ 120266 h 5381035"/>
              <a:gd name="connsiteX13-173" fmla="*/ 10803922 w 12192000"/>
              <a:gd name="connsiteY13-174" fmla="*/ 0 h 5381035"/>
              <a:gd name="connsiteX0-175" fmla="*/ 7259662 w 12192000"/>
              <a:gd name="connsiteY0-176" fmla="*/ 57321 h 5381035"/>
              <a:gd name="connsiteX1-177" fmla="*/ 12192000 w 12192000"/>
              <a:gd name="connsiteY1-178" fmla="*/ 3668162 h 5381035"/>
              <a:gd name="connsiteX2-179" fmla="*/ 12192000 w 12192000"/>
              <a:gd name="connsiteY2-180" fmla="*/ 5381035 h 5381035"/>
              <a:gd name="connsiteX3-181" fmla="*/ 0 w 12192000"/>
              <a:gd name="connsiteY3-182" fmla="*/ 5381035 h 5381035"/>
              <a:gd name="connsiteX4-183" fmla="*/ 0 w 12192000"/>
              <a:gd name="connsiteY4-184" fmla="*/ 4393412 h 5381035"/>
              <a:gd name="connsiteX5-185" fmla="*/ 4798 w 12192000"/>
              <a:gd name="connsiteY5-186" fmla="*/ 4668077 h 5381035"/>
              <a:gd name="connsiteX6-187" fmla="*/ 3480102 w 12192000"/>
              <a:gd name="connsiteY6-188" fmla="*/ 3079813 h 5381035"/>
              <a:gd name="connsiteX7-189" fmla="*/ 6789914 w 12192000"/>
              <a:gd name="connsiteY7-190" fmla="*/ 82876 h 5381035"/>
              <a:gd name="connsiteX8-191" fmla="*/ 7259662 w 12192000"/>
              <a:gd name="connsiteY8-192" fmla="*/ 57321 h 5381035"/>
              <a:gd name="connsiteX9-193" fmla="*/ 10803922 w 12192000"/>
              <a:gd name="connsiteY9-194" fmla="*/ 0 h 5381035"/>
              <a:gd name="connsiteX10-195" fmla="*/ 12192000 w 12192000"/>
              <a:gd name="connsiteY10-196" fmla="*/ 1322246 h 5381035"/>
              <a:gd name="connsiteX11-197" fmla="*/ 10969953 w 12192000"/>
              <a:gd name="connsiteY11-198" fmla="*/ 120266 h 5381035"/>
              <a:gd name="connsiteX12-199" fmla="*/ 10803922 w 12192000"/>
              <a:gd name="connsiteY12-200" fmla="*/ 0 h 5381035"/>
              <a:gd name="connsiteX0-201" fmla="*/ 7259662 w 12192000"/>
              <a:gd name="connsiteY0-202" fmla="*/ 2583 h 5326297"/>
              <a:gd name="connsiteX1-203" fmla="*/ 12192000 w 12192000"/>
              <a:gd name="connsiteY1-204" fmla="*/ 3613424 h 5326297"/>
              <a:gd name="connsiteX2-205" fmla="*/ 12192000 w 12192000"/>
              <a:gd name="connsiteY2-206" fmla="*/ 5326297 h 5326297"/>
              <a:gd name="connsiteX3-207" fmla="*/ 0 w 12192000"/>
              <a:gd name="connsiteY3-208" fmla="*/ 5326297 h 5326297"/>
              <a:gd name="connsiteX4-209" fmla="*/ 0 w 12192000"/>
              <a:gd name="connsiteY4-210" fmla="*/ 4338674 h 5326297"/>
              <a:gd name="connsiteX5-211" fmla="*/ 4798 w 12192000"/>
              <a:gd name="connsiteY5-212" fmla="*/ 4613339 h 5326297"/>
              <a:gd name="connsiteX6-213" fmla="*/ 3480102 w 12192000"/>
              <a:gd name="connsiteY6-214" fmla="*/ 3025075 h 5326297"/>
              <a:gd name="connsiteX7-215" fmla="*/ 6789914 w 12192000"/>
              <a:gd name="connsiteY7-216" fmla="*/ 28138 h 5326297"/>
              <a:gd name="connsiteX8-217" fmla="*/ 7259662 w 12192000"/>
              <a:gd name="connsiteY8-218" fmla="*/ 2583 h 5326297"/>
              <a:gd name="connsiteX9-219" fmla="*/ 10969953 w 12192000"/>
              <a:gd name="connsiteY9-220" fmla="*/ 65528 h 5326297"/>
              <a:gd name="connsiteX10-221" fmla="*/ 12192000 w 12192000"/>
              <a:gd name="connsiteY10-222" fmla="*/ 1267508 h 5326297"/>
              <a:gd name="connsiteX11-223" fmla="*/ 10969953 w 12192000"/>
              <a:gd name="connsiteY11-224" fmla="*/ 65528 h 5326297"/>
              <a:gd name="connsiteX0-225" fmla="*/ 7259662 w 12192000"/>
              <a:gd name="connsiteY0-226" fmla="*/ 2583 h 5326297"/>
              <a:gd name="connsiteX1-227" fmla="*/ 12192000 w 12192000"/>
              <a:gd name="connsiteY1-228" fmla="*/ 3613424 h 5326297"/>
              <a:gd name="connsiteX2-229" fmla="*/ 12192000 w 12192000"/>
              <a:gd name="connsiteY2-230" fmla="*/ 5326297 h 5326297"/>
              <a:gd name="connsiteX3-231" fmla="*/ 0 w 12192000"/>
              <a:gd name="connsiteY3-232" fmla="*/ 5326297 h 5326297"/>
              <a:gd name="connsiteX4-233" fmla="*/ 0 w 12192000"/>
              <a:gd name="connsiteY4-234" fmla="*/ 4338674 h 5326297"/>
              <a:gd name="connsiteX5-235" fmla="*/ 4798 w 12192000"/>
              <a:gd name="connsiteY5-236" fmla="*/ 4613339 h 5326297"/>
              <a:gd name="connsiteX6-237" fmla="*/ 3480102 w 12192000"/>
              <a:gd name="connsiteY6-238" fmla="*/ 3025075 h 5326297"/>
              <a:gd name="connsiteX7-239" fmla="*/ 6789914 w 12192000"/>
              <a:gd name="connsiteY7-240" fmla="*/ 28138 h 5326297"/>
              <a:gd name="connsiteX8-241" fmla="*/ 7259662 w 12192000"/>
              <a:gd name="connsiteY8-242" fmla="*/ 2583 h 5326297"/>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Lst>
            <a:rect l="l" t="t" r="r" b="b"/>
            <a:pathLst>
              <a:path w="12192000" h="5326297">
                <a:moveTo>
                  <a:pt x="7259662" y="2583"/>
                </a:moveTo>
                <a:cubicBezTo>
                  <a:pt x="9625834" y="111255"/>
                  <a:pt x="12192000" y="3613424"/>
                  <a:pt x="12192000" y="3613424"/>
                </a:cubicBezTo>
                <a:lnTo>
                  <a:pt x="12192000" y="5326297"/>
                </a:lnTo>
                <a:lnTo>
                  <a:pt x="0" y="5326297"/>
                </a:lnTo>
                <a:lnTo>
                  <a:pt x="0" y="4338674"/>
                </a:lnTo>
                <a:cubicBezTo>
                  <a:pt x="1599" y="4430229"/>
                  <a:pt x="3199" y="4521784"/>
                  <a:pt x="4798" y="4613339"/>
                </a:cubicBezTo>
                <a:cubicBezTo>
                  <a:pt x="4798" y="4613339"/>
                  <a:pt x="1766092" y="5316740"/>
                  <a:pt x="3480102" y="3025075"/>
                </a:cubicBezTo>
                <a:cubicBezTo>
                  <a:pt x="5194112" y="732474"/>
                  <a:pt x="5876761" y="174992"/>
                  <a:pt x="6789914" y="28138"/>
                </a:cubicBezTo>
                <a:cubicBezTo>
                  <a:pt x="6945061" y="3175"/>
                  <a:pt x="7101917" y="-4662"/>
                  <a:pt x="7259662" y="2583"/>
                </a:cubicBezTo>
                <a:close/>
              </a:path>
            </a:pathLst>
          </a:custGeom>
          <a:blipFill dpi="0" rotWithShape="1">
            <a:blip r:embed="rId2">
              <a:alphaModFix amt="60000"/>
            </a:blip>
            <a:srcRect/>
            <a:stretch>
              <a:fillRect t="-93255" b="-31457"/>
            </a:stretch>
          </a:blipFill>
          <a:ln>
            <a:noFill/>
          </a:ln>
        </p:spPr>
        <p:txBody>
          <a:bodyPr vert="horz" wrap="square" lIns="91440" tIns="45720" rIns="91440" bIns="45720" numCol="1" anchor="t" anchorCtr="0" compatLnSpc="1">
            <a:noAutofit/>
          </a:bodyPr>
          <a:lstStyle/>
          <a:p>
            <a:endParaRPr lang="zh-CN" altLang="en-US" dirty="0"/>
          </a:p>
        </p:txBody>
      </p:sp>
      <p:sp>
        <p:nvSpPr>
          <p:cNvPr id="20" name="标题 1"/>
          <p:cNvSpPr>
            <a:spLocks noGrp="1"/>
          </p:cNvSpPr>
          <p:nvPr>
            <p:ph type="title"/>
          </p:nvPr>
        </p:nvSpPr>
        <p:spPr>
          <a:xfrm>
            <a:off x="2488168" y="2033814"/>
            <a:ext cx="5419185" cy="895350"/>
          </a:xfrm>
        </p:spPr>
        <p:txBody>
          <a:bodyPr anchor="b">
            <a:normAutofit/>
          </a:bodyPr>
          <a:lstStyle>
            <a:lvl1pPr algn="l">
              <a:defRPr sz="2400" b="1">
                <a:solidFill>
                  <a:schemeClr val="accent3"/>
                </a:solidFill>
              </a:defRPr>
            </a:lvl1pPr>
          </a:lstStyle>
          <a:p>
            <a:r>
              <a:rPr lang="en-US" dirty="0"/>
              <a:t>Click to edit Master title style</a:t>
            </a:r>
            <a:endParaRPr lang="zh-CN" altLang="en-US" dirty="0"/>
          </a:p>
        </p:txBody>
      </p:sp>
      <p:sp>
        <p:nvSpPr>
          <p:cNvPr id="21" name="文本占位符 2"/>
          <p:cNvSpPr>
            <a:spLocks noGrp="1"/>
          </p:cNvSpPr>
          <p:nvPr>
            <p:ph type="body" idx="1"/>
          </p:nvPr>
        </p:nvSpPr>
        <p:spPr>
          <a:xfrm>
            <a:off x="2489284" y="2929164"/>
            <a:ext cx="5419185" cy="1015623"/>
          </a:xfrm>
        </p:spPr>
        <p:txBody>
          <a:bodyPr anchor="t">
            <a:normAutofit/>
          </a:bodyPr>
          <a:lstStyle>
            <a:lvl1pPr marL="0" indent="0" algn="l">
              <a:lnSpc>
                <a:spcPct val="100000"/>
              </a:lnSpc>
              <a:buNone/>
              <a:defRPr sz="1100">
                <a:solidFill>
                  <a:schemeClr val="accent3"/>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Edit Master text styles</a:t>
            </a:r>
            <a:endParaRPr lang="en-US" dirty="0"/>
          </a:p>
        </p:txBody>
      </p:sp>
      <p:pic>
        <p:nvPicPr>
          <p:cNvPr id="4" name="图片 3"/>
          <p:cNvPicPr>
            <a:picLocks noChangeAspect="1"/>
          </p:cNvPicPr>
          <p:nvPr userDrawn="1">
            <p:custDataLst>
              <p:tags r:id="rId3"/>
            </p:custDataLst>
          </p:nvPr>
        </p:nvPicPr>
        <p:blipFill>
          <a:blip r:embed="rId4"/>
          <a:stretch>
            <a:fillRect/>
          </a:stretch>
        </p:blipFill>
        <p:spPr>
          <a:xfrm>
            <a:off x="10033000" y="38100"/>
            <a:ext cx="2019300" cy="762000"/>
          </a:xfrm>
          <a:prstGeom prst="rect">
            <a:avLst/>
          </a:prstGeom>
        </p:spPr>
      </p:pic>
    </p:spTree>
  </p:cSld>
  <p:clrMapOvr>
    <a:overrideClrMapping bg1="lt1" tx1="dk1" bg2="lt2" tx2="dk2" accent1="accent1" accent2="accent2" accent3="accent3" accent4="accent4" accent5="accent5" accent6="accent6" hlink="hlink" folHlink="folHlink"/>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sp>
        <p:nvSpPr>
          <p:cNvPr id="2" name="文本框 1"/>
          <p:cNvSpPr txBox="1"/>
          <p:nvPr userDrawn="1"/>
        </p:nvSpPr>
        <p:spPr>
          <a:xfrm>
            <a:off x="11520488" y="6486465"/>
            <a:ext cx="671512" cy="400110"/>
          </a:xfrm>
          <a:prstGeom prst="rect">
            <a:avLst/>
          </a:prstGeom>
          <a:noFill/>
        </p:spPr>
        <p:txBody>
          <a:bodyPr wrap="square" rtlCol="0">
            <a:spAutoFit/>
          </a:bodyPr>
          <a:lstStyle/>
          <a:p>
            <a:pPr algn="ctr"/>
            <a:fld id="{379552D3-A968-4710-B841-1063F5B640DF}" type="slidenum">
              <a:rPr lang="zh-CN" altLang="en-US" sz="2000" b="1" smtClean="0">
                <a:solidFill>
                  <a:schemeClr val="accent2">
                    <a:lumMod val="50000"/>
                  </a:schemeClr>
                </a:solidFill>
              </a:rPr>
            </a:fld>
            <a:endParaRPr lang="zh-CN" altLang="en-US" b="1" dirty="0">
              <a:solidFill>
                <a:schemeClr val="accent2">
                  <a:lumMod val="50000"/>
                </a:schemeClr>
              </a:solidFill>
            </a:endParaRPr>
          </a:p>
        </p:txBody>
      </p:sp>
      <p:pic>
        <p:nvPicPr>
          <p:cNvPr id="8" name="图片 7"/>
          <p:cNvPicPr>
            <a:picLocks noChangeAspect="1"/>
          </p:cNvPicPr>
          <p:nvPr userDrawn="1"/>
        </p:nvPicPr>
        <p:blipFill>
          <a:blip r:embed="rId2" cstate="print">
            <a:extLst>
              <a:ext uri="{28A0092B-C50C-407E-A947-70E740481C1C}">
                <a14:useLocalDpi xmlns:a14="http://schemas.microsoft.com/office/drawing/2010/main" val="0"/>
              </a:ext>
            </a:extLst>
          </a:blip>
          <a:srcRect/>
          <a:stretch>
            <a:fillRect/>
          </a:stretch>
        </p:blipFill>
        <p:spPr>
          <a:xfrm>
            <a:off x="134410" y="24187"/>
            <a:ext cx="527050" cy="527050"/>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itleOnly" preserve="1" userDrawn="1">
  <p:cSld name="仅标题页">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ltLang="zh-CN" dirty="0"/>
              <a:t>Click to edit Master title style</a:t>
            </a:r>
            <a:endParaRPr lang="en-US" dirty="0"/>
          </a:p>
        </p:txBody>
      </p:sp>
      <p:sp>
        <p:nvSpPr>
          <p:cNvPr id="3" name="Date Placeholder 2"/>
          <p:cNvSpPr>
            <a:spLocks noGrp="1"/>
          </p:cNvSpPr>
          <p:nvPr>
            <p:ph type="dt" sz="half" idx="10"/>
          </p:nvPr>
        </p:nvSpPr>
        <p:spPr/>
        <p:txBody>
          <a:bodyPr/>
          <a:lstStyle/>
          <a:p>
            <a:fld id="{E6F26766-F62E-419D-BB7F-91C9CEBCA24E}" type="datetime1">
              <a:rPr lang="zh-CN" altLang="en-US" smtClean="0"/>
            </a:fld>
            <a:endParaRPr lang="zh-CN" altLang="en-US"/>
          </a:p>
        </p:txBody>
      </p:sp>
      <p:sp>
        <p:nvSpPr>
          <p:cNvPr id="4" name="Footer Placeholder 3"/>
          <p:cNvSpPr>
            <a:spLocks noGrp="1"/>
          </p:cNvSpPr>
          <p:nvPr>
            <p:ph type="ftr" sz="quarter" idx="11"/>
          </p:nvPr>
        </p:nvSpPr>
        <p:spPr/>
        <p:txBody>
          <a:bodyPr/>
          <a:lstStyle/>
          <a:p>
            <a:r>
              <a:rPr lang="zh-CN" altLang="en-US"/>
              <a:t>请在插入菜单</a:t>
            </a:r>
            <a:r>
              <a:rPr lang="en-US" altLang="zh-CN"/>
              <a:t>—</a:t>
            </a:r>
            <a:r>
              <a:rPr lang="zh-CN" altLang="en-US"/>
              <a:t>页眉和页脚中修改此文本</a:t>
            </a:r>
            <a:endParaRPr lang="zh-CN" altLang="en-US" dirty="0"/>
          </a:p>
        </p:txBody>
      </p:sp>
      <p:sp>
        <p:nvSpPr>
          <p:cNvPr id="5" name="Slide Number Placeholder 4"/>
          <p:cNvSpPr>
            <a:spLocks noGrp="1"/>
          </p:cNvSpPr>
          <p:nvPr>
            <p:ph type="sldNum" sz="quarter" idx="12"/>
          </p:nvPr>
        </p:nvSpPr>
        <p:spPr/>
        <p:txBody>
          <a:bodyPr/>
          <a:lstStyle/>
          <a:p>
            <a:fld id="{5DD3DB80-B894-403A-B48E-6FDC1A72010E}"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blank" preserve="1" showMasterSp="0">
  <p:cSld name="空白">
    <p:spTree>
      <p:nvGrpSpPr>
        <p:cNvPr id="1" name=""/>
        <p:cNvGrpSpPr/>
        <p:nvPr/>
      </p:nvGrpSpPr>
      <p:grpSpPr>
        <a:xfrm>
          <a:off x="0" y="0"/>
          <a:ext cx="0" cy="0"/>
          <a:chOff x="0" y="0"/>
          <a:chExt cx="0" cy="0"/>
        </a:xfrm>
      </p:grpSpPr>
      <p:pic>
        <p:nvPicPr>
          <p:cNvPr id="4" name="图片 3"/>
          <p:cNvPicPr>
            <a:picLocks noChangeAspect="1"/>
          </p:cNvPicPr>
          <p:nvPr userDrawn="1">
            <p:custDataLst>
              <p:tags r:id="rId2"/>
            </p:custDataLst>
          </p:nvPr>
        </p:nvPicPr>
        <p:blipFill>
          <a:blip r:embed="rId3"/>
          <a:stretch>
            <a:fillRect/>
          </a:stretch>
        </p:blipFill>
        <p:spPr>
          <a:xfrm>
            <a:off x="10033000" y="38100"/>
            <a:ext cx="2019300" cy="762000"/>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showMasterSp="0" userDrawn="1">
  <p:cSld name="末尾幻灯片">
    <p:bg>
      <p:bgPr>
        <a:solidFill>
          <a:schemeClr val="accent3"/>
        </a:solidFill>
        <a:effectLst/>
      </p:bgPr>
    </p:bg>
    <p:spTree>
      <p:nvGrpSpPr>
        <p:cNvPr id="1" name=""/>
        <p:cNvGrpSpPr/>
        <p:nvPr/>
      </p:nvGrpSpPr>
      <p:grpSpPr>
        <a:xfrm>
          <a:off x="0" y="0"/>
          <a:ext cx="0" cy="0"/>
          <a:chOff x="0" y="0"/>
          <a:chExt cx="0" cy="0"/>
        </a:xfrm>
      </p:grpSpPr>
      <p:sp>
        <p:nvSpPr>
          <p:cNvPr id="5" name="Freeform 22_1"/>
          <p:cNvSpPr>
            <a:spLocks noChangeArrowheads="1"/>
          </p:cNvSpPr>
          <p:nvPr userDrawn="1"/>
        </p:nvSpPr>
        <p:spPr bwMode="auto">
          <a:xfrm>
            <a:off x="0" y="1531703"/>
            <a:ext cx="12192000" cy="5326297"/>
          </a:xfrm>
          <a:custGeom>
            <a:avLst/>
            <a:gdLst>
              <a:gd name="connsiteX0" fmla="*/ 7259662 w 12192000"/>
              <a:gd name="connsiteY0" fmla="*/ 57321 h 5381035"/>
              <a:gd name="connsiteX1" fmla="*/ 12192000 w 12192000"/>
              <a:gd name="connsiteY1" fmla="*/ 3668162 h 5381035"/>
              <a:gd name="connsiteX2" fmla="*/ 12192000 w 12192000"/>
              <a:gd name="connsiteY2" fmla="*/ 5381035 h 5381035"/>
              <a:gd name="connsiteX3" fmla="*/ 0 w 12192000"/>
              <a:gd name="connsiteY3" fmla="*/ 5381035 h 5381035"/>
              <a:gd name="connsiteX4" fmla="*/ 0 w 12192000"/>
              <a:gd name="connsiteY4" fmla="*/ 4393412 h 5381035"/>
              <a:gd name="connsiteX5" fmla="*/ 4798 w 12192000"/>
              <a:gd name="connsiteY5" fmla="*/ 4668077 h 5381035"/>
              <a:gd name="connsiteX6" fmla="*/ 3480102 w 12192000"/>
              <a:gd name="connsiteY6" fmla="*/ 3079813 h 5381035"/>
              <a:gd name="connsiteX7" fmla="*/ 6789914 w 12192000"/>
              <a:gd name="connsiteY7" fmla="*/ 82876 h 5381035"/>
              <a:gd name="connsiteX8" fmla="*/ 7259662 w 12192000"/>
              <a:gd name="connsiteY8" fmla="*/ 57321 h 5381035"/>
              <a:gd name="connsiteX9" fmla="*/ 10803922 w 12192000"/>
              <a:gd name="connsiteY9" fmla="*/ 0 h 5381035"/>
              <a:gd name="connsiteX10" fmla="*/ 12192000 w 12192000"/>
              <a:gd name="connsiteY10" fmla="*/ 0 h 5381035"/>
              <a:gd name="connsiteX11" fmla="*/ 12192000 w 12192000"/>
              <a:gd name="connsiteY11" fmla="*/ 1322246 h 5381035"/>
              <a:gd name="connsiteX12" fmla="*/ 10969953 w 12192000"/>
              <a:gd name="connsiteY12" fmla="*/ 120266 h 5381035"/>
              <a:gd name="connsiteX13" fmla="*/ 0 w 12192000"/>
              <a:gd name="connsiteY13" fmla="*/ 0 h 5381035"/>
              <a:gd name="connsiteX14" fmla="*/ 4032282 w 12192000"/>
              <a:gd name="connsiteY14" fmla="*/ 0 h 5381035"/>
              <a:gd name="connsiteX15" fmla="*/ 3968734 w 12192000"/>
              <a:gd name="connsiteY15" fmla="*/ 60350 h 5381035"/>
              <a:gd name="connsiteX16" fmla="*/ 2309846 w 12192000"/>
              <a:gd name="connsiteY16" fmla="*/ 2073351 h 5381035"/>
              <a:gd name="connsiteX17" fmla="*/ 26916 w 12192000"/>
              <a:gd name="connsiteY17" fmla="*/ 3331235 h 5381035"/>
              <a:gd name="connsiteX18" fmla="*/ 0 w 12192000"/>
              <a:gd name="connsiteY18" fmla="*/ 3321905 h 5381035"/>
              <a:gd name="connsiteX0-1" fmla="*/ 7259662 w 12192000"/>
              <a:gd name="connsiteY0-2" fmla="*/ 57321 h 5381035"/>
              <a:gd name="connsiteX1-3" fmla="*/ 12192000 w 12192000"/>
              <a:gd name="connsiteY1-4" fmla="*/ 3668162 h 5381035"/>
              <a:gd name="connsiteX2-5" fmla="*/ 12192000 w 12192000"/>
              <a:gd name="connsiteY2-6" fmla="*/ 5381035 h 5381035"/>
              <a:gd name="connsiteX3-7" fmla="*/ 0 w 12192000"/>
              <a:gd name="connsiteY3-8" fmla="*/ 5381035 h 5381035"/>
              <a:gd name="connsiteX4-9" fmla="*/ 0 w 12192000"/>
              <a:gd name="connsiteY4-10" fmla="*/ 4393412 h 5381035"/>
              <a:gd name="connsiteX5-11" fmla="*/ 4798 w 12192000"/>
              <a:gd name="connsiteY5-12" fmla="*/ 4668077 h 5381035"/>
              <a:gd name="connsiteX6-13" fmla="*/ 3480102 w 12192000"/>
              <a:gd name="connsiteY6-14" fmla="*/ 3079813 h 5381035"/>
              <a:gd name="connsiteX7-15" fmla="*/ 6789914 w 12192000"/>
              <a:gd name="connsiteY7-16" fmla="*/ 82876 h 5381035"/>
              <a:gd name="connsiteX8-17" fmla="*/ 7259662 w 12192000"/>
              <a:gd name="connsiteY8-18" fmla="*/ 57321 h 5381035"/>
              <a:gd name="connsiteX9-19" fmla="*/ 10803922 w 12192000"/>
              <a:gd name="connsiteY9-20" fmla="*/ 0 h 5381035"/>
              <a:gd name="connsiteX10-21" fmla="*/ 12192000 w 12192000"/>
              <a:gd name="connsiteY10-22" fmla="*/ 0 h 5381035"/>
              <a:gd name="connsiteX11-23" fmla="*/ 12192000 w 12192000"/>
              <a:gd name="connsiteY11-24" fmla="*/ 1322246 h 5381035"/>
              <a:gd name="connsiteX12-25" fmla="*/ 10969953 w 12192000"/>
              <a:gd name="connsiteY12-26" fmla="*/ 120266 h 5381035"/>
              <a:gd name="connsiteX13-27" fmla="*/ 10803922 w 12192000"/>
              <a:gd name="connsiteY13-28" fmla="*/ 0 h 5381035"/>
              <a:gd name="connsiteX14-29" fmla="*/ 0 w 12192000"/>
              <a:gd name="connsiteY14-30" fmla="*/ 3321905 h 5381035"/>
              <a:gd name="connsiteX15-31" fmla="*/ 4032282 w 12192000"/>
              <a:gd name="connsiteY15-32" fmla="*/ 0 h 5381035"/>
              <a:gd name="connsiteX16-33" fmla="*/ 3968734 w 12192000"/>
              <a:gd name="connsiteY16-34" fmla="*/ 60350 h 5381035"/>
              <a:gd name="connsiteX17-35" fmla="*/ 2309846 w 12192000"/>
              <a:gd name="connsiteY17-36" fmla="*/ 2073351 h 5381035"/>
              <a:gd name="connsiteX18-37" fmla="*/ 26916 w 12192000"/>
              <a:gd name="connsiteY18-38" fmla="*/ 3331235 h 5381035"/>
              <a:gd name="connsiteX19" fmla="*/ 0 w 12192000"/>
              <a:gd name="connsiteY19" fmla="*/ 3321905 h 5381035"/>
              <a:gd name="connsiteX0-39" fmla="*/ 7259662 w 12192000"/>
              <a:gd name="connsiteY0-40" fmla="*/ 57321 h 5381035"/>
              <a:gd name="connsiteX1-41" fmla="*/ 12192000 w 12192000"/>
              <a:gd name="connsiteY1-42" fmla="*/ 3668162 h 5381035"/>
              <a:gd name="connsiteX2-43" fmla="*/ 12192000 w 12192000"/>
              <a:gd name="connsiteY2-44" fmla="*/ 5381035 h 5381035"/>
              <a:gd name="connsiteX3-45" fmla="*/ 0 w 12192000"/>
              <a:gd name="connsiteY3-46" fmla="*/ 5381035 h 5381035"/>
              <a:gd name="connsiteX4-47" fmla="*/ 0 w 12192000"/>
              <a:gd name="connsiteY4-48" fmla="*/ 4393412 h 5381035"/>
              <a:gd name="connsiteX5-49" fmla="*/ 4798 w 12192000"/>
              <a:gd name="connsiteY5-50" fmla="*/ 4668077 h 5381035"/>
              <a:gd name="connsiteX6-51" fmla="*/ 3480102 w 12192000"/>
              <a:gd name="connsiteY6-52" fmla="*/ 3079813 h 5381035"/>
              <a:gd name="connsiteX7-53" fmla="*/ 6789914 w 12192000"/>
              <a:gd name="connsiteY7-54" fmla="*/ 82876 h 5381035"/>
              <a:gd name="connsiteX8-55" fmla="*/ 7259662 w 12192000"/>
              <a:gd name="connsiteY8-56" fmla="*/ 57321 h 5381035"/>
              <a:gd name="connsiteX9-57" fmla="*/ 10803922 w 12192000"/>
              <a:gd name="connsiteY9-58" fmla="*/ 0 h 5381035"/>
              <a:gd name="connsiteX10-59" fmla="*/ 12192000 w 12192000"/>
              <a:gd name="connsiteY10-60" fmla="*/ 0 h 5381035"/>
              <a:gd name="connsiteX11-61" fmla="*/ 12192000 w 12192000"/>
              <a:gd name="connsiteY11-62" fmla="*/ 1322246 h 5381035"/>
              <a:gd name="connsiteX12-63" fmla="*/ 10969953 w 12192000"/>
              <a:gd name="connsiteY12-64" fmla="*/ 120266 h 5381035"/>
              <a:gd name="connsiteX13-65" fmla="*/ 10803922 w 12192000"/>
              <a:gd name="connsiteY13-66" fmla="*/ 0 h 5381035"/>
              <a:gd name="connsiteX14-67" fmla="*/ 0 w 12192000"/>
              <a:gd name="connsiteY14-68" fmla="*/ 3321905 h 5381035"/>
              <a:gd name="connsiteX15-69" fmla="*/ 4032282 w 12192000"/>
              <a:gd name="connsiteY15-70" fmla="*/ 0 h 5381035"/>
              <a:gd name="connsiteX16-71" fmla="*/ 2309846 w 12192000"/>
              <a:gd name="connsiteY16-72" fmla="*/ 2073351 h 5381035"/>
              <a:gd name="connsiteX17-73" fmla="*/ 26916 w 12192000"/>
              <a:gd name="connsiteY17-74" fmla="*/ 3331235 h 5381035"/>
              <a:gd name="connsiteX18-75" fmla="*/ 0 w 12192000"/>
              <a:gd name="connsiteY18-76" fmla="*/ 3321905 h 5381035"/>
              <a:gd name="connsiteX0-77" fmla="*/ 7259662 w 12192000"/>
              <a:gd name="connsiteY0-78" fmla="*/ 57321 h 5381035"/>
              <a:gd name="connsiteX1-79" fmla="*/ 12192000 w 12192000"/>
              <a:gd name="connsiteY1-80" fmla="*/ 3668162 h 5381035"/>
              <a:gd name="connsiteX2-81" fmla="*/ 12192000 w 12192000"/>
              <a:gd name="connsiteY2-82" fmla="*/ 5381035 h 5381035"/>
              <a:gd name="connsiteX3-83" fmla="*/ 0 w 12192000"/>
              <a:gd name="connsiteY3-84" fmla="*/ 5381035 h 5381035"/>
              <a:gd name="connsiteX4-85" fmla="*/ 0 w 12192000"/>
              <a:gd name="connsiteY4-86" fmla="*/ 4393412 h 5381035"/>
              <a:gd name="connsiteX5-87" fmla="*/ 4798 w 12192000"/>
              <a:gd name="connsiteY5-88" fmla="*/ 4668077 h 5381035"/>
              <a:gd name="connsiteX6-89" fmla="*/ 3480102 w 12192000"/>
              <a:gd name="connsiteY6-90" fmla="*/ 3079813 h 5381035"/>
              <a:gd name="connsiteX7-91" fmla="*/ 6789914 w 12192000"/>
              <a:gd name="connsiteY7-92" fmla="*/ 82876 h 5381035"/>
              <a:gd name="connsiteX8-93" fmla="*/ 7259662 w 12192000"/>
              <a:gd name="connsiteY8-94" fmla="*/ 57321 h 5381035"/>
              <a:gd name="connsiteX9-95" fmla="*/ 10803922 w 12192000"/>
              <a:gd name="connsiteY9-96" fmla="*/ 0 h 5381035"/>
              <a:gd name="connsiteX10-97" fmla="*/ 12192000 w 12192000"/>
              <a:gd name="connsiteY10-98" fmla="*/ 0 h 5381035"/>
              <a:gd name="connsiteX11-99" fmla="*/ 12192000 w 12192000"/>
              <a:gd name="connsiteY11-100" fmla="*/ 1322246 h 5381035"/>
              <a:gd name="connsiteX12-101" fmla="*/ 10969953 w 12192000"/>
              <a:gd name="connsiteY12-102" fmla="*/ 120266 h 5381035"/>
              <a:gd name="connsiteX13-103" fmla="*/ 10803922 w 12192000"/>
              <a:gd name="connsiteY13-104" fmla="*/ 0 h 5381035"/>
              <a:gd name="connsiteX14-105" fmla="*/ 0 w 12192000"/>
              <a:gd name="connsiteY14-106" fmla="*/ 3321905 h 5381035"/>
              <a:gd name="connsiteX15-107" fmla="*/ 2309846 w 12192000"/>
              <a:gd name="connsiteY15-108" fmla="*/ 2073351 h 5381035"/>
              <a:gd name="connsiteX16-109" fmla="*/ 26916 w 12192000"/>
              <a:gd name="connsiteY16-110" fmla="*/ 3331235 h 5381035"/>
              <a:gd name="connsiteX17-111" fmla="*/ 0 w 12192000"/>
              <a:gd name="connsiteY17-112" fmla="*/ 3321905 h 5381035"/>
              <a:gd name="connsiteX0-113" fmla="*/ 7259662 w 12192000"/>
              <a:gd name="connsiteY0-114" fmla="*/ 57321 h 5381035"/>
              <a:gd name="connsiteX1-115" fmla="*/ 12192000 w 12192000"/>
              <a:gd name="connsiteY1-116" fmla="*/ 3668162 h 5381035"/>
              <a:gd name="connsiteX2-117" fmla="*/ 12192000 w 12192000"/>
              <a:gd name="connsiteY2-118" fmla="*/ 5381035 h 5381035"/>
              <a:gd name="connsiteX3-119" fmla="*/ 0 w 12192000"/>
              <a:gd name="connsiteY3-120" fmla="*/ 5381035 h 5381035"/>
              <a:gd name="connsiteX4-121" fmla="*/ 0 w 12192000"/>
              <a:gd name="connsiteY4-122" fmla="*/ 4393412 h 5381035"/>
              <a:gd name="connsiteX5-123" fmla="*/ 4798 w 12192000"/>
              <a:gd name="connsiteY5-124" fmla="*/ 4668077 h 5381035"/>
              <a:gd name="connsiteX6-125" fmla="*/ 3480102 w 12192000"/>
              <a:gd name="connsiteY6-126" fmla="*/ 3079813 h 5381035"/>
              <a:gd name="connsiteX7-127" fmla="*/ 6789914 w 12192000"/>
              <a:gd name="connsiteY7-128" fmla="*/ 82876 h 5381035"/>
              <a:gd name="connsiteX8-129" fmla="*/ 7259662 w 12192000"/>
              <a:gd name="connsiteY8-130" fmla="*/ 57321 h 5381035"/>
              <a:gd name="connsiteX9-131" fmla="*/ 10803922 w 12192000"/>
              <a:gd name="connsiteY9-132" fmla="*/ 0 h 5381035"/>
              <a:gd name="connsiteX10-133" fmla="*/ 12192000 w 12192000"/>
              <a:gd name="connsiteY10-134" fmla="*/ 0 h 5381035"/>
              <a:gd name="connsiteX11-135" fmla="*/ 12192000 w 12192000"/>
              <a:gd name="connsiteY11-136" fmla="*/ 1322246 h 5381035"/>
              <a:gd name="connsiteX12-137" fmla="*/ 10969953 w 12192000"/>
              <a:gd name="connsiteY12-138" fmla="*/ 120266 h 5381035"/>
              <a:gd name="connsiteX13-139" fmla="*/ 10803922 w 12192000"/>
              <a:gd name="connsiteY13-140" fmla="*/ 0 h 5381035"/>
              <a:gd name="connsiteX14-141" fmla="*/ 26916 w 12192000"/>
              <a:gd name="connsiteY14-142" fmla="*/ 3331235 h 5381035"/>
              <a:gd name="connsiteX15-143" fmla="*/ 2309846 w 12192000"/>
              <a:gd name="connsiteY15-144" fmla="*/ 2073351 h 5381035"/>
              <a:gd name="connsiteX16-145" fmla="*/ 26916 w 12192000"/>
              <a:gd name="connsiteY16-146" fmla="*/ 3331235 h 5381035"/>
              <a:gd name="connsiteX0-147" fmla="*/ 7259662 w 12192000"/>
              <a:gd name="connsiteY0-148" fmla="*/ 57321 h 5381035"/>
              <a:gd name="connsiteX1-149" fmla="*/ 12192000 w 12192000"/>
              <a:gd name="connsiteY1-150" fmla="*/ 3668162 h 5381035"/>
              <a:gd name="connsiteX2-151" fmla="*/ 12192000 w 12192000"/>
              <a:gd name="connsiteY2-152" fmla="*/ 5381035 h 5381035"/>
              <a:gd name="connsiteX3-153" fmla="*/ 0 w 12192000"/>
              <a:gd name="connsiteY3-154" fmla="*/ 5381035 h 5381035"/>
              <a:gd name="connsiteX4-155" fmla="*/ 0 w 12192000"/>
              <a:gd name="connsiteY4-156" fmla="*/ 4393412 h 5381035"/>
              <a:gd name="connsiteX5-157" fmla="*/ 4798 w 12192000"/>
              <a:gd name="connsiteY5-158" fmla="*/ 4668077 h 5381035"/>
              <a:gd name="connsiteX6-159" fmla="*/ 3480102 w 12192000"/>
              <a:gd name="connsiteY6-160" fmla="*/ 3079813 h 5381035"/>
              <a:gd name="connsiteX7-161" fmla="*/ 6789914 w 12192000"/>
              <a:gd name="connsiteY7-162" fmla="*/ 82876 h 5381035"/>
              <a:gd name="connsiteX8-163" fmla="*/ 7259662 w 12192000"/>
              <a:gd name="connsiteY8-164" fmla="*/ 57321 h 5381035"/>
              <a:gd name="connsiteX9-165" fmla="*/ 10803922 w 12192000"/>
              <a:gd name="connsiteY9-166" fmla="*/ 0 h 5381035"/>
              <a:gd name="connsiteX10-167" fmla="*/ 12192000 w 12192000"/>
              <a:gd name="connsiteY10-168" fmla="*/ 0 h 5381035"/>
              <a:gd name="connsiteX11-169" fmla="*/ 12192000 w 12192000"/>
              <a:gd name="connsiteY11-170" fmla="*/ 1322246 h 5381035"/>
              <a:gd name="connsiteX12-171" fmla="*/ 10969953 w 12192000"/>
              <a:gd name="connsiteY12-172" fmla="*/ 120266 h 5381035"/>
              <a:gd name="connsiteX13-173" fmla="*/ 10803922 w 12192000"/>
              <a:gd name="connsiteY13-174" fmla="*/ 0 h 5381035"/>
              <a:gd name="connsiteX0-175" fmla="*/ 7259662 w 12192000"/>
              <a:gd name="connsiteY0-176" fmla="*/ 57321 h 5381035"/>
              <a:gd name="connsiteX1-177" fmla="*/ 12192000 w 12192000"/>
              <a:gd name="connsiteY1-178" fmla="*/ 3668162 h 5381035"/>
              <a:gd name="connsiteX2-179" fmla="*/ 12192000 w 12192000"/>
              <a:gd name="connsiteY2-180" fmla="*/ 5381035 h 5381035"/>
              <a:gd name="connsiteX3-181" fmla="*/ 0 w 12192000"/>
              <a:gd name="connsiteY3-182" fmla="*/ 5381035 h 5381035"/>
              <a:gd name="connsiteX4-183" fmla="*/ 0 w 12192000"/>
              <a:gd name="connsiteY4-184" fmla="*/ 4393412 h 5381035"/>
              <a:gd name="connsiteX5-185" fmla="*/ 4798 w 12192000"/>
              <a:gd name="connsiteY5-186" fmla="*/ 4668077 h 5381035"/>
              <a:gd name="connsiteX6-187" fmla="*/ 3480102 w 12192000"/>
              <a:gd name="connsiteY6-188" fmla="*/ 3079813 h 5381035"/>
              <a:gd name="connsiteX7-189" fmla="*/ 6789914 w 12192000"/>
              <a:gd name="connsiteY7-190" fmla="*/ 82876 h 5381035"/>
              <a:gd name="connsiteX8-191" fmla="*/ 7259662 w 12192000"/>
              <a:gd name="connsiteY8-192" fmla="*/ 57321 h 5381035"/>
              <a:gd name="connsiteX9-193" fmla="*/ 10803922 w 12192000"/>
              <a:gd name="connsiteY9-194" fmla="*/ 0 h 5381035"/>
              <a:gd name="connsiteX10-195" fmla="*/ 12192000 w 12192000"/>
              <a:gd name="connsiteY10-196" fmla="*/ 1322246 h 5381035"/>
              <a:gd name="connsiteX11-197" fmla="*/ 10969953 w 12192000"/>
              <a:gd name="connsiteY11-198" fmla="*/ 120266 h 5381035"/>
              <a:gd name="connsiteX12-199" fmla="*/ 10803922 w 12192000"/>
              <a:gd name="connsiteY12-200" fmla="*/ 0 h 5381035"/>
              <a:gd name="connsiteX0-201" fmla="*/ 7259662 w 12192000"/>
              <a:gd name="connsiteY0-202" fmla="*/ 2583 h 5326297"/>
              <a:gd name="connsiteX1-203" fmla="*/ 12192000 w 12192000"/>
              <a:gd name="connsiteY1-204" fmla="*/ 3613424 h 5326297"/>
              <a:gd name="connsiteX2-205" fmla="*/ 12192000 w 12192000"/>
              <a:gd name="connsiteY2-206" fmla="*/ 5326297 h 5326297"/>
              <a:gd name="connsiteX3-207" fmla="*/ 0 w 12192000"/>
              <a:gd name="connsiteY3-208" fmla="*/ 5326297 h 5326297"/>
              <a:gd name="connsiteX4-209" fmla="*/ 0 w 12192000"/>
              <a:gd name="connsiteY4-210" fmla="*/ 4338674 h 5326297"/>
              <a:gd name="connsiteX5-211" fmla="*/ 4798 w 12192000"/>
              <a:gd name="connsiteY5-212" fmla="*/ 4613339 h 5326297"/>
              <a:gd name="connsiteX6-213" fmla="*/ 3480102 w 12192000"/>
              <a:gd name="connsiteY6-214" fmla="*/ 3025075 h 5326297"/>
              <a:gd name="connsiteX7-215" fmla="*/ 6789914 w 12192000"/>
              <a:gd name="connsiteY7-216" fmla="*/ 28138 h 5326297"/>
              <a:gd name="connsiteX8-217" fmla="*/ 7259662 w 12192000"/>
              <a:gd name="connsiteY8-218" fmla="*/ 2583 h 5326297"/>
              <a:gd name="connsiteX9-219" fmla="*/ 10969953 w 12192000"/>
              <a:gd name="connsiteY9-220" fmla="*/ 65528 h 5326297"/>
              <a:gd name="connsiteX10-221" fmla="*/ 12192000 w 12192000"/>
              <a:gd name="connsiteY10-222" fmla="*/ 1267508 h 5326297"/>
              <a:gd name="connsiteX11-223" fmla="*/ 10969953 w 12192000"/>
              <a:gd name="connsiteY11-224" fmla="*/ 65528 h 5326297"/>
              <a:gd name="connsiteX0-225" fmla="*/ 7259662 w 12192000"/>
              <a:gd name="connsiteY0-226" fmla="*/ 2583 h 5326297"/>
              <a:gd name="connsiteX1-227" fmla="*/ 12192000 w 12192000"/>
              <a:gd name="connsiteY1-228" fmla="*/ 3613424 h 5326297"/>
              <a:gd name="connsiteX2-229" fmla="*/ 12192000 w 12192000"/>
              <a:gd name="connsiteY2-230" fmla="*/ 5326297 h 5326297"/>
              <a:gd name="connsiteX3-231" fmla="*/ 0 w 12192000"/>
              <a:gd name="connsiteY3-232" fmla="*/ 5326297 h 5326297"/>
              <a:gd name="connsiteX4-233" fmla="*/ 0 w 12192000"/>
              <a:gd name="connsiteY4-234" fmla="*/ 4338674 h 5326297"/>
              <a:gd name="connsiteX5-235" fmla="*/ 4798 w 12192000"/>
              <a:gd name="connsiteY5-236" fmla="*/ 4613339 h 5326297"/>
              <a:gd name="connsiteX6-237" fmla="*/ 3480102 w 12192000"/>
              <a:gd name="connsiteY6-238" fmla="*/ 3025075 h 5326297"/>
              <a:gd name="connsiteX7-239" fmla="*/ 6789914 w 12192000"/>
              <a:gd name="connsiteY7-240" fmla="*/ 28138 h 5326297"/>
              <a:gd name="connsiteX8-241" fmla="*/ 7259662 w 12192000"/>
              <a:gd name="connsiteY8-242" fmla="*/ 2583 h 5326297"/>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Lst>
            <a:rect l="l" t="t" r="r" b="b"/>
            <a:pathLst>
              <a:path w="12192000" h="5326297">
                <a:moveTo>
                  <a:pt x="7259662" y="2583"/>
                </a:moveTo>
                <a:cubicBezTo>
                  <a:pt x="9625834" y="111255"/>
                  <a:pt x="12192000" y="3613424"/>
                  <a:pt x="12192000" y="3613424"/>
                </a:cubicBezTo>
                <a:lnTo>
                  <a:pt x="12192000" y="5326297"/>
                </a:lnTo>
                <a:lnTo>
                  <a:pt x="0" y="5326297"/>
                </a:lnTo>
                <a:lnTo>
                  <a:pt x="0" y="4338674"/>
                </a:lnTo>
                <a:cubicBezTo>
                  <a:pt x="1599" y="4430229"/>
                  <a:pt x="3199" y="4521784"/>
                  <a:pt x="4798" y="4613339"/>
                </a:cubicBezTo>
                <a:cubicBezTo>
                  <a:pt x="4798" y="4613339"/>
                  <a:pt x="1766092" y="5316740"/>
                  <a:pt x="3480102" y="3025075"/>
                </a:cubicBezTo>
                <a:cubicBezTo>
                  <a:pt x="5194112" y="732474"/>
                  <a:pt x="5876761" y="174992"/>
                  <a:pt x="6789914" y="28138"/>
                </a:cubicBezTo>
                <a:cubicBezTo>
                  <a:pt x="6945061" y="3175"/>
                  <a:pt x="7101917" y="-4662"/>
                  <a:pt x="7259662" y="2583"/>
                </a:cubicBezTo>
                <a:close/>
              </a:path>
            </a:pathLst>
          </a:custGeom>
          <a:blipFill>
            <a:blip r:embed="rId2">
              <a:duotone>
                <a:schemeClr val="accent2">
                  <a:shade val="45000"/>
                  <a:satMod val="135000"/>
                </a:schemeClr>
                <a:prstClr val="white"/>
              </a:duotone>
            </a:blip>
            <a:srcRect/>
            <a:stretch>
              <a:fillRect t="-28757" b="-15909"/>
            </a:stretch>
          </a:blipFill>
          <a:ln>
            <a:noFill/>
          </a:ln>
        </p:spPr>
        <p:txBody>
          <a:bodyPr vert="horz" wrap="square" lIns="91440" tIns="45720" rIns="91440" bIns="45720" numCol="1" anchor="t" anchorCtr="0" compatLnSpc="1">
            <a:noAutofit/>
          </a:bodyPr>
          <a:lstStyle/>
          <a:p>
            <a:endParaRPr lang="zh-CN" altLang="en-US"/>
          </a:p>
        </p:txBody>
      </p:sp>
      <p:sp>
        <p:nvSpPr>
          <p:cNvPr id="10" name="任意多边形: 形状 9"/>
          <p:cNvSpPr>
            <a:spLocks noChangeArrowheads="1"/>
          </p:cNvSpPr>
          <p:nvPr userDrawn="1"/>
        </p:nvSpPr>
        <p:spPr bwMode="auto">
          <a:xfrm>
            <a:off x="-794" y="1531703"/>
            <a:ext cx="12192000" cy="5326297"/>
          </a:xfrm>
          <a:custGeom>
            <a:avLst/>
            <a:gdLst>
              <a:gd name="connsiteX0" fmla="*/ 7259662 w 12192000"/>
              <a:gd name="connsiteY0" fmla="*/ 57321 h 5381035"/>
              <a:gd name="connsiteX1" fmla="*/ 12192000 w 12192000"/>
              <a:gd name="connsiteY1" fmla="*/ 3668162 h 5381035"/>
              <a:gd name="connsiteX2" fmla="*/ 12192000 w 12192000"/>
              <a:gd name="connsiteY2" fmla="*/ 5381035 h 5381035"/>
              <a:gd name="connsiteX3" fmla="*/ 0 w 12192000"/>
              <a:gd name="connsiteY3" fmla="*/ 5381035 h 5381035"/>
              <a:gd name="connsiteX4" fmla="*/ 0 w 12192000"/>
              <a:gd name="connsiteY4" fmla="*/ 4393412 h 5381035"/>
              <a:gd name="connsiteX5" fmla="*/ 4798 w 12192000"/>
              <a:gd name="connsiteY5" fmla="*/ 4668077 h 5381035"/>
              <a:gd name="connsiteX6" fmla="*/ 3480102 w 12192000"/>
              <a:gd name="connsiteY6" fmla="*/ 3079813 h 5381035"/>
              <a:gd name="connsiteX7" fmla="*/ 6789914 w 12192000"/>
              <a:gd name="connsiteY7" fmla="*/ 82876 h 5381035"/>
              <a:gd name="connsiteX8" fmla="*/ 7259662 w 12192000"/>
              <a:gd name="connsiteY8" fmla="*/ 57321 h 5381035"/>
              <a:gd name="connsiteX9" fmla="*/ 10803922 w 12192000"/>
              <a:gd name="connsiteY9" fmla="*/ 0 h 5381035"/>
              <a:gd name="connsiteX10" fmla="*/ 12192000 w 12192000"/>
              <a:gd name="connsiteY10" fmla="*/ 0 h 5381035"/>
              <a:gd name="connsiteX11" fmla="*/ 12192000 w 12192000"/>
              <a:gd name="connsiteY11" fmla="*/ 1322246 h 5381035"/>
              <a:gd name="connsiteX12" fmla="*/ 10969953 w 12192000"/>
              <a:gd name="connsiteY12" fmla="*/ 120266 h 5381035"/>
              <a:gd name="connsiteX13" fmla="*/ 0 w 12192000"/>
              <a:gd name="connsiteY13" fmla="*/ 0 h 5381035"/>
              <a:gd name="connsiteX14" fmla="*/ 4032282 w 12192000"/>
              <a:gd name="connsiteY14" fmla="*/ 0 h 5381035"/>
              <a:gd name="connsiteX15" fmla="*/ 3968734 w 12192000"/>
              <a:gd name="connsiteY15" fmla="*/ 60350 h 5381035"/>
              <a:gd name="connsiteX16" fmla="*/ 2309846 w 12192000"/>
              <a:gd name="connsiteY16" fmla="*/ 2073351 h 5381035"/>
              <a:gd name="connsiteX17" fmla="*/ 26916 w 12192000"/>
              <a:gd name="connsiteY17" fmla="*/ 3331235 h 5381035"/>
              <a:gd name="connsiteX18" fmla="*/ 0 w 12192000"/>
              <a:gd name="connsiteY18" fmla="*/ 3321905 h 5381035"/>
              <a:gd name="connsiteX0-1" fmla="*/ 7259662 w 12192000"/>
              <a:gd name="connsiteY0-2" fmla="*/ 57321 h 5381035"/>
              <a:gd name="connsiteX1-3" fmla="*/ 12192000 w 12192000"/>
              <a:gd name="connsiteY1-4" fmla="*/ 3668162 h 5381035"/>
              <a:gd name="connsiteX2-5" fmla="*/ 12192000 w 12192000"/>
              <a:gd name="connsiteY2-6" fmla="*/ 5381035 h 5381035"/>
              <a:gd name="connsiteX3-7" fmla="*/ 0 w 12192000"/>
              <a:gd name="connsiteY3-8" fmla="*/ 5381035 h 5381035"/>
              <a:gd name="connsiteX4-9" fmla="*/ 0 w 12192000"/>
              <a:gd name="connsiteY4-10" fmla="*/ 4393412 h 5381035"/>
              <a:gd name="connsiteX5-11" fmla="*/ 4798 w 12192000"/>
              <a:gd name="connsiteY5-12" fmla="*/ 4668077 h 5381035"/>
              <a:gd name="connsiteX6-13" fmla="*/ 3480102 w 12192000"/>
              <a:gd name="connsiteY6-14" fmla="*/ 3079813 h 5381035"/>
              <a:gd name="connsiteX7-15" fmla="*/ 6789914 w 12192000"/>
              <a:gd name="connsiteY7-16" fmla="*/ 82876 h 5381035"/>
              <a:gd name="connsiteX8-17" fmla="*/ 7259662 w 12192000"/>
              <a:gd name="connsiteY8-18" fmla="*/ 57321 h 5381035"/>
              <a:gd name="connsiteX9-19" fmla="*/ 10803922 w 12192000"/>
              <a:gd name="connsiteY9-20" fmla="*/ 0 h 5381035"/>
              <a:gd name="connsiteX10-21" fmla="*/ 12192000 w 12192000"/>
              <a:gd name="connsiteY10-22" fmla="*/ 0 h 5381035"/>
              <a:gd name="connsiteX11-23" fmla="*/ 12192000 w 12192000"/>
              <a:gd name="connsiteY11-24" fmla="*/ 1322246 h 5381035"/>
              <a:gd name="connsiteX12-25" fmla="*/ 10969953 w 12192000"/>
              <a:gd name="connsiteY12-26" fmla="*/ 120266 h 5381035"/>
              <a:gd name="connsiteX13-27" fmla="*/ 10803922 w 12192000"/>
              <a:gd name="connsiteY13-28" fmla="*/ 0 h 5381035"/>
              <a:gd name="connsiteX14-29" fmla="*/ 0 w 12192000"/>
              <a:gd name="connsiteY14-30" fmla="*/ 3321905 h 5381035"/>
              <a:gd name="connsiteX15-31" fmla="*/ 4032282 w 12192000"/>
              <a:gd name="connsiteY15-32" fmla="*/ 0 h 5381035"/>
              <a:gd name="connsiteX16-33" fmla="*/ 3968734 w 12192000"/>
              <a:gd name="connsiteY16-34" fmla="*/ 60350 h 5381035"/>
              <a:gd name="connsiteX17-35" fmla="*/ 2309846 w 12192000"/>
              <a:gd name="connsiteY17-36" fmla="*/ 2073351 h 5381035"/>
              <a:gd name="connsiteX18-37" fmla="*/ 26916 w 12192000"/>
              <a:gd name="connsiteY18-38" fmla="*/ 3331235 h 5381035"/>
              <a:gd name="connsiteX19" fmla="*/ 0 w 12192000"/>
              <a:gd name="connsiteY19" fmla="*/ 3321905 h 5381035"/>
              <a:gd name="connsiteX0-39" fmla="*/ 7259662 w 12192000"/>
              <a:gd name="connsiteY0-40" fmla="*/ 57321 h 5381035"/>
              <a:gd name="connsiteX1-41" fmla="*/ 12192000 w 12192000"/>
              <a:gd name="connsiteY1-42" fmla="*/ 3668162 h 5381035"/>
              <a:gd name="connsiteX2-43" fmla="*/ 12192000 w 12192000"/>
              <a:gd name="connsiteY2-44" fmla="*/ 5381035 h 5381035"/>
              <a:gd name="connsiteX3-45" fmla="*/ 0 w 12192000"/>
              <a:gd name="connsiteY3-46" fmla="*/ 5381035 h 5381035"/>
              <a:gd name="connsiteX4-47" fmla="*/ 0 w 12192000"/>
              <a:gd name="connsiteY4-48" fmla="*/ 4393412 h 5381035"/>
              <a:gd name="connsiteX5-49" fmla="*/ 4798 w 12192000"/>
              <a:gd name="connsiteY5-50" fmla="*/ 4668077 h 5381035"/>
              <a:gd name="connsiteX6-51" fmla="*/ 3480102 w 12192000"/>
              <a:gd name="connsiteY6-52" fmla="*/ 3079813 h 5381035"/>
              <a:gd name="connsiteX7-53" fmla="*/ 6789914 w 12192000"/>
              <a:gd name="connsiteY7-54" fmla="*/ 82876 h 5381035"/>
              <a:gd name="connsiteX8-55" fmla="*/ 7259662 w 12192000"/>
              <a:gd name="connsiteY8-56" fmla="*/ 57321 h 5381035"/>
              <a:gd name="connsiteX9-57" fmla="*/ 10803922 w 12192000"/>
              <a:gd name="connsiteY9-58" fmla="*/ 0 h 5381035"/>
              <a:gd name="connsiteX10-59" fmla="*/ 12192000 w 12192000"/>
              <a:gd name="connsiteY10-60" fmla="*/ 0 h 5381035"/>
              <a:gd name="connsiteX11-61" fmla="*/ 12192000 w 12192000"/>
              <a:gd name="connsiteY11-62" fmla="*/ 1322246 h 5381035"/>
              <a:gd name="connsiteX12-63" fmla="*/ 10969953 w 12192000"/>
              <a:gd name="connsiteY12-64" fmla="*/ 120266 h 5381035"/>
              <a:gd name="connsiteX13-65" fmla="*/ 10803922 w 12192000"/>
              <a:gd name="connsiteY13-66" fmla="*/ 0 h 5381035"/>
              <a:gd name="connsiteX14-67" fmla="*/ 0 w 12192000"/>
              <a:gd name="connsiteY14-68" fmla="*/ 3321905 h 5381035"/>
              <a:gd name="connsiteX15-69" fmla="*/ 4032282 w 12192000"/>
              <a:gd name="connsiteY15-70" fmla="*/ 0 h 5381035"/>
              <a:gd name="connsiteX16-71" fmla="*/ 2309846 w 12192000"/>
              <a:gd name="connsiteY16-72" fmla="*/ 2073351 h 5381035"/>
              <a:gd name="connsiteX17-73" fmla="*/ 26916 w 12192000"/>
              <a:gd name="connsiteY17-74" fmla="*/ 3331235 h 5381035"/>
              <a:gd name="connsiteX18-75" fmla="*/ 0 w 12192000"/>
              <a:gd name="connsiteY18-76" fmla="*/ 3321905 h 5381035"/>
              <a:gd name="connsiteX0-77" fmla="*/ 7259662 w 12192000"/>
              <a:gd name="connsiteY0-78" fmla="*/ 57321 h 5381035"/>
              <a:gd name="connsiteX1-79" fmla="*/ 12192000 w 12192000"/>
              <a:gd name="connsiteY1-80" fmla="*/ 3668162 h 5381035"/>
              <a:gd name="connsiteX2-81" fmla="*/ 12192000 w 12192000"/>
              <a:gd name="connsiteY2-82" fmla="*/ 5381035 h 5381035"/>
              <a:gd name="connsiteX3-83" fmla="*/ 0 w 12192000"/>
              <a:gd name="connsiteY3-84" fmla="*/ 5381035 h 5381035"/>
              <a:gd name="connsiteX4-85" fmla="*/ 0 w 12192000"/>
              <a:gd name="connsiteY4-86" fmla="*/ 4393412 h 5381035"/>
              <a:gd name="connsiteX5-87" fmla="*/ 4798 w 12192000"/>
              <a:gd name="connsiteY5-88" fmla="*/ 4668077 h 5381035"/>
              <a:gd name="connsiteX6-89" fmla="*/ 3480102 w 12192000"/>
              <a:gd name="connsiteY6-90" fmla="*/ 3079813 h 5381035"/>
              <a:gd name="connsiteX7-91" fmla="*/ 6789914 w 12192000"/>
              <a:gd name="connsiteY7-92" fmla="*/ 82876 h 5381035"/>
              <a:gd name="connsiteX8-93" fmla="*/ 7259662 w 12192000"/>
              <a:gd name="connsiteY8-94" fmla="*/ 57321 h 5381035"/>
              <a:gd name="connsiteX9-95" fmla="*/ 10803922 w 12192000"/>
              <a:gd name="connsiteY9-96" fmla="*/ 0 h 5381035"/>
              <a:gd name="connsiteX10-97" fmla="*/ 12192000 w 12192000"/>
              <a:gd name="connsiteY10-98" fmla="*/ 0 h 5381035"/>
              <a:gd name="connsiteX11-99" fmla="*/ 12192000 w 12192000"/>
              <a:gd name="connsiteY11-100" fmla="*/ 1322246 h 5381035"/>
              <a:gd name="connsiteX12-101" fmla="*/ 10969953 w 12192000"/>
              <a:gd name="connsiteY12-102" fmla="*/ 120266 h 5381035"/>
              <a:gd name="connsiteX13-103" fmla="*/ 10803922 w 12192000"/>
              <a:gd name="connsiteY13-104" fmla="*/ 0 h 5381035"/>
              <a:gd name="connsiteX14-105" fmla="*/ 0 w 12192000"/>
              <a:gd name="connsiteY14-106" fmla="*/ 3321905 h 5381035"/>
              <a:gd name="connsiteX15-107" fmla="*/ 2309846 w 12192000"/>
              <a:gd name="connsiteY15-108" fmla="*/ 2073351 h 5381035"/>
              <a:gd name="connsiteX16-109" fmla="*/ 26916 w 12192000"/>
              <a:gd name="connsiteY16-110" fmla="*/ 3331235 h 5381035"/>
              <a:gd name="connsiteX17-111" fmla="*/ 0 w 12192000"/>
              <a:gd name="connsiteY17-112" fmla="*/ 3321905 h 5381035"/>
              <a:gd name="connsiteX0-113" fmla="*/ 7259662 w 12192000"/>
              <a:gd name="connsiteY0-114" fmla="*/ 57321 h 5381035"/>
              <a:gd name="connsiteX1-115" fmla="*/ 12192000 w 12192000"/>
              <a:gd name="connsiteY1-116" fmla="*/ 3668162 h 5381035"/>
              <a:gd name="connsiteX2-117" fmla="*/ 12192000 w 12192000"/>
              <a:gd name="connsiteY2-118" fmla="*/ 5381035 h 5381035"/>
              <a:gd name="connsiteX3-119" fmla="*/ 0 w 12192000"/>
              <a:gd name="connsiteY3-120" fmla="*/ 5381035 h 5381035"/>
              <a:gd name="connsiteX4-121" fmla="*/ 0 w 12192000"/>
              <a:gd name="connsiteY4-122" fmla="*/ 4393412 h 5381035"/>
              <a:gd name="connsiteX5-123" fmla="*/ 4798 w 12192000"/>
              <a:gd name="connsiteY5-124" fmla="*/ 4668077 h 5381035"/>
              <a:gd name="connsiteX6-125" fmla="*/ 3480102 w 12192000"/>
              <a:gd name="connsiteY6-126" fmla="*/ 3079813 h 5381035"/>
              <a:gd name="connsiteX7-127" fmla="*/ 6789914 w 12192000"/>
              <a:gd name="connsiteY7-128" fmla="*/ 82876 h 5381035"/>
              <a:gd name="connsiteX8-129" fmla="*/ 7259662 w 12192000"/>
              <a:gd name="connsiteY8-130" fmla="*/ 57321 h 5381035"/>
              <a:gd name="connsiteX9-131" fmla="*/ 10803922 w 12192000"/>
              <a:gd name="connsiteY9-132" fmla="*/ 0 h 5381035"/>
              <a:gd name="connsiteX10-133" fmla="*/ 12192000 w 12192000"/>
              <a:gd name="connsiteY10-134" fmla="*/ 0 h 5381035"/>
              <a:gd name="connsiteX11-135" fmla="*/ 12192000 w 12192000"/>
              <a:gd name="connsiteY11-136" fmla="*/ 1322246 h 5381035"/>
              <a:gd name="connsiteX12-137" fmla="*/ 10969953 w 12192000"/>
              <a:gd name="connsiteY12-138" fmla="*/ 120266 h 5381035"/>
              <a:gd name="connsiteX13-139" fmla="*/ 10803922 w 12192000"/>
              <a:gd name="connsiteY13-140" fmla="*/ 0 h 5381035"/>
              <a:gd name="connsiteX14-141" fmla="*/ 26916 w 12192000"/>
              <a:gd name="connsiteY14-142" fmla="*/ 3331235 h 5381035"/>
              <a:gd name="connsiteX15-143" fmla="*/ 2309846 w 12192000"/>
              <a:gd name="connsiteY15-144" fmla="*/ 2073351 h 5381035"/>
              <a:gd name="connsiteX16-145" fmla="*/ 26916 w 12192000"/>
              <a:gd name="connsiteY16-146" fmla="*/ 3331235 h 5381035"/>
              <a:gd name="connsiteX0-147" fmla="*/ 7259662 w 12192000"/>
              <a:gd name="connsiteY0-148" fmla="*/ 57321 h 5381035"/>
              <a:gd name="connsiteX1-149" fmla="*/ 12192000 w 12192000"/>
              <a:gd name="connsiteY1-150" fmla="*/ 3668162 h 5381035"/>
              <a:gd name="connsiteX2-151" fmla="*/ 12192000 w 12192000"/>
              <a:gd name="connsiteY2-152" fmla="*/ 5381035 h 5381035"/>
              <a:gd name="connsiteX3-153" fmla="*/ 0 w 12192000"/>
              <a:gd name="connsiteY3-154" fmla="*/ 5381035 h 5381035"/>
              <a:gd name="connsiteX4-155" fmla="*/ 0 w 12192000"/>
              <a:gd name="connsiteY4-156" fmla="*/ 4393412 h 5381035"/>
              <a:gd name="connsiteX5-157" fmla="*/ 4798 w 12192000"/>
              <a:gd name="connsiteY5-158" fmla="*/ 4668077 h 5381035"/>
              <a:gd name="connsiteX6-159" fmla="*/ 3480102 w 12192000"/>
              <a:gd name="connsiteY6-160" fmla="*/ 3079813 h 5381035"/>
              <a:gd name="connsiteX7-161" fmla="*/ 6789914 w 12192000"/>
              <a:gd name="connsiteY7-162" fmla="*/ 82876 h 5381035"/>
              <a:gd name="connsiteX8-163" fmla="*/ 7259662 w 12192000"/>
              <a:gd name="connsiteY8-164" fmla="*/ 57321 h 5381035"/>
              <a:gd name="connsiteX9-165" fmla="*/ 10803922 w 12192000"/>
              <a:gd name="connsiteY9-166" fmla="*/ 0 h 5381035"/>
              <a:gd name="connsiteX10-167" fmla="*/ 12192000 w 12192000"/>
              <a:gd name="connsiteY10-168" fmla="*/ 0 h 5381035"/>
              <a:gd name="connsiteX11-169" fmla="*/ 12192000 w 12192000"/>
              <a:gd name="connsiteY11-170" fmla="*/ 1322246 h 5381035"/>
              <a:gd name="connsiteX12-171" fmla="*/ 10969953 w 12192000"/>
              <a:gd name="connsiteY12-172" fmla="*/ 120266 h 5381035"/>
              <a:gd name="connsiteX13-173" fmla="*/ 10803922 w 12192000"/>
              <a:gd name="connsiteY13-174" fmla="*/ 0 h 5381035"/>
              <a:gd name="connsiteX0-175" fmla="*/ 7259662 w 12192000"/>
              <a:gd name="connsiteY0-176" fmla="*/ 57321 h 5381035"/>
              <a:gd name="connsiteX1-177" fmla="*/ 12192000 w 12192000"/>
              <a:gd name="connsiteY1-178" fmla="*/ 3668162 h 5381035"/>
              <a:gd name="connsiteX2-179" fmla="*/ 12192000 w 12192000"/>
              <a:gd name="connsiteY2-180" fmla="*/ 5381035 h 5381035"/>
              <a:gd name="connsiteX3-181" fmla="*/ 0 w 12192000"/>
              <a:gd name="connsiteY3-182" fmla="*/ 5381035 h 5381035"/>
              <a:gd name="connsiteX4-183" fmla="*/ 0 w 12192000"/>
              <a:gd name="connsiteY4-184" fmla="*/ 4393412 h 5381035"/>
              <a:gd name="connsiteX5-185" fmla="*/ 4798 w 12192000"/>
              <a:gd name="connsiteY5-186" fmla="*/ 4668077 h 5381035"/>
              <a:gd name="connsiteX6-187" fmla="*/ 3480102 w 12192000"/>
              <a:gd name="connsiteY6-188" fmla="*/ 3079813 h 5381035"/>
              <a:gd name="connsiteX7-189" fmla="*/ 6789914 w 12192000"/>
              <a:gd name="connsiteY7-190" fmla="*/ 82876 h 5381035"/>
              <a:gd name="connsiteX8-191" fmla="*/ 7259662 w 12192000"/>
              <a:gd name="connsiteY8-192" fmla="*/ 57321 h 5381035"/>
              <a:gd name="connsiteX9-193" fmla="*/ 10803922 w 12192000"/>
              <a:gd name="connsiteY9-194" fmla="*/ 0 h 5381035"/>
              <a:gd name="connsiteX10-195" fmla="*/ 12192000 w 12192000"/>
              <a:gd name="connsiteY10-196" fmla="*/ 1322246 h 5381035"/>
              <a:gd name="connsiteX11-197" fmla="*/ 10969953 w 12192000"/>
              <a:gd name="connsiteY11-198" fmla="*/ 120266 h 5381035"/>
              <a:gd name="connsiteX12-199" fmla="*/ 10803922 w 12192000"/>
              <a:gd name="connsiteY12-200" fmla="*/ 0 h 5381035"/>
              <a:gd name="connsiteX0-201" fmla="*/ 7259662 w 12192000"/>
              <a:gd name="connsiteY0-202" fmla="*/ 2583 h 5326297"/>
              <a:gd name="connsiteX1-203" fmla="*/ 12192000 w 12192000"/>
              <a:gd name="connsiteY1-204" fmla="*/ 3613424 h 5326297"/>
              <a:gd name="connsiteX2-205" fmla="*/ 12192000 w 12192000"/>
              <a:gd name="connsiteY2-206" fmla="*/ 5326297 h 5326297"/>
              <a:gd name="connsiteX3-207" fmla="*/ 0 w 12192000"/>
              <a:gd name="connsiteY3-208" fmla="*/ 5326297 h 5326297"/>
              <a:gd name="connsiteX4-209" fmla="*/ 0 w 12192000"/>
              <a:gd name="connsiteY4-210" fmla="*/ 4338674 h 5326297"/>
              <a:gd name="connsiteX5-211" fmla="*/ 4798 w 12192000"/>
              <a:gd name="connsiteY5-212" fmla="*/ 4613339 h 5326297"/>
              <a:gd name="connsiteX6-213" fmla="*/ 3480102 w 12192000"/>
              <a:gd name="connsiteY6-214" fmla="*/ 3025075 h 5326297"/>
              <a:gd name="connsiteX7-215" fmla="*/ 6789914 w 12192000"/>
              <a:gd name="connsiteY7-216" fmla="*/ 28138 h 5326297"/>
              <a:gd name="connsiteX8-217" fmla="*/ 7259662 w 12192000"/>
              <a:gd name="connsiteY8-218" fmla="*/ 2583 h 5326297"/>
              <a:gd name="connsiteX9-219" fmla="*/ 10969953 w 12192000"/>
              <a:gd name="connsiteY9-220" fmla="*/ 65528 h 5326297"/>
              <a:gd name="connsiteX10-221" fmla="*/ 12192000 w 12192000"/>
              <a:gd name="connsiteY10-222" fmla="*/ 1267508 h 5326297"/>
              <a:gd name="connsiteX11-223" fmla="*/ 10969953 w 12192000"/>
              <a:gd name="connsiteY11-224" fmla="*/ 65528 h 5326297"/>
              <a:gd name="connsiteX0-225" fmla="*/ 7259662 w 12192000"/>
              <a:gd name="connsiteY0-226" fmla="*/ 2583 h 5326297"/>
              <a:gd name="connsiteX1-227" fmla="*/ 12192000 w 12192000"/>
              <a:gd name="connsiteY1-228" fmla="*/ 3613424 h 5326297"/>
              <a:gd name="connsiteX2-229" fmla="*/ 12192000 w 12192000"/>
              <a:gd name="connsiteY2-230" fmla="*/ 5326297 h 5326297"/>
              <a:gd name="connsiteX3-231" fmla="*/ 0 w 12192000"/>
              <a:gd name="connsiteY3-232" fmla="*/ 5326297 h 5326297"/>
              <a:gd name="connsiteX4-233" fmla="*/ 0 w 12192000"/>
              <a:gd name="connsiteY4-234" fmla="*/ 4338674 h 5326297"/>
              <a:gd name="connsiteX5-235" fmla="*/ 4798 w 12192000"/>
              <a:gd name="connsiteY5-236" fmla="*/ 4613339 h 5326297"/>
              <a:gd name="connsiteX6-237" fmla="*/ 3480102 w 12192000"/>
              <a:gd name="connsiteY6-238" fmla="*/ 3025075 h 5326297"/>
              <a:gd name="connsiteX7-239" fmla="*/ 6789914 w 12192000"/>
              <a:gd name="connsiteY7-240" fmla="*/ 28138 h 5326297"/>
              <a:gd name="connsiteX8-241" fmla="*/ 7259662 w 12192000"/>
              <a:gd name="connsiteY8-242" fmla="*/ 2583 h 5326297"/>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Lst>
            <a:rect l="l" t="t" r="r" b="b"/>
            <a:pathLst>
              <a:path w="12192000" h="5326297">
                <a:moveTo>
                  <a:pt x="7259662" y="2583"/>
                </a:moveTo>
                <a:cubicBezTo>
                  <a:pt x="9625834" y="111255"/>
                  <a:pt x="12192000" y="3613424"/>
                  <a:pt x="12192000" y="3613424"/>
                </a:cubicBezTo>
                <a:lnTo>
                  <a:pt x="12192000" y="5326297"/>
                </a:lnTo>
                <a:lnTo>
                  <a:pt x="0" y="5326297"/>
                </a:lnTo>
                <a:lnTo>
                  <a:pt x="0" y="4338674"/>
                </a:lnTo>
                <a:cubicBezTo>
                  <a:pt x="1599" y="4430229"/>
                  <a:pt x="3199" y="4521784"/>
                  <a:pt x="4798" y="4613339"/>
                </a:cubicBezTo>
                <a:cubicBezTo>
                  <a:pt x="4798" y="4613339"/>
                  <a:pt x="1766092" y="5316740"/>
                  <a:pt x="3480102" y="3025075"/>
                </a:cubicBezTo>
                <a:cubicBezTo>
                  <a:pt x="5194112" y="732474"/>
                  <a:pt x="5876761" y="174992"/>
                  <a:pt x="6789914" y="28138"/>
                </a:cubicBezTo>
                <a:cubicBezTo>
                  <a:pt x="6945061" y="3175"/>
                  <a:pt x="7101917" y="-4662"/>
                  <a:pt x="7259662" y="2583"/>
                </a:cubicBezTo>
                <a:close/>
              </a:path>
            </a:pathLst>
          </a:custGeom>
          <a:solidFill>
            <a:srgbClr val="FFC000">
              <a:alpha val="20000"/>
            </a:srgbClr>
          </a:solidFill>
          <a:ln>
            <a:noFill/>
          </a:ln>
        </p:spPr>
        <p:txBody>
          <a:bodyPr vert="horz" wrap="square" lIns="91440" tIns="45720" rIns="91440" bIns="45720" numCol="1" anchor="t" anchorCtr="0" compatLnSpc="1">
            <a:noAutofit/>
          </a:bodyPr>
          <a:lstStyle/>
          <a:p>
            <a:endParaRPr lang="zh-CN" altLang="en-US"/>
          </a:p>
        </p:txBody>
      </p:sp>
      <p:sp>
        <p:nvSpPr>
          <p:cNvPr id="13" name="标题 1"/>
          <p:cNvSpPr>
            <a:spLocks noGrp="1"/>
          </p:cNvSpPr>
          <p:nvPr userDrawn="1">
            <p:ph type="ctrTitle" hasCustomPrompt="1"/>
          </p:nvPr>
        </p:nvSpPr>
        <p:spPr>
          <a:xfrm>
            <a:off x="4034971" y="2163199"/>
            <a:ext cx="6536871" cy="2390427"/>
          </a:xfrm>
        </p:spPr>
        <p:txBody>
          <a:bodyPr anchor="b">
            <a:normAutofit/>
          </a:bodyPr>
          <a:lstStyle>
            <a:lvl1pPr marL="0" indent="0" algn="ctr">
              <a:buFont typeface="Arial" panose="020B0604020202090204" pitchFamily="34" charset="0"/>
              <a:buNone/>
              <a:defRPr sz="3200">
                <a:solidFill>
                  <a:schemeClr val="bg1"/>
                </a:solidFill>
              </a:defRPr>
            </a:lvl1pPr>
          </a:lstStyle>
          <a:p>
            <a:r>
              <a:rPr lang="en-US" altLang="zh-CN" dirty="0"/>
              <a:t>Conclusion</a:t>
            </a:r>
            <a:endParaRPr lang="zh-CN" altLang="en-US" dirty="0"/>
          </a:p>
        </p:txBody>
      </p:sp>
      <p:sp>
        <p:nvSpPr>
          <p:cNvPr id="15" name="文本占位符 62"/>
          <p:cNvSpPr>
            <a:spLocks noGrp="1"/>
          </p:cNvSpPr>
          <p:nvPr userDrawn="1">
            <p:ph type="body" sz="quarter" idx="18" hasCustomPrompt="1"/>
          </p:nvPr>
        </p:nvSpPr>
        <p:spPr>
          <a:xfrm>
            <a:off x="4034971" y="5238353"/>
            <a:ext cx="6536871" cy="310871"/>
          </a:xfrm>
        </p:spPr>
        <p:txBody>
          <a:bodyPr vert="horz" lIns="91440" tIns="45720" rIns="91440" bIns="45720" rtlCol="0">
            <a:normAutofit/>
          </a:bodyPr>
          <a:lstStyle>
            <a:lvl1pPr marL="0" indent="0" algn="ctr">
              <a:buNone/>
              <a:defRPr lang="zh-CN" altLang="en-US" sz="1500" smtClean="0">
                <a:solidFill>
                  <a:schemeClr val="bg1"/>
                </a:solidFill>
              </a:defRPr>
            </a:lvl1pPr>
            <a:lvl2pPr>
              <a:defRPr lang="zh-CN" altLang="en-US" sz="2000" smtClean="0"/>
            </a:lvl2pPr>
            <a:lvl3pPr>
              <a:defRPr lang="zh-CN" altLang="en-US" sz="1800" smtClean="0"/>
            </a:lvl3pPr>
            <a:lvl4pPr>
              <a:defRPr lang="zh-CN" altLang="en-US" sz="1600" smtClean="0"/>
            </a:lvl4pPr>
            <a:lvl5pPr>
              <a:defRPr lang="zh-CN" altLang="en-US" sz="1600"/>
            </a:lvl5pPr>
          </a:lstStyle>
          <a:p>
            <a:pPr marL="228600" marR="0" lvl="0" indent="-228600" fontAlgn="auto">
              <a:spcAft>
                <a:spcPts val="0"/>
              </a:spcAft>
              <a:buClrTx/>
              <a:buSzTx/>
            </a:pPr>
            <a:r>
              <a:rPr lang="en-US" altLang="zh-CN" dirty="0"/>
              <a:t>Data</a:t>
            </a:r>
            <a:endParaRPr lang="en-US" altLang="zh-CN" dirty="0"/>
          </a:p>
        </p:txBody>
      </p:sp>
      <p:sp>
        <p:nvSpPr>
          <p:cNvPr id="6" name="文本占位符 13"/>
          <p:cNvSpPr>
            <a:spLocks noGrp="1"/>
          </p:cNvSpPr>
          <p:nvPr>
            <p:ph type="body" sz="quarter" idx="10" hasCustomPrompt="1"/>
          </p:nvPr>
        </p:nvSpPr>
        <p:spPr>
          <a:xfrm>
            <a:off x="4034973" y="4942082"/>
            <a:ext cx="6536871" cy="296271"/>
          </a:xfrm>
        </p:spPr>
        <p:txBody>
          <a:bodyPr vert="horz" anchor="ctr">
            <a:noAutofit/>
          </a:bodyPr>
          <a:lstStyle>
            <a:lvl1pPr marL="0" indent="0" algn="ctr">
              <a:buNone/>
              <a:defRPr sz="1500" b="0">
                <a:solidFill>
                  <a:schemeClr val="bg1"/>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ltLang="zh-CN" dirty="0"/>
              <a:t>Signature</a:t>
            </a:r>
            <a:endParaRPr lang="en-US" altLang="zh-CN" dirty="0"/>
          </a:p>
        </p:txBody>
      </p:sp>
      <p:sp>
        <p:nvSpPr>
          <p:cNvPr id="11" name="任意多边形: 形状 10"/>
          <p:cNvSpPr/>
          <p:nvPr userDrawn="1"/>
        </p:nvSpPr>
        <p:spPr bwMode="auto">
          <a:xfrm>
            <a:off x="0" y="543509"/>
            <a:ext cx="12192000" cy="6167761"/>
          </a:xfrm>
          <a:custGeom>
            <a:avLst/>
            <a:gdLst>
              <a:gd name="connsiteX0" fmla="*/ 7144392 w 12325350"/>
              <a:gd name="connsiteY0" fmla="*/ 261 h 6478847"/>
              <a:gd name="connsiteX1" fmla="*/ 8214533 w 12325350"/>
              <a:gd name="connsiteY1" fmla="*/ 121934 h 6478847"/>
              <a:gd name="connsiteX2" fmla="*/ 10903294 w 12325350"/>
              <a:gd name="connsiteY2" fmla="*/ 1454273 h 6478847"/>
              <a:gd name="connsiteX3" fmla="*/ 12325350 w 12325350"/>
              <a:gd name="connsiteY3" fmla="*/ 2857357 h 6478847"/>
              <a:gd name="connsiteX4" fmla="*/ 12325350 w 12325350"/>
              <a:gd name="connsiteY4" fmla="*/ 5321595 h 6478847"/>
              <a:gd name="connsiteX5" fmla="*/ 6864178 w 12325350"/>
              <a:gd name="connsiteY5" fmla="*/ 1555476 h 6478847"/>
              <a:gd name="connsiteX6" fmla="*/ 3518165 w 12325350"/>
              <a:gd name="connsiteY6" fmla="*/ 4703571 h 6478847"/>
              <a:gd name="connsiteX7" fmla="*/ 4850 w 12325350"/>
              <a:gd name="connsiteY7" fmla="*/ 6371943 h 6478847"/>
              <a:gd name="connsiteX8" fmla="*/ 0 w 12325350"/>
              <a:gd name="connsiteY8" fmla="*/ 6083424 h 6478847"/>
              <a:gd name="connsiteX9" fmla="*/ 0 w 12325350"/>
              <a:gd name="connsiteY9" fmla="*/ 4957873 h 6478847"/>
              <a:gd name="connsiteX10" fmla="*/ 27210 w 12325350"/>
              <a:gd name="connsiteY10" fmla="*/ 4967674 h 6478847"/>
              <a:gd name="connsiteX11" fmla="*/ 2335110 w 12325350"/>
              <a:gd name="connsiteY11" fmla="*/ 3646345 h 6478847"/>
              <a:gd name="connsiteX12" fmla="*/ 7144392 w 12325350"/>
              <a:gd name="connsiteY12" fmla="*/ 261 h 64788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2325350" h="6478847">
                <a:moveTo>
                  <a:pt x="7144392" y="261"/>
                </a:moveTo>
                <a:cubicBezTo>
                  <a:pt x="7479248" y="-3556"/>
                  <a:pt x="7835119" y="34487"/>
                  <a:pt x="8214533" y="121934"/>
                </a:cubicBezTo>
                <a:cubicBezTo>
                  <a:pt x="9475264" y="412769"/>
                  <a:pt x="10281892" y="1000335"/>
                  <a:pt x="10903294" y="1454273"/>
                </a:cubicBezTo>
                <a:cubicBezTo>
                  <a:pt x="11940956" y="2211820"/>
                  <a:pt x="12295475" y="2846549"/>
                  <a:pt x="12325350" y="2857357"/>
                </a:cubicBezTo>
                <a:cubicBezTo>
                  <a:pt x="12325350" y="5321595"/>
                  <a:pt x="12325350" y="5321595"/>
                  <a:pt x="12325350" y="5321595"/>
                </a:cubicBezTo>
                <a:cubicBezTo>
                  <a:pt x="12325350" y="5321595"/>
                  <a:pt x="9373688" y="1135927"/>
                  <a:pt x="6864178" y="1555476"/>
                </a:cubicBezTo>
                <a:cubicBezTo>
                  <a:pt x="5941038" y="1709737"/>
                  <a:pt x="5250922" y="2295337"/>
                  <a:pt x="3518165" y="4703571"/>
                </a:cubicBezTo>
                <a:cubicBezTo>
                  <a:pt x="1785408" y="7110821"/>
                  <a:pt x="4850" y="6371943"/>
                  <a:pt x="4850" y="6371943"/>
                </a:cubicBezTo>
                <a:lnTo>
                  <a:pt x="0" y="6083424"/>
                </a:lnTo>
                <a:lnTo>
                  <a:pt x="0" y="4957873"/>
                </a:lnTo>
                <a:lnTo>
                  <a:pt x="27210" y="4967674"/>
                </a:lnTo>
                <a:cubicBezTo>
                  <a:pt x="239930" y="5036640"/>
                  <a:pt x="1164005" y="5214497"/>
                  <a:pt x="2335110" y="3646345"/>
                </a:cubicBezTo>
                <a:cubicBezTo>
                  <a:pt x="3486174" y="2104845"/>
                  <a:pt x="4800399" y="26979"/>
                  <a:pt x="7144392" y="261"/>
                </a:cubicBezTo>
                <a:close/>
              </a:path>
            </a:pathLst>
          </a:custGeom>
          <a:gradFill flip="none" rotWithShape="1">
            <a:gsLst>
              <a:gs pos="78000">
                <a:srgbClr val="FFC000"/>
              </a:gs>
              <a:gs pos="11000">
                <a:schemeClr val="accent1"/>
              </a:gs>
            </a:gsLst>
            <a:lin ang="4800000" scaled="0"/>
            <a:tileRect/>
          </a:gradFill>
          <a:ln>
            <a:noFill/>
          </a:ln>
        </p:spPr>
        <p:txBody>
          <a:bodyPr vert="horz" wrap="square" lIns="91440" tIns="45720" rIns="91440" bIns="45720" numCol="1" anchor="t" anchorCtr="0" compatLnSpc="1">
            <a:noAutofit/>
          </a:bodyPr>
          <a:lstStyle/>
          <a:p>
            <a:endParaRPr lang="zh-CN" altLang="en-US" dirty="0">
              <a:gradFill>
                <a:gsLst>
                  <a:gs pos="100000">
                    <a:schemeClr val="accent3"/>
                  </a:gs>
                  <a:gs pos="0">
                    <a:schemeClr val="accent4"/>
                  </a:gs>
                </a:gsLst>
                <a:lin ang="13500000" scaled="1"/>
              </a:gradFill>
            </a:endParaRPr>
          </a:p>
        </p:txBody>
      </p:sp>
    </p:spTree>
  </p:cSld>
  <p:clrMapOvr>
    <a:overrideClrMapping bg1="lt1" tx1="dk1" bg2="lt2" tx2="dk2" accent1="accent1" accent2="accent2" accent3="accent3" accent4="accent4" accent5="accent5" accent6="accent6" hlink="hlink" folHlink="folHlink"/>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image" Target="../media/image2.png"/><Relationship Id="rId8" Type="http://schemas.openxmlformats.org/officeDocument/2006/relationships/tags" Target="../tags/tag3.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0"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669924" y="1"/>
            <a:ext cx="10850563" cy="1028699"/>
          </a:xfrm>
          <a:prstGeom prst="rect">
            <a:avLst/>
          </a:prstGeom>
        </p:spPr>
        <p:txBody>
          <a:bodyPr vert="horz" lIns="91440" tIns="45720" rIns="91440" bIns="45720" rtlCol="0" anchor="b">
            <a:normAutofit/>
          </a:bodyPr>
          <a:lstStyle/>
          <a:p>
            <a:r>
              <a:rPr lang="en-US" altLang="zh-CN" dirty="0"/>
              <a:t>Click to edit Master title style</a:t>
            </a:r>
            <a:endParaRPr lang="zh-CN" altLang="en-US" dirty="0"/>
          </a:p>
        </p:txBody>
      </p:sp>
      <p:sp>
        <p:nvSpPr>
          <p:cNvPr id="3" name="文本占位符 2"/>
          <p:cNvSpPr>
            <a:spLocks noGrp="1"/>
          </p:cNvSpPr>
          <p:nvPr>
            <p:ph type="body" idx="1"/>
          </p:nvPr>
        </p:nvSpPr>
        <p:spPr>
          <a:xfrm>
            <a:off x="669924" y="1123950"/>
            <a:ext cx="10850563" cy="5019675"/>
          </a:xfrm>
          <a:prstGeom prst="rect">
            <a:avLst/>
          </a:prstGeom>
        </p:spPr>
        <p:txBody>
          <a:bodyPr vert="horz" lIns="91440" tIns="45720" rIns="91440" bIns="45720" rtlCol="0">
            <a:normAutofit/>
          </a:bodyPr>
          <a:lstStyle/>
          <a:p>
            <a:pPr lvl="0"/>
            <a:r>
              <a:rPr lang="en-US" dirty="0"/>
              <a:t>Edit Master text styles</a:t>
            </a:r>
            <a:endParaRPr lang="en-US" dirty="0"/>
          </a:p>
          <a:p>
            <a:pPr lvl="1"/>
            <a:r>
              <a:rPr lang="en-US" dirty="0"/>
              <a:t>Second level</a:t>
            </a:r>
            <a:endParaRPr lang="en-US" dirty="0"/>
          </a:p>
          <a:p>
            <a:pPr lvl="2"/>
            <a:r>
              <a:rPr lang="en-US" dirty="0"/>
              <a:t>Third level</a:t>
            </a:r>
            <a:endParaRPr lang="en-US" dirty="0"/>
          </a:p>
          <a:p>
            <a:pPr lvl="3"/>
            <a:r>
              <a:rPr lang="en-US" dirty="0"/>
              <a:t>Fourth level</a:t>
            </a:r>
            <a:endParaRPr lang="en-US" dirty="0"/>
          </a:p>
          <a:p>
            <a:pPr lvl="4"/>
            <a:r>
              <a:rPr lang="en-US" dirty="0"/>
              <a:t>Fifth level</a:t>
            </a:r>
            <a:endParaRPr lang="zh-CN" altLang="en-US" dirty="0"/>
          </a:p>
        </p:txBody>
      </p:sp>
      <p:sp>
        <p:nvSpPr>
          <p:cNvPr id="8" name="日期占位符 3"/>
          <p:cNvSpPr>
            <a:spLocks noGrp="1"/>
          </p:cNvSpPr>
          <p:nvPr>
            <p:ph type="dt" sz="half" idx="2"/>
          </p:nvPr>
        </p:nvSpPr>
        <p:spPr>
          <a:xfrm>
            <a:off x="5401732" y="6240463"/>
            <a:ext cx="1388536" cy="206381"/>
          </a:xfrm>
          <a:prstGeom prst="rect">
            <a:avLst/>
          </a:prstGeom>
        </p:spPr>
        <p:txBody>
          <a:bodyPr vert="horz" lIns="91440" tIns="45720" rIns="91440" bIns="45720" rtlCol="0" anchor="ctr"/>
          <a:lstStyle>
            <a:lvl1pPr algn="ctr">
              <a:defRPr sz="1000">
                <a:solidFill>
                  <a:schemeClr val="tx1">
                    <a:lumMod val="50000"/>
                    <a:lumOff val="50000"/>
                  </a:schemeClr>
                </a:solidFill>
              </a:defRPr>
            </a:lvl1pPr>
          </a:lstStyle>
          <a:p>
            <a:fld id="{67FE44A0-2E53-457E-9AC0-11D6EE9FA3B5}" type="datetime1">
              <a:rPr lang="zh-CN" altLang="en-US" smtClean="0"/>
            </a:fld>
            <a:endParaRPr lang="zh-CN" altLang="en-US"/>
          </a:p>
        </p:txBody>
      </p:sp>
      <p:sp>
        <p:nvSpPr>
          <p:cNvPr id="9" name="页脚占位符 4"/>
          <p:cNvSpPr>
            <a:spLocks noGrp="1"/>
          </p:cNvSpPr>
          <p:nvPr>
            <p:ph type="ftr" sz="quarter" idx="3"/>
          </p:nvPr>
        </p:nvSpPr>
        <p:spPr>
          <a:xfrm>
            <a:off x="669924" y="6240463"/>
            <a:ext cx="4140201" cy="206381"/>
          </a:xfrm>
          <a:prstGeom prst="rect">
            <a:avLst/>
          </a:prstGeom>
        </p:spPr>
        <p:txBody>
          <a:bodyPr vert="horz" lIns="91440" tIns="45720" rIns="91440" bIns="45720" rtlCol="0" anchor="ctr"/>
          <a:lstStyle>
            <a:lvl1pPr algn="l">
              <a:defRPr sz="1000">
                <a:solidFill>
                  <a:schemeClr val="tx1">
                    <a:lumMod val="50000"/>
                    <a:lumOff val="50000"/>
                  </a:schemeClr>
                </a:solidFill>
              </a:defRPr>
            </a:lvl1pPr>
          </a:lstStyle>
          <a:p>
            <a:r>
              <a:rPr lang="zh-CN" altLang="en-US"/>
              <a:t>请在插入菜单</a:t>
            </a:r>
            <a:r>
              <a:rPr lang="en-US" altLang="zh-CN"/>
              <a:t>—</a:t>
            </a:r>
            <a:r>
              <a:rPr lang="zh-CN" altLang="en-US"/>
              <a:t>页眉和页脚中修改此文本</a:t>
            </a:r>
            <a:endParaRPr lang="zh-CN" altLang="en-US" dirty="0"/>
          </a:p>
        </p:txBody>
      </p:sp>
      <p:sp>
        <p:nvSpPr>
          <p:cNvPr id="10" name="灯片编号占位符 5"/>
          <p:cNvSpPr>
            <a:spLocks noGrp="1"/>
          </p:cNvSpPr>
          <p:nvPr>
            <p:ph type="sldNum" sz="quarter" idx="4"/>
          </p:nvPr>
        </p:nvSpPr>
        <p:spPr>
          <a:xfrm>
            <a:off x="8610599" y="6240463"/>
            <a:ext cx="2909888" cy="206381"/>
          </a:xfrm>
          <a:prstGeom prst="rect">
            <a:avLst/>
          </a:prstGeom>
        </p:spPr>
        <p:txBody>
          <a:bodyPr vert="horz" lIns="91440" tIns="45720" rIns="91440" bIns="45720" rtlCol="0" anchor="ctr"/>
          <a:lstStyle>
            <a:lvl1pPr algn="r">
              <a:defRPr sz="1000">
                <a:solidFill>
                  <a:schemeClr val="tx1">
                    <a:lumMod val="50000"/>
                    <a:lumOff val="50000"/>
                  </a:schemeClr>
                </a:solidFill>
              </a:defRPr>
            </a:lvl1pPr>
          </a:lstStyle>
          <a:p>
            <a:fld id="{5DD3DB80-B894-403A-B48E-6FDC1A72010E}" type="slidenum">
              <a:rPr lang="zh-CN" altLang="en-US" smtClean="0"/>
            </a:fld>
            <a:endParaRPr lang="zh-CN" altLang="en-US"/>
          </a:p>
        </p:txBody>
      </p:sp>
      <p:pic>
        <p:nvPicPr>
          <p:cNvPr id="4" name="图片 3"/>
          <p:cNvPicPr>
            <a:picLocks noChangeAspect="1"/>
          </p:cNvPicPr>
          <p:nvPr userDrawn="1">
            <p:custDataLst>
              <p:tags r:id="rId8"/>
            </p:custDataLst>
          </p:nvPr>
        </p:nvPicPr>
        <p:blipFill>
          <a:blip r:embed="rId9"/>
          <a:stretch>
            <a:fillRect/>
          </a:stretch>
        </p:blipFill>
        <p:spPr>
          <a:xfrm>
            <a:off x="10033000" y="38100"/>
            <a:ext cx="2019300" cy="762000"/>
          </a:xfrm>
          <a:prstGeom prst="rect">
            <a:avLst/>
          </a:prstGeom>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Lst>
  <p:hf hdr="0" dt="0"/>
  <p:txStyles>
    <p:titleStyle>
      <a:lvl1pPr algn="l" defTabSz="914400" rtl="0" eaLnBrk="1" latinLnBrk="0" hangingPunct="1">
        <a:lnSpc>
          <a:spcPct val="90000"/>
        </a:lnSpc>
        <a:spcBef>
          <a:spcPct val="0"/>
        </a:spcBef>
        <a:buNone/>
        <a:defRPr sz="2800" b="1"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9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9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9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9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9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tags" Target="../tags/tag4.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image" Target="../media/image6.png"/><Relationship Id="rId3" Type="http://schemas.openxmlformats.org/officeDocument/2006/relationships/tags" Target="../tags/tag5.xml"/><Relationship Id="rId2" Type="http://schemas.openxmlformats.org/officeDocument/2006/relationships/image" Target="../media/image5.jpeg"/><Relationship Id="rId1" Type="http://schemas.openxmlformats.org/officeDocument/2006/relationships/image" Target="../media/image4.jpeg"/></Relationships>
</file>

<file path=ppt/slides/_rels/slide5.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image" Target="../media/image10.jpeg"/><Relationship Id="rId3" Type="http://schemas.openxmlformats.org/officeDocument/2006/relationships/image" Target="../media/image9.jpeg"/><Relationship Id="rId2" Type="http://schemas.openxmlformats.org/officeDocument/2006/relationships/image" Target="../media/image8.jpeg"/><Relationship Id="rId1" Type="http://schemas.openxmlformats.org/officeDocument/2006/relationships/image" Target="../media/image7.jpe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slideLayout" Target="../slideLayouts/slideLayout5.xml"/><Relationship Id="rId1" Type="http://schemas.openxmlformats.org/officeDocument/2006/relationships/image" Target="../media/image3.png"/></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11.png"/></Relationships>
</file>

<file path=ppt/slides/_rels/slide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2.png"/></Relationships>
</file>

<file path=ppt/slides/_rels/slide10.xml.rels><?xml version="1.0" encoding="UTF-8" standalone="yes"?>
<Relationships xmlns="http://schemas.openxmlformats.org/package/2006/relationships"><Relationship Id="rId4" Type="http://schemas.openxmlformats.org/officeDocument/2006/relationships/slideLayout" Target="../slideLayouts/slideLayout5.xml"/><Relationship Id="rId3" Type="http://schemas.openxmlformats.org/officeDocument/2006/relationships/image" Target="../media/image13.png"/><Relationship Id="rId2" Type="http://schemas.openxmlformats.org/officeDocument/2006/relationships/image" Target="../media/image3.png"/><Relationship Id="rId1" Type="http://schemas.openxmlformats.org/officeDocument/2006/relationships/tags" Target="../tags/tag6.xml"/></Relationships>
</file>

<file path=ppt/slides/_rels/slide11.xml.rels><?xml version="1.0" encoding="UTF-8" standalone="yes"?>
<Relationships xmlns="http://schemas.openxmlformats.org/package/2006/relationships"><Relationship Id="rId2" Type="http://schemas.openxmlformats.org/officeDocument/2006/relationships/slideLayout" Target="../slideLayouts/slideLayout5.xml"/><Relationship Id="rId1" Type="http://schemas.openxmlformats.org/officeDocument/2006/relationships/image" Target="../media/image3.png"/></Relationships>
</file>

<file path=ppt/slides/_rels/slide12.xml.rels><?xml version="1.0" encoding="UTF-8" standalone="yes"?>
<Relationships xmlns="http://schemas.openxmlformats.org/package/2006/relationships"><Relationship Id="rId2" Type="http://schemas.openxmlformats.org/officeDocument/2006/relationships/slideLayout" Target="../slideLayouts/slideLayout5.xml"/><Relationship Id="rId1" Type="http://schemas.openxmlformats.org/officeDocument/2006/relationships/image" Target="../media/image3.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3.png"/></Relationships>
</file>

<file path=ppt/slides/_rels/slide17.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4.png"/></Relationships>
</file>

<file path=ppt/slides/_rels/slide18.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4.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2" Type="http://schemas.openxmlformats.org/officeDocument/2006/relationships/slideLayout" Target="../slideLayouts/slideLayout5.xml"/><Relationship Id="rId1" Type="http://schemas.openxmlformats.org/officeDocument/2006/relationships/image" Target="../media/image3.png"/></Relationships>
</file>

<file path=ppt/slides/_rels/slide21.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5.png"/></Relationships>
</file>

<file path=ppt/slides/_rels/slide22.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14.png"/><Relationship Id="rId1" Type="http://schemas.openxmlformats.org/officeDocument/2006/relationships/image" Target="../media/image16.png"/></Relationships>
</file>

<file path=ppt/slides/_rels/slide23.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14.png"/><Relationship Id="rId1" Type="http://schemas.openxmlformats.org/officeDocument/2006/relationships/image" Target="../media/image17.png"/></Relationships>
</file>

<file path=ppt/slides/_rels/slide24.xml.rels><?xml version="1.0" encoding="UTF-8" standalone="yes"?>
<Relationships xmlns="http://schemas.openxmlformats.org/package/2006/relationships"><Relationship Id="rId7" Type="http://schemas.openxmlformats.org/officeDocument/2006/relationships/slideLayout" Target="../slideLayouts/slideLayout7.xml"/><Relationship Id="rId6" Type="http://schemas.openxmlformats.org/officeDocument/2006/relationships/image" Target="../media/image14.png"/><Relationship Id="rId5" Type="http://schemas.openxmlformats.org/officeDocument/2006/relationships/image" Target="../media/image22.png"/><Relationship Id="rId4" Type="http://schemas.openxmlformats.org/officeDocument/2006/relationships/image" Target="../media/image21.png"/><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image" Target="../media/image18.png"/></Relationships>
</file>

<file path=ppt/slides/_rels/slide25.xml.rels><?xml version="1.0" encoding="UTF-8" standalone="yes"?>
<Relationships xmlns="http://schemas.openxmlformats.org/package/2006/relationships"><Relationship Id="rId6" Type="http://schemas.openxmlformats.org/officeDocument/2006/relationships/slideLayout" Target="../slideLayouts/slideLayout7.xml"/><Relationship Id="rId5" Type="http://schemas.openxmlformats.org/officeDocument/2006/relationships/image" Target="../media/image26.png"/><Relationship Id="rId4" Type="http://schemas.openxmlformats.org/officeDocument/2006/relationships/image" Target="../media/image25.png"/><Relationship Id="rId3" Type="http://schemas.openxmlformats.org/officeDocument/2006/relationships/image" Target="../media/image14.png"/><Relationship Id="rId2" Type="http://schemas.openxmlformats.org/officeDocument/2006/relationships/image" Target="../media/image24.png"/><Relationship Id="rId1" Type="http://schemas.openxmlformats.org/officeDocument/2006/relationships/image" Target="../media/image23.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image" Target="../media/image27.jpeg"/><Relationship Id="rId1" Type="http://schemas.openxmlformats.org/officeDocument/2006/relationships/tags" Target="../tags/tag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image" Target="../media/image28.jpeg"/><Relationship Id="rId1" Type="http://schemas.openxmlformats.org/officeDocument/2006/relationships/tags" Target="../tags/tag8.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tags" Target="../tags/tag9.xml"/></Relationships>
</file>

<file path=ppt/slides/_rels/slide34.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3.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27.jpe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0.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29.png"/></Relationships>
</file>

<file path=ppt/slides/_rels/slide41.xml.rels><?xml version="1.0" encoding="UTF-8" standalone="yes"?>
<Relationships xmlns="http://schemas.openxmlformats.org/package/2006/relationships"><Relationship Id="rId2" Type="http://schemas.openxmlformats.org/officeDocument/2006/relationships/slideLayout" Target="../slideLayouts/slideLayout5.xml"/><Relationship Id="rId1" Type="http://schemas.openxmlformats.org/officeDocument/2006/relationships/image" Target="../media/image3.png"/></Relationships>
</file>

<file path=ppt/slides/_rels/slide42.xml.rels><?xml version="1.0" encoding="UTF-8" standalone="yes"?>
<Relationships xmlns="http://schemas.openxmlformats.org/package/2006/relationships"><Relationship Id="rId9" Type="http://schemas.openxmlformats.org/officeDocument/2006/relationships/tags" Target="../tags/tag18.xml"/><Relationship Id="rId8" Type="http://schemas.openxmlformats.org/officeDocument/2006/relationships/tags" Target="../tags/tag17.xml"/><Relationship Id="rId7" Type="http://schemas.openxmlformats.org/officeDocument/2006/relationships/tags" Target="../tags/tag16.xml"/><Relationship Id="rId6" Type="http://schemas.openxmlformats.org/officeDocument/2006/relationships/tags" Target="../tags/tag15.xml"/><Relationship Id="rId5" Type="http://schemas.openxmlformats.org/officeDocument/2006/relationships/tags" Target="../tags/tag14.xml"/><Relationship Id="rId4" Type="http://schemas.openxmlformats.org/officeDocument/2006/relationships/tags" Target="../tags/tag13.xml"/><Relationship Id="rId3" Type="http://schemas.openxmlformats.org/officeDocument/2006/relationships/tags" Target="../tags/tag12.xml"/><Relationship Id="rId2" Type="http://schemas.openxmlformats.org/officeDocument/2006/relationships/tags" Target="../tags/tag11.xml"/><Relationship Id="rId15" Type="http://schemas.openxmlformats.org/officeDocument/2006/relationships/slideLayout" Target="../slideLayouts/slideLayout3.xml"/><Relationship Id="rId14" Type="http://schemas.openxmlformats.org/officeDocument/2006/relationships/tags" Target="../tags/tag23.xml"/><Relationship Id="rId13" Type="http://schemas.openxmlformats.org/officeDocument/2006/relationships/tags" Target="../tags/tag22.xml"/><Relationship Id="rId12" Type="http://schemas.openxmlformats.org/officeDocument/2006/relationships/tags" Target="../tags/tag21.xml"/><Relationship Id="rId11" Type="http://schemas.openxmlformats.org/officeDocument/2006/relationships/tags" Target="../tags/tag20.xml"/><Relationship Id="rId10" Type="http://schemas.openxmlformats.org/officeDocument/2006/relationships/tags" Target="../tags/tag19.xml"/><Relationship Id="rId1" Type="http://schemas.openxmlformats.org/officeDocument/2006/relationships/tags" Target="../tags/tag10.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8.xml.rels><?xml version="1.0" encoding="UTF-8" standalone="yes"?>
<Relationships xmlns="http://schemas.openxmlformats.org/package/2006/relationships"><Relationship Id="rId2" Type="http://schemas.openxmlformats.org/officeDocument/2006/relationships/slideLayout" Target="../slideLayouts/slideLayout5.xml"/><Relationship Id="rId1" Type="http://schemas.openxmlformats.org/officeDocument/2006/relationships/image" Target="../media/image3.png"/></Relationships>
</file>

<file path=ppt/slides/_rels/slide49.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tags" Target="../tags/tag24.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1.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tags" Target="../tags/tag25.xml"/></Relationships>
</file>

<file path=ppt/slides/_rels/slide52.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30.jpeg"/></Relationships>
</file>

<file path=ppt/slides/_rels/slide53.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31.png"/></Relationships>
</file>

<file path=ppt/slides/_rels/slide54.xml.rels><?xml version="1.0" encoding="UTF-8" standalone="yes"?>
<Relationships xmlns="http://schemas.openxmlformats.org/package/2006/relationships"><Relationship Id="rId5" Type="http://schemas.openxmlformats.org/officeDocument/2006/relationships/slideLayout" Target="../slideLayouts/slideLayout3.xml"/><Relationship Id="rId4" Type="http://schemas.openxmlformats.org/officeDocument/2006/relationships/image" Target="../media/image28.jpeg"/><Relationship Id="rId3" Type="http://schemas.openxmlformats.org/officeDocument/2006/relationships/image" Target="../media/image27.jpeg"/><Relationship Id="rId2" Type="http://schemas.openxmlformats.org/officeDocument/2006/relationships/image" Target="../media/image32.jpeg"/><Relationship Id="rId1" Type="http://schemas.openxmlformats.org/officeDocument/2006/relationships/tags" Target="../tags/tag26.xml"/></Relationships>
</file>

<file path=ppt/slides/_rels/slide55.xml.rels><?xml version="1.0" encoding="UTF-8" standalone="yes"?>
<Relationships xmlns="http://schemas.openxmlformats.org/package/2006/relationships"><Relationship Id="rId2" Type="http://schemas.openxmlformats.org/officeDocument/2006/relationships/slideLayout" Target="../slideLayouts/slideLayout5.xml"/><Relationship Id="rId1" Type="http://schemas.openxmlformats.org/officeDocument/2006/relationships/image" Target="../media/image3.png"/></Relationships>
</file>

<file path=ppt/slides/_rels/slide56.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image" Target="../media/image28.jpeg"/><Relationship Id="rId1" Type="http://schemas.openxmlformats.org/officeDocument/2006/relationships/tags" Target="../tags/tag27.xml"/></Relationships>
</file>

<file path=ppt/slides/_rels/slide57.xml.rels><?xml version="1.0" encoding="UTF-8" standalone="yes"?>
<Relationships xmlns="http://schemas.openxmlformats.org/package/2006/relationships"><Relationship Id="rId9" Type="http://schemas.openxmlformats.org/officeDocument/2006/relationships/tags" Target="../tags/tag36.xml"/><Relationship Id="rId8" Type="http://schemas.openxmlformats.org/officeDocument/2006/relationships/tags" Target="../tags/tag35.xml"/><Relationship Id="rId7" Type="http://schemas.openxmlformats.org/officeDocument/2006/relationships/tags" Target="../tags/tag34.xml"/><Relationship Id="rId6" Type="http://schemas.openxmlformats.org/officeDocument/2006/relationships/tags" Target="../tags/tag33.xml"/><Relationship Id="rId5" Type="http://schemas.openxmlformats.org/officeDocument/2006/relationships/tags" Target="../tags/tag32.xml"/><Relationship Id="rId4" Type="http://schemas.openxmlformats.org/officeDocument/2006/relationships/tags" Target="../tags/tag31.xml"/><Relationship Id="rId3" Type="http://schemas.openxmlformats.org/officeDocument/2006/relationships/tags" Target="../tags/tag30.xml"/><Relationship Id="rId2" Type="http://schemas.openxmlformats.org/officeDocument/2006/relationships/tags" Target="../tags/tag29.xml"/><Relationship Id="rId19" Type="http://schemas.openxmlformats.org/officeDocument/2006/relationships/slideLayout" Target="../slideLayouts/slideLayout3.xml"/><Relationship Id="rId18" Type="http://schemas.openxmlformats.org/officeDocument/2006/relationships/tags" Target="../tags/tag45.xml"/><Relationship Id="rId17" Type="http://schemas.openxmlformats.org/officeDocument/2006/relationships/tags" Target="../tags/tag44.xml"/><Relationship Id="rId16" Type="http://schemas.openxmlformats.org/officeDocument/2006/relationships/tags" Target="../tags/tag43.xml"/><Relationship Id="rId15" Type="http://schemas.openxmlformats.org/officeDocument/2006/relationships/tags" Target="../tags/tag42.xml"/><Relationship Id="rId14" Type="http://schemas.openxmlformats.org/officeDocument/2006/relationships/tags" Target="../tags/tag41.xml"/><Relationship Id="rId13" Type="http://schemas.openxmlformats.org/officeDocument/2006/relationships/tags" Target="../tags/tag40.xml"/><Relationship Id="rId12" Type="http://schemas.openxmlformats.org/officeDocument/2006/relationships/tags" Target="../tags/tag39.xml"/><Relationship Id="rId11" Type="http://schemas.openxmlformats.org/officeDocument/2006/relationships/tags" Target="../tags/tag38.xml"/><Relationship Id="rId10" Type="http://schemas.openxmlformats.org/officeDocument/2006/relationships/tags" Target="../tags/tag37.xml"/><Relationship Id="rId1" Type="http://schemas.openxmlformats.org/officeDocument/2006/relationships/tags" Target="../tags/tag28.xml"/></Relationships>
</file>

<file path=ppt/slides/_rels/slide58.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tags" Target="../tags/tag46.xml"/></Relationships>
</file>

<file path=ppt/slides/_rels/slide59.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33.jpeg"/></Relationships>
</file>

<file path=ppt/slides/_rels/slide60.xml.rels><?xml version="1.0" encoding="UTF-8" standalone="yes"?>
<Relationships xmlns="http://schemas.openxmlformats.org/package/2006/relationships"><Relationship Id="rId5" Type="http://schemas.openxmlformats.org/officeDocument/2006/relationships/slideLayout" Target="../slideLayouts/slideLayout3.xml"/><Relationship Id="rId4" Type="http://schemas.openxmlformats.org/officeDocument/2006/relationships/image" Target="../media/image28.jpeg"/><Relationship Id="rId3" Type="http://schemas.openxmlformats.org/officeDocument/2006/relationships/image" Target="../media/image27.jpeg"/><Relationship Id="rId2" Type="http://schemas.openxmlformats.org/officeDocument/2006/relationships/image" Target="../media/image32.jpeg"/><Relationship Id="rId1" Type="http://schemas.openxmlformats.org/officeDocument/2006/relationships/tags" Target="../tags/tag47.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3.xml.rels><?xml version="1.0" encoding="UTF-8" standalone="yes"?>
<Relationships xmlns="http://schemas.openxmlformats.org/package/2006/relationships"><Relationship Id="rId2" Type="http://schemas.openxmlformats.org/officeDocument/2006/relationships/slideLayout" Target="../slideLayouts/slideLayout5.xml"/><Relationship Id="rId1" Type="http://schemas.openxmlformats.org/officeDocument/2006/relationships/image" Target="../media/image3.png"/></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5.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35.png"/><Relationship Id="rId1" Type="http://schemas.openxmlformats.org/officeDocument/2006/relationships/image" Target="../media/image34.png"/></Relationships>
</file>

<file path=ppt/slides/_rels/slide66.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34.png"/></Relationships>
</file>

<file path=ppt/slides/_rels/slide67.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34.png"/></Relationships>
</file>

<file path=ppt/slides/_rels/slide68.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34.png"/></Relationships>
</file>

<file path=ppt/slides/_rels/slide69.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36.png"/></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1.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37.png"/></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3.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38.png"/></Relationships>
</file>

<file path=ppt/slides/_rels/slide74.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34.png"/><Relationship Id="rId1" Type="http://schemas.openxmlformats.org/officeDocument/2006/relationships/image" Target="../media/image39.png"/></Relationships>
</file>

<file path=ppt/slides/_rels/slide75.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34.png"/><Relationship Id="rId1" Type="http://schemas.openxmlformats.org/officeDocument/2006/relationships/image" Target="../media/image40.png"/></Relationships>
</file>

<file path=ppt/slides/_rels/slide76.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34.png"/></Relationships>
</file>

<file path=ppt/slides/_rels/slide77.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34.png"/></Relationships>
</file>

<file path=ppt/slides/_rels/slide78.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34.png"/><Relationship Id="rId1" Type="http://schemas.openxmlformats.org/officeDocument/2006/relationships/image" Target="../media/image41.png"/></Relationships>
</file>

<file path=ppt/slides/_rels/slide79.xml.rels><?xml version="1.0" encoding="UTF-8" standalone="yes"?>
<Relationships xmlns="http://schemas.openxmlformats.org/package/2006/relationships"><Relationship Id="rId9" Type="http://schemas.openxmlformats.org/officeDocument/2006/relationships/image" Target="../media/image50.png"/><Relationship Id="rId8" Type="http://schemas.openxmlformats.org/officeDocument/2006/relationships/image" Target="../media/image49.png"/><Relationship Id="rId7" Type="http://schemas.openxmlformats.org/officeDocument/2006/relationships/image" Target="../media/image48.png"/><Relationship Id="rId6" Type="http://schemas.openxmlformats.org/officeDocument/2006/relationships/image" Target="../media/image47.png"/><Relationship Id="rId5" Type="http://schemas.openxmlformats.org/officeDocument/2006/relationships/image" Target="../media/image46.png"/><Relationship Id="rId4" Type="http://schemas.openxmlformats.org/officeDocument/2006/relationships/image" Target="../media/image45.png"/><Relationship Id="rId3" Type="http://schemas.openxmlformats.org/officeDocument/2006/relationships/image" Target="../media/image44.png"/><Relationship Id="rId2" Type="http://schemas.openxmlformats.org/officeDocument/2006/relationships/image" Target="../media/image43.png"/><Relationship Id="rId14" Type="http://schemas.openxmlformats.org/officeDocument/2006/relationships/slideLayout" Target="../slideLayouts/slideLayout7.xml"/><Relationship Id="rId13" Type="http://schemas.openxmlformats.org/officeDocument/2006/relationships/image" Target="../media/image53.png"/><Relationship Id="rId12" Type="http://schemas.openxmlformats.org/officeDocument/2006/relationships/image" Target="../media/image52.png"/><Relationship Id="rId11" Type="http://schemas.openxmlformats.org/officeDocument/2006/relationships/image" Target="../media/image34.png"/><Relationship Id="rId10" Type="http://schemas.openxmlformats.org/officeDocument/2006/relationships/image" Target="../media/image51.png"/><Relationship Id="rId1" Type="http://schemas.openxmlformats.org/officeDocument/2006/relationships/image" Target="../media/image42.png"/></Relationships>
</file>

<file path=ppt/slides/_rels/slide80.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34.png"/></Relationships>
</file>

<file path=ppt/slides/_rels/slide81.xml.rels><?xml version="1.0" encoding="UTF-8" standalone="yes"?>
<Relationships xmlns="http://schemas.openxmlformats.org/package/2006/relationships"><Relationship Id="rId8" Type="http://schemas.openxmlformats.org/officeDocument/2006/relationships/slideLayout" Target="../slideLayouts/slideLayout7.xml"/><Relationship Id="rId7" Type="http://schemas.openxmlformats.org/officeDocument/2006/relationships/image" Target="../media/image34.png"/><Relationship Id="rId6" Type="http://schemas.openxmlformats.org/officeDocument/2006/relationships/image" Target="../media/image59.png"/><Relationship Id="rId5" Type="http://schemas.openxmlformats.org/officeDocument/2006/relationships/image" Target="../media/image58.png"/><Relationship Id="rId4" Type="http://schemas.openxmlformats.org/officeDocument/2006/relationships/image" Target="../media/image57.png"/><Relationship Id="rId3" Type="http://schemas.openxmlformats.org/officeDocument/2006/relationships/image" Target="../media/image56.png"/><Relationship Id="rId2" Type="http://schemas.openxmlformats.org/officeDocument/2006/relationships/image" Target="../media/image55.png"/><Relationship Id="rId1" Type="http://schemas.openxmlformats.org/officeDocument/2006/relationships/image" Target="../media/image54.png"/></Relationships>
</file>

<file path=ppt/slides/_rels/slide82.xml.rels><?xml version="1.0" encoding="UTF-8" standalone="yes"?>
<Relationships xmlns="http://schemas.openxmlformats.org/package/2006/relationships"><Relationship Id="rId4" Type="http://schemas.openxmlformats.org/officeDocument/2006/relationships/slideLayout" Target="../slideLayouts/slideLayout7.xml"/><Relationship Id="rId3" Type="http://schemas.openxmlformats.org/officeDocument/2006/relationships/hyperlink" Target="https://zh.wikipedia.org/wiki/%E5%BE%AE%E5%85%A7%E6%A0%B8" TargetMode="External"/><Relationship Id="rId2" Type="http://schemas.openxmlformats.org/officeDocument/2006/relationships/image" Target="../media/image60.png"/><Relationship Id="rId1" Type="http://schemas.openxmlformats.org/officeDocument/2006/relationships/image" Target="../media/image34.png"/></Relationships>
</file>

<file path=ppt/slides/_rels/slide83.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61.png"/></Relationships>
</file>

<file path=ppt/slides/_rels/slide84.xml.rels><?xml version="1.0" encoding="UTF-8" standalone="yes"?>
<Relationships xmlns="http://schemas.openxmlformats.org/package/2006/relationships"><Relationship Id="rId2" Type="http://schemas.openxmlformats.org/officeDocument/2006/relationships/slideLayout" Target="../slideLayouts/slideLayout5.xml"/><Relationship Id="rId1" Type="http://schemas.openxmlformats.org/officeDocument/2006/relationships/image" Target="../media/image3.png"/></Relationships>
</file>

<file path=ppt/slides/_rels/slide85.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4.png"/></Relationships>
</file>

<file path=ppt/slides/_rels/slide86.xml.rels><?xml version="1.0" encoding="UTF-8" standalone="yes"?>
<Relationships xmlns="http://schemas.openxmlformats.org/package/2006/relationships"><Relationship Id="rId6" Type="http://schemas.openxmlformats.org/officeDocument/2006/relationships/slideLayout" Target="../slideLayouts/slideLayout7.xml"/><Relationship Id="rId5" Type="http://schemas.openxmlformats.org/officeDocument/2006/relationships/image" Target="../media/image14.png"/><Relationship Id="rId4" Type="http://schemas.openxmlformats.org/officeDocument/2006/relationships/image" Target="../media/image65.png"/><Relationship Id="rId3" Type="http://schemas.openxmlformats.org/officeDocument/2006/relationships/image" Target="../media/image64.png"/><Relationship Id="rId2" Type="http://schemas.openxmlformats.org/officeDocument/2006/relationships/image" Target="../media/image63.png"/><Relationship Id="rId1" Type="http://schemas.openxmlformats.org/officeDocument/2006/relationships/image" Target="../media/image62.png"/></Relationships>
</file>

<file path=ppt/slides/_rels/slide87.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14.png"/><Relationship Id="rId1" Type="http://schemas.openxmlformats.org/officeDocument/2006/relationships/image" Target="../media/image66.png"/></Relationships>
</file>

<file path=ppt/slides/_rels/slide88.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tags" Target="../tags/tag48.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4.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6.xml.rels><?xml version="1.0" encoding="UTF-8" standalone="yes"?>
<Relationships xmlns="http://schemas.openxmlformats.org/package/2006/relationships"><Relationship Id="rId4" Type="http://schemas.openxmlformats.org/officeDocument/2006/relationships/slideLayout" Target="../slideLayouts/slideLayout5.xml"/><Relationship Id="rId3" Type="http://schemas.openxmlformats.org/officeDocument/2006/relationships/image" Target="../media/image13.png"/><Relationship Id="rId2" Type="http://schemas.openxmlformats.org/officeDocument/2006/relationships/tags" Target="../tags/tag49.xml"/><Relationship Id="rId1" Type="http://schemas.openxmlformats.org/officeDocument/2006/relationships/image" Target="../media/image3.png"/></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hidden="1"/>
          <p:cNvSpPr/>
          <p:nvPr>
            <p:custDataLst>
              <p:tags r:id="rId1"/>
            </p:custDataLst>
          </p:nvPr>
        </p:nvSpPr>
        <p:spPr>
          <a:xfrm>
            <a:off x="0" y="0"/>
            <a:ext cx="158750" cy="1587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numCol="1" spcCol="0" rtlCol="0" anchor="ctr" anchorCtr="0">
            <a:noAutofit/>
          </a:bodyPr>
          <a:lstStyle/>
          <a:p>
            <a:pPr algn="ctr">
              <a:lnSpc>
                <a:spcPct val="90000"/>
              </a:lnSpc>
              <a:spcBef>
                <a:spcPct val="0"/>
              </a:spcBef>
              <a:spcAft>
                <a:spcPct val="0"/>
              </a:spcAft>
            </a:pPr>
            <a:endParaRPr lang="en-US" altLang="zh-CN" sz="4000" b="1" dirty="0">
              <a:latin typeface="Arial" panose="020B0604020202090204" pitchFamily="34" charset="0"/>
              <a:ea typeface="微软雅黑" panose="020B0503020204020204" pitchFamily="34" charset="-122"/>
              <a:cs typeface="+mj-cs"/>
              <a:sym typeface="Arial" panose="020B0604020202090204" pitchFamily="34" charset="0"/>
            </a:endParaRPr>
          </a:p>
        </p:txBody>
      </p:sp>
      <p:sp>
        <p:nvSpPr>
          <p:cNvPr id="4" name="标题 3"/>
          <p:cNvSpPr>
            <a:spLocks noGrp="1"/>
          </p:cNvSpPr>
          <p:nvPr>
            <p:ph type="ctrTitle"/>
          </p:nvPr>
        </p:nvSpPr>
        <p:spPr>
          <a:xfrm>
            <a:off x="3721735" y="1563370"/>
            <a:ext cx="4991100" cy="1806575"/>
          </a:xfrm>
        </p:spPr>
        <p:txBody>
          <a:bodyPr>
            <a:normAutofit/>
          </a:bodyPr>
          <a:lstStyle/>
          <a:p>
            <a:r>
              <a:rPr lang="zh-CN" altLang="en-US" sz="4800" dirty="0"/>
              <a:t>计算机操作系统</a:t>
            </a:r>
            <a:endParaRPr lang="zh-CN" altLang="en-US" sz="2000" b="0" dirty="0"/>
          </a:p>
        </p:txBody>
      </p:sp>
      <p:sp>
        <p:nvSpPr>
          <p:cNvPr id="22" name="矩形: 圆角 21"/>
          <p:cNvSpPr/>
          <p:nvPr/>
        </p:nvSpPr>
        <p:spPr>
          <a:xfrm>
            <a:off x="3547744" y="3645362"/>
            <a:ext cx="4235540" cy="459272"/>
          </a:xfrm>
          <a:prstGeom prst="roundRect">
            <a:avLst>
              <a:gd name="adj" fmla="val 50000"/>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b="1" dirty="0">
                <a:solidFill>
                  <a:schemeClr val="tx1"/>
                </a:solidFill>
              </a:rPr>
              <a:t>主讲教师：韦平</a:t>
            </a:r>
            <a:endParaRPr lang="en-US" altLang="zh-CN" b="1" dirty="0">
              <a:solidFill>
                <a:schemeClr val="tx1"/>
              </a:solidFill>
            </a:endParaRPr>
          </a:p>
        </p:txBody>
      </p:sp>
      <p:sp>
        <p:nvSpPr>
          <p:cNvPr id="6" name="矩形 5"/>
          <p:cNvSpPr/>
          <p:nvPr/>
        </p:nvSpPr>
        <p:spPr>
          <a:xfrm>
            <a:off x="3681095" y="4100195"/>
            <a:ext cx="6122035" cy="1918335"/>
          </a:xfrm>
          <a:prstGeom prst="rect">
            <a:avLst/>
          </a:prstGeom>
        </p:spPr>
        <p:txBody>
          <a:bodyPr wrap="square">
            <a:spAutoFit/>
          </a:bodyPr>
          <a:lstStyle/>
          <a:p>
            <a:pPr algn="l">
              <a:lnSpc>
                <a:spcPct val="132000"/>
              </a:lnSpc>
            </a:pPr>
            <a:r>
              <a:rPr lang="zh-CN" altLang="en-US" dirty="0">
                <a:solidFill>
                  <a:srgbClr val="0000FF"/>
                </a:solidFill>
                <a:latin typeface="Times New Roman" panose="02020503050405090304" charset="0"/>
                <a:ea typeface="微软雅黑" panose="020B0503020204020204" pitchFamily="34" charset="-122"/>
                <a:cs typeface="+mn-ea"/>
                <a:sym typeface="Times New Roman" panose="02020503050405090304" charset="0"/>
              </a:rPr>
              <a:t>学院：软件学院</a:t>
            </a:r>
            <a:endParaRPr lang="en-US" altLang="zh-CN" dirty="0">
              <a:solidFill>
                <a:srgbClr val="0000FF"/>
              </a:solidFill>
              <a:latin typeface="Times New Roman" panose="02020503050405090304" charset="0"/>
              <a:ea typeface="微软雅黑" panose="020B0503020204020204" pitchFamily="34" charset="-122"/>
              <a:cs typeface="+mn-ea"/>
              <a:sym typeface="Times New Roman" panose="02020503050405090304" charset="0"/>
            </a:endParaRPr>
          </a:p>
          <a:p>
            <a:pPr algn="l">
              <a:lnSpc>
                <a:spcPct val="132000"/>
              </a:lnSpc>
            </a:pPr>
            <a:r>
              <a:rPr lang="zh-CN" altLang="en-US" dirty="0">
                <a:solidFill>
                  <a:srgbClr val="0000FF"/>
                </a:solidFill>
                <a:latin typeface="Times New Roman" panose="02020503050405090304" charset="0"/>
                <a:ea typeface="微软雅黑" panose="020B0503020204020204" pitchFamily="34" charset="-122"/>
                <a:cs typeface="+mn-ea"/>
                <a:sym typeface="Times New Roman" panose="02020503050405090304" charset="0"/>
              </a:rPr>
              <a:t>邮箱：</a:t>
            </a:r>
            <a:r>
              <a:rPr lang="en-US" altLang="zh-CN" dirty="0">
                <a:solidFill>
                  <a:srgbClr val="0000FF"/>
                </a:solidFill>
                <a:latin typeface="Times New Roman" panose="02020503050405090304" charset="0"/>
                <a:ea typeface="微软雅黑" panose="020B0503020204020204" pitchFamily="34" charset="-122"/>
                <a:cs typeface="+mn-ea"/>
                <a:sym typeface="Times New Roman" panose="02020503050405090304" charset="0"/>
              </a:rPr>
              <a:t>weip@ynu.edu.cn</a:t>
            </a:r>
            <a:endParaRPr lang="en-US" altLang="zh-CN" dirty="0">
              <a:solidFill>
                <a:srgbClr val="0000FF"/>
              </a:solidFill>
              <a:latin typeface="Times New Roman" panose="02020503050405090304" charset="0"/>
              <a:ea typeface="微软雅黑" panose="020B0503020204020204" pitchFamily="34" charset="-122"/>
              <a:cs typeface="+mn-ea"/>
              <a:sym typeface="Times New Roman" panose="02020503050405090304" charset="0"/>
            </a:endParaRPr>
          </a:p>
          <a:p>
            <a:pPr algn="l">
              <a:lnSpc>
                <a:spcPct val="132000"/>
              </a:lnSpc>
            </a:pPr>
            <a:r>
              <a:rPr lang="zh-CN" altLang="en-US" dirty="0">
                <a:solidFill>
                  <a:srgbClr val="0000FF"/>
                </a:solidFill>
                <a:latin typeface="Times New Roman" panose="02020503050405090304" charset="0"/>
                <a:ea typeface="微软雅黑" panose="020B0503020204020204" pitchFamily="34" charset="-122"/>
                <a:cs typeface="+mn-ea"/>
                <a:sym typeface="Times New Roman" panose="02020503050405090304" charset="0"/>
              </a:rPr>
              <a:t>办公地点：软件学院</a:t>
            </a:r>
            <a:r>
              <a:rPr lang="en-US" altLang="zh-CN" dirty="0">
                <a:solidFill>
                  <a:srgbClr val="0000FF"/>
                </a:solidFill>
                <a:latin typeface="Times New Roman" panose="02020503050405090304" charset="0"/>
                <a:ea typeface="微软雅黑" panose="020B0503020204020204" pitchFamily="34" charset="-122"/>
                <a:cs typeface="+mn-ea"/>
                <a:sym typeface="Times New Roman" panose="02020503050405090304" charset="0"/>
              </a:rPr>
              <a:t>125</a:t>
            </a:r>
            <a:endParaRPr lang="en-US" altLang="zh-CN" dirty="0">
              <a:solidFill>
                <a:srgbClr val="0000FF"/>
              </a:solidFill>
              <a:latin typeface="Times New Roman" panose="02020503050405090304" charset="0"/>
              <a:ea typeface="微软雅黑" panose="020B0503020204020204" pitchFamily="34" charset="-122"/>
              <a:cs typeface="+mn-ea"/>
              <a:sym typeface="Times New Roman" panose="02020503050405090304" charset="0"/>
            </a:endParaRPr>
          </a:p>
          <a:p>
            <a:pPr algn="l">
              <a:lnSpc>
                <a:spcPct val="132000"/>
              </a:lnSpc>
            </a:pPr>
            <a:r>
              <a:rPr lang="zh-CN" altLang="en-US" dirty="0">
                <a:solidFill>
                  <a:srgbClr val="0000FF"/>
                </a:solidFill>
                <a:latin typeface="Times New Roman" panose="02020503050405090304" charset="0"/>
                <a:ea typeface="微软雅黑" panose="020B0503020204020204" pitchFamily="34" charset="-122"/>
                <a:cs typeface="+mn-ea"/>
                <a:sym typeface="Times New Roman" panose="02020503050405090304" charset="0"/>
              </a:rPr>
              <a:t>办公电话：</a:t>
            </a:r>
            <a:r>
              <a:rPr lang="en-US" altLang="zh-CN" dirty="0">
                <a:solidFill>
                  <a:srgbClr val="0000FF"/>
                </a:solidFill>
                <a:latin typeface="Times New Roman" panose="02020503050405090304" charset="0"/>
                <a:ea typeface="微软雅黑" panose="020B0503020204020204" pitchFamily="34" charset="-122"/>
                <a:cs typeface="+mn-ea"/>
                <a:sym typeface="Times New Roman" panose="02020503050405090304" charset="0"/>
              </a:rPr>
              <a:t>15121079110</a:t>
            </a:r>
            <a:endParaRPr lang="en-US" altLang="zh-CN" dirty="0">
              <a:solidFill>
                <a:srgbClr val="0000FF"/>
              </a:solidFill>
              <a:latin typeface="Times New Roman" panose="02020503050405090304" charset="0"/>
              <a:ea typeface="微软雅黑" panose="020B0503020204020204" pitchFamily="34" charset="-122"/>
              <a:cs typeface="+mn-ea"/>
              <a:sym typeface="Times New Roman" panose="02020503050405090304" charset="0"/>
            </a:endParaRPr>
          </a:p>
          <a:p>
            <a:pPr algn="l">
              <a:lnSpc>
                <a:spcPct val="132000"/>
              </a:lnSpc>
            </a:pPr>
            <a:r>
              <a:rPr lang="en-US" altLang="zh-CN" dirty="0">
                <a:solidFill>
                  <a:srgbClr val="0000FF"/>
                </a:solidFill>
                <a:latin typeface="Times New Roman" panose="02020503050405090304" charset="0"/>
                <a:ea typeface="微软雅黑" panose="020B0503020204020204" pitchFamily="34" charset="-122"/>
                <a:cs typeface="+mn-ea"/>
                <a:sym typeface="Times New Roman" panose="02020503050405090304" charset="0"/>
              </a:rPr>
              <a:t>QQ</a:t>
            </a:r>
            <a:r>
              <a:rPr lang="zh-CN" altLang="en-US" dirty="0">
                <a:solidFill>
                  <a:srgbClr val="0000FF"/>
                </a:solidFill>
                <a:latin typeface="Times New Roman" panose="02020503050405090304" charset="0"/>
                <a:ea typeface="微软雅黑" panose="020B0503020204020204" pitchFamily="34" charset="-122"/>
                <a:cs typeface="+mn-ea"/>
                <a:sym typeface="Times New Roman" panose="02020503050405090304" charset="0"/>
              </a:rPr>
              <a:t>群：</a:t>
            </a:r>
            <a:r>
              <a:rPr lang="en-US" altLang="zh-CN" dirty="0">
                <a:solidFill>
                  <a:srgbClr val="0000FF"/>
                </a:solidFill>
                <a:latin typeface="Times New Roman" panose="02020503050405090304" charset="0"/>
                <a:ea typeface="微软雅黑" panose="020B0503020204020204" pitchFamily="34" charset="-122"/>
                <a:cs typeface="+mn-ea"/>
                <a:sym typeface="Times New Roman" panose="02020503050405090304" charset="0"/>
              </a:rPr>
              <a:t>679208496</a:t>
            </a:r>
            <a:endParaRPr lang="en-US" altLang="zh-CN" dirty="0">
              <a:solidFill>
                <a:srgbClr val="0000FF"/>
              </a:solidFill>
              <a:latin typeface="Times New Roman" panose="02020503050405090304" charset="0"/>
              <a:ea typeface="微软雅黑" panose="020B0503020204020204" pitchFamily="34" charset="-122"/>
              <a:cs typeface="+mn-ea"/>
              <a:sym typeface="Times New Roman" panose="02020503050405090304" charset="0"/>
            </a:endParaRPr>
          </a:p>
        </p:txBody>
      </p:sp>
    </p:spTree>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241" name="标题 1"/>
          <p:cNvSpPr>
            <a:spLocks noGrp="1"/>
          </p:cNvSpPr>
          <p:nvPr>
            <p:ph type="title"/>
          </p:nvPr>
        </p:nvSpPr>
        <p:spPr>
          <a:xfrm>
            <a:off x="2291080" y="1213168"/>
            <a:ext cx="7772400" cy="838200"/>
          </a:xfrm>
        </p:spPr>
        <p:txBody>
          <a:bodyPr wrap="square" lIns="91440" tIns="45720" rIns="91440" bIns="45720" anchor="ctr" anchorCtr="0"/>
          <a:p>
            <a:r>
              <a:rPr lang="zh-CN" altLang="en-US" dirty="0"/>
              <a:t>成绩评定</a:t>
            </a:r>
            <a:endParaRPr lang="zh-CN" altLang="en-US" dirty="0"/>
          </a:p>
        </p:txBody>
      </p:sp>
      <p:sp>
        <p:nvSpPr>
          <p:cNvPr id="10242" name="内容占位符 2"/>
          <p:cNvSpPr>
            <a:spLocks noGrp="1"/>
          </p:cNvSpPr>
          <p:nvPr>
            <p:ph idx="1"/>
          </p:nvPr>
        </p:nvSpPr>
        <p:spPr>
          <a:xfrm>
            <a:off x="2230755" y="2284095"/>
            <a:ext cx="7772400" cy="3337560"/>
          </a:xfrm>
        </p:spPr>
        <p:txBody>
          <a:bodyPr wrap="square" lIns="91440" tIns="45720" rIns="91440" bIns="45720" anchor="t" anchorCtr="0"/>
          <a:p>
            <a:r>
              <a:rPr lang="zh-CN" altLang="zh-CN" dirty="0"/>
              <a:t>总评成绩＝平时</a:t>
            </a:r>
            <a:r>
              <a:rPr lang="en-US" altLang="zh-CN" dirty="0"/>
              <a:t>(30%)+</a:t>
            </a:r>
            <a:r>
              <a:rPr lang="zh-CN" altLang="zh-CN" dirty="0"/>
              <a:t>期中</a:t>
            </a:r>
            <a:r>
              <a:rPr lang="en-US" altLang="zh-CN" dirty="0"/>
              <a:t>(20%)+</a:t>
            </a:r>
            <a:r>
              <a:rPr lang="zh-CN" altLang="zh-CN" dirty="0"/>
              <a:t>期末（</a:t>
            </a:r>
            <a:r>
              <a:rPr lang="en-US" altLang="zh-CN" dirty="0"/>
              <a:t>50%</a:t>
            </a:r>
            <a:r>
              <a:rPr lang="zh-CN" altLang="zh-CN" dirty="0"/>
              <a:t>）。</a:t>
            </a:r>
            <a:endParaRPr lang="zh-CN" altLang="zh-CN" dirty="0"/>
          </a:p>
          <a:p>
            <a:r>
              <a:rPr lang="zh-CN" altLang="zh-CN" dirty="0"/>
              <a:t>平时：课堂、</a:t>
            </a:r>
            <a:r>
              <a:rPr lang="zh-CN" altLang="en-US" dirty="0"/>
              <a:t>考勤</a:t>
            </a:r>
            <a:r>
              <a:rPr lang="en-US" altLang="zh-CN" dirty="0">
                <a:sym typeface="幼圆" panose="02010509060101010101" pitchFamily="49" charset="-122"/>
              </a:rPr>
              <a:t>(10%)+</a:t>
            </a:r>
            <a:r>
              <a:rPr lang="zh-CN" altLang="en-US" dirty="0">
                <a:sym typeface="幼圆" panose="02010509060101010101" pitchFamily="49" charset="-122"/>
              </a:rPr>
              <a:t>课程作业</a:t>
            </a:r>
            <a:r>
              <a:rPr lang="en-US" altLang="zh-CN" dirty="0"/>
              <a:t>(10%)+ </a:t>
            </a:r>
            <a:r>
              <a:rPr lang="zh-CN" altLang="en-US" dirty="0"/>
              <a:t>编程实践（</a:t>
            </a:r>
            <a:r>
              <a:rPr lang="en-US" altLang="zh-CN" dirty="0"/>
              <a:t>10%</a:t>
            </a:r>
            <a:r>
              <a:rPr lang="zh-CN" altLang="en-US" dirty="0"/>
              <a:t>）</a:t>
            </a:r>
            <a:endParaRPr lang="zh-CN" altLang="en-US" dirty="0"/>
          </a:p>
          <a:p>
            <a:r>
              <a:rPr lang="zh-CN" altLang="en-US" dirty="0"/>
              <a:t>实践平台</a:t>
            </a:r>
            <a:r>
              <a:rPr lang="en-US" altLang="zh-CN" dirty="0"/>
              <a:t>：https://www.educoder.net/paths/2104</a:t>
            </a:r>
            <a:endParaRPr lang="en-US" altLang="zh-CN" dirty="0"/>
          </a:p>
          <a:p>
            <a:r>
              <a:rPr lang="zh-CN" altLang="en-US" dirty="0"/>
              <a:t>部分阅读</a:t>
            </a:r>
            <a:r>
              <a:rPr lang="en-US" altLang="zh-CN" dirty="0"/>
              <a:t>Linux </a:t>
            </a:r>
            <a:r>
              <a:rPr lang="zh-CN" altLang="en-US" dirty="0"/>
              <a:t>内核</a:t>
            </a:r>
            <a:r>
              <a:rPr lang="en-US" altLang="zh-CN" dirty="0"/>
              <a:t>0.11 </a:t>
            </a:r>
            <a:r>
              <a:rPr lang="zh-CN" altLang="en-US" dirty="0"/>
              <a:t>代码</a:t>
            </a:r>
            <a:endParaRPr lang="en-US" altLang="zh-CN" dirty="0"/>
          </a:p>
        </p:txBody>
      </p:sp>
    </p:spTree>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265" name="标题 1"/>
          <p:cNvSpPr>
            <a:spLocks noGrp="1"/>
          </p:cNvSpPr>
          <p:nvPr>
            <p:ph type="title"/>
          </p:nvPr>
        </p:nvSpPr>
        <p:spPr>
          <a:xfrm>
            <a:off x="2209800" y="-20637"/>
            <a:ext cx="7772400" cy="838200"/>
          </a:xfrm>
        </p:spPr>
        <p:txBody>
          <a:bodyPr wrap="square" lIns="91440" tIns="45720" rIns="91440" bIns="45720" anchor="ctr" anchorCtr="0"/>
          <a:p>
            <a:r>
              <a:rPr lang="zh-CN" altLang="en-US" dirty="0"/>
              <a:t>推荐教材（参考书）</a:t>
            </a:r>
            <a:endParaRPr lang="zh-CN" altLang="en-US" dirty="0"/>
          </a:p>
        </p:txBody>
      </p:sp>
      <p:sp>
        <p:nvSpPr>
          <p:cNvPr id="11266" name="内容占位符 2"/>
          <p:cNvSpPr>
            <a:spLocks noGrp="1"/>
          </p:cNvSpPr>
          <p:nvPr>
            <p:ph idx="1"/>
          </p:nvPr>
        </p:nvSpPr>
        <p:spPr>
          <a:xfrm>
            <a:off x="2230755" y="1125855"/>
            <a:ext cx="7772400" cy="5429885"/>
          </a:xfrm>
        </p:spPr>
        <p:txBody>
          <a:bodyPr wrap="square" lIns="91440" tIns="45720" rIns="91440" bIns="45720" anchor="t" anchorCtr="0">
            <a:normAutofit fontScale="90000" lnSpcReduction="20000"/>
          </a:bodyPr>
          <a:p>
            <a:pPr marL="0" indent="0">
              <a:buNone/>
            </a:pPr>
            <a:r>
              <a:rPr lang="en-US" altLang="zh-CN" dirty="0"/>
              <a:t>《操作系统—CDIO之路》, 李彤主编，清华大学出版社，2012年</a:t>
            </a:r>
            <a:r>
              <a:rPr lang="zh-CN" altLang="en-US" dirty="0"/>
              <a:t>。</a:t>
            </a:r>
            <a:endParaRPr lang="zh-CN" altLang="en-US" dirty="0"/>
          </a:p>
          <a:p>
            <a:pPr marL="0" indent="0">
              <a:buNone/>
            </a:pPr>
            <a:endParaRPr lang="en-US" altLang="zh-CN" dirty="0"/>
          </a:p>
          <a:p>
            <a:pPr marL="0" indent="0">
              <a:buNone/>
            </a:pPr>
            <a:r>
              <a:rPr lang="en-US" altLang="zh-CN" dirty="0"/>
              <a:t>《王道计算机考研408教材》， 王道编著，电子工业出版社，2021年</a:t>
            </a:r>
            <a:r>
              <a:rPr lang="zh-CN" altLang="en-US" dirty="0"/>
              <a:t>。</a:t>
            </a:r>
            <a:endParaRPr lang="zh-CN" altLang="en-US" dirty="0"/>
          </a:p>
          <a:p>
            <a:pPr marL="0" indent="0">
              <a:buNone/>
            </a:pPr>
            <a:endParaRPr lang="en-US" altLang="zh-CN" dirty="0"/>
          </a:p>
          <a:p>
            <a:pPr marL="0" indent="0">
              <a:buNone/>
            </a:pPr>
            <a:r>
              <a:rPr lang="en-US" altLang="zh-CN" dirty="0"/>
              <a:t>《计算机操作系统教程（第4版）》，张尧学著；清华大学出版社，2014年</a:t>
            </a:r>
            <a:endParaRPr lang="en-US" altLang="zh-CN" dirty="0"/>
          </a:p>
          <a:p>
            <a:pPr marL="0" indent="0">
              <a:buNone/>
            </a:pPr>
            <a:endParaRPr lang="en-US" altLang="zh-CN" dirty="0"/>
          </a:p>
          <a:p>
            <a:pPr marL="0" indent="0">
              <a:buNone/>
            </a:pPr>
            <a:r>
              <a:rPr lang="zh-CN" altLang="en-US" dirty="0">
                <a:sym typeface="+mn-ea"/>
              </a:rPr>
              <a:t>《计算机操作系统》（汤小丹等，慕课版）</a:t>
            </a:r>
            <a:endParaRPr lang="zh-CN" altLang="en-US" dirty="0">
              <a:sym typeface="+mn-ea"/>
            </a:endParaRPr>
          </a:p>
          <a:p>
            <a:pPr marL="0" indent="0">
              <a:buNone/>
            </a:pPr>
            <a:endParaRPr lang="zh-CN" altLang="en-US" dirty="0">
              <a:sym typeface="+mn-ea"/>
            </a:endParaRPr>
          </a:p>
          <a:p>
            <a:pPr marL="0" indent="0">
              <a:buNone/>
            </a:pPr>
            <a:r>
              <a:rPr lang="zh-CN" altLang="en-US" dirty="0"/>
              <a:t>《现代操作系统：原理与实现》</a:t>
            </a:r>
            <a:r>
              <a:rPr lang="zh-CN" altLang="en-US" dirty="0">
                <a:sym typeface="+mn-ea"/>
              </a:rPr>
              <a:t>（海波、夏虞斌）</a:t>
            </a:r>
            <a:endParaRPr lang="zh-CN" altLang="en-US" dirty="0">
              <a:sym typeface="+mn-ea"/>
            </a:endParaRPr>
          </a:p>
          <a:p>
            <a:pPr marL="0" indent="0">
              <a:buNone/>
            </a:pPr>
            <a:endParaRPr lang="zh-CN" altLang="en-US" dirty="0">
              <a:sym typeface="+mn-ea"/>
            </a:endParaRPr>
          </a:p>
          <a:p>
            <a:pPr marL="0" indent="0">
              <a:buNone/>
            </a:pPr>
            <a:r>
              <a:rPr lang="zh-CN" altLang="en-US" dirty="0"/>
              <a:t>现代操作系统（原书第</a:t>
            </a:r>
            <a:r>
              <a:rPr lang="en-US" altLang="zh-CN" dirty="0"/>
              <a:t>4</a:t>
            </a:r>
            <a:r>
              <a:rPr lang="zh-CN" altLang="en-US" dirty="0"/>
              <a:t>版）</a:t>
            </a:r>
            <a:r>
              <a:rPr lang="zh-CN" altLang="en-US" dirty="0">
                <a:sym typeface="+mn-ea"/>
              </a:rPr>
              <a:t>（</a:t>
            </a:r>
            <a:r>
              <a:rPr lang="en-US" altLang="zh-CN" dirty="0">
                <a:sym typeface="+mn-ea"/>
              </a:rPr>
              <a:t> </a:t>
            </a:r>
            <a:r>
              <a:rPr lang="zh-CN" altLang="en-US" dirty="0">
                <a:sym typeface="+mn-ea"/>
              </a:rPr>
              <a:t>荷兰</a:t>
            </a:r>
            <a:r>
              <a:rPr lang="en-US" altLang="zh-CN" dirty="0">
                <a:sym typeface="+mn-ea"/>
              </a:rPr>
              <a:t> AnderwS.Tanenbaum</a:t>
            </a:r>
            <a:r>
              <a:rPr lang="zh-CN" altLang="en-US" dirty="0">
                <a:sym typeface="+mn-ea"/>
              </a:rPr>
              <a:t>等）</a:t>
            </a:r>
            <a:endParaRPr lang="zh-CN" altLang="en-US" dirty="0">
              <a:sym typeface="+mn-ea"/>
            </a:endParaRPr>
          </a:p>
          <a:p>
            <a:pPr marL="0" indent="0">
              <a:buNone/>
            </a:pPr>
            <a:endParaRPr lang="zh-CN" altLang="en-US" dirty="0">
              <a:sym typeface="+mn-ea"/>
            </a:endParaRPr>
          </a:p>
          <a:p>
            <a:pPr marL="0" indent="0">
              <a:buNone/>
            </a:pPr>
            <a:r>
              <a:rPr lang="en-US" altLang="zh-CN" dirty="0">
                <a:sym typeface="+mn-ea"/>
              </a:rPr>
              <a:t>Linux </a:t>
            </a:r>
            <a:r>
              <a:rPr lang="zh-CN" altLang="en-US" dirty="0">
                <a:sym typeface="+mn-ea"/>
              </a:rPr>
              <a:t>内核设计的艺术（第</a:t>
            </a:r>
            <a:r>
              <a:rPr lang="en-US" altLang="zh-CN" dirty="0">
                <a:sym typeface="+mn-ea"/>
              </a:rPr>
              <a:t>2</a:t>
            </a:r>
            <a:r>
              <a:rPr lang="zh-CN" altLang="en-US" dirty="0">
                <a:sym typeface="+mn-ea"/>
              </a:rPr>
              <a:t>版）（作者</a:t>
            </a:r>
            <a:r>
              <a:rPr lang="en-US" altLang="zh-CN" dirty="0">
                <a:sym typeface="+mn-ea"/>
              </a:rPr>
              <a:t>:</a:t>
            </a:r>
            <a:r>
              <a:rPr lang="zh-CN" altLang="en-US" dirty="0">
                <a:sym typeface="+mn-ea"/>
              </a:rPr>
              <a:t>新设计团队）</a:t>
            </a:r>
            <a:endParaRPr lang="zh-CN" altLang="en-US" dirty="0">
              <a:sym typeface="+mn-ea"/>
            </a:endParaRPr>
          </a:p>
          <a:p>
            <a:pPr marL="0" indent="0">
              <a:buNone/>
            </a:pPr>
            <a:endParaRPr lang="zh-CN" altLang="en-US" dirty="0">
              <a:sym typeface="+mn-ea"/>
            </a:endParaRPr>
          </a:p>
          <a:p>
            <a:pPr marL="0" indent="0">
              <a:buNone/>
            </a:pPr>
            <a:r>
              <a:rPr lang="en-US" altLang="zh-CN" dirty="0">
                <a:sym typeface="+mn-ea"/>
              </a:rPr>
              <a:t>Linux </a:t>
            </a:r>
            <a:r>
              <a:rPr lang="zh-CN" altLang="en-US" dirty="0">
                <a:sym typeface="+mn-ea"/>
              </a:rPr>
              <a:t>内核完全注释</a:t>
            </a:r>
            <a:r>
              <a:rPr lang="en-US" altLang="zh-CN" dirty="0">
                <a:sym typeface="+mn-ea"/>
              </a:rPr>
              <a:t> (</a:t>
            </a:r>
            <a:r>
              <a:rPr lang="zh-CN" altLang="en-US" dirty="0">
                <a:sym typeface="+mn-ea"/>
              </a:rPr>
              <a:t>第</a:t>
            </a:r>
            <a:r>
              <a:rPr lang="en-US" altLang="zh-CN" dirty="0">
                <a:sym typeface="+mn-ea"/>
              </a:rPr>
              <a:t>2</a:t>
            </a:r>
            <a:r>
              <a:rPr lang="zh-CN" altLang="en-US" dirty="0">
                <a:sym typeface="+mn-ea"/>
              </a:rPr>
              <a:t>版</a:t>
            </a:r>
            <a:r>
              <a:rPr lang="en-US" altLang="zh-CN" dirty="0">
                <a:sym typeface="+mn-ea"/>
              </a:rPr>
              <a:t>)</a:t>
            </a:r>
            <a:r>
              <a:rPr lang="zh-CN" altLang="en-US" dirty="0">
                <a:sym typeface="+mn-ea"/>
              </a:rPr>
              <a:t>（赵炯</a:t>
            </a:r>
            <a:r>
              <a:rPr lang="zh-CN" altLang="en-US" dirty="0">
                <a:sym typeface="+mn-ea"/>
              </a:rPr>
              <a:t>）</a:t>
            </a:r>
            <a:endParaRPr lang="zh-CN" altLang="en-US" dirty="0">
              <a:sym typeface="+mn-ea"/>
            </a:endParaRPr>
          </a:p>
          <a:p>
            <a:pPr marL="0" indent="0">
              <a:buNone/>
            </a:pPr>
            <a:endParaRPr lang="zh-CN" altLang="en-US" dirty="0">
              <a:sym typeface="+mn-ea"/>
            </a:endParaRPr>
          </a:p>
          <a:p>
            <a:pPr marL="0" indent="0">
              <a:buNone/>
            </a:pPr>
            <a:r>
              <a:rPr lang="zh-CN" altLang="en-US" dirty="0">
                <a:sym typeface="+mn-ea"/>
              </a:rPr>
              <a:t>实践平台：（头歌）</a:t>
            </a:r>
            <a:r>
              <a:rPr lang="en-US" altLang="zh-CN" dirty="0">
                <a:sym typeface="+mn-ea"/>
              </a:rPr>
              <a:t>https://www.educoder.net/paths/g34fbtex</a:t>
            </a:r>
            <a:endParaRPr lang="en-US" altLang="zh-CN" dirty="0">
              <a:sym typeface="+mn-ea"/>
            </a:endParaRPr>
          </a:p>
          <a:p>
            <a:pPr marL="0" indent="0">
              <a:buNone/>
            </a:pPr>
            <a:endParaRPr lang="zh-CN" altLang="en-US" dirty="0"/>
          </a:p>
          <a:p>
            <a:pPr marL="0" indent="0">
              <a:buNone/>
            </a:pPr>
            <a:endParaRPr lang="en-US" altLang="zh-CN" dirty="0"/>
          </a:p>
        </p:txBody>
      </p:sp>
    </p:spTree>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2290" name="文本占位符 2"/>
          <p:cNvSpPr>
            <a:spLocks noGrp="1"/>
          </p:cNvSpPr>
          <p:nvPr>
            <p:ph type="body" idx="1"/>
          </p:nvPr>
        </p:nvSpPr>
        <p:spPr/>
        <p:txBody>
          <a:bodyPr anchor="b" anchorCtr="0"/>
          <a:p>
            <a:endParaRPr kumimoji="1" lang="zh-CN" altLang="en-US">
              <a:latin typeface="+mn-lt"/>
              <a:ea typeface="+mn-ea"/>
              <a:cs typeface="+mn-cs"/>
            </a:endParaRPr>
          </a:p>
        </p:txBody>
      </p:sp>
      <p:pic>
        <p:nvPicPr>
          <p:cNvPr id="12291" name="图片 3" descr="操作系统-CDIO之路"/>
          <p:cNvPicPr>
            <a:picLocks noChangeAspect="1"/>
          </p:cNvPicPr>
          <p:nvPr/>
        </p:nvPicPr>
        <p:blipFill>
          <a:blip r:embed="rId1"/>
          <a:stretch>
            <a:fillRect/>
          </a:stretch>
        </p:blipFill>
        <p:spPr>
          <a:xfrm>
            <a:off x="-305435" y="420370"/>
            <a:ext cx="4876800" cy="4876800"/>
          </a:xfrm>
          <a:prstGeom prst="rect">
            <a:avLst/>
          </a:prstGeom>
          <a:noFill/>
          <a:ln w="9525">
            <a:noFill/>
          </a:ln>
        </p:spPr>
      </p:pic>
      <p:pic>
        <p:nvPicPr>
          <p:cNvPr id="12293" name="图片 4" descr="2022王道操作系统"/>
          <p:cNvPicPr>
            <a:picLocks noChangeAspect="1"/>
          </p:cNvPicPr>
          <p:nvPr/>
        </p:nvPicPr>
        <p:blipFill>
          <a:blip r:embed="rId2"/>
          <a:stretch>
            <a:fillRect/>
          </a:stretch>
        </p:blipFill>
        <p:spPr>
          <a:xfrm>
            <a:off x="3283585" y="572770"/>
            <a:ext cx="4722495" cy="4724400"/>
          </a:xfrm>
          <a:prstGeom prst="rect">
            <a:avLst/>
          </a:prstGeom>
          <a:noFill/>
          <a:ln w="9525">
            <a:noFill/>
          </a:ln>
        </p:spPr>
      </p:pic>
      <p:pic>
        <p:nvPicPr>
          <p:cNvPr id="14" name="图片 13"/>
          <p:cNvPicPr>
            <a:picLocks noChangeAspect="1"/>
          </p:cNvPicPr>
          <p:nvPr>
            <p:custDataLst>
              <p:tags r:id="rId3"/>
            </p:custDataLst>
          </p:nvPr>
        </p:nvPicPr>
        <p:blipFill>
          <a:blip r:embed="rId4"/>
          <a:stretch>
            <a:fillRect/>
          </a:stretch>
        </p:blipFill>
        <p:spPr>
          <a:xfrm>
            <a:off x="8428355" y="0"/>
            <a:ext cx="3597275" cy="5097145"/>
          </a:xfrm>
          <a:prstGeom prst="rect">
            <a:avLst/>
          </a:prstGeom>
        </p:spPr>
      </p:pic>
    </p:spTree>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4" name="图片 3"/>
          <p:cNvPicPr/>
          <p:nvPr/>
        </p:nvPicPr>
        <p:blipFill>
          <a:blip r:embed="rId1"/>
          <a:stretch>
            <a:fillRect/>
          </a:stretch>
        </p:blipFill>
        <p:spPr>
          <a:xfrm>
            <a:off x="-228600" y="1069340"/>
            <a:ext cx="3495675" cy="3907155"/>
          </a:xfrm>
          <a:prstGeom prst="rect">
            <a:avLst/>
          </a:prstGeom>
        </p:spPr>
      </p:pic>
      <p:pic>
        <p:nvPicPr>
          <p:cNvPr id="5" name="图片 4"/>
          <p:cNvPicPr/>
          <p:nvPr/>
        </p:nvPicPr>
        <p:blipFill>
          <a:blip r:embed="rId2"/>
          <a:stretch>
            <a:fillRect/>
          </a:stretch>
        </p:blipFill>
        <p:spPr>
          <a:xfrm>
            <a:off x="2945130" y="1069340"/>
            <a:ext cx="2950845" cy="4041775"/>
          </a:xfrm>
          <a:prstGeom prst="rect">
            <a:avLst/>
          </a:prstGeom>
        </p:spPr>
      </p:pic>
      <p:pic>
        <p:nvPicPr>
          <p:cNvPr id="6" name="图片 5"/>
          <p:cNvPicPr/>
          <p:nvPr/>
        </p:nvPicPr>
        <p:blipFill>
          <a:blip r:embed="rId3"/>
          <a:srcRect l="14417"/>
          <a:stretch>
            <a:fillRect/>
          </a:stretch>
        </p:blipFill>
        <p:spPr>
          <a:xfrm>
            <a:off x="5961380" y="1379220"/>
            <a:ext cx="3260725" cy="3810000"/>
          </a:xfrm>
          <a:prstGeom prst="rect">
            <a:avLst/>
          </a:prstGeom>
        </p:spPr>
      </p:pic>
      <p:pic>
        <p:nvPicPr>
          <p:cNvPr id="7" name="图片 6"/>
          <p:cNvPicPr/>
          <p:nvPr/>
        </p:nvPicPr>
        <p:blipFill>
          <a:blip r:embed="rId4"/>
          <a:stretch>
            <a:fillRect/>
          </a:stretch>
        </p:blipFill>
        <p:spPr>
          <a:xfrm>
            <a:off x="8783320" y="1615282"/>
            <a:ext cx="2571750" cy="3500437"/>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217" name="标题 1"/>
          <p:cNvSpPr>
            <a:spLocks noGrp="1"/>
          </p:cNvSpPr>
          <p:nvPr>
            <p:ph type="title"/>
          </p:nvPr>
        </p:nvSpPr>
        <p:spPr>
          <a:xfrm>
            <a:off x="2209800" y="-20637"/>
            <a:ext cx="7772400" cy="838200"/>
          </a:xfrm>
        </p:spPr>
        <p:txBody>
          <a:bodyPr wrap="square" lIns="91440" tIns="45720" rIns="91440" bIns="45720" anchor="ctr" anchorCtr="0"/>
          <a:p>
            <a:r>
              <a:rPr lang="zh-CN" altLang="en-US" dirty="0"/>
              <a:t>教学进度表</a:t>
            </a:r>
            <a:endParaRPr lang="zh-CN" altLang="en-US" dirty="0"/>
          </a:p>
        </p:txBody>
      </p:sp>
      <p:sp>
        <p:nvSpPr>
          <p:cNvPr id="9218" name="文本框 99"/>
          <p:cNvSpPr txBox="1"/>
          <p:nvPr/>
        </p:nvSpPr>
        <p:spPr>
          <a:xfrm>
            <a:off x="3556000" y="925513"/>
            <a:ext cx="5080000" cy="306705"/>
          </a:xfrm>
          <a:prstGeom prst="rect">
            <a:avLst/>
          </a:prstGeom>
          <a:noFill/>
          <a:ln w="9525">
            <a:noFill/>
          </a:ln>
        </p:spPr>
        <p:txBody>
          <a:bodyPr anchor="t" anchorCtr="0">
            <a:spAutoFit/>
          </a:bodyPr>
          <a:p>
            <a:pPr algn="ctr"/>
            <a:r>
              <a:rPr lang="zh-CN" altLang="zh-CN" sz="1400" b="1">
                <a:latin typeface="Times New Roman" panose="02020503050405090304" charset="0"/>
                <a:ea typeface="宋体" pitchFamily="2" charset="-122"/>
              </a:rPr>
              <a:t>教学进度表</a:t>
            </a:r>
            <a:endParaRPr lang="zh-CN" altLang="en-US">
              <a:latin typeface="Times New Roman" panose="02020503050405090304" charset="0"/>
              <a:ea typeface="宋体" pitchFamily="2" charset="-122"/>
            </a:endParaRPr>
          </a:p>
        </p:txBody>
      </p:sp>
      <p:graphicFrame>
        <p:nvGraphicFramePr>
          <p:cNvPr id="2" name="表格 1"/>
          <p:cNvGraphicFramePr/>
          <p:nvPr/>
        </p:nvGraphicFramePr>
        <p:xfrm>
          <a:off x="1868488" y="1057275"/>
          <a:ext cx="8712200" cy="5038725"/>
        </p:xfrm>
        <a:graphic>
          <a:graphicData uri="http://schemas.openxmlformats.org/drawingml/2006/table">
            <a:tbl>
              <a:tblPr firstRow="1" bandRow="1">
                <a:tableStyleId>{5940675A-B579-460E-94D1-54222C63F5DA}</a:tableStyleId>
              </a:tblPr>
              <a:tblGrid>
                <a:gridCol w="1348105"/>
                <a:gridCol w="3696335"/>
                <a:gridCol w="886460"/>
                <a:gridCol w="886460"/>
                <a:gridCol w="1894840"/>
              </a:tblGrid>
              <a:tr h="406400">
                <a:tc>
                  <a:txBody>
                    <a:bodyPr/>
                    <a:p>
                      <a:pPr indent="0" algn="ctr">
                        <a:lnSpc>
                          <a:spcPct val="120000"/>
                        </a:lnSpc>
                        <a:spcBef>
                          <a:spcPts val="0"/>
                        </a:spcBef>
                        <a:spcAft>
                          <a:spcPts val="0"/>
                        </a:spcAft>
                        <a:buNone/>
                      </a:pPr>
                      <a:r>
                        <a:rPr lang="en-US" sz="1200" b="1" spc="120">
                          <a:solidFill>
                            <a:srgbClr val="646464"/>
                          </a:solidFill>
                          <a:latin typeface="微软雅黑" panose="020B0503020204020204" pitchFamily="34" charset="-122"/>
                          <a:ea typeface="微软雅黑" panose="020B0503020204020204" pitchFamily="34" charset="-122"/>
                        </a:rPr>
                        <a:t>章节</a:t>
                      </a:r>
                      <a:endParaRPr lang="en-US" sz="1200" b="1" spc="120">
                        <a:solidFill>
                          <a:srgbClr val="646464"/>
                        </a:solidFill>
                        <a:latin typeface="微软雅黑" panose="020B0503020204020204" pitchFamily="34" charset="-122"/>
                        <a:ea typeface="微软雅黑" panose="020B0503020204020204" pitchFamily="34" charset="-122"/>
                      </a:endParaRPr>
                    </a:p>
                  </a:txBody>
                  <a:tcPr marL="107950" marR="107950" marT="63500" marB="63500" vert="horz" anchor="ctr">
                    <a:lnL w="9525">
                      <a:solidFill>
                        <a:srgbClr val="646464"/>
                      </a:solidFill>
                      <a:prstDash val="sysDash"/>
                    </a:lnL>
                    <a:lnR w="9525">
                      <a:solidFill>
                        <a:srgbClr val="646464"/>
                      </a:solidFill>
                      <a:prstDash val="sysDash"/>
                    </a:lnR>
                    <a:lnT w="28575">
                      <a:solidFill>
                        <a:srgbClr val="646464"/>
                      </a:solidFill>
                      <a:prstDash val="solid"/>
                    </a:lnT>
                    <a:lnB w="28575">
                      <a:solidFill>
                        <a:srgbClr val="646464"/>
                      </a:solidFill>
                      <a:prstDash val="solid"/>
                    </a:lnB>
                    <a:lnTlToBr>
                      <a:noFill/>
                    </a:lnTlToBr>
                    <a:lnBlToTr>
                      <a:noFill/>
                    </a:lnBlToTr>
                    <a:solidFill>
                      <a:srgbClr val="FFFFFF"/>
                    </a:solidFill>
                  </a:tcPr>
                </a:tc>
                <a:tc>
                  <a:txBody>
                    <a:bodyPr/>
                    <a:p>
                      <a:pPr indent="0" algn="ctr">
                        <a:lnSpc>
                          <a:spcPct val="120000"/>
                        </a:lnSpc>
                        <a:spcBef>
                          <a:spcPts val="0"/>
                        </a:spcBef>
                        <a:spcAft>
                          <a:spcPts val="0"/>
                        </a:spcAft>
                        <a:buNone/>
                      </a:pPr>
                      <a:r>
                        <a:rPr lang="en-US" sz="1200" b="1" spc="120">
                          <a:solidFill>
                            <a:srgbClr val="646464"/>
                          </a:solidFill>
                          <a:latin typeface="微软雅黑" panose="020B0503020204020204" pitchFamily="34" charset="-122"/>
                          <a:ea typeface="微软雅黑" panose="020B0503020204020204" pitchFamily="34" charset="-122"/>
                        </a:rPr>
                        <a:t>内容及要求</a:t>
                      </a:r>
                      <a:endParaRPr lang="en-US" sz="1200" b="1" spc="120">
                        <a:solidFill>
                          <a:srgbClr val="646464"/>
                        </a:solidFill>
                        <a:latin typeface="微软雅黑" panose="020B0503020204020204" pitchFamily="34" charset="-122"/>
                        <a:ea typeface="微软雅黑" panose="020B0503020204020204" pitchFamily="34" charset="-122"/>
                      </a:endParaRPr>
                    </a:p>
                  </a:txBody>
                  <a:tcPr marL="107950" marR="107950" marT="63500" marB="63500" vert="horz" anchor="ctr">
                    <a:lnL w="9525">
                      <a:solidFill>
                        <a:srgbClr val="646464"/>
                      </a:solidFill>
                      <a:prstDash val="sysDash"/>
                    </a:lnL>
                    <a:lnR w="9525">
                      <a:solidFill>
                        <a:srgbClr val="646464"/>
                      </a:solidFill>
                      <a:prstDash val="sysDash"/>
                    </a:lnR>
                    <a:lnT w="28575">
                      <a:solidFill>
                        <a:srgbClr val="646464"/>
                      </a:solidFill>
                      <a:prstDash val="solid"/>
                    </a:lnT>
                    <a:lnB w="28575">
                      <a:solidFill>
                        <a:srgbClr val="646464"/>
                      </a:solidFill>
                      <a:prstDash val="solid"/>
                    </a:lnB>
                    <a:lnTlToBr>
                      <a:noFill/>
                    </a:lnTlToBr>
                    <a:lnBlToTr>
                      <a:noFill/>
                    </a:lnBlToTr>
                    <a:solidFill>
                      <a:srgbClr val="FFFFFF"/>
                    </a:solidFill>
                  </a:tcPr>
                </a:tc>
                <a:tc>
                  <a:txBody>
                    <a:bodyPr/>
                    <a:p>
                      <a:pPr indent="0" algn="ctr">
                        <a:lnSpc>
                          <a:spcPct val="120000"/>
                        </a:lnSpc>
                        <a:spcBef>
                          <a:spcPts val="0"/>
                        </a:spcBef>
                        <a:spcAft>
                          <a:spcPts val="0"/>
                        </a:spcAft>
                        <a:buNone/>
                      </a:pPr>
                      <a:r>
                        <a:rPr lang="en-US" sz="1200" b="1" spc="120">
                          <a:solidFill>
                            <a:srgbClr val="646464"/>
                          </a:solidFill>
                          <a:latin typeface="微软雅黑" panose="020B0503020204020204" pitchFamily="34" charset="-122"/>
                          <a:ea typeface="微软雅黑" panose="020B0503020204020204" pitchFamily="34" charset="-122"/>
                        </a:rPr>
                        <a:t>教学时数</a:t>
                      </a:r>
                      <a:endParaRPr lang="en-US" sz="1200" b="1" spc="120">
                        <a:solidFill>
                          <a:srgbClr val="646464"/>
                        </a:solidFill>
                        <a:latin typeface="微软雅黑" panose="020B0503020204020204" pitchFamily="34" charset="-122"/>
                        <a:ea typeface="微软雅黑" panose="020B0503020204020204" pitchFamily="34" charset="-122"/>
                      </a:endParaRPr>
                    </a:p>
                  </a:txBody>
                  <a:tcPr marL="107950" marR="107950" marT="63500" marB="63500" vert="horz" anchor="ctr">
                    <a:lnL w="9525">
                      <a:solidFill>
                        <a:srgbClr val="646464"/>
                      </a:solidFill>
                      <a:prstDash val="sysDash"/>
                    </a:lnL>
                    <a:lnR w="9525">
                      <a:solidFill>
                        <a:srgbClr val="646464"/>
                      </a:solidFill>
                      <a:prstDash val="sysDash"/>
                    </a:lnR>
                    <a:lnT w="28575">
                      <a:solidFill>
                        <a:srgbClr val="646464"/>
                      </a:solidFill>
                      <a:prstDash val="solid"/>
                    </a:lnT>
                    <a:lnB w="28575">
                      <a:solidFill>
                        <a:srgbClr val="646464"/>
                      </a:solidFill>
                      <a:prstDash val="solid"/>
                    </a:lnB>
                    <a:lnTlToBr>
                      <a:noFill/>
                    </a:lnTlToBr>
                    <a:lnBlToTr>
                      <a:noFill/>
                    </a:lnBlToTr>
                    <a:solidFill>
                      <a:srgbClr val="FFFFFF"/>
                    </a:solidFill>
                  </a:tcPr>
                </a:tc>
                <a:tc>
                  <a:txBody>
                    <a:bodyPr/>
                    <a:p>
                      <a:pPr indent="0" algn="ctr">
                        <a:lnSpc>
                          <a:spcPct val="120000"/>
                        </a:lnSpc>
                        <a:spcBef>
                          <a:spcPts val="0"/>
                        </a:spcBef>
                        <a:spcAft>
                          <a:spcPts val="0"/>
                        </a:spcAft>
                        <a:buNone/>
                      </a:pPr>
                      <a:r>
                        <a:rPr lang="en-US" sz="1200" b="1" spc="120">
                          <a:solidFill>
                            <a:srgbClr val="646464"/>
                          </a:solidFill>
                          <a:latin typeface="微软雅黑" panose="020B0503020204020204" pitchFamily="34" charset="-122"/>
                          <a:ea typeface="微软雅黑" panose="020B0503020204020204" pitchFamily="34" charset="-122"/>
                        </a:rPr>
                        <a:t>教学方式</a:t>
                      </a:r>
                      <a:endParaRPr lang="en-US" sz="1200" b="1" spc="120">
                        <a:solidFill>
                          <a:srgbClr val="646464"/>
                        </a:solidFill>
                        <a:latin typeface="微软雅黑" panose="020B0503020204020204" pitchFamily="34" charset="-122"/>
                        <a:ea typeface="微软雅黑" panose="020B0503020204020204" pitchFamily="34" charset="-122"/>
                      </a:endParaRPr>
                    </a:p>
                  </a:txBody>
                  <a:tcPr marL="107950" marR="107950" marT="63500" marB="63500" vert="horz" anchor="ctr">
                    <a:lnL w="9525">
                      <a:solidFill>
                        <a:srgbClr val="646464"/>
                      </a:solidFill>
                      <a:prstDash val="sysDash"/>
                    </a:lnL>
                    <a:lnR w="9525">
                      <a:solidFill>
                        <a:srgbClr val="646464"/>
                      </a:solidFill>
                      <a:prstDash val="sysDash"/>
                    </a:lnR>
                    <a:lnT w="28575">
                      <a:solidFill>
                        <a:srgbClr val="646464"/>
                      </a:solidFill>
                      <a:prstDash val="solid"/>
                    </a:lnT>
                    <a:lnB w="28575">
                      <a:solidFill>
                        <a:srgbClr val="646464"/>
                      </a:solidFill>
                      <a:prstDash val="solid"/>
                    </a:lnB>
                    <a:lnTlToBr>
                      <a:noFill/>
                    </a:lnTlToBr>
                    <a:lnBlToTr>
                      <a:noFill/>
                    </a:lnBlToTr>
                    <a:solidFill>
                      <a:srgbClr val="FFFFFF"/>
                    </a:solidFill>
                  </a:tcPr>
                </a:tc>
                <a:tc>
                  <a:txBody>
                    <a:bodyPr/>
                    <a:p>
                      <a:pPr indent="0" algn="ctr">
                        <a:lnSpc>
                          <a:spcPct val="120000"/>
                        </a:lnSpc>
                        <a:spcBef>
                          <a:spcPts val="0"/>
                        </a:spcBef>
                        <a:spcAft>
                          <a:spcPts val="0"/>
                        </a:spcAft>
                        <a:buNone/>
                      </a:pPr>
                      <a:r>
                        <a:rPr lang="en-US" sz="1200" b="1" spc="120">
                          <a:solidFill>
                            <a:srgbClr val="646464"/>
                          </a:solidFill>
                          <a:latin typeface="微软雅黑" panose="020B0503020204020204" pitchFamily="34" charset="-122"/>
                          <a:ea typeface="微软雅黑" panose="020B0503020204020204" pitchFamily="34" charset="-122"/>
                        </a:rPr>
                        <a:t>课程目标</a:t>
                      </a:r>
                      <a:endParaRPr lang="en-US" sz="1200" b="1" spc="120">
                        <a:solidFill>
                          <a:srgbClr val="646464"/>
                        </a:solidFill>
                        <a:latin typeface="微软雅黑" panose="020B0503020204020204" pitchFamily="34" charset="-122"/>
                        <a:ea typeface="微软雅黑" panose="020B0503020204020204" pitchFamily="34" charset="-122"/>
                      </a:endParaRPr>
                    </a:p>
                  </a:txBody>
                  <a:tcPr marL="107950" marR="107950" marT="63500" marB="63500" vert="horz" anchor="ctr">
                    <a:lnL w="9525">
                      <a:solidFill>
                        <a:srgbClr val="646464"/>
                      </a:solidFill>
                      <a:prstDash val="sysDash"/>
                    </a:lnL>
                    <a:lnR w="9525">
                      <a:solidFill>
                        <a:srgbClr val="646464"/>
                      </a:solidFill>
                      <a:prstDash val="sysDash"/>
                    </a:lnR>
                    <a:lnT w="28575">
                      <a:solidFill>
                        <a:srgbClr val="646464"/>
                      </a:solidFill>
                      <a:prstDash val="solid"/>
                    </a:lnT>
                    <a:lnB w="28575">
                      <a:solidFill>
                        <a:srgbClr val="646464"/>
                      </a:solidFill>
                      <a:prstDash val="solid"/>
                    </a:lnB>
                    <a:lnTlToBr>
                      <a:noFill/>
                    </a:lnTlToBr>
                    <a:lnBlToTr>
                      <a:noFill/>
                    </a:lnBlToTr>
                    <a:solidFill>
                      <a:srgbClr val="FFFFFF"/>
                    </a:solidFill>
                  </a:tcPr>
                </a:tc>
              </a:tr>
              <a:tr h="364490">
                <a:tc>
                  <a:txBody>
                    <a:bodyPr/>
                    <a:p>
                      <a:pPr indent="0" algn="l">
                        <a:lnSpc>
                          <a:spcPct val="120000"/>
                        </a:lnSpc>
                        <a:spcBef>
                          <a:spcPts val="0"/>
                        </a:spcBef>
                        <a:spcAft>
                          <a:spcPts val="0"/>
                        </a:spcAft>
                        <a:buNone/>
                      </a:pPr>
                      <a:r>
                        <a:rPr lang="en-US" sz="1000" b="0" spc="60">
                          <a:solidFill>
                            <a:srgbClr val="646464"/>
                          </a:solidFill>
                          <a:latin typeface="微软雅黑" panose="020B0503020204020204" pitchFamily="34" charset="-122"/>
                          <a:ea typeface="微软雅黑" panose="020B0503020204020204" pitchFamily="34" charset="-122"/>
                        </a:rPr>
                        <a:t>第一章绪论</a:t>
                      </a:r>
                      <a:endParaRPr lang="en-US" sz="1000" b="0" spc="60">
                        <a:solidFill>
                          <a:srgbClr val="646464"/>
                        </a:solidFill>
                        <a:latin typeface="微软雅黑" panose="020B0503020204020204" pitchFamily="34" charset="-122"/>
                        <a:ea typeface="微软雅黑" panose="020B0503020204020204" pitchFamily="34" charset="-122"/>
                      </a:endParaRPr>
                    </a:p>
                  </a:txBody>
                  <a:tcPr marL="107950" marR="107950" marT="63500" marB="63500" vert="horz" anchor="ctr">
                    <a:lnL w="9525">
                      <a:solidFill>
                        <a:srgbClr val="646464"/>
                      </a:solidFill>
                      <a:prstDash val="sysDash"/>
                    </a:lnL>
                    <a:lnR w="9525">
                      <a:solidFill>
                        <a:srgbClr val="646464"/>
                      </a:solidFill>
                      <a:prstDash val="sysDash"/>
                    </a:lnR>
                    <a:lnT w="28575">
                      <a:solidFill>
                        <a:srgbClr val="646464"/>
                      </a:solidFill>
                      <a:prstDash val="solid"/>
                    </a:lnT>
                    <a:lnB w="9525">
                      <a:solidFill>
                        <a:srgbClr val="646464"/>
                      </a:solidFill>
                      <a:prstDash val="sysDash"/>
                    </a:lnB>
                    <a:lnTlToBr>
                      <a:noFill/>
                    </a:lnTlToBr>
                    <a:lnBlToTr>
                      <a:noFill/>
                    </a:lnBlToTr>
                    <a:solidFill>
                      <a:srgbClr val="FFFFFF"/>
                    </a:solidFill>
                  </a:tcPr>
                </a:tc>
                <a:tc>
                  <a:txBody>
                    <a:bodyPr/>
                    <a:p>
                      <a:pPr indent="0" algn="l">
                        <a:lnSpc>
                          <a:spcPct val="120000"/>
                        </a:lnSpc>
                        <a:spcBef>
                          <a:spcPts val="0"/>
                        </a:spcBef>
                        <a:spcAft>
                          <a:spcPts val="0"/>
                        </a:spcAft>
                        <a:buNone/>
                      </a:pPr>
                      <a:r>
                        <a:rPr lang="en-US" sz="1000" b="0" spc="60">
                          <a:solidFill>
                            <a:srgbClr val="404040"/>
                          </a:solidFill>
                          <a:latin typeface="微软雅黑" panose="020B0503020204020204" pitchFamily="34" charset="-122"/>
                          <a:ea typeface="微软雅黑" panose="020B0503020204020204" pitchFamily="34" charset="-122"/>
                        </a:rPr>
                        <a:t>掌握操作系统的概念、功能和基本特征。</a:t>
                      </a:r>
                      <a:endParaRPr lang="en-US" altLang="en-US" sz="1000" b="0" spc="60">
                        <a:solidFill>
                          <a:srgbClr val="404040"/>
                        </a:solidFill>
                        <a:latin typeface="微软雅黑" panose="020B0503020204020204" pitchFamily="34" charset="-122"/>
                        <a:ea typeface="微软雅黑" panose="020B0503020204020204" pitchFamily="34" charset="-122"/>
                      </a:endParaRPr>
                    </a:p>
                  </a:txBody>
                  <a:tcPr marL="107950" marR="107950" marT="63500" marB="63500" vert="horz" anchor="ctr">
                    <a:lnL w="9525">
                      <a:solidFill>
                        <a:srgbClr val="646464"/>
                      </a:solidFill>
                      <a:prstDash val="sysDash"/>
                    </a:lnL>
                    <a:lnR w="9525">
                      <a:solidFill>
                        <a:srgbClr val="646464"/>
                      </a:solidFill>
                      <a:prstDash val="sysDash"/>
                    </a:lnR>
                    <a:lnT w="28575">
                      <a:solidFill>
                        <a:srgbClr val="646464"/>
                      </a:solidFill>
                      <a:prstDash val="solid"/>
                    </a:lnT>
                    <a:lnB w="9525">
                      <a:solidFill>
                        <a:srgbClr val="646464"/>
                      </a:solidFill>
                      <a:prstDash val="sysDash"/>
                    </a:lnB>
                    <a:lnTlToBr>
                      <a:noFill/>
                    </a:lnTlToBr>
                    <a:lnBlToTr>
                      <a:noFill/>
                    </a:lnBlToTr>
                    <a:solidFill>
                      <a:srgbClr val="FFFFFF"/>
                    </a:solidFill>
                  </a:tcPr>
                </a:tc>
                <a:tc>
                  <a:txBody>
                    <a:bodyPr/>
                    <a:p>
                      <a:pPr indent="0" algn="ctr">
                        <a:lnSpc>
                          <a:spcPct val="120000"/>
                        </a:lnSpc>
                        <a:spcBef>
                          <a:spcPts val="0"/>
                        </a:spcBef>
                        <a:spcAft>
                          <a:spcPts val="0"/>
                        </a:spcAft>
                        <a:buNone/>
                      </a:pPr>
                      <a:r>
                        <a:rPr lang="en-US" sz="1000" b="0" spc="60">
                          <a:solidFill>
                            <a:srgbClr val="404040"/>
                          </a:solidFill>
                          <a:latin typeface="微软雅黑" panose="020B0503020204020204" pitchFamily="34" charset="-122"/>
                          <a:ea typeface="微软雅黑" panose="020B0503020204020204" pitchFamily="34" charset="-122"/>
                          <a:cs typeface="微软雅黑" panose="020B0503020204020204" pitchFamily="34" charset="-122"/>
                        </a:rPr>
                        <a:t>4学时</a:t>
                      </a:r>
                      <a:endParaRPr lang="en-US" altLang="en-US" sz="1000" b="0" spc="60">
                        <a:solidFill>
                          <a:srgbClr val="404040"/>
                        </a:solidFill>
                        <a:latin typeface="微软雅黑" panose="020B0503020204020204" pitchFamily="34" charset="-122"/>
                        <a:ea typeface="微软雅黑" panose="020B0503020204020204" pitchFamily="34" charset="-122"/>
                        <a:cs typeface="微软雅黑" panose="020B0503020204020204" pitchFamily="34" charset="-122"/>
                      </a:endParaRPr>
                    </a:p>
                  </a:txBody>
                  <a:tcPr marL="107950" marR="107950" marT="63500" marB="63500" vert="horz" anchor="ctr">
                    <a:lnL w="9525">
                      <a:solidFill>
                        <a:srgbClr val="646464"/>
                      </a:solidFill>
                      <a:prstDash val="sysDash"/>
                    </a:lnL>
                    <a:lnR w="9525">
                      <a:solidFill>
                        <a:srgbClr val="646464"/>
                      </a:solidFill>
                      <a:prstDash val="sysDash"/>
                    </a:lnR>
                    <a:lnT w="28575">
                      <a:solidFill>
                        <a:srgbClr val="646464"/>
                      </a:solidFill>
                      <a:prstDash val="solid"/>
                    </a:lnT>
                    <a:lnB w="9525">
                      <a:solidFill>
                        <a:srgbClr val="646464"/>
                      </a:solidFill>
                      <a:prstDash val="sysDash"/>
                    </a:lnB>
                    <a:lnTlToBr>
                      <a:noFill/>
                    </a:lnTlToBr>
                    <a:lnBlToTr>
                      <a:noFill/>
                    </a:lnBlToTr>
                    <a:solidFill>
                      <a:srgbClr val="FFFFFF"/>
                    </a:solidFill>
                  </a:tcPr>
                </a:tc>
                <a:tc>
                  <a:txBody>
                    <a:bodyPr/>
                    <a:p>
                      <a:pPr indent="0" algn="ctr">
                        <a:lnSpc>
                          <a:spcPct val="120000"/>
                        </a:lnSpc>
                        <a:spcBef>
                          <a:spcPts val="0"/>
                        </a:spcBef>
                        <a:spcAft>
                          <a:spcPts val="0"/>
                        </a:spcAft>
                        <a:buNone/>
                      </a:pPr>
                      <a:r>
                        <a:rPr lang="en-US" sz="1000" b="0" spc="60">
                          <a:solidFill>
                            <a:srgbClr val="404040"/>
                          </a:solidFill>
                          <a:latin typeface="微软雅黑" panose="020B0503020204020204" pitchFamily="34" charset="-122"/>
                          <a:ea typeface="微软雅黑" panose="020B0503020204020204" pitchFamily="34" charset="-122"/>
                        </a:rPr>
                        <a:t>讲授</a:t>
                      </a:r>
                      <a:endParaRPr lang="en-US" altLang="en-US" sz="1000" b="0" spc="60">
                        <a:solidFill>
                          <a:srgbClr val="404040"/>
                        </a:solidFill>
                        <a:latin typeface="微软雅黑" panose="020B0503020204020204" pitchFamily="34" charset="-122"/>
                        <a:ea typeface="微软雅黑" panose="020B0503020204020204" pitchFamily="34" charset="-122"/>
                      </a:endParaRPr>
                    </a:p>
                  </a:txBody>
                  <a:tcPr marL="107950" marR="107950" marT="63500" marB="63500" vert="horz" anchor="ctr">
                    <a:lnL w="9525">
                      <a:solidFill>
                        <a:srgbClr val="646464"/>
                      </a:solidFill>
                      <a:prstDash val="sysDash"/>
                    </a:lnL>
                    <a:lnR w="9525">
                      <a:solidFill>
                        <a:srgbClr val="646464"/>
                      </a:solidFill>
                      <a:prstDash val="sysDash"/>
                    </a:lnR>
                    <a:lnT w="28575">
                      <a:solidFill>
                        <a:srgbClr val="646464"/>
                      </a:solidFill>
                      <a:prstDash val="solid"/>
                    </a:lnT>
                    <a:lnB w="9525">
                      <a:solidFill>
                        <a:srgbClr val="646464"/>
                      </a:solidFill>
                      <a:prstDash val="sysDash"/>
                    </a:lnB>
                    <a:lnTlToBr>
                      <a:noFill/>
                    </a:lnTlToBr>
                    <a:lnBlToTr>
                      <a:noFill/>
                    </a:lnBlToTr>
                    <a:solidFill>
                      <a:srgbClr val="FFFFFF"/>
                    </a:solidFill>
                  </a:tcPr>
                </a:tc>
                <a:tc>
                  <a:txBody>
                    <a:bodyPr/>
                    <a:p>
                      <a:pPr indent="0" algn="l">
                        <a:lnSpc>
                          <a:spcPct val="120000"/>
                        </a:lnSpc>
                        <a:spcBef>
                          <a:spcPts val="0"/>
                        </a:spcBef>
                        <a:spcAft>
                          <a:spcPts val="0"/>
                        </a:spcAft>
                        <a:buNone/>
                      </a:pPr>
                      <a:r>
                        <a:rPr lang="en-US" sz="1000" b="0" spc="60">
                          <a:solidFill>
                            <a:srgbClr val="404040"/>
                          </a:solidFill>
                          <a:latin typeface="微软雅黑" panose="020B0503020204020204" pitchFamily="34" charset="-122"/>
                          <a:ea typeface="微软雅黑" panose="020B0503020204020204" pitchFamily="34" charset="-122"/>
                          <a:cs typeface="微软雅黑" panose="020B0503020204020204" pitchFamily="34" charset="-122"/>
                        </a:rPr>
                        <a:t>课程目标1</a:t>
                      </a:r>
                      <a:endParaRPr lang="en-US" altLang="en-US" sz="1000" b="0" spc="60">
                        <a:solidFill>
                          <a:srgbClr val="404040"/>
                        </a:solidFill>
                        <a:latin typeface="微软雅黑" panose="020B0503020204020204" pitchFamily="34" charset="-122"/>
                        <a:ea typeface="微软雅黑" panose="020B0503020204020204" pitchFamily="34" charset="-122"/>
                        <a:cs typeface="微软雅黑" panose="020B0503020204020204" pitchFamily="34" charset="-122"/>
                      </a:endParaRPr>
                    </a:p>
                  </a:txBody>
                  <a:tcPr marL="107950" marR="107950" marT="63500" marB="63500" vert="horz" anchor="ctr">
                    <a:lnL w="9525">
                      <a:solidFill>
                        <a:srgbClr val="646464"/>
                      </a:solidFill>
                      <a:prstDash val="sysDash"/>
                    </a:lnL>
                    <a:lnR w="9525">
                      <a:solidFill>
                        <a:srgbClr val="646464"/>
                      </a:solidFill>
                      <a:prstDash val="sysDash"/>
                    </a:lnR>
                    <a:lnT w="28575">
                      <a:solidFill>
                        <a:srgbClr val="646464"/>
                      </a:solidFill>
                      <a:prstDash val="solid"/>
                    </a:lnT>
                    <a:lnB w="9525">
                      <a:solidFill>
                        <a:srgbClr val="646464"/>
                      </a:solidFill>
                      <a:prstDash val="sysDash"/>
                    </a:lnB>
                    <a:lnTlToBr>
                      <a:noFill/>
                    </a:lnTlToBr>
                    <a:lnBlToTr>
                      <a:noFill/>
                    </a:lnBlToTr>
                    <a:solidFill>
                      <a:srgbClr val="FFFFFF"/>
                    </a:solidFill>
                  </a:tcPr>
                </a:tc>
              </a:tr>
              <a:tr h="578485">
                <a:tc>
                  <a:txBody>
                    <a:bodyPr/>
                    <a:p>
                      <a:pPr indent="0" algn="l">
                        <a:lnSpc>
                          <a:spcPct val="120000"/>
                        </a:lnSpc>
                        <a:spcBef>
                          <a:spcPts val="0"/>
                        </a:spcBef>
                        <a:spcAft>
                          <a:spcPts val="0"/>
                        </a:spcAft>
                        <a:buNone/>
                      </a:pPr>
                      <a:r>
                        <a:rPr lang="en-US" sz="1000" b="0" spc="60">
                          <a:solidFill>
                            <a:srgbClr val="646464"/>
                          </a:solidFill>
                          <a:latin typeface="微软雅黑" panose="020B0503020204020204" pitchFamily="34" charset="-122"/>
                          <a:ea typeface="微软雅黑" panose="020B0503020204020204" pitchFamily="34" charset="-122"/>
                        </a:rPr>
                        <a:t>第二章处理机管理</a:t>
                      </a:r>
                      <a:endParaRPr lang="en-US" altLang="en-US" sz="1000" b="0" spc="60">
                        <a:solidFill>
                          <a:srgbClr val="646464"/>
                        </a:solidFill>
                        <a:latin typeface="微软雅黑" panose="020B0503020204020204" pitchFamily="34" charset="-122"/>
                        <a:ea typeface="微软雅黑" panose="020B0503020204020204" pitchFamily="34" charset="-122"/>
                      </a:endParaRPr>
                    </a:p>
                  </a:txBody>
                  <a:tcPr marL="107950" marR="107950" marT="63500" marB="63500" vert="horz" anchor="ctr">
                    <a:lnL w="9525">
                      <a:solidFill>
                        <a:srgbClr val="646464"/>
                      </a:solidFill>
                      <a:prstDash val="sysDash"/>
                    </a:lnL>
                    <a:lnR w="9525">
                      <a:solidFill>
                        <a:srgbClr val="646464"/>
                      </a:solidFill>
                      <a:prstDash val="sysDash"/>
                    </a:lnR>
                    <a:lnT w="9525">
                      <a:solidFill>
                        <a:srgbClr val="646464"/>
                      </a:solidFill>
                      <a:prstDash val="sysDash"/>
                    </a:lnT>
                    <a:lnB w="9525">
                      <a:solidFill>
                        <a:srgbClr val="646464"/>
                      </a:solidFill>
                      <a:prstDash val="sysDash"/>
                    </a:lnB>
                    <a:lnTlToBr>
                      <a:noFill/>
                    </a:lnTlToBr>
                    <a:lnBlToTr>
                      <a:noFill/>
                    </a:lnBlToTr>
                    <a:solidFill>
                      <a:srgbClr val="F2F2F2"/>
                    </a:solidFill>
                  </a:tcPr>
                </a:tc>
                <a:tc>
                  <a:txBody>
                    <a:bodyPr/>
                    <a:p>
                      <a:pPr indent="0" algn="l">
                        <a:lnSpc>
                          <a:spcPct val="120000"/>
                        </a:lnSpc>
                        <a:spcBef>
                          <a:spcPts val="0"/>
                        </a:spcBef>
                        <a:spcAft>
                          <a:spcPts val="0"/>
                        </a:spcAft>
                        <a:buNone/>
                      </a:pPr>
                      <a:r>
                        <a:rPr lang="en-US" sz="1000" b="0" spc="60">
                          <a:solidFill>
                            <a:srgbClr val="404040"/>
                          </a:solidFill>
                          <a:latin typeface="微软雅黑" panose="020B0503020204020204" pitchFamily="34" charset="-122"/>
                          <a:ea typeface="微软雅黑" panose="020B0503020204020204" pitchFamily="34" charset="-122"/>
                        </a:rPr>
                        <a:t>掌握进程的概念、进程状态及其转换、进程的控制、处理机调度的层次及主要调度算法。</a:t>
                      </a:r>
                      <a:endParaRPr lang="en-US" altLang="en-US" sz="1000" b="0" spc="60">
                        <a:solidFill>
                          <a:srgbClr val="404040"/>
                        </a:solidFill>
                        <a:latin typeface="微软雅黑" panose="020B0503020204020204" pitchFamily="34" charset="-122"/>
                        <a:ea typeface="微软雅黑" panose="020B0503020204020204" pitchFamily="34" charset="-122"/>
                      </a:endParaRPr>
                    </a:p>
                  </a:txBody>
                  <a:tcPr marL="107950" marR="107950" marT="63500" marB="63500" vert="horz" anchor="ctr">
                    <a:lnL w="9525">
                      <a:solidFill>
                        <a:srgbClr val="646464"/>
                      </a:solidFill>
                      <a:prstDash val="sysDash"/>
                    </a:lnL>
                    <a:lnR w="9525">
                      <a:solidFill>
                        <a:srgbClr val="646464"/>
                      </a:solidFill>
                      <a:prstDash val="sysDash"/>
                    </a:lnR>
                    <a:lnT w="9525">
                      <a:solidFill>
                        <a:srgbClr val="646464"/>
                      </a:solidFill>
                      <a:prstDash val="sysDash"/>
                    </a:lnT>
                    <a:lnB w="9525">
                      <a:solidFill>
                        <a:srgbClr val="646464"/>
                      </a:solidFill>
                      <a:prstDash val="sysDash"/>
                    </a:lnB>
                    <a:lnTlToBr>
                      <a:noFill/>
                    </a:lnTlToBr>
                    <a:lnBlToTr>
                      <a:noFill/>
                    </a:lnBlToTr>
                    <a:solidFill>
                      <a:srgbClr val="F2F2F2"/>
                    </a:solidFill>
                  </a:tcPr>
                </a:tc>
                <a:tc>
                  <a:txBody>
                    <a:bodyPr/>
                    <a:p>
                      <a:pPr indent="0" algn="ctr">
                        <a:lnSpc>
                          <a:spcPct val="120000"/>
                        </a:lnSpc>
                        <a:spcBef>
                          <a:spcPts val="0"/>
                        </a:spcBef>
                        <a:spcAft>
                          <a:spcPts val="0"/>
                        </a:spcAft>
                        <a:buNone/>
                      </a:pPr>
                      <a:r>
                        <a:rPr lang="en-US" sz="1000" b="0" spc="60">
                          <a:solidFill>
                            <a:srgbClr val="404040"/>
                          </a:solidFill>
                          <a:latin typeface="微软雅黑" panose="020B0503020204020204" pitchFamily="34" charset="-122"/>
                          <a:ea typeface="微软雅黑" panose="020B0503020204020204" pitchFamily="34" charset="-122"/>
                          <a:cs typeface="微软雅黑" panose="020B0503020204020204" pitchFamily="34" charset="-122"/>
                        </a:rPr>
                        <a:t>10学时</a:t>
                      </a:r>
                      <a:endParaRPr lang="en-US" altLang="en-US" sz="1000" b="0" spc="60">
                        <a:solidFill>
                          <a:srgbClr val="404040"/>
                        </a:solidFill>
                        <a:latin typeface="微软雅黑" panose="020B0503020204020204" pitchFamily="34" charset="-122"/>
                        <a:ea typeface="微软雅黑" panose="020B0503020204020204" pitchFamily="34" charset="-122"/>
                        <a:cs typeface="微软雅黑" panose="020B0503020204020204" pitchFamily="34" charset="-122"/>
                      </a:endParaRPr>
                    </a:p>
                  </a:txBody>
                  <a:tcPr marL="107950" marR="107950" marT="63500" marB="63500" vert="horz" anchor="ctr">
                    <a:lnL w="9525">
                      <a:solidFill>
                        <a:srgbClr val="646464"/>
                      </a:solidFill>
                      <a:prstDash val="sysDash"/>
                    </a:lnL>
                    <a:lnR w="9525">
                      <a:solidFill>
                        <a:srgbClr val="646464"/>
                      </a:solidFill>
                      <a:prstDash val="sysDash"/>
                    </a:lnR>
                    <a:lnT w="9525">
                      <a:solidFill>
                        <a:srgbClr val="646464"/>
                      </a:solidFill>
                      <a:prstDash val="sysDash"/>
                    </a:lnT>
                    <a:lnB w="9525">
                      <a:solidFill>
                        <a:srgbClr val="646464"/>
                      </a:solidFill>
                      <a:prstDash val="sysDash"/>
                    </a:lnB>
                    <a:lnTlToBr>
                      <a:noFill/>
                    </a:lnTlToBr>
                    <a:lnBlToTr>
                      <a:noFill/>
                    </a:lnBlToTr>
                    <a:solidFill>
                      <a:srgbClr val="F2F2F2"/>
                    </a:solidFill>
                  </a:tcPr>
                </a:tc>
                <a:tc>
                  <a:txBody>
                    <a:bodyPr/>
                    <a:p>
                      <a:pPr indent="0" algn="ctr">
                        <a:lnSpc>
                          <a:spcPct val="120000"/>
                        </a:lnSpc>
                        <a:spcBef>
                          <a:spcPts val="0"/>
                        </a:spcBef>
                        <a:spcAft>
                          <a:spcPts val="0"/>
                        </a:spcAft>
                        <a:buNone/>
                      </a:pPr>
                      <a:r>
                        <a:rPr lang="en-US" sz="1000" b="0" spc="60">
                          <a:solidFill>
                            <a:srgbClr val="404040"/>
                          </a:solidFill>
                          <a:latin typeface="微软雅黑" panose="020B0503020204020204" pitchFamily="34" charset="-122"/>
                          <a:ea typeface="微软雅黑" panose="020B0503020204020204" pitchFamily="34" charset="-122"/>
                        </a:rPr>
                        <a:t>讲授</a:t>
                      </a:r>
                      <a:endParaRPr lang="en-US" altLang="en-US" sz="1000" b="0" spc="60">
                        <a:solidFill>
                          <a:srgbClr val="404040"/>
                        </a:solidFill>
                        <a:latin typeface="微软雅黑" panose="020B0503020204020204" pitchFamily="34" charset="-122"/>
                        <a:ea typeface="微软雅黑" panose="020B0503020204020204" pitchFamily="34" charset="-122"/>
                      </a:endParaRPr>
                    </a:p>
                  </a:txBody>
                  <a:tcPr marL="107950" marR="107950" marT="63500" marB="63500" vert="horz" anchor="ctr">
                    <a:lnL w="9525">
                      <a:solidFill>
                        <a:srgbClr val="646464"/>
                      </a:solidFill>
                      <a:prstDash val="sysDash"/>
                    </a:lnL>
                    <a:lnR w="9525">
                      <a:solidFill>
                        <a:srgbClr val="646464"/>
                      </a:solidFill>
                      <a:prstDash val="sysDash"/>
                    </a:lnR>
                    <a:lnT w="9525">
                      <a:solidFill>
                        <a:srgbClr val="646464"/>
                      </a:solidFill>
                      <a:prstDash val="sysDash"/>
                    </a:lnT>
                    <a:lnB w="9525">
                      <a:solidFill>
                        <a:srgbClr val="646464"/>
                      </a:solidFill>
                      <a:prstDash val="sysDash"/>
                    </a:lnB>
                    <a:lnTlToBr>
                      <a:noFill/>
                    </a:lnTlToBr>
                    <a:lnBlToTr>
                      <a:noFill/>
                    </a:lnBlToTr>
                    <a:solidFill>
                      <a:srgbClr val="F2F2F2"/>
                    </a:solidFill>
                  </a:tcPr>
                </a:tc>
                <a:tc>
                  <a:txBody>
                    <a:bodyPr/>
                    <a:p>
                      <a:pPr indent="0" algn="l">
                        <a:lnSpc>
                          <a:spcPct val="120000"/>
                        </a:lnSpc>
                        <a:spcBef>
                          <a:spcPts val="0"/>
                        </a:spcBef>
                        <a:spcAft>
                          <a:spcPts val="0"/>
                        </a:spcAft>
                        <a:buNone/>
                      </a:pPr>
                      <a:r>
                        <a:rPr lang="en-US" sz="1000" b="0" spc="60">
                          <a:solidFill>
                            <a:srgbClr val="404040"/>
                          </a:solidFill>
                          <a:latin typeface="微软雅黑" panose="020B0503020204020204" pitchFamily="34" charset="-122"/>
                          <a:ea typeface="微软雅黑" panose="020B0503020204020204" pitchFamily="34" charset="-122"/>
                          <a:cs typeface="微软雅黑" panose="020B0503020204020204" pitchFamily="34" charset="-122"/>
                        </a:rPr>
                        <a:t>课程目标1课程目标2课程目标3</a:t>
                      </a:r>
                      <a:endParaRPr lang="en-US" altLang="en-US" sz="1000" b="0" spc="60">
                        <a:solidFill>
                          <a:srgbClr val="404040"/>
                        </a:solidFill>
                        <a:latin typeface="微软雅黑" panose="020B0503020204020204" pitchFamily="34" charset="-122"/>
                        <a:ea typeface="微软雅黑" panose="020B0503020204020204" pitchFamily="34" charset="-122"/>
                        <a:cs typeface="微软雅黑" panose="020B0503020204020204" pitchFamily="34" charset="-122"/>
                      </a:endParaRPr>
                    </a:p>
                  </a:txBody>
                  <a:tcPr marL="107950" marR="107950" marT="63500" marB="63500" vert="horz" anchor="ctr">
                    <a:lnL w="9525">
                      <a:solidFill>
                        <a:srgbClr val="646464"/>
                      </a:solidFill>
                      <a:prstDash val="sysDash"/>
                    </a:lnL>
                    <a:lnR w="9525">
                      <a:solidFill>
                        <a:srgbClr val="646464"/>
                      </a:solidFill>
                      <a:prstDash val="sysDash"/>
                    </a:lnR>
                    <a:lnT w="9525">
                      <a:solidFill>
                        <a:srgbClr val="646464"/>
                      </a:solidFill>
                      <a:prstDash val="sysDash"/>
                    </a:lnT>
                    <a:lnB w="9525">
                      <a:solidFill>
                        <a:srgbClr val="646464"/>
                      </a:solidFill>
                      <a:prstDash val="sysDash"/>
                    </a:lnB>
                    <a:lnTlToBr>
                      <a:noFill/>
                    </a:lnTlToBr>
                    <a:lnBlToTr>
                      <a:noFill/>
                    </a:lnBlToTr>
                    <a:solidFill>
                      <a:srgbClr val="F2F2F2"/>
                    </a:solidFill>
                  </a:tcPr>
                </a:tc>
              </a:tr>
              <a:tr h="579120">
                <a:tc>
                  <a:txBody>
                    <a:bodyPr/>
                    <a:p>
                      <a:pPr indent="0" algn="l">
                        <a:lnSpc>
                          <a:spcPct val="120000"/>
                        </a:lnSpc>
                        <a:spcBef>
                          <a:spcPts val="0"/>
                        </a:spcBef>
                        <a:spcAft>
                          <a:spcPts val="0"/>
                        </a:spcAft>
                        <a:buNone/>
                      </a:pPr>
                      <a:r>
                        <a:rPr lang="en-US" sz="1000" b="0" spc="60">
                          <a:solidFill>
                            <a:srgbClr val="646464"/>
                          </a:solidFill>
                          <a:latin typeface="微软雅黑" panose="020B0503020204020204" pitchFamily="34" charset="-122"/>
                          <a:ea typeface="微软雅黑" panose="020B0503020204020204" pitchFamily="34" charset="-122"/>
                        </a:rPr>
                        <a:t>第三章进程通信</a:t>
                      </a:r>
                      <a:endParaRPr lang="en-US" altLang="en-US" sz="1000" b="0" spc="60">
                        <a:solidFill>
                          <a:srgbClr val="646464"/>
                        </a:solidFill>
                        <a:latin typeface="微软雅黑" panose="020B0503020204020204" pitchFamily="34" charset="-122"/>
                        <a:ea typeface="微软雅黑" panose="020B0503020204020204" pitchFamily="34" charset="-122"/>
                      </a:endParaRPr>
                    </a:p>
                  </a:txBody>
                  <a:tcPr marL="107950" marR="107950" marT="63500" marB="63500" vert="horz" anchor="ctr">
                    <a:lnL w="9525">
                      <a:solidFill>
                        <a:srgbClr val="646464"/>
                      </a:solidFill>
                      <a:prstDash val="sysDash"/>
                    </a:lnL>
                    <a:lnR w="9525">
                      <a:solidFill>
                        <a:srgbClr val="646464"/>
                      </a:solidFill>
                      <a:prstDash val="sysDash"/>
                    </a:lnR>
                    <a:lnT w="9525">
                      <a:solidFill>
                        <a:srgbClr val="646464"/>
                      </a:solidFill>
                      <a:prstDash val="sysDash"/>
                    </a:lnT>
                    <a:lnB w="9525">
                      <a:solidFill>
                        <a:srgbClr val="646464"/>
                      </a:solidFill>
                      <a:prstDash val="sysDash"/>
                    </a:lnB>
                    <a:lnTlToBr>
                      <a:noFill/>
                    </a:lnTlToBr>
                    <a:lnBlToTr>
                      <a:noFill/>
                    </a:lnBlToTr>
                    <a:solidFill>
                      <a:srgbClr val="FFFFFF"/>
                    </a:solidFill>
                  </a:tcPr>
                </a:tc>
                <a:tc>
                  <a:txBody>
                    <a:bodyPr/>
                    <a:p>
                      <a:pPr indent="0" algn="l">
                        <a:lnSpc>
                          <a:spcPct val="120000"/>
                        </a:lnSpc>
                        <a:spcBef>
                          <a:spcPts val="0"/>
                        </a:spcBef>
                        <a:spcAft>
                          <a:spcPts val="0"/>
                        </a:spcAft>
                        <a:buNone/>
                      </a:pPr>
                      <a:r>
                        <a:rPr lang="en-US" sz="1000" b="0" spc="60">
                          <a:solidFill>
                            <a:srgbClr val="404040"/>
                          </a:solidFill>
                          <a:latin typeface="微软雅黑" panose="020B0503020204020204" pitchFamily="34" charset="-122"/>
                          <a:ea typeface="微软雅黑" panose="020B0503020204020204" pitchFamily="34" charset="-122"/>
                        </a:rPr>
                        <a:t>掌握进程的并发执行、进程互斥与同步、信号量、进程的高级通信、经典同步与互斥问题、死锁。</a:t>
                      </a:r>
                      <a:endParaRPr lang="en-US" altLang="en-US" sz="1000" b="0" spc="60">
                        <a:solidFill>
                          <a:srgbClr val="404040"/>
                        </a:solidFill>
                        <a:latin typeface="微软雅黑" panose="020B0503020204020204" pitchFamily="34" charset="-122"/>
                        <a:ea typeface="微软雅黑" panose="020B0503020204020204" pitchFamily="34" charset="-122"/>
                      </a:endParaRPr>
                    </a:p>
                  </a:txBody>
                  <a:tcPr marL="107950" marR="107950" marT="63500" marB="63500" vert="horz" anchor="ctr">
                    <a:lnL w="9525">
                      <a:solidFill>
                        <a:srgbClr val="646464"/>
                      </a:solidFill>
                      <a:prstDash val="sysDash"/>
                    </a:lnL>
                    <a:lnR w="9525">
                      <a:solidFill>
                        <a:srgbClr val="646464"/>
                      </a:solidFill>
                      <a:prstDash val="sysDash"/>
                    </a:lnR>
                    <a:lnT w="9525">
                      <a:solidFill>
                        <a:srgbClr val="646464"/>
                      </a:solidFill>
                      <a:prstDash val="sysDash"/>
                    </a:lnT>
                    <a:lnB w="9525">
                      <a:solidFill>
                        <a:srgbClr val="646464"/>
                      </a:solidFill>
                      <a:prstDash val="sysDash"/>
                    </a:lnB>
                    <a:lnTlToBr>
                      <a:noFill/>
                    </a:lnTlToBr>
                    <a:lnBlToTr>
                      <a:noFill/>
                    </a:lnBlToTr>
                    <a:solidFill>
                      <a:srgbClr val="FFFFFF"/>
                    </a:solidFill>
                  </a:tcPr>
                </a:tc>
                <a:tc>
                  <a:txBody>
                    <a:bodyPr/>
                    <a:p>
                      <a:pPr indent="0" algn="ctr">
                        <a:lnSpc>
                          <a:spcPct val="120000"/>
                        </a:lnSpc>
                        <a:spcBef>
                          <a:spcPts val="0"/>
                        </a:spcBef>
                        <a:spcAft>
                          <a:spcPts val="0"/>
                        </a:spcAft>
                        <a:buNone/>
                      </a:pPr>
                      <a:r>
                        <a:rPr lang="en-US" sz="1000" b="0" spc="60">
                          <a:solidFill>
                            <a:srgbClr val="404040"/>
                          </a:solidFill>
                          <a:latin typeface="微软雅黑" panose="020B0503020204020204" pitchFamily="34" charset="-122"/>
                          <a:ea typeface="微软雅黑" panose="020B0503020204020204" pitchFamily="34" charset="-122"/>
                          <a:cs typeface="微软雅黑" panose="020B0503020204020204" pitchFamily="34" charset="-122"/>
                        </a:rPr>
                        <a:t>10学时</a:t>
                      </a:r>
                      <a:endParaRPr lang="en-US" altLang="en-US" sz="1000" b="0" spc="60">
                        <a:solidFill>
                          <a:srgbClr val="404040"/>
                        </a:solidFill>
                        <a:latin typeface="微软雅黑" panose="020B0503020204020204" pitchFamily="34" charset="-122"/>
                        <a:ea typeface="微软雅黑" panose="020B0503020204020204" pitchFamily="34" charset="-122"/>
                        <a:cs typeface="微软雅黑" panose="020B0503020204020204" pitchFamily="34" charset="-122"/>
                      </a:endParaRPr>
                    </a:p>
                  </a:txBody>
                  <a:tcPr marL="107950" marR="107950" marT="63500" marB="63500" vert="horz" anchor="ctr">
                    <a:lnL w="9525">
                      <a:solidFill>
                        <a:srgbClr val="646464"/>
                      </a:solidFill>
                      <a:prstDash val="sysDash"/>
                    </a:lnL>
                    <a:lnR w="9525">
                      <a:solidFill>
                        <a:srgbClr val="646464"/>
                      </a:solidFill>
                      <a:prstDash val="sysDash"/>
                    </a:lnR>
                    <a:lnT w="9525">
                      <a:solidFill>
                        <a:srgbClr val="646464"/>
                      </a:solidFill>
                      <a:prstDash val="sysDash"/>
                    </a:lnT>
                    <a:lnB w="9525">
                      <a:solidFill>
                        <a:srgbClr val="646464"/>
                      </a:solidFill>
                      <a:prstDash val="sysDash"/>
                    </a:lnB>
                    <a:lnTlToBr>
                      <a:noFill/>
                    </a:lnTlToBr>
                    <a:lnBlToTr>
                      <a:noFill/>
                    </a:lnBlToTr>
                    <a:solidFill>
                      <a:srgbClr val="FFFFFF"/>
                    </a:solidFill>
                  </a:tcPr>
                </a:tc>
                <a:tc>
                  <a:txBody>
                    <a:bodyPr/>
                    <a:p>
                      <a:pPr indent="0" algn="ctr">
                        <a:lnSpc>
                          <a:spcPct val="120000"/>
                        </a:lnSpc>
                        <a:spcBef>
                          <a:spcPts val="0"/>
                        </a:spcBef>
                        <a:spcAft>
                          <a:spcPts val="0"/>
                        </a:spcAft>
                        <a:buNone/>
                      </a:pPr>
                      <a:r>
                        <a:rPr lang="en-US" sz="1000" b="0" spc="60">
                          <a:solidFill>
                            <a:srgbClr val="404040"/>
                          </a:solidFill>
                          <a:latin typeface="微软雅黑" panose="020B0503020204020204" pitchFamily="34" charset="-122"/>
                          <a:ea typeface="微软雅黑" panose="020B0503020204020204" pitchFamily="34" charset="-122"/>
                        </a:rPr>
                        <a:t>讲授</a:t>
                      </a:r>
                      <a:endParaRPr lang="en-US" altLang="en-US" sz="1000" b="0" spc="60">
                        <a:solidFill>
                          <a:srgbClr val="404040"/>
                        </a:solidFill>
                        <a:latin typeface="微软雅黑" panose="020B0503020204020204" pitchFamily="34" charset="-122"/>
                        <a:ea typeface="微软雅黑" panose="020B0503020204020204" pitchFamily="34" charset="-122"/>
                      </a:endParaRPr>
                    </a:p>
                  </a:txBody>
                  <a:tcPr marL="107950" marR="107950" marT="63500" marB="63500" vert="horz" anchor="ctr">
                    <a:lnL w="9525">
                      <a:solidFill>
                        <a:srgbClr val="646464"/>
                      </a:solidFill>
                      <a:prstDash val="sysDash"/>
                    </a:lnL>
                    <a:lnR w="9525">
                      <a:solidFill>
                        <a:srgbClr val="646464"/>
                      </a:solidFill>
                      <a:prstDash val="sysDash"/>
                    </a:lnR>
                    <a:lnT w="9525">
                      <a:solidFill>
                        <a:srgbClr val="646464"/>
                      </a:solidFill>
                      <a:prstDash val="sysDash"/>
                    </a:lnT>
                    <a:lnB w="9525">
                      <a:solidFill>
                        <a:srgbClr val="646464"/>
                      </a:solidFill>
                      <a:prstDash val="sysDash"/>
                    </a:lnB>
                    <a:lnTlToBr>
                      <a:noFill/>
                    </a:lnTlToBr>
                    <a:lnBlToTr>
                      <a:noFill/>
                    </a:lnBlToTr>
                    <a:solidFill>
                      <a:srgbClr val="FFFFFF"/>
                    </a:solidFill>
                  </a:tcPr>
                </a:tc>
                <a:tc>
                  <a:txBody>
                    <a:bodyPr/>
                    <a:p>
                      <a:pPr indent="0" algn="l">
                        <a:lnSpc>
                          <a:spcPct val="120000"/>
                        </a:lnSpc>
                        <a:spcBef>
                          <a:spcPts val="0"/>
                        </a:spcBef>
                        <a:spcAft>
                          <a:spcPts val="0"/>
                        </a:spcAft>
                        <a:buNone/>
                      </a:pPr>
                      <a:r>
                        <a:rPr lang="en-US" sz="1000" b="0" spc="60">
                          <a:solidFill>
                            <a:srgbClr val="404040"/>
                          </a:solidFill>
                          <a:latin typeface="微软雅黑" panose="020B0503020204020204" pitchFamily="34" charset="-122"/>
                          <a:ea typeface="微软雅黑" panose="020B0503020204020204" pitchFamily="34" charset="-122"/>
                          <a:cs typeface="微软雅黑" panose="020B0503020204020204" pitchFamily="34" charset="-122"/>
                        </a:rPr>
                        <a:t>课程目标1课程目标2课程目标3</a:t>
                      </a:r>
                      <a:endParaRPr lang="en-US" altLang="en-US" sz="1000" b="0" spc="60">
                        <a:solidFill>
                          <a:srgbClr val="404040"/>
                        </a:solidFill>
                        <a:latin typeface="微软雅黑" panose="020B0503020204020204" pitchFamily="34" charset="-122"/>
                        <a:ea typeface="微软雅黑" panose="020B0503020204020204" pitchFamily="34" charset="-122"/>
                        <a:cs typeface="微软雅黑" panose="020B0503020204020204" pitchFamily="34" charset="-122"/>
                      </a:endParaRPr>
                    </a:p>
                  </a:txBody>
                  <a:tcPr marL="107950" marR="107950" marT="63500" marB="63500" vert="horz" anchor="ctr">
                    <a:lnL w="9525">
                      <a:solidFill>
                        <a:srgbClr val="646464"/>
                      </a:solidFill>
                      <a:prstDash val="sysDash"/>
                    </a:lnL>
                    <a:lnR w="9525">
                      <a:solidFill>
                        <a:srgbClr val="646464"/>
                      </a:solidFill>
                      <a:prstDash val="sysDash"/>
                    </a:lnR>
                    <a:lnT w="9525">
                      <a:solidFill>
                        <a:srgbClr val="646464"/>
                      </a:solidFill>
                      <a:prstDash val="sysDash"/>
                    </a:lnT>
                    <a:lnB w="9525">
                      <a:solidFill>
                        <a:srgbClr val="646464"/>
                      </a:solidFill>
                      <a:prstDash val="sysDash"/>
                    </a:lnB>
                    <a:lnTlToBr>
                      <a:noFill/>
                    </a:lnTlToBr>
                    <a:lnBlToTr>
                      <a:noFill/>
                    </a:lnBlToTr>
                    <a:solidFill>
                      <a:srgbClr val="FFFFFF"/>
                    </a:solidFill>
                  </a:tcPr>
                </a:tc>
              </a:tr>
              <a:tr h="579120">
                <a:tc>
                  <a:txBody>
                    <a:bodyPr/>
                    <a:p>
                      <a:pPr indent="0" algn="l">
                        <a:lnSpc>
                          <a:spcPct val="120000"/>
                        </a:lnSpc>
                        <a:spcBef>
                          <a:spcPts val="0"/>
                        </a:spcBef>
                        <a:spcAft>
                          <a:spcPts val="0"/>
                        </a:spcAft>
                        <a:buNone/>
                      </a:pPr>
                      <a:r>
                        <a:rPr lang="en-US" sz="1000" b="0" spc="60">
                          <a:solidFill>
                            <a:srgbClr val="646464"/>
                          </a:solidFill>
                          <a:latin typeface="微软雅黑" panose="020B0503020204020204" pitchFamily="34" charset="-122"/>
                          <a:ea typeface="微软雅黑" panose="020B0503020204020204" pitchFamily="34" charset="-122"/>
                          <a:cs typeface="微软雅黑" panose="020B0503020204020204" pitchFamily="34" charset="-122"/>
                        </a:rPr>
                        <a:t>第四章存储管理(穿插期中考试)</a:t>
                      </a:r>
                      <a:endParaRPr lang="en-US" altLang="en-US" sz="1000" b="0" spc="60">
                        <a:solidFill>
                          <a:srgbClr val="646464"/>
                        </a:solidFill>
                        <a:latin typeface="微软雅黑" panose="020B0503020204020204" pitchFamily="34" charset="-122"/>
                        <a:ea typeface="微软雅黑" panose="020B0503020204020204" pitchFamily="34" charset="-122"/>
                        <a:cs typeface="微软雅黑" panose="020B0503020204020204" pitchFamily="34" charset="-122"/>
                      </a:endParaRPr>
                    </a:p>
                  </a:txBody>
                  <a:tcPr marL="107950" marR="107950" marT="63500" marB="63500" vert="horz" anchor="ctr">
                    <a:lnL w="9525">
                      <a:solidFill>
                        <a:srgbClr val="646464"/>
                      </a:solidFill>
                      <a:prstDash val="sysDash"/>
                    </a:lnL>
                    <a:lnR w="9525">
                      <a:solidFill>
                        <a:srgbClr val="646464"/>
                      </a:solidFill>
                      <a:prstDash val="sysDash"/>
                    </a:lnR>
                    <a:lnT w="9525">
                      <a:solidFill>
                        <a:srgbClr val="646464"/>
                      </a:solidFill>
                      <a:prstDash val="sysDash"/>
                    </a:lnT>
                    <a:lnB w="9525">
                      <a:solidFill>
                        <a:srgbClr val="646464"/>
                      </a:solidFill>
                      <a:prstDash val="sysDash"/>
                    </a:lnB>
                    <a:lnTlToBr>
                      <a:noFill/>
                    </a:lnTlToBr>
                    <a:lnBlToTr>
                      <a:noFill/>
                    </a:lnBlToTr>
                    <a:solidFill>
                      <a:srgbClr val="F2F2F2"/>
                    </a:solidFill>
                  </a:tcPr>
                </a:tc>
                <a:tc>
                  <a:txBody>
                    <a:bodyPr/>
                    <a:p>
                      <a:pPr indent="0" algn="l">
                        <a:lnSpc>
                          <a:spcPct val="120000"/>
                        </a:lnSpc>
                        <a:spcBef>
                          <a:spcPts val="0"/>
                        </a:spcBef>
                        <a:spcAft>
                          <a:spcPts val="0"/>
                        </a:spcAft>
                        <a:buNone/>
                      </a:pPr>
                      <a:r>
                        <a:rPr lang="en-US" sz="1000" b="0" spc="60">
                          <a:solidFill>
                            <a:srgbClr val="404040"/>
                          </a:solidFill>
                          <a:latin typeface="微软雅黑" panose="020B0503020204020204" pitchFamily="34" charset="-122"/>
                          <a:ea typeface="微软雅黑" panose="020B0503020204020204" pitchFamily="34" charset="-122"/>
                        </a:rPr>
                        <a:t>掌握分区存储管理、分页存储管理、段式存储管理、段页式存储管理。</a:t>
                      </a:r>
                      <a:endParaRPr lang="en-US" altLang="en-US" sz="1000" b="0" spc="60">
                        <a:solidFill>
                          <a:srgbClr val="404040"/>
                        </a:solidFill>
                        <a:latin typeface="微软雅黑" panose="020B0503020204020204" pitchFamily="34" charset="-122"/>
                        <a:ea typeface="微软雅黑" panose="020B0503020204020204" pitchFamily="34" charset="-122"/>
                      </a:endParaRPr>
                    </a:p>
                  </a:txBody>
                  <a:tcPr marL="107950" marR="107950" marT="63500" marB="63500" vert="horz" anchor="ctr">
                    <a:lnL w="9525">
                      <a:solidFill>
                        <a:srgbClr val="646464"/>
                      </a:solidFill>
                      <a:prstDash val="sysDash"/>
                    </a:lnL>
                    <a:lnR w="9525">
                      <a:solidFill>
                        <a:srgbClr val="646464"/>
                      </a:solidFill>
                      <a:prstDash val="sysDash"/>
                    </a:lnR>
                    <a:lnT w="9525">
                      <a:solidFill>
                        <a:srgbClr val="646464"/>
                      </a:solidFill>
                      <a:prstDash val="sysDash"/>
                    </a:lnT>
                    <a:lnB w="9525">
                      <a:solidFill>
                        <a:srgbClr val="646464"/>
                      </a:solidFill>
                      <a:prstDash val="sysDash"/>
                    </a:lnB>
                    <a:lnTlToBr>
                      <a:noFill/>
                    </a:lnTlToBr>
                    <a:lnBlToTr>
                      <a:noFill/>
                    </a:lnBlToTr>
                    <a:solidFill>
                      <a:srgbClr val="F2F2F2"/>
                    </a:solidFill>
                  </a:tcPr>
                </a:tc>
                <a:tc>
                  <a:txBody>
                    <a:bodyPr/>
                    <a:p>
                      <a:pPr indent="0" algn="ctr">
                        <a:lnSpc>
                          <a:spcPct val="120000"/>
                        </a:lnSpc>
                        <a:spcBef>
                          <a:spcPts val="0"/>
                        </a:spcBef>
                        <a:spcAft>
                          <a:spcPts val="0"/>
                        </a:spcAft>
                        <a:buNone/>
                      </a:pPr>
                      <a:r>
                        <a:rPr lang="en-US" sz="1000" b="0" spc="60">
                          <a:solidFill>
                            <a:srgbClr val="404040"/>
                          </a:solidFill>
                          <a:latin typeface="微软雅黑" panose="020B0503020204020204" pitchFamily="34" charset="-122"/>
                          <a:ea typeface="微软雅黑" panose="020B0503020204020204" pitchFamily="34" charset="-122"/>
                          <a:cs typeface="微软雅黑" panose="020B0503020204020204" pitchFamily="34" charset="-122"/>
                        </a:rPr>
                        <a:t>12学时</a:t>
                      </a:r>
                      <a:endParaRPr lang="en-US" altLang="en-US" sz="1000" b="0" spc="60">
                        <a:solidFill>
                          <a:srgbClr val="404040"/>
                        </a:solidFill>
                        <a:latin typeface="微软雅黑" panose="020B0503020204020204" pitchFamily="34" charset="-122"/>
                        <a:ea typeface="微软雅黑" panose="020B0503020204020204" pitchFamily="34" charset="-122"/>
                        <a:cs typeface="微软雅黑" panose="020B0503020204020204" pitchFamily="34" charset="-122"/>
                      </a:endParaRPr>
                    </a:p>
                  </a:txBody>
                  <a:tcPr marL="107950" marR="107950" marT="63500" marB="63500" vert="horz" anchor="ctr">
                    <a:lnL w="9525">
                      <a:solidFill>
                        <a:srgbClr val="646464"/>
                      </a:solidFill>
                      <a:prstDash val="sysDash"/>
                    </a:lnL>
                    <a:lnR w="9525">
                      <a:solidFill>
                        <a:srgbClr val="646464"/>
                      </a:solidFill>
                      <a:prstDash val="sysDash"/>
                    </a:lnR>
                    <a:lnT w="9525">
                      <a:solidFill>
                        <a:srgbClr val="646464"/>
                      </a:solidFill>
                      <a:prstDash val="sysDash"/>
                    </a:lnT>
                    <a:lnB w="9525">
                      <a:solidFill>
                        <a:srgbClr val="646464"/>
                      </a:solidFill>
                      <a:prstDash val="sysDash"/>
                    </a:lnB>
                    <a:lnTlToBr>
                      <a:noFill/>
                    </a:lnTlToBr>
                    <a:lnBlToTr>
                      <a:noFill/>
                    </a:lnBlToTr>
                    <a:solidFill>
                      <a:srgbClr val="F2F2F2"/>
                    </a:solidFill>
                  </a:tcPr>
                </a:tc>
                <a:tc>
                  <a:txBody>
                    <a:bodyPr/>
                    <a:p>
                      <a:pPr indent="0" algn="ctr">
                        <a:lnSpc>
                          <a:spcPct val="120000"/>
                        </a:lnSpc>
                        <a:spcBef>
                          <a:spcPts val="0"/>
                        </a:spcBef>
                        <a:spcAft>
                          <a:spcPts val="0"/>
                        </a:spcAft>
                        <a:buNone/>
                      </a:pPr>
                      <a:r>
                        <a:rPr lang="en-US" sz="1000" b="0" spc="60">
                          <a:solidFill>
                            <a:srgbClr val="404040"/>
                          </a:solidFill>
                          <a:latin typeface="微软雅黑" panose="020B0503020204020204" pitchFamily="34" charset="-122"/>
                          <a:ea typeface="微软雅黑" panose="020B0503020204020204" pitchFamily="34" charset="-122"/>
                        </a:rPr>
                        <a:t>讲授</a:t>
                      </a:r>
                      <a:endParaRPr lang="en-US" altLang="en-US" sz="1000" b="0" spc="60">
                        <a:solidFill>
                          <a:srgbClr val="404040"/>
                        </a:solidFill>
                        <a:latin typeface="微软雅黑" panose="020B0503020204020204" pitchFamily="34" charset="-122"/>
                        <a:ea typeface="微软雅黑" panose="020B0503020204020204" pitchFamily="34" charset="-122"/>
                      </a:endParaRPr>
                    </a:p>
                  </a:txBody>
                  <a:tcPr marL="107950" marR="107950" marT="63500" marB="63500" vert="horz" anchor="ctr">
                    <a:lnL w="9525">
                      <a:solidFill>
                        <a:srgbClr val="646464"/>
                      </a:solidFill>
                      <a:prstDash val="sysDash"/>
                    </a:lnL>
                    <a:lnR w="9525">
                      <a:solidFill>
                        <a:srgbClr val="646464"/>
                      </a:solidFill>
                      <a:prstDash val="sysDash"/>
                    </a:lnR>
                    <a:lnT w="9525">
                      <a:solidFill>
                        <a:srgbClr val="646464"/>
                      </a:solidFill>
                      <a:prstDash val="sysDash"/>
                    </a:lnT>
                    <a:lnB w="9525">
                      <a:solidFill>
                        <a:srgbClr val="646464"/>
                      </a:solidFill>
                      <a:prstDash val="sysDash"/>
                    </a:lnB>
                    <a:lnTlToBr>
                      <a:noFill/>
                    </a:lnTlToBr>
                    <a:lnBlToTr>
                      <a:noFill/>
                    </a:lnBlToTr>
                    <a:solidFill>
                      <a:srgbClr val="F2F2F2"/>
                    </a:solidFill>
                  </a:tcPr>
                </a:tc>
                <a:tc>
                  <a:txBody>
                    <a:bodyPr/>
                    <a:p>
                      <a:pPr indent="0" algn="l">
                        <a:lnSpc>
                          <a:spcPct val="120000"/>
                        </a:lnSpc>
                        <a:spcBef>
                          <a:spcPts val="0"/>
                        </a:spcBef>
                        <a:spcAft>
                          <a:spcPts val="0"/>
                        </a:spcAft>
                        <a:buNone/>
                      </a:pPr>
                      <a:r>
                        <a:rPr lang="en-US" sz="1000" b="0" spc="60">
                          <a:solidFill>
                            <a:srgbClr val="404040"/>
                          </a:solidFill>
                          <a:latin typeface="微软雅黑" panose="020B0503020204020204" pitchFamily="34" charset="-122"/>
                          <a:ea typeface="微软雅黑" panose="020B0503020204020204" pitchFamily="34" charset="-122"/>
                          <a:cs typeface="微软雅黑" panose="020B0503020204020204" pitchFamily="34" charset="-122"/>
                        </a:rPr>
                        <a:t>课程目标1课程目标2课程目标3</a:t>
                      </a:r>
                      <a:endParaRPr lang="en-US" altLang="en-US" sz="1000" b="0" spc="60">
                        <a:solidFill>
                          <a:srgbClr val="404040"/>
                        </a:solidFill>
                        <a:latin typeface="微软雅黑" panose="020B0503020204020204" pitchFamily="34" charset="-122"/>
                        <a:ea typeface="微软雅黑" panose="020B0503020204020204" pitchFamily="34" charset="-122"/>
                        <a:cs typeface="微软雅黑" panose="020B0503020204020204" pitchFamily="34" charset="-122"/>
                      </a:endParaRPr>
                    </a:p>
                  </a:txBody>
                  <a:tcPr marL="107950" marR="107950" marT="63500" marB="63500" vert="horz" anchor="ctr">
                    <a:lnL w="9525">
                      <a:solidFill>
                        <a:srgbClr val="646464"/>
                      </a:solidFill>
                      <a:prstDash val="sysDash"/>
                    </a:lnL>
                    <a:lnR w="9525">
                      <a:solidFill>
                        <a:srgbClr val="646464"/>
                      </a:solidFill>
                      <a:prstDash val="sysDash"/>
                    </a:lnR>
                    <a:lnT w="9525">
                      <a:solidFill>
                        <a:srgbClr val="646464"/>
                      </a:solidFill>
                      <a:prstDash val="sysDash"/>
                    </a:lnT>
                    <a:lnB w="9525">
                      <a:solidFill>
                        <a:srgbClr val="646464"/>
                      </a:solidFill>
                      <a:prstDash val="sysDash"/>
                    </a:lnB>
                    <a:lnTlToBr>
                      <a:noFill/>
                    </a:lnTlToBr>
                    <a:lnBlToTr>
                      <a:noFill/>
                    </a:lnBlToTr>
                    <a:solidFill>
                      <a:srgbClr val="F2F2F2"/>
                    </a:solidFill>
                  </a:tcPr>
                </a:tc>
              </a:tr>
              <a:tr h="794385">
                <a:tc>
                  <a:txBody>
                    <a:bodyPr/>
                    <a:p>
                      <a:pPr indent="0" algn="l">
                        <a:lnSpc>
                          <a:spcPct val="120000"/>
                        </a:lnSpc>
                        <a:spcBef>
                          <a:spcPts val="0"/>
                        </a:spcBef>
                        <a:spcAft>
                          <a:spcPts val="0"/>
                        </a:spcAft>
                        <a:buNone/>
                      </a:pPr>
                      <a:r>
                        <a:rPr lang="en-US" sz="1000" b="0" spc="60">
                          <a:solidFill>
                            <a:srgbClr val="646464"/>
                          </a:solidFill>
                          <a:latin typeface="微软雅黑" panose="020B0503020204020204" pitchFamily="34" charset="-122"/>
                          <a:ea typeface="微软雅黑" panose="020B0503020204020204" pitchFamily="34" charset="-122"/>
                        </a:rPr>
                        <a:t>第五章文件系统</a:t>
                      </a:r>
                      <a:endParaRPr lang="en-US" altLang="en-US" sz="1000" b="0" spc="60">
                        <a:solidFill>
                          <a:srgbClr val="646464"/>
                        </a:solidFill>
                        <a:latin typeface="微软雅黑" panose="020B0503020204020204" pitchFamily="34" charset="-122"/>
                        <a:ea typeface="微软雅黑" panose="020B0503020204020204" pitchFamily="34" charset="-122"/>
                      </a:endParaRPr>
                    </a:p>
                  </a:txBody>
                  <a:tcPr marL="107950" marR="107950" marT="63500" marB="63500" vert="horz" anchor="ctr">
                    <a:lnL w="9525">
                      <a:solidFill>
                        <a:srgbClr val="646464"/>
                      </a:solidFill>
                      <a:prstDash val="sysDash"/>
                    </a:lnL>
                    <a:lnR w="9525">
                      <a:solidFill>
                        <a:srgbClr val="646464"/>
                      </a:solidFill>
                      <a:prstDash val="sysDash"/>
                    </a:lnR>
                    <a:lnT w="9525">
                      <a:solidFill>
                        <a:srgbClr val="646464"/>
                      </a:solidFill>
                      <a:prstDash val="sysDash"/>
                    </a:lnT>
                    <a:lnB w="9525">
                      <a:solidFill>
                        <a:srgbClr val="646464"/>
                      </a:solidFill>
                      <a:prstDash val="sysDash"/>
                    </a:lnB>
                    <a:lnTlToBr>
                      <a:noFill/>
                    </a:lnTlToBr>
                    <a:lnBlToTr>
                      <a:noFill/>
                    </a:lnBlToTr>
                    <a:solidFill>
                      <a:srgbClr val="FFFFFF"/>
                    </a:solidFill>
                  </a:tcPr>
                </a:tc>
                <a:tc>
                  <a:txBody>
                    <a:bodyPr/>
                    <a:p>
                      <a:pPr indent="0" algn="l">
                        <a:lnSpc>
                          <a:spcPct val="120000"/>
                        </a:lnSpc>
                        <a:spcBef>
                          <a:spcPts val="0"/>
                        </a:spcBef>
                        <a:spcAft>
                          <a:spcPts val="0"/>
                        </a:spcAft>
                        <a:buNone/>
                      </a:pPr>
                      <a:r>
                        <a:rPr lang="en-US" sz="1000" b="0" spc="60">
                          <a:solidFill>
                            <a:srgbClr val="404040"/>
                          </a:solidFill>
                          <a:latin typeface="微软雅黑" panose="020B0503020204020204" pitchFamily="34" charset="-122"/>
                          <a:ea typeface="微软雅黑" panose="020B0503020204020204" pitchFamily="34" charset="-122"/>
                        </a:rPr>
                        <a:t>掌握文件、文件系统、目录的概念、文件的逻辑结构与物理结构、存储设备、存取方法、存储空间管理、地址映射、存取控制。</a:t>
                      </a:r>
                      <a:endParaRPr lang="en-US" altLang="en-US" sz="1000" b="0" spc="60">
                        <a:solidFill>
                          <a:srgbClr val="404040"/>
                        </a:solidFill>
                        <a:latin typeface="微软雅黑" panose="020B0503020204020204" pitchFamily="34" charset="-122"/>
                        <a:ea typeface="微软雅黑" panose="020B0503020204020204" pitchFamily="34" charset="-122"/>
                      </a:endParaRPr>
                    </a:p>
                  </a:txBody>
                  <a:tcPr marL="107950" marR="107950" marT="63500" marB="63500" vert="horz" anchor="ctr">
                    <a:lnL w="9525">
                      <a:solidFill>
                        <a:srgbClr val="646464"/>
                      </a:solidFill>
                      <a:prstDash val="sysDash"/>
                    </a:lnL>
                    <a:lnR w="9525">
                      <a:solidFill>
                        <a:srgbClr val="646464"/>
                      </a:solidFill>
                      <a:prstDash val="sysDash"/>
                    </a:lnR>
                    <a:lnT w="9525">
                      <a:solidFill>
                        <a:srgbClr val="646464"/>
                      </a:solidFill>
                      <a:prstDash val="sysDash"/>
                    </a:lnT>
                    <a:lnB w="9525">
                      <a:solidFill>
                        <a:srgbClr val="646464"/>
                      </a:solidFill>
                      <a:prstDash val="sysDash"/>
                    </a:lnB>
                    <a:lnTlToBr>
                      <a:noFill/>
                    </a:lnTlToBr>
                    <a:lnBlToTr>
                      <a:noFill/>
                    </a:lnBlToTr>
                    <a:solidFill>
                      <a:srgbClr val="FFFFFF"/>
                    </a:solidFill>
                  </a:tcPr>
                </a:tc>
                <a:tc>
                  <a:txBody>
                    <a:bodyPr/>
                    <a:p>
                      <a:pPr indent="0" algn="ctr">
                        <a:lnSpc>
                          <a:spcPct val="120000"/>
                        </a:lnSpc>
                        <a:spcBef>
                          <a:spcPts val="0"/>
                        </a:spcBef>
                        <a:spcAft>
                          <a:spcPts val="0"/>
                        </a:spcAft>
                        <a:buNone/>
                      </a:pPr>
                      <a:r>
                        <a:rPr lang="en-US" sz="1000" b="0" spc="60">
                          <a:solidFill>
                            <a:srgbClr val="404040"/>
                          </a:solidFill>
                          <a:latin typeface="微软雅黑" panose="020B0503020204020204" pitchFamily="34" charset="-122"/>
                          <a:ea typeface="微软雅黑" panose="020B0503020204020204" pitchFamily="34" charset="-122"/>
                          <a:cs typeface="微软雅黑" panose="020B0503020204020204" pitchFamily="34" charset="-122"/>
                        </a:rPr>
                        <a:t>6学时</a:t>
                      </a:r>
                      <a:endParaRPr lang="en-US" altLang="en-US" sz="1000" b="0" spc="60">
                        <a:solidFill>
                          <a:srgbClr val="404040"/>
                        </a:solidFill>
                        <a:latin typeface="微软雅黑" panose="020B0503020204020204" pitchFamily="34" charset="-122"/>
                        <a:ea typeface="微软雅黑" panose="020B0503020204020204" pitchFamily="34" charset="-122"/>
                        <a:cs typeface="微软雅黑" panose="020B0503020204020204" pitchFamily="34" charset="-122"/>
                      </a:endParaRPr>
                    </a:p>
                  </a:txBody>
                  <a:tcPr marL="107950" marR="107950" marT="63500" marB="63500" vert="horz" anchor="ctr">
                    <a:lnL w="9525">
                      <a:solidFill>
                        <a:srgbClr val="646464"/>
                      </a:solidFill>
                      <a:prstDash val="sysDash"/>
                    </a:lnL>
                    <a:lnR w="9525">
                      <a:solidFill>
                        <a:srgbClr val="646464"/>
                      </a:solidFill>
                      <a:prstDash val="sysDash"/>
                    </a:lnR>
                    <a:lnT w="9525">
                      <a:solidFill>
                        <a:srgbClr val="646464"/>
                      </a:solidFill>
                      <a:prstDash val="sysDash"/>
                    </a:lnT>
                    <a:lnB w="9525">
                      <a:solidFill>
                        <a:srgbClr val="646464"/>
                      </a:solidFill>
                      <a:prstDash val="sysDash"/>
                    </a:lnB>
                    <a:lnTlToBr>
                      <a:noFill/>
                    </a:lnTlToBr>
                    <a:lnBlToTr>
                      <a:noFill/>
                    </a:lnBlToTr>
                    <a:solidFill>
                      <a:srgbClr val="FFFFFF"/>
                    </a:solidFill>
                  </a:tcPr>
                </a:tc>
                <a:tc>
                  <a:txBody>
                    <a:bodyPr/>
                    <a:p>
                      <a:pPr indent="0" algn="ctr">
                        <a:lnSpc>
                          <a:spcPct val="120000"/>
                        </a:lnSpc>
                        <a:spcBef>
                          <a:spcPts val="0"/>
                        </a:spcBef>
                        <a:spcAft>
                          <a:spcPts val="0"/>
                        </a:spcAft>
                        <a:buNone/>
                      </a:pPr>
                      <a:r>
                        <a:rPr lang="en-US" sz="1000" b="0" spc="60">
                          <a:solidFill>
                            <a:srgbClr val="404040"/>
                          </a:solidFill>
                          <a:latin typeface="微软雅黑" panose="020B0503020204020204" pitchFamily="34" charset="-122"/>
                          <a:ea typeface="微软雅黑" panose="020B0503020204020204" pitchFamily="34" charset="-122"/>
                        </a:rPr>
                        <a:t>讲授</a:t>
                      </a:r>
                      <a:endParaRPr lang="en-US" altLang="en-US" sz="1000" b="0" spc="60">
                        <a:solidFill>
                          <a:srgbClr val="404040"/>
                        </a:solidFill>
                        <a:latin typeface="微软雅黑" panose="020B0503020204020204" pitchFamily="34" charset="-122"/>
                        <a:ea typeface="微软雅黑" panose="020B0503020204020204" pitchFamily="34" charset="-122"/>
                      </a:endParaRPr>
                    </a:p>
                  </a:txBody>
                  <a:tcPr marL="107950" marR="107950" marT="63500" marB="63500" vert="horz" anchor="ctr">
                    <a:lnL w="9525">
                      <a:solidFill>
                        <a:srgbClr val="646464"/>
                      </a:solidFill>
                      <a:prstDash val="sysDash"/>
                    </a:lnL>
                    <a:lnR w="9525">
                      <a:solidFill>
                        <a:srgbClr val="646464"/>
                      </a:solidFill>
                      <a:prstDash val="sysDash"/>
                    </a:lnR>
                    <a:lnT w="9525">
                      <a:solidFill>
                        <a:srgbClr val="646464"/>
                      </a:solidFill>
                      <a:prstDash val="sysDash"/>
                    </a:lnT>
                    <a:lnB w="9525">
                      <a:solidFill>
                        <a:srgbClr val="646464"/>
                      </a:solidFill>
                      <a:prstDash val="sysDash"/>
                    </a:lnB>
                    <a:lnTlToBr>
                      <a:noFill/>
                    </a:lnTlToBr>
                    <a:lnBlToTr>
                      <a:noFill/>
                    </a:lnBlToTr>
                    <a:solidFill>
                      <a:srgbClr val="FFFFFF"/>
                    </a:solidFill>
                  </a:tcPr>
                </a:tc>
                <a:tc>
                  <a:txBody>
                    <a:bodyPr/>
                    <a:p>
                      <a:pPr indent="0" algn="l">
                        <a:lnSpc>
                          <a:spcPct val="120000"/>
                        </a:lnSpc>
                        <a:spcBef>
                          <a:spcPts val="0"/>
                        </a:spcBef>
                        <a:spcAft>
                          <a:spcPts val="0"/>
                        </a:spcAft>
                        <a:buNone/>
                      </a:pPr>
                      <a:r>
                        <a:rPr lang="en-US" sz="1000" b="0" spc="60">
                          <a:solidFill>
                            <a:srgbClr val="404040"/>
                          </a:solidFill>
                          <a:latin typeface="微软雅黑" panose="020B0503020204020204" pitchFamily="34" charset="-122"/>
                          <a:ea typeface="微软雅黑" panose="020B0503020204020204" pitchFamily="34" charset="-122"/>
                          <a:cs typeface="微软雅黑" panose="020B0503020204020204" pitchFamily="34" charset="-122"/>
                        </a:rPr>
                        <a:t>课程目标1课程目标2课程目标3</a:t>
                      </a:r>
                      <a:endParaRPr lang="en-US" altLang="en-US" sz="1000" b="0" spc="60">
                        <a:solidFill>
                          <a:srgbClr val="404040"/>
                        </a:solidFill>
                        <a:latin typeface="微软雅黑" panose="020B0503020204020204" pitchFamily="34" charset="-122"/>
                        <a:ea typeface="微软雅黑" panose="020B0503020204020204" pitchFamily="34" charset="-122"/>
                        <a:cs typeface="微软雅黑" panose="020B0503020204020204" pitchFamily="34" charset="-122"/>
                      </a:endParaRPr>
                    </a:p>
                  </a:txBody>
                  <a:tcPr marL="107950" marR="107950" marT="63500" marB="63500" vert="horz" anchor="ctr">
                    <a:lnL w="9525">
                      <a:solidFill>
                        <a:srgbClr val="646464"/>
                      </a:solidFill>
                      <a:prstDash val="sysDash"/>
                    </a:lnL>
                    <a:lnR w="9525">
                      <a:solidFill>
                        <a:srgbClr val="646464"/>
                      </a:solidFill>
                      <a:prstDash val="sysDash"/>
                    </a:lnR>
                    <a:lnT w="9525">
                      <a:solidFill>
                        <a:srgbClr val="646464"/>
                      </a:solidFill>
                      <a:prstDash val="sysDash"/>
                    </a:lnT>
                    <a:lnB w="9525">
                      <a:solidFill>
                        <a:srgbClr val="646464"/>
                      </a:solidFill>
                      <a:prstDash val="sysDash"/>
                    </a:lnB>
                    <a:lnTlToBr>
                      <a:noFill/>
                    </a:lnTlToBr>
                    <a:lnBlToTr>
                      <a:noFill/>
                    </a:lnBlToTr>
                    <a:solidFill>
                      <a:srgbClr val="FFFFFF"/>
                    </a:solidFill>
                  </a:tcPr>
                </a:tc>
              </a:tr>
              <a:tr h="579120">
                <a:tc>
                  <a:txBody>
                    <a:bodyPr/>
                    <a:p>
                      <a:pPr indent="0" algn="l">
                        <a:lnSpc>
                          <a:spcPct val="120000"/>
                        </a:lnSpc>
                        <a:spcBef>
                          <a:spcPts val="0"/>
                        </a:spcBef>
                        <a:spcAft>
                          <a:spcPts val="0"/>
                        </a:spcAft>
                        <a:buNone/>
                      </a:pPr>
                      <a:r>
                        <a:rPr lang="en-US" sz="1000" b="0" spc="60">
                          <a:solidFill>
                            <a:srgbClr val="646464"/>
                          </a:solidFill>
                          <a:latin typeface="微软雅黑" panose="020B0503020204020204" pitchFamily="34" charset="-122"/>
                          <a:ea typeface="微软雅黑" panose="020B0503020204020204" pitchFamily="34" charset="-122"/>
                        </a:rPr>
                        <a:t>第六章设备管理</a:t>
                      </a:r>
                      <a:endParaRPr lang="en-US" altLang="en-US" sz="1000" b="0" spc="60">
                        <a:solidFill>
                          <a:srgbClr val="646464"/>
                        </a:solidFill>
                        <a:latin typeface="微软雅黑" panose="020B0503020204020204" pitchFamily="34" charset="-122"/>
                        <a:ea typeface="微软雅黑" panose="020B0503020204020204" pitchFamily="34" charset="-122"/>
                      </a:endParaRPr>
                    </a:p>
                  </a:txBody>
                  <a:tcPr marL="107950" marR="107950" marT="63500" marB="63500" vert="horz" anchor="ctr">
                    <a:lnL w="9525">
                      <a:solidFill>
                        <a:srgbClr val="646464"/>
                      </a:solidFill>
                      <a:prstDash val="sysDash"/>
                    </a:lnL>
                    <a:lnR w="9525">
                      <a:solidFill>
                        <a:srgbClr val="646464"/>
                      </a:solidFill>
                      <a:prstDash val="sysDash"/>
                    </a:lnR>
                    <a:lnT w="9525">
                      <a:solidFill>
                        <a:srgbClr val="646464"/>
                      </a:solidFill>
                      <a:prstDash val="sysDash"/>
                    </a:lnT>
                    <a:lnB w="9525">
                      <a:solidFill>
                        <a:srgbClr val="646464"/>
                      </a:solidFill>
                      <a:prstDash val="sysDash"/>
                    </a:lnB>
                    <a:lnTlToBr>
                      <a:noFill/>
                    </a:lnTlToBr>
                    <a:lnBlToTr>
                      <a:noFill/>
                    </a:lnBlToTr>
                    <a:solidFill>
                      <a:srgbClr val="F2F2F2"/>
                    </a:solidFill>
                  </a:tcPr>
                </a:tc>
                <a:tc>
                  <a:txBody>
                    <a:bodyPr/>
                    <a:p>
                      <a:pPr indent="0" algn="l">
                        <a:lnSpc>
                          <a:spcPct val="120000"/>
                        </a:lnSpc>
                        <a:spcBef>
                          <a:spcPts val="0"/>
                        </a:spcBef>
                        <a:spcAft>
                          <a:spcPts val="0"/>
                        </a:spcAft>
                        <a:buNone/>
                      </a:pPr>
                      <a:r>
                        <a:rPr lang="en-US" sz="1000" b="0" spc="60">
                          <a:solidFill>
                            <a:srgbClr val="404040"/>
                          </a:solidFill>
                          <a:latin typeface="微软雅黑" panose="020B0503020204020204" pitchFamily="34" charset="-122"/>
                          <a:ea typeface="微软雅黑" panose="020B0503020204020204" pitchFamily="34" charset="-122"/>
                          <a:cs typeface="微软雅黑" panose="020B0503020204020204" pitchFamily="34" charset="-122"/>
                        </a:rPr>
                        <a:t>掌握设备的概念、I/O控制方式、中断技术、缓冲技术、设备分配。</a:t>
                      </a:r>
                      <a:endParaRPr lang="en-US" altLang="en-US" sz="1000" b="0" spc="60">
                        <a:solidFill>
                          <a:srgbClr val="404040"/>
                        </a:solidFill>
                        <a:latin typeface="微软雅黑" panose="020B0503020204020204" pitchFamily="34" charset="-122"/>
                        <a:ea typeface="微软雅黑" panose="020B0503020204020204" pitchFamily="34" charset="-122"/>
                        <a:cs typeface="微软雅黑" panose="020B0503020204020204" pitchFamily="34" charset="-122"/>
                      </a:endParaRPr>
                    </a:p>
                  </a:txBody>
                  <a:tcPr marL="107950" marR="107950" marT="63500" marB="63500" vert="horz" anchor="ctr">
                    <a:lnL w="9525">
                      <a:solidFill>
                        <a:srgbClr val="646464"/>
                      </a:solidFill>
                      <a:prstDash val="sysDash"/>
                    </a:lnL>
                    <a:lnR w="9525">
                      <a:solidFill>
                        <a:srgbClr val="646464"/>
                      </a:solidFill>
                      <a:prstDash val="sysDash"/>
                    </a:lnR>
                    <a:lnT w="9525">
                      <a:solidFill>
                        <a:srgbClr val="646464"/>
                      </a:solidFill>
                      <a:prstDash val="sysDash"/>
                    </a:lnT>
                    <a:lnB w="9525">
                      <a:solidFill>
                        <a:srgbClr val="646464"/>
                      </a:solidFill>
                      <a:prstDash val="sysDash"/>
                    </a:lnB>
                    <a:lnTlToBr>
                      <a:noFill/>
                    </a:lnTlToBr>
                    <a:lnBlToTr>
                      <a:noFill/>
                    </a:lnBlToTr>
                    <a:solidFill>
                      <a:srgbClr val="F2F2F2"/>
                    </a:solidFill>
                  </a:tcPr>
                </a:tc>
                <a:tc>
                  <a:txBody>
                    <a:bodyPr/>
                    <a:p>
                      <a:pPr indent="0" algn="ctr">
                        <a:lnSpc>
                          <a:spcPct val="120000"/>
                        </a:lnSpc>
                        <a:spcBef>
                          <a:spcPts val="0"/>
                        </a:spcBef>
                        <a:spcAft>
                          <a:spcPts val="0"/>
                        </a:spcAft>
                        <a:buNone/>
                      </a:pPr>
                      <a:r>
                        <a:rPr lang="en-US" sz="1000" b="0" spc="60">
                          <a:solidFill>
                            <a:srgbClr val="404040"/>
                          </a:solidFill>
                          <a:latin typeface="微软雅黑" panose="020B0503020204020204" pitchFamily="34" charset="-122"/>
                          <a:ea typeface="微软雅黑" panose="020B0503020204020204" pitchFamily="34" charset="-122"/>
                          <a:cs typeface="微软雅黑" panose="020B0503020204020204" pitchFamily="34" charset="-122"/>
                        </a:rPr>
                        <a:t>8学时</a:t>
                      </a:r>
                      <a:endParaRPr lang="en-US" altLang="en-US" sz="1000" b="0" spc="60">
                        <a:solidFill>
                          <a:srgbClr val="404040"/>
                        </a:solidFill>
                        <a:latin typeface="微软雅黑" panose="020B0503020204020204" pitchFamily="34" charset="-122"/>
                        <a:ea typeface="微软雅黑" panose="020B0503020204020204" pitchFamily="34" charset="-122"/>
                        <a:cs typeface="微软雅黑" panose="020B0503020204020204" pitchFamily="34" charset="-122"/>
                      </a:endParaRPr>
                    </a:p>
                  </a:txBody>
                  <a:tcPr marL="107950" marR="107950" marT="63500" marB="63500" vert="horz" anchor="ctr">
                    <a:lnL w="9525">
                      <a:solidFill>
                        <a:srgbClr val="646464"/>
                      </a:solidFill>
                      <a:prstDash val="sysDash"/>
                    </a:lnL>
                    <a:lnR w="9525">
                      <a:solidFill>
                        <a:srgbClr val="646464"/>
                      </a:solidFill>
                      <a:prstDash val="sysDash"/>
                    </a:lnR>
                    <a:lnT w="9525">
                      <a:solidFill>
                        <a:srgbClr val="646464"/>
                      </a:solidFill>
                      <a:prstDash val="sysDash"/>
                    </a:lnT>
                    <a:lnB w="9525">
                      <a:solidFill>
                        <a:srgbClr val="646464"/>
                      </a:solidFill>
                      <a:prstDash val="sysDash"/>
                    </a:lnB>
                    <a:lnTlToBr>
                      <a:noFill/>
                    </a:lnTlToBr>
                    <a:lnBlToTr>
                      <a:noFill/>
                    </a:lnBlToTr>
                    <a:solidFill>
                      <a:srgbClr val="F2F2F2"/>
                    </a:solidFill>
                  </a:tcPr>
                </a:tc>
                <a:tc>
                  <a:txBody>
                    <a:bodyPr/>
                    <a:p>
                      <a:pPr indent="0" algn="ctr">
                        <a:lnSpc>
                          <a:spcPct val="120000"/>
                        </a:lnSpc>
                        <a:spcBef>
                          <a:spcPts val="0"/>
                        </a:spcBef>
                        <a:spcAft>
                          <a:spcPts val="0"/>
                        </a:spcAft>
                        <a:buNone/>
                      </a:pPr>
                      <a:r>
                        <a:rPr lang="en-US" sz="1000" b="0" spc="60">
                          <a:solidFill>
                            <a:srgbClr val="404040"/>
                          </a:solidFill>
                          <a:latin typeface="微软雅黑" panose="020B0503020204020204" pitchFamily="34" charset="-122"/>
                          <a:ea typeface="微软雅黑" panose="020B0503020204020204" pitchFamily="34" charset="-122"/>
                        </a:rPr>
                        <a:t>讲授</a:t>
                      </a:r>
                      <a:endParaRPr lang="en-US" altLang="en-US" sz="1000" b="0" spc="60">
                        <a:solidFill>
                          <a:srgbClr val="404040"/>
                        </a:solidFill>
                        <a:latin typeface="微软雅黑" panose="020B0503020204020204" pitchFamily="34" charset="-122"/>
                        <a:ea typeface="微软雅黑" panose="020B0503020204020204" pitchFamily="34" charset="-122"/>
                      </a:endParaRPr>
                    </a:p>
                  </a:txBody>
                  <a:tcPr marL="107950" marR="107950" marT="63500" marB="63500" vert="horz" anchor="ctr">
                    <a:lnL w="9525">
                      <a:solidFill>
                        <a:srgbClr val="646464"/>
                      </a:solidFill>
                      <a:prstDash val="sysDash"/>
                    </a:lnL>
                    <a:lnR w="9525">
                      <a:solidFill>
                        <a:srgbClr val="646464"/>
                      </a:solidFill>
                      <a:prstDash val="sysDash"/>
                    </a:lnR>
                    <a:lnT w="9525">
                      <a:solidFill>
                        <a:srgbClr val="646464"/>
                      </a:solidFill>
                      <a:prstDash val="sysDash"/>
                    </a:lnT>
                    <a:lnB w="9525">
                      <a:solidFill>
                        <a:srgbClr val="646464"/>
                      </a:solidFill>
                      <a:prstDash val="sysDash"/>
                    </a:lnB>
                    <a:lnTlToBr>
                      <a:noFill/>
                    </a:lnTlToBr>
                    <a:lnBlToTr>
                      <a:noFill/>
                    </a:lnBlToTr>
                    <a:solidFill>
                      <a:srgbClr val="F2F2F2"/>
                    </a:solidFill>
                  </a:tcPr>
                </a:tc>
                <a:tc>
                  <a:txBody>
                    <a:bodyPr/>
                    <a:p>
                      <a:pPr indent="0" algn="l">
                        <a:lnSpc>
                          <a:spcPct val="120000"/>
                        </a:lnSpc>
                        <a:spcBef>
                          <a:spcPts val="0"/>
                        </a:spcBef>
                        <a:spcAft>
                          <a:spcPts val="0"/>
                        </a:spcAft>
                        <a:buNone/>
                      </a:pPr>
                      <a:r>
                        <a:rPr lang="en-US" sz="1000" b="0" spc="60">
                          <a:solidFill>
                            <a:srgbClr val="404040"/>
                          </a:solidFill>
                          <a:latin typeface="微软雅黑" panose="020B0503020204020204" pitchFamily="34" charset="-122"/>
                          <a:ea typeface="微软雅黑" panose="020B0503020204020204" pitchFamily="34" charset="-122"/>
                          <a:cs typeface="微软雅黑" panose="020B0503020204020204" pitchFamily="34" charset="-122"/>
                        </a:rPr>
                        <a:t>课程目标1课程目标2课程目标3</a:t>
                      </a:r>
                      <a:endParaRPr lang="en-US" altLang="en-US" sz="1000" b="0" spc="60">
                        <a:solidFill>
                          <a:srgbClr val="404040"/>
                        </a:solidFill>
                        <a:latin typeface="微软雅黑" panose="020B0503020204020204" pitchFamily="34" charset="-122"/>
                        <a:ea typeface="微软雅黑" panose="020B0503020204020204" pitchFamily="34" charset="-122"/>
                        <a:cs typeface="微软雅黑" panose="020B0503020204020204" pitchFamily="34" charset="-122"/>
                      </a:endParaRPr>
                    </a:p>
                  </a:txBody>
                  <a:tcPr marL="107950" marR="107950" marT="63500" marB="63500" vert="horz" anchor="ctr">
                    <a:lnL w="9525">
                      <a:solidFill>
                        <a:srgbClr val="646464"/>
                      </a:solidFill>
                      <a:prstDash val="sysDash"/>
                    </a:lnL>
                    <a:lnR w="9525">
                      <a:solidFill>
                        <a:srgbClr val="646464"/>
                      </a:solidFill>
                      <a:prstDash val="sysDash"/>
                    </a:lnR>
                    <a:lnT w="9525">
                      <a:solidFill>
                        <a:srgbClr val="646464"/>
                      </a:solidFill>
                      <a:prstDash val="sysDash"/>
                    </a:lnT>
                    <a:lnB w="9525">
                      <a:solidFill>
                        <a:srgbClr val="646464"/>
                      </a:solidFill>
                      <a:prstDash val="sysDash"/>
                    </a:lnB>
                    <a:lnTlToBr>
                      <a:noFill/>
                    </a:lnTlToBr>
                    <a:lnBlToTr>
                      <a:noFill/>
                    </a:lnBlToTr>
                    <a:solidFill>
                      <a:srgbClr val="F2F2F2"/>
                    </a:solidFill>
                  </a:tcPr>
                </a:tc>
              </a:tr>
              <a:tr h="578485">
                <a:tc>
                  <a:txBody>
                    <a:bodyPr/>
                    <a:p>
                      <a:pPr indent="0" algn="l">
                        <a:lnSpc>
                          <a:spcPct val="120000"/>
                        </a:lnSpc>
                        <a:spcBef>
                          <a:spcPts val="0"/>
                        </a:spcBef>
                        <a:spcAft>
                          <a:spcPts val="0"/>
                        </a:spcAft>
                        <a:buNone/>
                      </a:pPr>
                      <a:r>
                        <a:rPr lang="en-US" sz="1000" b="0" spc="60">
                          <a:solidFill>
                            <a:srgbClr val="646464"/>
                          </a:solidFill>
                          <a:latin typeface="微软雅黑" panose="020B0503020204020204" pitchFamily="34" charset="-122"/>
                          <a:ea typeface="微软雅黑" panose="020B0503020204020204" pitchFamily="34" charset="-122"/>
                          <a:cs typeface="微软雅黑" panose="020B0503020204020204" pitchFamily="34" charset="-122"/>
                        </a:rPr>
                        <a:t>第七章UNIX操作系统的用户接口</a:t>
                      </a:r>
                      <a:endParaRPr lang="en-US" altLang="en-US" sz="1000" b="0" spc="60">
                        <a:solidFill>
                          <a:srgbClr val="646464"/>
                        </a:solidFill>
                        <a:latin typeface="微软雅黑" panose="020B0503020204020204" pitchFamily="34" charset="-122"/>
                        <a:ea typeface="微软雅黑" panose="020B0503020204020204" pitchFamily="34" charset="-122"/>
                        <a:cs typeface="微软雅黑" panose="020B0503020204020204" pitchFamily="34" charset="-122"/>
                      </a:endParaRPr>
                    </a:p>
                  </a:txBody>
                  <a:tcPr marL="107950" marR="107950" marT="63500" marB="63500" vert="horz" anchor="ctr">
                    <a:lnL w="9525">
                      <a:solidFill>
                        <a:srgbClr val="646464"/>
                      </a:solidFill>
                      <a:prstDash val="sysDash"/>
                    </a:lnL>
                    <a:lnR w="9525">
                      <a:solidFill>
                        <a:srgbClr val="646464"/>
                      </a:solidFill>
                      <a:prstDash val="sysDash"/>
                    </a:lnR>
                    <a:lnT w="9525">
                      <a:solidFill>
                        <a:srgbClr val="646464"/>
                      </a:solidFill>
                      <a:prstDash val="sysDash"/>
                    </a:lnT>
                    <a:lnB w="9525">
                      <a:solidFill>
                        <a:srgbClr val="646464"/>
                      </a:solidFill>
                      <a:prstDash val="sysDash"/>
                    </a:lnB>
                    <a:lnTlToBr>
                      <a:noFill/>
                    </a:lnTlToBr>
                    <a:lnBlToTr>
                      <a:noFill/>
                    </a:lnBlToTr>
                    <a:solidFill>
                      <a:srgbClr val="FFFFFF"/>
                    </a:solidFill>
                  </a:tcPr>
                </a:tc>
                <a:tc>
                  <a:txBody>
                    <a:bodyPr/>
                    <a:p>
                      <a:pPr indent="0" algn="l">
                        <a:lnSpc>
                          <a:spcPct val="120000"/>
                        </a:lnSpc>
                        <a:spcBef>
                          <a:spcPts val="0"/>
                        </a:spcBef>
                        <a:spcAft>
                          <a:spcPts val="0"/>
                        </a:spcAft>
                        <a:buNone/>
                      </a:pPr>
                      <a:r>
                        <a:rPr lang="en-US" sz="1000" b="0" spc="60">
                          <a:solidFill>
                            <a:srgbClr val="404040"/>
                          </a:solidFill>
                          <a:latin typeface="微软雅黑" panose="020B0503020204020204" pitchFamily="34" charset="-122"/>
                          <a:ea typeface="微软雅黑" panose="020B0503020204020204" pitchFamily="34" charset="-122"/>
                          <a:cs typeface="微软雅黑" panose="020B0503020204020204" pitchFamily="34" charset="-122"/>
                        </a:rPr>
                        <a:t>掌握UNIX系统调用、shell进程和shell常用命令。</a:t>
                      </a:r>
                      <a:endParaRPr lang="en-US" altLang="en-US" sz="1000" b="0" spc="60">
                        <a:solidFill>
                          <a:srgbClr val="404040"/>
                        </a:solidFill>
                        <a:latin typeface="微软雅黑" panose="020B0503020204020204" pitchFamily="34" charset="-122"/>
                        <a:ea typeface="微软雅黑" panose="020B0503020204020204" pitchFamily="34" charset="-122"/>
                        <a:cs typeface="微软雅黑" panose="020B0503020204020204" pitchFamily="34" charset="-122"/>
                      </a:endParaRPr>
                    </a:p>
                  </a:txBody>
                  <a:tcPr marL="107950" marR="107950" marT="63500" marB="63500" vert="horz" anchor="ctr">
                    <a:lnL w="9525">
                      <a:solidFill>
                        <a:srgbClr val="646464"/>
                      </a:solidFill>
                      <a:prstDash val="sysDash"/>
                    </a:lnL>
                    <a:lnR w="9525">
                      <a:solidFill>
                        <a:srgbClr val="646464"/>
                      </a:solidFill>
                      <a:prstDash val="sysDash"/>
                    </a:lnR>
                    <a:lnT w="9525">
                      <a:solidFill>
                        <a:srgbClr val="646464"/>
                      </a:solidFill>
                      <a:prstDash val="sysDash"/>
                    </a:lnT>
                    <a:lnB w="9525">
                      <a:solidFill>
                        <a:srgbClr val="646464"/>
                      </a:solidFill>
                      <a:prstDash val="sysDash"/>
                    </a:lnB>
                    <a:lnTlToBr>
                      <a:noFill/>
                    </a:lnTlToBr>
                    <a:lnBlToTr>
                      <a:noFill/>
                    </a:lnBlToTr>
                    <a:solidFill>
                      <a:srgbClr val="FFFFFF"/>
                    </a:solidFill>
                  </a:tcPr>
                </a:tc>
                <a:tc>
                  <a:txBody>
                    <a:bodyPr/>
                    <a:p>
                      <a:pPr indent="0" algn="ctr">
                        <a:lnSpc>
                          <a:spcPct val="120000"/>
                        </a:lnSpc>
                        <a:spcBef>
                          <a:spcPts val="0"/>
                        </a:spcBef>
                        <a:spcAft>
                          <a:spcPts val="0"/>
                        </a:spcAft>
                        <a:buNone/>
                      </a:pPr>
                      <a:r>
                        <a:rPr lang="en-US" sz="1000" b="0" spc="60">
                          <a:solidFill>
                            <a:srgbClr val="404040"/>
                          </a:solidFill>
                          <a:latin typeface="微软雅黑" panose="020B0503020204020204" pitchFamily="34" charset="-122"/>
                          <a:ea typeface="微软雅黑" panose="020B0503020204020204" pitchFamily="34" charset="-122"/>
                          <a:cs typeface="微软雅黑" panose="020B0503020204020204" pitchFamily="34" charset="-122"/>
                        </a:rPr>
                        <a:t>4学时</a:t>
                      </a:r>
                      <a:endParaRPr lang="en-US" altLang="en-US" sz="1000" b="0" spc="60">
                        <a:solidFill>
                          <a:srgbClr val="404040"/>
                        </a:solidFill>
                        <a:latin typeface="微软雅黑" panose="020B0503020204020204" pitchFamily="34" charset="-122"/>
                        <a:ea typeface="微软雅黑" panose="020B0503020204020204" pitchFamily="34" charset="-122"/>
                        <a:cs typeface="微软雅黑" panose="020B0503020204020204" pitchFamily="34" charset="-122"/>
                      </a:endParaRPr>
                    </a:p>
                  </a:txBody>
                  <a:tcPr marL="107950" marR="107950" marT="63500" marB="63500" vert="horz" anchor="ctr">
                    <a:lnL w="9525">
                      <a:solidFill>
                        <a:srgbClr val="646464"/>
                      </a:solidFill>
                      <a:prstDash val="sysDash"/>
                    </a:lnL>
                    <a:lnR w="9525">
                      <a:solidFill>
                        <a:srgbClr val="646464"/>
                      </a:solidFill>
                      <a:prstDash val="sysDash"/>
                    </a:lnR>
                    <a:lnT w="9525">
                      <a:solidFill>
                        <a:srgbClr val="646464"/>
                      </a:solidFill>
                      <a:prstDash val="sysDash"/>
                    </a:lnT>
                    <a:lnB w="9525">
                      <a:solidFill>
                        <a:srgbClr val="646464"/>
                      </a:solidFill>
                      <a:prstDash val="sysDash"/>
                    </a:lnB>
                    <a:lnTlToBr>
                      <a:noFill/>
                    </a:lnTlToBr>
                    <a:lnBlToTr>
                      <a:noFill/>
                    </a:lnBlToTr>
                    <a:solidFill>
                      <a:srgbClr val="FFFFFF"/>
                    </a:solidFill>
                  </a:tcPr>
                </a:tc>
                <a:tc>
                  <a:txBody>
                    <a:bodyPr/>
                    <a:p>
                      <a:pPr indent="0" algn="ctr">
                        <a:lnSpc>
                          <a:spcPct val="120000"/>
                        </a:lnSpc>
                        <a:spcBef>
                          <a:spcPts val="0"/>
                        </a:spcBef>
                        <a:spcAft>
                          <a:spcPts val="0"/>
                        </a:spcAft>
                        <a:buNone/>
                      </a:pPr>
                      <a:r>
                        <a:rPr lang="en-US" sz="1000" b="0" spc="60">
                          <a:solidFill>
                            <a:srgbClr val="404040"/>
                          </a:solidFill>
                          <a:latin typeface="微软雅黑" panose="020B0503020204020204" pitchFamily="34" charset="-122"/>
                          <a:ea typeface="微软雅黑" panose="020B0503020204020204" pitchFamily="34" charset="-122"/>
                        </a:rPr>
                        <a:t>讲授</a:t>
                      </a:r>
                      <a:endParaRPr lang="en-US" altLang="en-US" sz="1000" b="0" spc="60">
                        <a:solidFill>
                          <a:srgbClr val="404040"/>
                        </a:solidFill>
                        <a:latin typeface="微软雅黑" panose="020B0503020204020204" pitchFamily="34" charset="-122"/>
                        <a:ea typeface="微软雅黑" panose="020B0503020204020204" pitchFamily="34" charset="-122"/>
                      </a:endParaRPr>
                    </a:p>
                  </a:txBody>
                  <a:tcPr marL="107950" marR="107950" marT="63500" marB="63500" vert="horz" anchor="ctr">
                    <a:lnL w="9525">
                      <a:solidFill>
                        <a:srgbClr val="646464"/>
                      </a:solidFill>
                      <a:prstDash val="sysDash"/>
                    </a:lnL>
                    <a:lnR w="9525">
                      <a:solidFill>
                        <a:srgbClr val="646464"/>
                      </a:solidFill>
                      <a:prstDash val="sysDash"/>
                    </a:lnR>
                    <a:lnT w="9525">
                      <a:solidFill>
                        <a:srgbClr val="646464"/>
                      </a:solidFill>
                      <a:prstDash val="sysDash"/>
                    </a:lnT>
                    <a:lnB w="9525">
                      <a:solidFill>
                        <a:srgbClr val="646464"/>
                      </a:solidFill>
                      <a:prstDash val="sysDash"/>
                    </a:lnB>
                    <a:lnTlToBr>
                      <a:noFill/>
                    </a:lnTlToBr>
                    <a:lnBlToTr>
                      <a:noFill/>
                    </a:lnBlToTr>
                    <a:solidFill>
                      <a:srgbClr val="FFFFFF"/>
                    </a:solidFill>
                  </a:tcPr>
                </a:tc>
                <a:tc>
                  <a:txBody>
                    <a:bodyPr/>
                    <a:p>
                      <a:pPr indent="0" algn="l">
                        <a:lnSpc>
                          <a:spcPct val="120000"/>
                        </a:lnSpc>
                        <a:spcBef>
                          <a:spcPts val="0"/>
                        </a:spcBef>
                        <a:spcAft>
                          <a:spcPts val="0"/>
                        </a:spcAft>
                        <a:buNone/>
                      </a:pPr>
                      <a:r>
                        <a:rPr lang="en-US" sz="1000" b="0" spc="60">
                          <a:solidFill>
                            <a:srgbClr val="404040"/>
                          </a:solidFill>
                          <a:latin typeface="微软雅黑" panose="020B0503020204020204" pitchFamily="34" charset="-122"/>
                          <a:ea typeface="微软雅黑" panose="020B0503020204020204" pitchFamily="34" charset="-122"/>
                          <a:cs typeface="微软雅黑" panose="020B0503020204020204" pitchFamily="34" charset="-122"/>
                        </a:rPr>
                        <a:t>课程目标3 </a:t>
                      </a:r>
                      <a:endParaRPr lang="en-US" altLang="en-US" sz="1000" b="0" spc="60">
                        <a:solidFill>
                          <a:srgbClr val="404040"/>
                        </a:solidFill>
                        <a:latin typeface="微软雅黑" panose="020B0503020204020204" pitchFamily="34" charset="-122"/>
                        <a:ea typeface="微软雅黑" panose="020B0503020204020204" pitchFamily="34" charset="-122"/>
                        <a:cs typeface="微软雅黑" panose="020B0503020204020204" pitchFamily="34" charset="-122"/>
                      </a:endParaRPr>
                    </a:p>
                  </a:txBody>
                  <a:tcPr marL="107950" marR="107950" marT="63500" marB="63500" vert="horz" anchor="ctr">
                    <a:lnL w="9525">
                      <a:solidFill>
                        <a:srgbClr val="646464"/>
                      </a:solidFill>
                      <a:prstDash val="sysDash"/>
                    </a:lnL>
                    <a:lnR w="9525">
                      <a:solidFill>
                        <a:srgbClr val="646464"/>
                      </a:solidFill>
                      <a:prstDash val="sysDash"/>
                    </a:lnR>
                    <a:lnT w="9525">
                      <a:solidFill>
                        <a:srgbClr val="646464"/>
                      </a:solidFill>
                      <a:prstDash val="sysDash"/>
                    </a:lnT>
                    <a:lnB w="9525">
                      <a:solidFill>
                        <a:srgbClr val="646464"/>
                      </a:solidFill>
                      <a:prstDash val="sysDash"/>
                    </a:lnB>
                    <a:lnTlToBr>
                      <a:noFill/>
                    </a:lnTlToBr>
                    <a:lnBlToTr>
                      <a:noFill/>
                    </a:lnBlToTr>
                    <a:solidFill>
                      <a:srgbClr val="FFFFFF"/>
                    </a:solidFill>
                  </a:tcPr>
                </a:tc>
              </a:tr>
              <a:tr h="579120">
                <a:tc>
                  <a:txBody>
                    <a:bodyPr/>
                    <a:p>
                      <a:pPr indent="0" algn="l">
                        <a:lnSpc>
                          <a:spcPct val="120000"/>
                        </a:lnSpc>
                        <a:spcBef>
                          <a:spcPts val="0"/>
                        </a:spcBef>
                        <a:spcAft>
                          <a:spcPts val="0"/>
                        </a:spcAft>
                        <a:buNone/>
                      </a:pPr>
                      <a:r>
                        <a:rPr lang="zh-CN" sz="1000" b="0" spc="60">
                          <a:solidFill>
                            <a:srgbClr val="646464"/>
                          </a:solidFill>
                          <a:latin typeface="微软雅黑" panose="020B0503020204020204" pitchFamily="34" charset="-122"/>
                          <a:ea typeface="微软雅黑" panose="020B0503020204020204" pitchFamily="34" charset="-122"/>
                          <a:cs typeface="微软雅黑" panose="020B0503020204020204" pitchFamily="34" charset="-122"/>
                        </a:rPr>
                        <a:t>第</a:t>
                      </a:r>
                      <a:r>
                        <a:rPr lang="en-US" altLang="zh-CN" sz="1000" b="0" spc="60">
                          <a:solidFill>
                            <a:srgbClr val="646464"/>
                          </a:solidFill>
                          <a:latin typeface="微软雅黑" panose="020B0503020204020204" pitchFamily="34" charset="-122"/>
                          <a:ea typeface="微软雅黑" panose="020B0503020204020204" pitchFamily="34" charset="-122"/>
                          <a:cs typeface="微软雅黑" panose="020B0503020204020204" pitchFamily="34" charset="-122"/>
                        </a:rPr>
                        <a:t>8</a:t>
                      </a:r>
                      <a:r>
                        <a:rPr lang="zh-CN" sz="1000" b="0" spc="60">
                          <a:solidFill>
                            <a:srgbClr val="646464"/>
                          </a:solidFill>
                          <a:latin typeface="微软雅黑" panose="020B0503020204020204" pitchFamily="34" charset="-122"/>
                          <a:ea typeface="微软雅黑" panose="020B0503020204020204" pitchFamily="34" charset="-122"/>
                          <a:cs typeface="微软雅黑" panose="020B0503020204020204" pitchFamily="34" charset="-122"/>
                        </a:rPr>
                        <a:t>章-操作系统的安全与保护</a:t>
                      </a:r>
                      <a:endParaRPr lang="zh-CN" altLang="en-US" sz="1000" b="0" spc="60">
                        <a:solidFill>
                          <a:srgbClr val="646464"/>
                        </a:solidFill>
                        <a:latin typeface="微软雅黑" panose="020B0503020204020204" pitchFamily="34" charset="-122"/>
                        <a:ea typeface="微软雅黑" panose="020B0503020204020204" pitchFamily="34" charset="-122"/>
                        <a:cs typeface="微软雅黑" panose="020B0503020204020204" pitchFamily="34" charset="-122"/>
                      </a:endParaRPr>
                    </a:p>
                  </a:txBody>
                  <a:tcPr marL="107950" marR="107950" marT="63500" marB="63500" vert="horz" anchor="ctr">
                    <a:lnL w="9525">
                      <a:solidFill>
                        <a:srgbClr val="646464"/>
                      </a:solidFill>
                      <a:prstDash val="sysDash"/>
                    </a:lnL>
                    <a:lnR w="9525">
                      <a:solidFill>
                        <a:srgbClr val="646464"/>
                      </a:solidFill>
                      <a:prstDash val="sysDash"/>
                    </a:lnR>
                    <a:lnT w="9525">
                      <a:solidFill>
                        <a:srgbClr val="646464"/>
                      </a:solidFill>
                      <a:prstDash val="sysDash"/>
                    </a:lnT>
                    <a:lnB w="28575">
                      <a:solidFill>
                        <a:srgbClr val="646464"/>
                      </a:solidFill>
                      <a:prstDash val="solid"/>
                    </a:lnB>
                    <a:lnTlToBr>
                      <a:noFill/>
                    </a:lnTlToBr>
                    <a:lnBlToTr>
                      <a:noFill/>
                    </a:lnBlToTr>
                    <a:solidFill>
                      <a:srgbClr val="F2F2F2"/>
                    </a:solidFill>
                  </a:tcPr>
                </a:tc>
                <a:tc>
                  <a:txBody>
                    <a:bodyPr/>
                    <a:p>
                      <a:pPr indent="0" algn="l">
                        <a:lnSpc>
                          <a:spcPct val="120000"/>
                        </a:lnSpc>
                        <a:spcBef>
                          <a:spcPts val="0"/>
                        </a:spcBef>
                        <a:spcAft>
                          <a:spcPts val="0"/>
                        </a:spcAft>
                        <a:buNone/>
                      </a:pPr>
                      <a:r>
                        <a:rPr lang="zh-CN" sz="1000" b="0" spc="60">
                          <a:solidFill>
                            <a:srgbClr val="404040"/>
                          </a:solidFill>
                          <a:latin typeface="微软雅黑" panose="020B0503020204020204" pitchFamily="34" charset="-122"/>
                          <a:ea typeface="微软雅黑" panose="020B0503020204020204" pitchFamily="34" charset="-122"/>
                        </a:rPr>
                        <a:t>掌握操作系统的安全的基本概念。</a:t>
                      </a:r>
                      <a:endParaRPr lang="zh-CN" altLang="en-US" sz="1000" b="0" spc="60">
                        <a:solidFill>
                          <a:srgbClr val="404040"/>
                        </a:solidFill>
                        <a:latin typeface="微软雅黑" panose="020B0503020204020204" pitchFamily="34" charset="-122"/>
                        <a:ea typeface="微软雅黑" panose="020B0503020204020204" pitchFamily="34" charset="-122"/>
                      </a:endParaRPr>
                    </a:p>
                  </a:txBody>
                  <a:tcPr marL="107950" marR="107950" marT="63500" marB="63500" vert="horz" anchor="ctr">
                    <a:lnL w="9525">
                      <a:solidFill>
                        <a:srgbClr val="646464"/>
                      </a:solidFill>
                      <a:prstDash val="sysDash"/>
                    </a:lnL>
                    <a:lnR w="9525">
                      <a:solidFill>
                        <a:srgbClr val="646464"/>
                      </a:solidFill>
                      <a:prstDash val="sysDash"/>
                    </a:lnR>
                    <a:lnT w="9525">
                      <a:solidFill>
                        <a:srgbClr val="646464"/>
                      </a:solidFill>
                      <a:prstDash val="sysDash"/>
                    </a:lnT>
                    <a:lnB w="28575">
                      <a:solidFill>
                        <a:srgbClr val="646464"/>
                      </a:solidFill>
                      <a:prstDash val="solid"/>
                    </a:lnB>
                    <a:lnTlToBr>
                      <a:noFill/>
                    </a:lnTlToBr>
                    <a:lnBlToTr>
                      <a:noFill/>
                    </a:lnBlToTr>
                    <a:solidFill>
                      <a:srgbClr val="F2F2F2"/>
                    </a:solidFill>
                  </a:tcPr>
                </a:tc>
                <a:tc>
                  <a:txBody>
                    <a:bodyPr/>
                    <a:p>
                      <a:pPr indent="0" algn="ctr">
                        <a:lnSpc>
                          <a:spcPct val="120000"/>
                        </a:lnSpc>
                        <a:spcBef>
                          <a:spcPts val="0"/>
                        </a:spcBef>
                        <a:spcAft>
                          <a:spcPts val="0"/>
                        </a:spcAft>
                        <a:buNone/>
                      </a:pPr>
                      <a:r>
                        <a:rPr lang="zh-CN" sz="1000" b="0" spc="60">
                          <a:solidFill>
                            <a:srgbClr val="404040"/>
                          </a:solidFill>
                          <a:latin typeface="微软雅黑" panose="020B0503020204020204" pitchFamily="34" charset="-122"/>
                          <a:ea typeface="微软雅黑" panose="020B0503020204020204" pitchFamily="34" charset="-122"/>
                          <a:cs typeface="微软雅黑" panose="020B0503020204020204" pitchFamily="34" charset="-122"/>
                        </a:rPr>
                        <a:t>4学时</a:t>
                      </a:r>
                      <a:endParaRPr lang="zh-CN" altLang="en-US" sz="1000" b="0" spc="60">
                        <a:solidFill>
                          <a:srgbClr val="404040"/>
                        </a:solidFill>
                        <a:latin typeface="微软雅黑" panose="020B0503020204020204" pitchFamily="34" charset="-122"/>
                        <a:ea typeface="微软雅黑" panose="020B0503020204020204" pitchFamily="34" charset="-122"/>
                        <a:cs typeface="微软雅黑" panose="020B0503020204020204" pitchFamily="34" charset="-122"/>
                      </a:endParaRPr>
                    </a:p>
                  </a:txBody>
                  <a:tcPr marL="107950" marR="107950" marT="63500" marB="63500" vert="horz" anchor="ctr">
                    <a:lnL w="9525">
                      <a:solidFill>
                        <a:srgbClr val="646464"/>
                      </a:solidFill>
                      <a:prstDash val="sysDash"/>
                    </a:lnL>
                    <a:lnR w="9525">
                      <a:solidFill>
                        <a:srgbClr val="646464"/>
                      </a:solidFill>
                      <a:prstDash val="sysDash"/>
                    </a:lnR>
                    <a:lnT w="9525">
                      <a:solidFill>
                        <a:srgbClr val="646464"/>
                      </a:solidFill>
                      <a:prstDash val="sysDash"/>
                    </a:lnT>
                    <a:lnB w="28575">
                      <a:solidFill>
                        <a:srgbClr val="646464"/>
                      </a:solidFill>
                      <a:prstDash val="solid"/>
                    </a:lnB>
                    <a:lnTlToBr>
                      <a:noFill/>
                    </a:lnTlToBr>
                    <a:lnBlToTr>
                      <a:noFill/>
                    </a:lnBlToTr>
                    <a:solidFill>
                      <a:srgbClr val="F2F2F2"/>
                    </a:solidFill>
                  </a:tcPr>
                </a:tc>
                <a:tc>
                  <a:txBody>
                    <a:bodyPr/>
                    <a:p>
                      <a:pPr indent="0" algn="ctr">
                        <a:lnSpc>
                          <a:spcPct val="120000"/>
                        </a:lnSpc>
                        <a:spcBef>
                          <a:spcPts val="0"/>
                        </a:spcBef>
                        <a:spcAft>
                          <a:spcPts val="0"/>
                        </a:spcAft>
                        <a:buNone/>
                      </a:pPr>
                      <a:r>
                        <a:rPr lang="zh-CN" sz="1000" b="0" spc="60">
                          <a:solidFill>
                            <a:srgbClr val="404040"/>
                          </a:solidFill>
                          <a:latin typeface="微软雅黑" panose="020B0503020204020204" pitchFamily="34" charset="-122"/>
                          <a:ea typeface="微软雅黑" panose="020B0503020204020204" pitchFamily="34" charset="-122"/>
                        </a:rPr>
                        <a:t>讲授</a:t>
                      </a:r>
                      <a:endParaRPr lang="zh-CN" altLang="en-US" sz="1000" b="0" spc="60">
                        <a:solidFill>
                          <a:srgbClr val="404040"/>
                        </a:solidFill>
                        <a:latin typeface="微软雅黑" panose="020B0503020204020204" pitchFamily="34" charset="-122"/>
                        <a:ea typeface="微软雅黑" panose="020B0503020204020204" pitchFamily="34" charset="-122"/>
                      </a:endParaRPr>
                    </a:p>
                  </a:txBody>
                  <a:tcPr marL="107950" marR="107950" marT="63500" marB="63500" vert="horz" anchor="ctr">
                    <a:lnL w="9525">
                      <a:solidFill>
                        <a:srgbClr val="646464"/>
                      </a:solidFill>
                      <a:prstDash val="sysDash"/>
                    </a:lnL>
                    <a:lnR w="9525">
                      <a:solidFill>
                        <a:srgbClr val="646464"/>
                      </a:solidFill>
                      <a:prstDash val="sysDash"/>
                    </a:lnR>
                    <a:lnT w="9525">
                      <a:solidFill>
                        <a:srgbClr val="646464"/>
                      </a:solidFill>
                      <a:prstDash val="sysDash"/>
                    </a:lnT>
                    <a:lnB w="28575">
                      <a:solidFill>
                        <a:srgbClr val="646464"/>
                      </a:solidFill>
                      <a:prstDash val="solid"/>
                    </a:lnB>
                    <a:lnTlToBr>
                      <a:noFill/>
                    </a:lnTlToBr>
                    <a:lnBlToTr>
                      <a:noFill/>
                    </a:lnBlToTr>
                    <a:solidFill>
                      <a:srgbClr val="F2F2F2"/>
                    </a:solidFill>
                  </a:tcPr>
                </a:tc>
                <a:tc>
                  <a:txBody>
                    <a:bodyPr/>
                    <a:p>
                      <a:pPr indent="0" algn="l">
                        <a:lnSpc>
                          <a:spcPct val="120000"/>
                        </a:lnSpc>
                        <a:spcBef>
                          <a:spcPts val="0"/>
                        </a:spcBef>
                        <a:spcAft>
                          <a:spcPts val="0"/>
                        </a:spcAft>
                        <a:buNone/>
                      </a:pPr>
                      <a:r>
                        <a:rPr lang="zh-CN" sz="1000" b="0" spc="60">
                          <a:solidFill>
                            <a:srgbClr val="404040"/>
                          </a:solidFill>
                          <a:latin typeface="微软雅黑" panose="020B0503020204020204" pitchFamily="34" charset="-122"/>
                          <a:ea typeface="微软雅黑" panose="020B0503020204020204" pitchFamily="34" charset="-122"/>
                          <a:cs typeface="微软雅黑" panose="020B0503020204020204" pitchFamily="34" charset="-122"/>
                        </a:rPr>
                        <a:t>课程目标3 </a:t>
                      </a:r>
                      <a:endParaRPr lang="zh-CN" altLang="en-US" sz="1000" b="0" spc="60">
                        <a:solidFill>
                          <a:srgbClr val="404040"/>
                        </a:solidFill>
                        <a:latin typeface="微软雅黑" panose="020B0503020204020204" pitchFamily="34" charset="-122"/>
                        <a:ea typeface="微软雅黑" panose="020B0503020204020204" pitchFamily="34" charset="-122"/>
                        <a:cs typeface="微软雅黑" panose="020B0503020204020204" pitchFamily="34" charset="-122"/>
                      </a:endParaRPr>
                    </a:p>
                  </a:txBody>
                  <a:tcPr marL="107950" marR="107950" marT="63500" marB="63500" vert="horz" anchor="ctr">
                    <a:lnL w="9525">
                      <a:solidFill>
                        <a:srgbClr val="646464"/>
                      </a:solidFill>
                      <a:prstDash val="sysDash"/>
                    </a:lnL>
                    <a:lnR w="9525">
                      <a:solidFill>
                        <a:srgbClr val="646464"/>
                      </a:solidFill>
                      <a:prstDash val="sysDash"/>
                    </a:lnR>
                    <a:lnT w="9525">
                      <a:solidFill>
                        <a:srgbClr val="646464"/>
                      </a:solidFill>
                      <a:prstDash val="sysDash"/>
                    </a:lnT>
                    <a:lnB w="28575">
                      <a:solidFill>
                        <a:srgbClr val="646464"/>
                      </a:solidFill>
                      <a:prstDash val="solid"/>
                    </a:lnB>
                    <a:lnTlToBr>
                      <a:noFill/>
                    </a:lnTlToBr>
                    <a:lnBlToTr>
                      <a:noFill/>
                    </a:lnBlToTr>
                    <a:solidFill>
                      <a:srgbClr val="F2F2F2"/>
                    </a:solidFill>
                  </a:tcPr>
                </a:tc>
              </a:tr>
            </a:tbl>
          </a:graphicData>
        </a:graphic>
      </p:graphicFrame>
    </p:spTree>
  </p:cSld>
  <p:clrMapOvr>
    <a:masterClrMapping/>
  </p:clrMapOv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任意多边形: 形状 18"/>
          <p:cNvSpPr/>
          <p:nvPr/>
        </p:nvSpPr>
        <p:spPr>
          <a:xfrm>
            <a:off x="-9525" y="-1"/>
            <a:ext cx="12201525" cy="1255073"/>
          </a:xfrm>
          <a:custGeom>
            <a:avLst/>
            <a:gdLst>
              <a:gd name="connsiteX0" fmla="*/ 19050 w 12201525"/>
              <a:gd name="connsiteY0" fmla="*/ 0 h 1028700"/>
              <a:gd name="connsiteX1" fmla="*/ 0 w 12201525"/>
              <a:gd name="connsiteY1" fmla="*/ 1028700 h 1028700"/>
              <a:gd name="connsiteX2" fmla="*/ 1743075 w 12201525"/>
              <a:gd name="connsiteY2" fmla="*/ 1028700 h 1028700"/>
              <a:gd name="connsiteX3" fmla="*/ 4381500 w 12201525"/>
              <a:gd name="connsiteY3" fmla="*/ 466725 h 1028700"/>
              <a:gd name="connsiteX4" fmla="*/ 6572250 w 12201525"/>
              <a:gd name="connsiteY4" fmla="*/ 285750 h 1028700"/>
              <a:gd name="connsiteX5" fmla="*/ 9115425 w 12201525"/>
              <a:gd name="connsiteY5" fmla="*/ 352425 h 1028700"/>
              <a:gd name="connsiteX6" fmla="*/ 11220450 w 12201525"/>
              <a:gd name="connsiteY6" fmla="*/ 619125 h 1028700"/>
              <a:gd name="connsiteX7" fmla="*/ 12201525 w 12201525"/>
              <a:gd name="connsiteY7" fmla="*/ 762000 h 1028700"/>
              <a:gd name="connsiteX8" fmla="*/ 12182475 w 12201525"/>
              <a:gd name="connsiteY8" fmla="*/ 0 h 1028700"/>
              <a:gd name="connsiteX9" fmla="*/ 19050 w 12201525"/>
              <a:gd name="connsiteY9" fmla="*/ 0 h 1028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201525" h="1028700">
                <a:moveTo>
                  <a:pt x="19050" y="0"/>
                </a:moveTo>
                <a:lnTo>
                  <a:pt x="0" y="1028700"/>
                </a:lnTo>
                <a:lnTo>
                  <a:pt x="1743075" y="1028700"/>
                </a:lnTo>
                <a:lnTo>
                  <a:pt x="4381500" y="466725"/>
                </a:lnTo>
                <a:lnTo>
                  <a:pt x="6572250" y="285750"/>
                </a:lnTo>
                <a:lnTo>
                  <a:pt x="9115425" y="352425"/>
                </a:lnTo>
                <a:lnTo>
                  <a:pt x="11220450" y="619125"/>
                </a:lnTo>
                <a:lnTo>
                  <a:pt x="12201525" y="762000"/>
                </a:lnTo>
                <a:lnTo>
                  <a:pt x="12182475" y="0"/>
                </a:lnTo>
                <a:lnTo>
                  <a:pt x="19050" y="0"/>
                </a:lnTo>
                <a:close/>
              </a:path>
            </a:pathLst>
          </a:custGeom>
          <a:solidFill>
            <a:schemeClr val="accent3">
              <a:lumMod val="90000"/>
              <a:lumOff val="1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任意多边形: 形状 12"/>
          <p:cNvSpPr/>
          <p:nvPr/>
        </p:nvSpPr>
        <p:spPr bwMode="auto">
          <a:xfrm>
            <a:off x="-9526" y="252740"/>
            <a:ext cx="12201525" cy="1128723"/>
          </a:xfrm>
          <a:custGeom>
            <a:avLst/>
            <a:gdLst>
              <a:gd name="connsiteX0" fmla="*/ 7144392 w 12325350"/>
              <a:gd name="connsiteY0" fmla="*/ 261 h 6478847"/>
              <a:gd name="connsiteX1" fmla="*/ 8214533 w 12325350"/>
              <a:gd name="connsiteY1" fmla="*/ 121934 h 6478847"/>
              <a:gd name="connsiteX2" fmla="*/ 10903294 w 12325350"/>
              <a:gd name="connsiteY2" fmla="*/ 1454273 h 6478847"/>
              <a:gd name="connsiteX3" fmla="*/ 12325350 w 12325350"/>
              <a:gd name="connsiteY3" fmla="*/ 2857357 h 6478847"/>
              <a:gd name="connsiteX4" fmla="*/ 12325350 w 12325350"/>
              <a:gd name="connsiteY4" fmla="*/ 5321595 h 6478847"/>
              <a:gd name="connsiteX5" fmla="*/ 6864178 w 12325350"/>
              <a:gd name="connsiteY5" fmla="*/ 1555476 h 6478847"/>
              <a:gd name="connsiteX6" fmla="*/ 3518165 w 12325350"/>
              <a:gd name="connsiteY6" fmla="*/ 4703571 h 6478847"/>
              <a:gd name="connsiteX7" fmla="*/ 4850 w 12325350"/>
              <a:gd name="connsiteY7" fmla="*/ 6371943 h 6478847"/>
              <a:gd name="connsiteX8" fmla="*/ 0 w 12325350"/>
              <a:gd name="connsiteY8" fmla="*/ 6083424 h 6478847"/>
              <a:gd name="connsiteX9" fmla="*/ 0 w 12325350"/>
              <a:gd name="connsiteY9" fmla="*/ 4957873 h 6478847"/>
              <a:gd name="connsiteX10" fmla="*/ 27210 w 12325350"/>
              <a:gd name="connsiteY10" fmla="*/ 4967674 h 6478847"/>
              <a:gd name="connsiteX11" fmla="*/ 2335110 w 12325350"/>
              <a:gd name="connsiteY11" fmla="*/ 3646345 h 6478847"/>
              <a:gd name="connsiteX12" fmla="*/ 7144392 w 12325350"/>
              <a:gd name="connsiteY12" fmla="*/ 261 h 64788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2325350" h="6478847">
                <a:moveTo>
                  <a:pt x="7144392" y="261"/>
                </a:moveTo>
                <a:cubicBezTo>
                  <a:pt x="7479248" y="-3556"/>
                  <a:pt x="7835119" y="34487"/>
                  <a:pt x="8214533" y="121934"/>
                </a:cubicBezTo>
                <a:cubicBezTo>
                  <a:pt x="9475264" y="412769"/>
                  <a:pt x="10281892" y="1000335"/>
                  <a:pt x="10903294" y="1454273"/>
                </a:cubicBezTo>
                <a:cubicBezTo>
                  <a:pt x="11940956" y="2211820"/>
                  <a:pt x="12295475" y="2846549"/>
                  <a:pt x="12325350" y="2857357"/>
                </a:cubicBezTo>
                <a:cubicBezTo>
                  <a:pt x="12325350" y="5321595"/>
                  <a:pt x="12325350" y="5321595"/>
                  <a:pt x="12325350" y="5321595"/>
                </a:cubicBezTo>
                <a:cubicBezTo>
                  <a:pt x="12325350" y="5321595"/>
                  <a:pt x="9373688" y="1135927"/>
                  <a:pt x="6864178" y="1555476"/>
                </a:cubicBezTo>
                <a:cubicBezTo>
                  <a:pt x="5941038" y="1709737"/>
                  <a:pt x="5250922" y="2295337"/>
                  <a:pt x="3518165" y="4703571"/>
                </a:cubicBezTo>
                <a:cubicBezTo>
                  <a:pt x="1785408" y="7110821"/>
                  <a:pt x="4850" y="6371943"/>
                  <a:pt x="4850" y="6371943"/>
                </a:cubicBezTo>
                <a:lnTo>
                  <a:pt x="0" y="6083424"/>
                </a:lnTo>
                <a:lnTo>
                  <a:pt x="0" y="4957873"/>
                </a:lnTo>
                <a:lnTo>
                  <a:pt x="27210" y="4967674"/>
                </a:lnTo>
                <a:cubicBezTo>
                  <a:pt x="239930" y="5036640"/>
                  <a:pt x="1164005" y="5214497"/>
                  <a:pt x="2335110" y="3646345"/>
                </a:cubicBezTo>
                <a:cubicBezTo>
                  <a:pt x="3486174" y="2104845"/>
                  <a:pt x="4800399" y="26979"/>
                  <a:pt x="7144392" y="261"/>
                </a:cubicBezTo>
                <a:close/>
              </a:path>
            </a:pathLst>
          </a:custGeom>
          <a:gradFill flip="none" rotWithShape="1">
            <a:gsLst>
              <a:gs pos="14000">
                <a:schemeClr val="accent2"/>
              </a:gs>
              <a:gs pos="84000">
                <a:srgbClr val="FFFF00"/>
              </a:gs>
            </a:gsLst>
            <a:lin ang="4800000" scaled="0"/>
            <a:tileRect/>
          </a:gradFill>
          <a:ln>
            <a:noFill/>
          </a:ln>
        </p:spPr>
        <p:txBody>
          <a:bodyPr vert="horz" wrap="square" lIns="91440" tIns="45720" rIns="91440" bIns="45720" numCol="1" anchor="t" anchorCtr="0" compatLnSpc="1">
            <a:noAutofit/>
          </a:bodyPr>
          <a:lstStyle/>
          <a:p>
            <a:endParaRPr lang="zh-CN" altLang="en-US">
              <a:gradFill>
                <a:gsLst>
                  <a:gs pos="100000">
                    <a:schemeClr val="accent3"/>
                  </a:gs>
                  <a:gs pos="0">
                    <a:schemeClr val="accent4"/>
                  </a:gs>
                </a:gsLst>
                <a:lin ang="13500000" scaled="1"/>
              </a:gradFill>
            </a:endParaRPr>
          </a:p>
        </p:txBody>
      </p:sp>
      <p:sp>
        <p:nvSpPr>
          <p:cNvPr id="20" name="矩形 19"/>
          <p:cNvSpPr/>
          <p:nvPr/>
        </p:nvSpPr>
        <p:spPr>
          <a:xfrm>
            <a:off x="771525" y="257830"/>
            <a:ext cx="1620957" cy="523220"/>
          </a:xfrm>
          <a:prstGeom prst="rect">
            <a:avLst/>
          </a:prstGeom>
        </p:spPr>
        <p:txBody>
          <a:bodyPr wrap="none">
            <a:spAutoFit/>
          </a:bodyPr>
          <a:lstStyle/>
          <a:p>
            <a:r>
              <a:rPr lang="zh-CN" altLang="en-US" sz="2800" b="1" dirty="0">
                <a:solidFill>
                  <a:schemeClr val="bg1"/>
                </a:solidFill>
              </a:rPr>
              <a:t>教学计划</a:t>
            </a:r>
            <a:endParaRPr lang="zh-CN" altLang="en-US" sz="2800" b="1" dirty="0">
              <a:solidFill>
                <a:schemeClr val="bg1"/>
              </a:solidFill>
            </a:endParaRPr>
          </a:p>
        </p:txBody>
      </p:sp>
      <p:sp>
        <p:nvSpPr>
          <p:cNvPr id="22" name="矩形 21"/>
          <p:cNvSpPr/>
          <p:nvPr/>
        </p:nvSpPr>
        <p:spPr>
          <a:xfrm>
            <a:off x="1971675" y="1783603"/>
            <a:ext cx="9548813" cy="461665"/>
          </a:xfrm>
          <a:prstGeom prst="rect">
            <a:avLst/>
          </a:prstGeom>
        </p:spPr>
        <p:txBody>
          <a:bodyPr wrap="square">
            <a:spAutoFit/>
          </a:bodyPr>
          <a:lstStyle/>
          <a:p>
            <a:pPr fontAlgn="auto"/>
            <a:r>
              <a:rPr lang="zh-CN" altLang="en-US" sz="2400" dirty="0">
                <a:solidFill>
                  <a:srgbClr val="0000FF"/>
                </a:solidFill>
                <a:latin typeface="+mj-ea"/>
                <a:ea typeface="+mj-ea"/>
              </a:rPr>
              <a:t>课程内容：</a:t>
            </a:r>
            <a:endParaRPr lang="en-US" altLang="zh-CN" sz="2400" dirty="0">
              <a:solidFill>
                <a:srgbClr val="0000FF"/>
              </a:solidFill>
              <a:latin typeface="+mj-ea"/>
              <a:ea typeface="+mj-ea"/>
            </a:endParaRPr>
          </a:p>
        </p:txBody>
      </p:sp>
      <p:pic>
        <p:nvPicPr>
          <p:cNvPr id="32" name="图片 31"/>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244475" y="261476"/>
            <a:ext cx="527050" cy="527050"/>
          </a:xfrm>
          <a:prstGeom prst="rect">
            <a:avLst/>
          </a:prstGeom>
        </p:spPr>
      </p:pic>
      <p:pic>
        <p:nvPicPr>
          <p:cNvPr id="33" name="图片 32"/>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1444625" y="1753301"/>
            <a:ext cx="527050" cy="527050"/>
          </a:xfrm>
          <a:prstGeom prst="rect">
            <a:avLst/>
          </a:prstGeom>
          <a:ln>
            <a:noFill/>
          </a:ln>
          <a:effectLst>
            <a:softEdge rad="0"/>
          </a:effectLst>
        </p:spPr>
      </p:pic>
      <p:sp>
        <p:nvSpPr>
          <p:cNvPr id="26" name="文本框 25"/>
          <p:cNvSpPr txBox="1"/>
          <p:nvPr/>
        </p:nvSpPr>
        <p:spPr>
          <a:xfrm>
            <a:off x="1985963" y="2209471"/>
            <a:ext cx="9534525" cy="2797048"/>
          </a:xfrm>
          <a:prstGeom prst="rect">
            <a:avLst/>
          </a:prstGeom>
          <a:noFill/>
        </p:spPr>
        <p:txBody>
          <a:bodyPr wrap="square" rtlCol="0">
            <a:spAutoFit/>
          </a:bodyPr>
          <a:lstStyle/>
          <a:p>
            <a:pPr algn="just">
              <a:lnSpc>
                <a:spcPct val="150000"/>
              </a:lnSpc>
              <a:spcAft>
                <a:spcPts val="600"/>
              </a:spcAft>
            </a:pPr>
            <a:r>
              <a:rPr lang="zh-CN" altLang="en-US" sz="2400" dirty="0">
                <a:latin typeface="+mn-ea"/>
              </a:rPr>
              <a:t> 本课程将全面系统地阐述</a:t>
            </a:r>
            <a:r>
              <a:rPr lang="zh-CN" altLang="en-US" sz="2400" dirty="0">
                <a:solidFill>
                  <a:srgbClr val="FF0000"/>
                </a:solidFill>
                <a:latin typeface="+mn-ea"/>
              </a:rPr>
              <a:t>计算机操作系统</a:t>
            </a:r>
            <a:r>
              <a:rPr lang="zh-CN" altLang="en-US" sz="2400" dirty="0">
                <a:latin typeface="+mn-ea"/>
              </a:rPr>
              <a:t>的基本原理、主要功能及实现技术；重点论述多用户、多任务操作系统的运行机制，系统资源管理的策略与方法；拓展讨论现代操作系统所采用的并行处理技术与虚拟化技术。此外，本课程将以</a:t>
            </a:r>
            <a:r>
              <a:rPr lang="en-US" altLang="zh-CN" sz="2400" dirty="0">
                <a:latin typeface="+mn-ea"/>
              </a:rPr>
              <a:t>Linux</a:t>
            </a:r>
            <a:r>
              <a:rPr lang="zh-CN" altLang="en-US" sz="2400" dirty="0">
                <a:latin typeface="+mn-ea"/>
              </a:rPr>
              <a:t>系统为实例，剖析操作系统的特点及其具体实现技术。</a:t>
            </a:r>
            <a:endParaRPr lang="en-US" altLang="zh-CN" sz="2400" dirty="0">
              <a:latin typeface="+mn-ea"/>
            </a:endParaRPr>
          </a:p>
        </p:txBody>
      </p:sp>
      <p:sp>
        <p:nvSpPr>
          <p:cNvPr id="30" name="矩形 29"/>
          <p:cNvSpPr/>
          <p:nvPr/>
        </p:nvSpPr>
        <p:spPr>
          <a:xfrm>
            <a:off x="1971675" y="5201554"/>
            <a:ext cx="9548813" cy="460375"/>
          </a:xfrm>
          <a:prstGeom prst="rect">
            <a:avLst/>
          </a:prstGeom>
        </p:spPr>
        <p:txBody>
          <a:bodyPr wrap="square">
            <a:spAutoFit/>
          </a:bodyPr>
          <a:lstStyle/>
          <a:p>
            <a:r>
              <a:rPr lang="zh-CN" altLang="en-US" sz="2400" dirty="0">
                <a:solidFill>
                  <a:srgbClr val="0000FF"/>
                </a:solidFill>
                <a:latin typeface="+mj-ea"/>
                <a:ea typeface="+mj-ea"/>
              </a:rPr>
              <a:t>学时安排：</a:t>
            </a:r>
            <a:r>
              <a:rPr lang="zh-CN" altLang="en-US" sz="2400" dirty="0">
                <a:solidFill>
                  <a:srgbClr val="FF0000"/>
                </a:solidFill>
                <a:latin typeface="微软雅黑 (正文)"/>
              </a:rPr>
              <a:t>理论</a:t>
            </a:r>
            <a:r>
              <a:rPr lang="zh-CN" altLang="en-US" sz="2400" dirty="0">
                <a:latin typeface="+mn-ea"/>
              </a:rPr>
              <a:t>教学</a:t>
            </a:r>
            <a:r>
              <a:rPr lang="en-US" altLang="zh-CN" sz="2400" dirty="0">
                <a:latin typeface="+mn-ea"/>
              </a:rPr>
              <a:t>54</a:t>
            </a:r>
            <a:r>
              <a:rPr lang="zh-CN" altLang="en-US" sz="2400" dirty="0">
                <a:latin typeface="+mn-ea"/>
              </a:rPr>
              <a:t>学时</a:t>
            </a:r>
            <a:r>
              <a:rPr lang="zh-CN" altLang="en-US" sz="2400" dirty="0">
                <a:latin typeface="微软雅黑 (正文)"/>
              </a:rPr>
              <a:t>。</a:t>
            </a:r>
            <a:endParaRPr lang="zh-CN" altLang="en-US" sz="2400" dirty="0">
              <a:latin typeface="微软雅黑 (正文)"/>
            </a:endParaRPr>
          </a:p>
        </p:txBody>
      </p:sp>
      <p:sp>
        <p:nvSpPr>
          <p:cNvPr id="40" name="矩形 39"/>
          <p:cNvSpPr/>
          <p:nvPr/>
        </p:nvSpPr>
        <p:spPr>
          <a:xfrm>
            <a:off x="1971675" y="5923707"/>
            <a:ext cx="9548813" cy="460375"/>
          </a:xfrm>
          <a:prstGeom prst="rect">
            <a:avLst/>
          </a:prstGeom>
        </p:spPr>
        <p:txBody>
          <a:bodyPr wrap="square">
            <a:spAutoFit/>
          </a:bodyPr>
          <a:lstStyle/>
          <a:p>
            <a:r>
              <a:rPr lang="zh-CN" altLang="en-US" sz="2400" dirty="0">
                <a:solidFill>
                  <a:srgbClr val="0000FF"/>
                </a:solidFill>
                <a:latin typeface="+mj-ea"/>
                <a:ea typeface="+mj-ea"/>
              </a:rPr>
              <a:t>考核方式：</a:t>
            </a:r>
            <a:r>
              <a:rPr lang="zh-CN" altLang="en-US" sz="2400" dirty="0">
                <a:latin typeface="+mn-ea"/>
              </a:rPr>
              <a:t>闭卷考试，</a:t>
            </a:r>
            <a:r>
              <a:rPr lang="en-US" altLang="zh-CN" sz="2400" dirty="0">
                <a:latin typeface="+mn-ea"/>
              </a:rPr>
              <a:t>3</a:t>
            </a:r>
            <a:r>
              <a:rPr lang="zh-CN" altLang="en-US" sz="2400" dirty="0">
                <a:latin typeface="+mn-ea"/>
              </a:rPr>
              <a:t>学分。</a:t>
            </a:r>
            <a:endParaRPr lang="zh-CN" altLang="en-US" sz="2400" dirty="0">
              <a:latin typeface="+mn-ea"/>
            </a:endParaRPr>
          </a:p>
        </p:txBody>
      </p:sp>
      <p:pic>
        <p:nvPicPr>
          <p:cNvPr id="14" name="图片 13"/>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1444625" y="5153726"/>
            <a:ext cx="527050" cy="527050"/>
          </a:xfrm>
          <a:prstGeom prst="rect">
            <a:avLst/>
          </a:prstGeom>
          <a:ln>
            <a:noFill/>
          </a:ln>
          <a:effectLst>
            <a:softEdge rad="0"/>
          </a:effectLst>
        </p:spPr>
      </p:pic>
      <p:pic>
        <p:nvPicPr>
          <p:cNvPr id="15" name="图片 14"/>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1444625" y="5887151"/>
            <a:ext cx="527050" cy="527050"/>
          </a:xfrm>
          <a:prstGeom prst="rect">
            <a:avLst/>
          </a:prstGeom>
          <a:ln>
            <a:noFill/>
          </a:ln>
          <a:effectLst>
            <a:softEdge rad="0"/>
          </a:effectLst>
        </p:spPr>
      </p:pic>
    </p:spTree>
  </p:cSld>
  <p:clrMapOvr>
    <a:masterClrMapping/>
  </p:clrMapOv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3313" name="标题 1"/>
          <p:cNvSpPr>
            <a:spLocks noGrp="1"/>
          </p:cNvSpPr>
          <p:nvPr>
            <p:ph type="ctrTitle"/>
          </p:nvPr>
        </p:nvSpPr>
        <p:spPr/>
        <p:txBody>
          <a:bodyPr anchor="ctr" anchorCtr="0"/>
          <a:p>
            <a:pPr>
              <a:buClrTx/>
              <a:buSzTx/>
              <a:buFontTx/>
            </a:pPr>
            <a:endParaRPr lang="zh-CN" altLang="en-US"/>
          </a:p>
        </p:txBody>
      </p:sp>
      <p:sp>
        <p:nvSpPr>
          <p:cNvPr id="13314" name="副标题 2"/>
          <p:cNvSpPr>
            <a:spLocks noGrp="1"/>
          </p:cNvSpPr>
          <p:nvPr>
            <p:ph type="subTitle" idx="1"/>
          </p:nvPr>
        </p:nvSpPr>
        <p:spPr>
          <a:xfrm>
            <a:off x="1558925" y="5661025"/>
            <a:ext cx="8994775" cy="833438"/>
          </a:xfrm>
        </p:spPr>
        <p:txBody>
          <a:bodyPr anchor="t" anchorCtr="0">
            <a:normAutofit fontScale="90000" lnSpcReduction="10000"/>
          </a:bodyPr>
          <a:p>
            <a:pPr algn="l">
              <a:buClrTx/>
              <a:buSzTx/>
              <a:buFontTx/>
            </a:pPr>
            <a:r>
              <a:rPr kumimoji="1" lang="zh-CN" altLang="zh-CN" sz="2400">
                <a:latin typeface="+mn-lt"/>
                <a:ea typeface="+mn-ea"/>
                <a:cs typeface="+mn-cs"/>
              </a:rPr>
              <a:t>在智慧树上自建</a:t>
            </a:r>
            <a:r>
              <a:rPr kumimoji="1" lang="en-US" altLang="zh-CN" sz="2400">
                <a:latin typeface="+mn-lt"/>
                <a:ea typeface="+mn-ea"/>
                <a:cs typeface="+mn-cs"/>
              </a:rPr>
              <a:t>MOOC</a:t>
            </a:r>
            <a:r>
              <a:rPr kumimoji="1" lang="zh-CN" altLang="en-US" sz="2400">
                <a:latin typeface="+mn-lt"/>
                <a:ea typeface="+mn-ea"/>
                <a:cs typeface="+mn-cs"/>
              </a:rPr>
              <a:t>课程</a:t>
            </a:r>
            <a:endParaRPr kumimoji="1" lang="zh-CN" altLang="en-US" sz="2400">
              <a:latin typeface="+mn-lt"/>
              <a:ea typeface="+mn-ea"/>
              <a:cs typeface="+mn-cs"/>
            </a:endParaRPr>
          </a:p>
          <a:p>
            <a:pPr algn="l">
              <a:buClrTx/>
              <a:buSzTx/>
              <a:buFontTx/>
            </a:pPr>
            <a:r>
              <a:rPr kumimoji="1" lang="zh-CN" altLang="en-US" sz="2400">
                <a:latin typeface="+mn-lt"/>
                <a:ea typeface="+mn-ea"/>
                <a:cs typeface="+mn-cs"/>
              </a:rPr>
              <a:t>https://www.zhihuishu.com/</a:t>
            </a:r>
            <a:endParaRPr kumimoji="1" lang="zh-CN" altLang="en-US" sz="2400">
              <a:latin typeface="+mn-lt"/>
              <a:ea typeface="+mn-ea"/>
              <a:cs typeface="+mn-cs"/>
            </a:endParaRPr>
          </a:p>
        </p:txBody>
      </p:sp>
      <p:pic>
        <p:nvPicPr>
          <p:cNvPr id="13315" name="图片 1"/>
          <p:cNvPicPr>
            <a:picLocks noChangeAspect="1"/>
          </p:cNvPicPr>
          <p:nvPr/>
        </p:nvPicPr>
        <p:blipFill>
          <a:blip r:embed="rId1"/>
          <a:stretch>
            <a:fillRect/>
          </a:stretch>
        </p:blipFill>
        <p:spPr>
          <a:xfrm>
            <a:off x="1558925" y="-26987"/>
            <a:ext cx="9134475" cy="5295900"/>
          </a:xfrm>
          <a:prstGeom prst="rect">
            <a:avLst/>
          </a:prstGeom>
          <a:noFill/>
          <a:ln w="9525">
            <a:noFill/>
          </a:ln>
        </p:spPr>
      </p:pic>
    </p:spTree>
  </p:cSld>
  <p:clrMapOvr>
    <a:masterClrMapping/>
  </p:clrMapOv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a:xfrm>
            <a:off x="1919288" y="6021388"/>
            <a:ext cx="7772400" cy="484188"/>
          </a:xfrm>
        </p:spPr>
        <p:txBody>
          <a:bodyPr anchor="t">
            <a:normAutofit fontScale="90000"/>
          </a:bodyPr>
          <a:p>
            <a:pPr marL="0" marR="0" indent="0" algn="ctr" defTabSz="914400" rtl="0" eaLnBrk="0" fontAlgn="base" latinLnBrk="0" hangingPunct="0">
              <a:lnSpc>
                <a:spcPct val="100000"/>
              </a:lnSpc>
              <a:spcBef>
                <a:spcPct val="0"/>
              </a:spcBef>
              <a:spcAft>
                <a:spcPct val="0"/>
              </a:spcAft>
              <a:buClrTx/>
              <a:buSzTx/>
              <a:buFontTx/>
              <a:buNone/>
            </a:pPr>
            <a:r>
              <a:rPr kumimoji="1" lang="zh-CN" altLang="en-US" sz="4000" b="1" i="0" u="none" strike="noStrike" kern="0" cap="all" spc="0" normalizeH="0" baseline="0" noProof="1">
                <a:solidFill>
                  <a:srgbClr val="CC3300"/>
                </a:solidFill>
                <a:latin typeface="+mj-lt"/>
                <a:ea typeface="+mj-ea"/>
                <a:cs typeface="+mj-cs"/>
              </a:rPr>
              <a:t>省级一流课程</a:t>
            </a:r>
            <a:endParaRPr kumimoji="1" lang="zh-CN" altLang="en-US" sz="4000" b="1" i="0" u="none" strike="noStrike" kern="0" cap="all" spc="0" normalizeH="0" baseline="0" noProof="1">
              <a:solidFill>
                <a:srgbClr val="CC3300"/>
              </a:solidFill>
              <a:latin typeface="+mj-lt"/>
              <a:ea typeface="+mj-ea"/>
              <a:cs typeface="+mj-cs"/>
            </a:endParaRPr>
          </a:p>
        </p:txBody>
      </p:sp>
      <p:sp>
        <p:nvSpPr>
          <p:cNvPr id="14338" name="文本占位符 2"/>
          <p:cNvSpPr>
            <a:spLocks noGrp="1"/>
          </p:cNvSpPr>
          <p:nvPr>
            <p:ph type="body" idx="1"/>
          </p:nvPr>
        </p:nvSpPr>
        <p:spPr/>
        <p:txBody>
          <a:bodyPr anchor="b" anchorCtr="0"/>
          <a:p>
            <a:endParaRPr kumimoji="1" lang="zh-CN" altLang="en-US">
              <a:latin typeface="+mn-lt"/>
              <a:ea typeface="+mn-ea"/>
              <a:cs typeface="+mn-cs"/>
            </a:endParaRPr>
          </a:p>
        </p:txBody>
      </p:sp>
      <p:pic>
        <p:nvPicPr>
          <p:cNvPr id="14339" name="图片 3"/>
          <p:cNvPicPr>
            <a:picLocks noChangeAspect="1"/>
          </p:cNvPicPr>
          <p:nvPr/>
        </p:nvPicPr>
        <p:blipFill>
          <a:blip r:embed="rId1"/>
          <a:stretch>
            <a:fillRect/>
          </a:stretch>
        </p:blipFill>
        <p:spPr>
          <a:xfrm>
            <a:off x="1558925" y="44450"/>
            <a:ext cx="9045575" cy="5846763"/>
          </a:xfrm>
          <a:prstGeom prst="rect">
            <a:avLst/>
          </a:prstGeom>
          <a:noFill/>
          <a:ln w="9525">
            <a:noFill/>
          </a:ln>
        </p:spPr>
      </p:pic>
    </p:spTree>
  </p:cSld>
  <p:clrMapOvr>
    <a:masterClrMapping/>
  </p:clrMapOv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771525" y="257830"/>
            <a:ext cx="2539478" cy="523220"/>
          </a:xfrm>
          <a:prstGeom prst="rect">
            <a:avLst/>
          </a:prstGeom>
        </p:spPr>
        <p:txBody>
          <a:bodyPr wrap="none">
            <a:spAutoFit/>
          </a:bodyPr>
          <a:lstStyle/>
          <a:p>
            <a:r>
              <a:rPr lang="zh-CN" altLang="en-US" sz="2800" b="1" dirty="0">
                <a:solidFill>
                  <a:srgbClr val="FF0000"/>
                </a:solidFill>
              </a:rPr>
              <a:t>第</a:t>
            </a:r>
            <a:r>
              <a:rPr lang="en-US" altLang="zh-CN" sz="2800" b="1" dirty="0">
                <a:solidFill>
                  <a:srgbClr val="FF0000"/>
                </a:solidFill>
              </a:rPr>
              <a:t>1</a:t>
            </a:r>
            <a:r>
              <a:rPr lang="zh-CN" altLang="en-US" sz="2800" b="1" dirty="0">
                <a:solidFill>
                  <a:srgbClr val="FF0000"/>
                </a:solidFill>
              </a:rPr>
              <a:t>章知识导图</a:t>
            </a:r>
            <a:endParaRPr lang="zh-CN" altLang="en-US" sz="2800" b="1" dirty="0">
              <a:solidFill>
                <a:srgbClr val="FF0000"/>
              </a:solidFill>
            </a:endParaRPr>
          </a:p>
        </p:txBody>
      </p:sp>
      <p:graphicFrame>
        <p:nvGraphicFramePr>
          <p:cNvPr id="30" name="表格 29"/>
          <p:cNvGraphicFramePr/>
          <p:nvPr>
            <p:custDataLst>
              <p:tags r:id="rId1"/>
            </p:custDataLst>
          </p:nvPr>
        </p:nvGraphicFramePr>
        <p:xfrm>
          <a:off x="462431" y="1634204"/>
          <a:ext cx="4173963" cy="4789452"/>
        </p:xfrm>
        <a:graphic>
          <a:graphicData uri="http://schemas.openxmlformats.org/drawingml/2006/table">
            <a:tbl>
              <a:tblPr firstRow="1" bandRow="1">
                <a:tableStyleId>{72833802-FEF1-4C79-8D5D-14CF1EAF98D9}</a:tableStyleId>
              </a:tblPr>
              <a:tblGrid>
                <a:gridCol w="1221039"/>
                <a:gridCol w="2952924"/>
              </a:tblGrid>
              <a:tr h="399121">
                <a:tc>
                  <a:txBody>
                    <a:bodyPr/>
                    <a:lstStyle/>
                    <a:p>
                      <a:pPr marL="71755" indent="0" algn="ctr">
                        <a:lnSpc>
                          <a:spcPct val="100000"/>
                        </a:lnSpc>
                        <a:spcBef>
                          <a:spcPts val="300"/>
                        </a:spcBef>
                        <a:spcAft>
                          <a:spcPts val="300"/>
                        </a:spcAft>
                        <a:buNone/>
                      </a:pPr>
                      <a:r>
                        <a:rPr lang="en-US" sz="2000" dirty="0">
                          <a:latin typeface="微软雅黑 (正文)"/>
                        </a:rPr>
                        <a:t>第1章</a:t>
                      </a:r>
                      <a:endParaRPr lang="en-US" altLang="en-US" sz="2000" b="0" dirty="0">
                        <a:solidFill>
                          <a:srgbClr val="000000"/>
                        </a:solidFill>
                        <a:latin typeface="微软雅黑 (正文)"/>
                        <a:ea typeface="华文楷体" panose="02010600040101010101" charset="-122"/>
                        <a:cs typeface="华文楷体" panose="02010600040101010101" charset="-122"/>
                      </a:endParaRPr>
                    </a:p>
                  </a:txBody>
                  <a:tcPr marL="98738" marR="98738" marT="0" marB="0" anchor="ctr"/>
                </a:tc>
                <a:tc>
                  <a:txBody>
                    <a:bodyPr/>
                    <a:lstStyle/>
                    <a:p>
                      <a:pPr marL="71755" indent="0" algn="l">
                        <a:lnSpc>
                          <a:spcPct val="100000"/>
                        </a:lnSpc>
                        <a:spcBef>
                          <a:spcPts val="300"/>
                        </a:spcBef>
                        <a:spcAft>
                          <a:spcPts val="300"/>
                        </a:spcAft>
                        <a:buNone/>
                      </a:pPr>
                      <a:r>
                        <a:rPr lang="en-US" sz="2000" dirty="0" err="1">
                          <a:latin typeface="微软雅黑 (正文)"/>
                        </a:rPr>
                        <a:t>操作系统引论</a:t>
                      </a:r>
                      <a:endParaRPr lang="en-US" altLang="en-US" sz="2000" b="0" dirty="0">
                        <a:solidFill>
                          <a:srgbClr val="000000"/>
                        </a:solidFill>
                        <a:latin typeface="微软雅黑 (正文)"/>
                        <a:ea typeface="华文楷体" panose="02010600040101010101" charset="-122"/>
                        <a:cs typeface="华文楷体" panose="02010600040101010101" charset="-122"/>
                      </a:endParaRPr>
                    </a:p>
                  </a:txBody>
                  <a:tcPr marL="98738" marR="98738" marT="0" marB="0" anchor="ctr"/>
                </a:tc>
              </a:tr>
              <a:tr h="399121">
                <a:tc>
                  <a:txBody>
                    <a:bodyPr/>
                    <a:lstStyle/>
                    <a:p>
                      <a:pPr marL="71755" indent="0" algn="ctr">
                        <a:lnSpc>
                          <a:spcPct val="100000"/>
                        </a:lnSpc>
                        <a:spcBef>
                          <a:spcPts val="300"/>
                        </a:spcBef>
                        <a:spcAft>
                          <a:spcPts val="300"/>
                        </a:spcAft>
                        <a:buNone/>
                      </a:pPr>
                      <a:r>
                        <a:rPr lang="en-US" sz="2000">
                          <a:latin typeface="微软雅黑 (正文)"/>
                        </a:rPr>
                        <a:t>第2章</a:t>
                      </a:r>
                      <a:endParaRPr lang="en-US" altLang="en-US" sz="2000" b="0">
                        <a:solidFill>
                          <a:srgbClr val="000000"/>
                        </a:solidFill>
                        <a:latin typeface="微软雅黑 (正文)"/>
                        <a:ea typeface="华文楷体" panose="02010600040101010101" charset="-122"/>
                        <a:cs typeface="华文楷体" panose="02010600040101010101" charset="-122"/>
                      </a:endParaRPr>
                    </a:p>
                  </a:txBody>
                  <a:tcPr marL="98738" marR="98738" marT="0" marB="0" anchor="ctr"/>
                </a:tc>
                <a:tc>
                  <a:txBody>
                    <a:bodyPr/>
                    <a:lstStyle/>
                    <a:p>
                      <a:pPr marL="71755" indent="0" algn="l">
                        <a:lnSpc>
                          <a:spcPct val="100000"/>
                        </a:lnSpc>
                        <a:spcBef>
                          <a:spcPts val="300"/>
                        </a:spcBef>
                        <a:spcAft>
                          <a:spcPts val="300"/>
                        </a:spcAft>
                        <a:buNone/>
                      </a:pPr>
                      <a:r>
                        <a:rPr lang="en-US" sz="2000" dirty="0" err="1">
                          <a:latin typeface="微软雅黑 (正文)"/>
                        </a:rPr>
                        <a:t>进程的描述与控制</a:t>
                      </a:r>
                      <a:endParaRPr lang="en-US" altLang="en-US" sz="2000" b="0" dirty="0">
                        <a:solidFill>
                          <a:srgbClr val="000000"/>
                        </a:solidFill>
                        <a:latin typeface="微软雅黑 (正文)"/>
                        <a:ea typeface="华文楷体" panose="02010600040101010101" charset="-122"/>
                        <a:cs typeface="华文楷体" panose="02010600040101010101" charset="-122"/>
                      </a:endParaRPr>
                    </a:p>
                  </a:txBody>
                  <a:tcPr marL="98738" marR="98738" marT="0" marB="0" anchor="ctr"/>
                </a:tc>
              </a:tr>
              <a:tr h="399121">
                <a:tc>
                  <a:txBody>
                    <a:bodyPr/>
                    <a:lstStyle/>
                    <a:p>
                      <a:pPr marL="71755" indent="0" algn="ctr">
                        <a:lnSpc>
                          <a:spcPct val="100000"/>
                        </a:lnSpc>
                        <a:spcBef>
                          <a:spcPts val="300"/>
                        </a:spcBef>
                        <a:spcAft>
                          <a:spcPts val="300"/>
                        </a:spcAft>
                        <a:buNone/>
                      </a:pPr>
                      <a:r>
                        <a:rPr lang="en-US" sz="2000" dirty="0">
                          <a:latin typeface="微软雅黑 (正文)"/>
                        </a:rPr>
                        <a:t>第3章</a:t>
                      </a:r>
                      <a:endParaRPr lang="en-US" altLang="en-US" sz="2000" b="0" dirty="0">
                        <a:solidFill>
                          <a:srgbClr val="000000"/>
                        </a:solidFill>
                        <a:latin typeface="微软雅黑 (正文)"/>
                        <a:ea typeface="华文楷体" panose="02010600040101010101" charset="-122"/>
                        <a:cs typeface="华文楷体" panose="02010600040101010101" charset="-122"/>
                      </a:endParaRPr>
                    </a:p>
                  </a:txBody>
                  <a:tcPr marL="98738" marR="98738" marT="0" marB="0" anchor="ctr"/>
                </a:tc>
                <a:tc>
                  <a:txBody>
                    <a:bodyPr/>
                    <a:lstStyle/>
                    <a:p>
                      <a:pPr marL="71755" indent="0" algn="l">
                        <a:lnSpc>
                          <a:spcPct val="100000"/>
                        </a:lnSpc>
                        <a:spcBef>
                          <a:spcPts val="300"/>
                        </a:spcBef>
                        <a:spcAft>
                          <a:spcPts val="300"/>
                        </a:spcAft>
                        <a:buNone/>
                      </a:pPr>
                      <a:r>
                        <a:rPr lang="en-US" sz="2000" dirty="0" err="1">
                          <a:latin typeface="微软雅黑 (正文)"/>
                        </a:rPr>
                        <a:t>处理机调度与死锁</a:t>
                      </a:r>
                      <a:endParaRPr lang="en-US" altLang="en-US" sz="2000" b="0" dirty="0">
                        <a:solidFill>
                          <a:srgbClr val="000000"/>
                        </a:solidFill>
                        <a:latin typeface="微软雅黑 (正文)"/>
                        <a:ea typeface="华文楷体" panose="02010600040101010101" charset="-122"/>
                        <a:cs typeface="华文楷体" panose="02010600040101010101" charset="-122"/>
                      </a:endParaRPr>
                    </a:p>
                  </a:txBody>
                  <a:tcPr marL="98738" marR="98738" marT="0" marB="0" anchor="ctr"/>
                </a:tc>
              </a:tr>
              <a:tr h="399121">
                <a:tc>
                  <a:txBody>
                    <a:bodyPr/>
                    <a:lstStyle/>
                    <a:p>
                      <a:pPr marL="71755" indent="0" algn="ctr">
                        <a:lnSpc>
                          <a:spcPct val="100000"/>
                        </a:lnSpc>
                        <a:spcBef>
                          <a:spcPts val="300"/>
                        </a:spcBef>
                        <a:spcAft>
                          <a:spcPts val="300"/>
                        </a:spcAft>
                        <a:buNone/>
                      </a:pPr>
                      <a:r>
                        <a:rPr lang="en-US" sz="2000" dirty="0">
                          <a:latin typeface="微软雅黑 (正文)"/>
                        </a:rPr>
                        <a:t>第4章</a:t>
                      </a:r>
                      <a:endParaRPr lang="en-US" altLang="en-US" sz="2000" b="0" dirty="0">
                        <a:solidFill>
                          <a:srgbClr val="000000"/>
                        </a:solidFill>
                        <a:latin typeface="微软雅黑 (正文)"/>
                        <a:ea typeface="华文楷体" panose="02010600040101010101" charset="-122"/>
                        <a:cs typeface="华文楷体" panose="02010600040101010101" charset="-122"/>
                      </a:endParaRPr>
                    </a:p>
                  </a:txBody>
                  <a:tcPr marL="98738" marR="98738" marT="0" marB="0" anchor="ctr"/>
                </a:tc>
                <a:tc>
                  <a:txBody>
                    <a:bodyPr/>
                    <a:lstStyle/>
                    <a:p>
                      <a:pPr marL="71755" indent="0" algn="l">
                        <a:lnSpc>
                          <a:spcPct val="100000"/>
                        </a:lnSpc>
                        <a:spcBef>
                          <a:spcPts val="300"/>
                        </a:spcBef>
                        <a:spcAft>
                          <a:spcPts val="300"/>
                        </a:spcAft>
                        <a:buNone/>
                      </a:pPr>
                      <a:r>
                        <a:rPr lang="en-US" sz="2000">
                          <a:latin typeface="微软雅黑 (正文)"/>
                        </a:rPr>
                        <a:t>进程同步</a:t>
                      </a:r>
                      <a:endParaRPr lang="en-US" altLang="en-US" sz="2000" b="0">
                        <a:solidFill>
                          <a:srgbClr val="000000"/>
                        </a:solidFill>
                        <a:latin typeface="微软雅黑 (正文)"/>
                        <a:ea typeface="华文楷体" panose="02010600040101010101" charset="-122"/>
                        <a:cs typeface="华文楷体" panose="02010600040101010101" charset="-122"/>
                      </a:endParaRPr>
                    </a:p>
                  </a:txBody>
                  <a:tcPr marL="98738" marR="98738" marT="0" marB="0" anchor="ctr"/>
                </a:tc>
              </a:tr>
              <a:tr h="399121">
                <a:tc>
                  <a:txBody>
                    <a:bodyPr/>
                    <a:lstStyle/>
                    <a:p>
                      <a:pPr marL="71755" indent="0" algn="ctr">
                        <a:lnSpc>
                          <a:spcPct val="100000"/>
                        </a:lnSpc>
                        <a:spcBef>
                          <a:spcPts val="300"/>
                        </a:spcBef>
                        <a:spcAft>
                          <a:spcPts val="300"/>
                        </a:spcAft>
                        <a:buNone/>
                      </a:pPr>
                      <a:r>
                        <a:rPr lang="en-US" sz="2000">
                          <a:latin typeface="微软雅黑 (正文)"/>
                        </a:rPr>
                        <a:t>第5章</a:t>
                      </a:r>
                      <a:endParaRPr lang="en-US" altLang="en-US" sz="2000" b="0">
                        <a:solidFill>
                          <a:srgbClr val="000000"/>
                        </a:solidFill>
                        <a:latin typeface="微软雅黑 (正文)"/>
                        <a:ea typeface="华文楷体" panose="02010600040101010101" charset="-122"/>
                        <a:cs typeface="华文楷体" panose="02010600040101010101" charset="-122"/>
                      </a:endParaRPr>
                    </a:p>
                  </a:txBody>
                  <a:tcPr marL="98738" marR="98738" marT="0" marB="0" anchor="ctr"/>
                </a:tc>
                <a:tc>
                  <a:txBody>
                    <a:bodyPr/>
                    <a:lstStyle/>
                    <a:p>
                      <a:pPr marL="71755" indent="0" algn="l">
                        <a:lnSpc>
                          <a:spcPct val="100000"/>
                        </a:lnSpc>
                        <a:spcBef>
                          <a:spcPts val="300"/>
                        </a:spcBef>
                        <a:spcAft>
                          <a:spcPts val="300"/>
                        </a:spcAft>
                        <a:buNone/>
                      </a:pPr>
                      <a:r>
                        <a:rPr lang="en-US" sz="2000">
                          <a:latin typeface="微软雅黑 (正文)"/>
                        </a:rPr>
                        <a:t>存储器管理</a:t>
                      </a:r>
                      <a:endParaRPr lang="en-US" altLang="en-US" sz="2000" b="0">
                        <a:solidFill>
                          <a:srgbClr val="000000"/>
                        </a:solidFill>
                        <a:latin typeface="微软雅黑 (正文)"/>
                        <a:ea typeface="华文楷体" panose="02010600040101010101" charset="-122"/>
                        <a:cs typeface="华文楷体" panose="02010600040101010101" charset="-122"/>
                      </a:endParaRPr>
                    </a:p>
                  </a:txBody>
                  <a:tcPr marL="98738" marR="98738" marT="0" marB="0" anchor="ctr"/>
                </a:tc>
              </a:tr>
              <a:tr h="399121">
                <a:tc>
                  <a:txBody>
                    <a:bodyPr/>
                    <a:lstStyle/>
                    <a:p>
                      <a:pPr marL="71755" indent="0" algn="ctr">
                        <a:lnSpc>
                          <a:spcPct val="100000"/>
                        </a:lnSpc>
                        <a:spcBef>
                          <a:spcPts val="300"/>
                        </a:spcBef>
                        <a:spcAft>
                          <a:spcPts val="300"/>
                        </a:spcAft>
                        <a:buNone/>
                      </a:pPr>
                      <a:r>
                        <a:rPr lang="en-US" sz="2000" dirty="0">
                          <a:latin typeface="微软雅黑 (正文)"/>
                        </a:rPr>
                        <a:t>第6章</a:t>
                      </a:r>
                      <a:endParaRPr lang="en-US" altLang="en-US" sz="2000" b="0" dirty="0">
                        <a:solidFill>
                          <a:srgbClr val="000000"/>
                        </a:solidFill>
                        <a:latin typeface="微软雅黑 (正文)"/>
                        <a:ea typeface="华文楷体" panose="02010600040101010101" charset="-122"/>
                        <a:cs typeface="华文楷体" panose="02010600040101010101" charset="-122"/>
                      </a:endParaRPr>
                    </a:p>
                  </a:txBody>
                  <a:tcPr marL="98738" marR="98738" marT="0" marB="0" anchor="ctr"/>
                </a:tc>
                <a:tc>
                  <a:txBody>
                    <a:bodyPr/>
                    <a:lstStyle/>
                    <a:p>
                      <a:pPr marL="71755" indent="0" algn="l">
                        <a:lnSpc>
                          <a:spcPct val="100000"/>
                        </a:lnSpc>
                        <a:spcBef>
                          <a:spcPts val="300"/>
                        </a:spcBef>
                        <a:spcAft>
                          <a:spcPts val="300"/>
                        </a:spcAft>
                        <a:buNone/>
                      </a:pPr>
                      <a:r>
                        <a:rPr lang="en-US" sz="2000">
                          <a:latin typeface="微软雅黑 (正文)"/>
                        </a:rPr>
                        <a:t>虚拟存储器</a:t>
                      </a:r>
                      <a:endParaRPr lang="en-US" altLang="en-US" sz="2000" b="0">
                        <a:solidFill>
                          <a:srgbClr val="000000"/>
                        </a:solidFill>
                        <a:latin typeface="微软雅黑 (正文)"/>
                        <a:ea typeface="华文楷体" panose="02010600040101010101" charset="-122"/>
                        <a:cs typeface="华文楷体" panose="02010600040101010101" charset="-122"/>
                      </a:endParaRPr>
                    </a:p>
                  </a:txBody>
                  <a:tcPr marL="98738" marR="98738" marT="0" marB="0" anchor="ctr"/>
                </a:tc>
              </a:tr>
              <a:tr h="399121">
                <a:tc>
                  <a:txBody>
                    <a:bodyPr/>
                    <a:lstStyle/>
                    <a:p>
                      <a:pPr marL="71755" indent="0" algn="ctr">
                        <a:lnSpc>
                          <a:spcPct val="100000"/>
                        </a:lnSpc>
                        <a:spcBef>
                          <a:spcPts val="300"/>
                        </a:spcBef>
                        <a:spcAft>
                          <a:spcPts val="300"/>
                        </a:spcAft>
                        <a:buNone/>
                      </a:pPr>
                      <a:r>
                        <a:rPr lang="en-US" sz="2000">
                          <a:latin typeface="微软雅黑 (正文)"/>
                        </a:rPr>
                        <a:t>第7章</a:t>
                      </a:r>
                      <a:endParaRPr lang="en-US" altLang="en-US" sz="2000" b="0">
                        <a:solidFill>
                          <a:srgbClr val="000000"/>
                        </a:solidFill>
                        <a:latin typeface="微软雅黑 (正文)"/>
                        <a:ea typeface="华文楷体" panose="02010600040101010101" charset="-122"/>
                        <a:cs typeface="华文楷体" panose="02010600040101010101" charset="-122"/>
                      </a:endParaRPr>
                    </a:p>
                  </a:txBody>
                  <a:tcPr marL="98738" marR="98738" marT="0" marB="0" anchor="ctr"/>
                </a:tc>
                <a:tc>
                  <a:txBody>
                    <a:bodyPr/>
                    <a:lstStyle/>
                    <a:p>
                      <a:pPr marL="71755" indent="0" algn="l">
                        <a:lnSpc>
                          <a:spcPct val="100000"/>
                        </a:lnSpc>
                        <a:spcBef>
                          <a:spcPts val="300"/>
                        </a:spcBef>
                        <a:spcAft>
                          <a:spcPts val="300"/>
                        </a:spcAft>
                        <a:buNone/>
                      </a:pPr>
                      <a:r>
                        <a:rPr lang="en-US" sz="2000" dirty="0" err="1">
                          <a:latin typeface="微软雅黑 (正文)"/>
                        </a:rPr>
                        <a:t>输入</a:t>
                      </a:r>
                      <a:r>
                        <a:rPr lang="en-US" sz="2000" dirty="0">
                          <a:latin typeface="微软雅黑 (正文)"/>
                        </a:rPr>
                        <a:t>/</a:t>
                      </a:r>
                      <a:r>
                        <a:rPr lang="en-US" sz="2000" dirty="0" err="1">
                          <a:latin typeface="微软雅黑 (正文)"/>
                        </a:rPr>
                        <a:t>输出系统</a:t>
                      </a:r>
                      <a:endParaRPr lang="en-US" altLang="en-US" sz="2000" b="0" dirty="0">
                        <a:solidFill>
                          <a:srgbClr val="000000"/>
                        </a:solidFill>
                        <a:latin typeface="微软雅黑 (正文)"/>
                        <a:ea typeface="华文楷体" panose="02010600040101010101" charset="-122"/>
                        <a:cs typeface="华文楷体" panose="02010600040101010101" charset="-122"/>
                      </a:endParaRPr>
                    </a:p>
                  </a:txBody>
                  <a:tcPr marL="98738" marR="98738" marT="0" marB="0" anchor="ctr"/>
                </a:tc>
              </a:tr>
              <a:tr h="399121">
                <a:tc>
                  <a:txBody>
                    <a:bodyPr/>
                    <a:lstStyle/>
                    <a:p>
                      <a:pPr marL="71755" indent="0" algn="ctr">
                        <a:lnSpc>
                          <a:spcPct val="100000"/>
                        </a:lnSpc>
                        <a:spcBef>
                          <a:spcPts val="300"/>
                        </a:spcBef>
                        <a:spcAft>
                          <a:spcPts val="300"/>
                        </a:spcAft>
                        <a:buNone/>
                      </a:pPr>
                      <a:r>
                        <a:rPr lang="en-US" sz="2000">
                          <a:latin typeface="微软雅黑 (正文)"/>
                        </a:rPr>
                        <a:t>第8章</a:t>
                      </a:r>
                      <a:endParaRPr lang="en-US" altLang="en-US" sz="2000" b="0">
                        <a:solidFill>
                          <a:srgbClr val="000000"/>
                        </a:solidFill>
                        <a:latin typeface="微软雅黑 (正文)"/>
                        <a:ea typeface="华文楷体" panose="02010600040101010101" charset="-122"/>
                        <a:cs typeface="华文楷体" panose="02010600040101010101" charset="-122"/>
                      </a:endParaRPr>
                    </a:p>
                  </a:txBody>
                  <a:tcPr marL="98738" marR="98738" marT="0" marB="0" anchor="ctr"/>
                </a:tc>
                <a:tc>
                  <a:txBody>
                    <a:bodyPr/>
                    <a:lstStyle/>
                    <a:p>
                      <a:pPr marL="71755" indent="0" algn="l">
                        <a:lnSpc>
                          <a:spcPct val="100000"/>
                        </a:lnSpc>
                        <a:spcBef>
                          <a:spcPts val="300"/>
                        </a:spcBef>
                        <a:spcAft>
                          <a:spcPts val="300"/>
                        </a:spcAft>
                        <a:buNone/>
                      </a:pPr>
                      <a:r>
                        <a:rPr lang="en-US" sz="2000">
                          <a:latin typeface="微软雅黑 (正文)"/>
                        </a:rPr>
                        <a:t>文件管理</a:t>
                      </a:r>
                      <a:endParaRPr lang="en-US" altLang="en-US" sz="2000" b="0">
                        <a:solidFill>
                          <a:srgbClr val="000000"/>
                        </a:solidFill>
                        <a:latin typeface="微软雅黑 (正文)"/>
                        <a:ea typeface="华文楷体" panose="02010600040101010101" charset="-122"/>
                        <a:cs typeface="华文楷体" panose="02010600040101010101" charset="-122"/>
                      </a:endParaRPr>
                    </a:p>
                  </a:txBody>
                  <a:tcPr marL="98738" marR="98738" marT="0" marB="0" anchor="ctr"/>
                </a:tc>
              </a:tr>
              <a:tr h="399121">
                <a:tc>
                  <a:txBody>
                    <a:bodyPr/>
                    <a:lstStyle/>
                    <a:p>
                      <a:pPr marL="71755" indent="0" algn="ctr">
                        <a:lnSpc>
                          <a:spcPct val="100000"/>
                        </a:lnSpc>
                        <a:spcBef>
                          <a:spcPts val="300"/>
                        </a:spcBef>
                        <a:spcAft>
                          <a:spcPts val="300"/>
                        </a:spcAft>
                        <a:buNone/>
                      </a:pPr>
                      <a:r>
                        <a:rPr lang="en-US" sz="2000">
                          <a:latin typeface="微软雅黑 (正文)"/>
                        </a:rPr>
                        <a:t>第9章</a:t>
                      </a:r>
                      <a:endParaRPr lang="en-US" altLang="en-US" sz="2000" b="0">
                        <a:solidFill>
                          <a:srgbClr val="000000"/>
                        </a:solidFill>
                        <a:latin typeface="微软雅黑 (正文)"/>
                        <a:ea typeface="华文楷体" panose="02010600040101010101" charset="-122"/>
                        <a:cs typeface="华文楷体" panose="02010600040101010101" charset="-122"/>
                      </a:endParaRPr>
                    </a:p>
                  </a:txBody>
                  <a:tcPr marL="98738" marR="98738" marT="0" marB="0" anchor="ctr"/>
                </a:tc>
                <a:tc>
                  <a:txBody>
                    <a:bodyPr/>
                    <a:lstStyle/>
                    <a:p>
                      <a:pPr marL="71755" indent="0" algn="l">
                        <a:lnSpc>
                          <a:spcPct val="100000"/>
                        </a:lnSpc>
                        <a:spcBef>
                          <a:spcPts val="300"/>
                        </a:spcBef>
                        <a:spcAft>
                          <a:spcPts val="300"/>
                        </a:spcAft>
                        <a:buNone/>
                      </a:pPr>
                      <a:r>
                        <a:rPr lang="en-US" sz="2000">
                          <a:latin typeface="微软雅黑 (正文)"/>
                        </a:rPr>
                        <a:t>磁盘存储器管理</a:t>
                      </a:r>
                      <a:endParaRPr lang="en-US" altLang="en-US" sz="2000" b="0">
                        <a:solidFill>
                          <a:srgbClr val="000000"/>
                        </a:solidFill>
                        <a:latin typeface="微软雅黑 (正文)"/>
                        <a:ea typeface="华文楷体" panose="02010600040101010101" charset="-122"/>
                        <a:cs typeface="华文楷体" panose="02010600040101010101" charset="-122"/>
                      </a:endParaRPr>
                    </a:p>
                  </a:txBody>
                  <a:tcPr marL="98738" marR="98738" marT="0" marB="0" anchor="ctr"/>
                </a:tc>
              </a:tr>
              <a:tr h="399121">
                <a:tc>
                  <a:txBody>
                    <a:bodyPr/>
                    <a:lstStyle/>
                    <a:p>
                      <a:pPr marL="71755" indent="0" algn="ctr">
                        <a:lnSpc>
                          <a:spcPct val="100000"/>
                        </a:lnSpc>
                        <a:spcBef>
                          <a:spcPts val="300"/>
                        </a:spcBef>
                        <a:spcAft>
                          <a:spcPts val="300"/>
                        </a:spcAft>
                        <a:buNone/>
                      </a:pPr>
                      <a:r>
                        <a:rPr lang="en-US" sz="2000">
                          <a:latin typeface="微软雅黑 (正文)"/>
                        </a:rPr>
                        <a:t>第10章</a:t>
                      </a:r>
                      <a:endParaRPr lang="en-US" altLang="en-US" sz="2000" b="0">
                        <a:solidFill>
                          <a:srgbClr val="000000"/>
                        </a:solidFill>
                        <a:latin typeface="微软雅黑 (正文)"/>
                        <a:ea typeface="华文楷体" panose="02010600040101010101" charset="-122"/>
                        <a:cs typeface="华文楷体" panose="02010600040101010101" charset="-122"/>
                      </a:endParaRPr>
                    </a:p>
                  </a:txBody>
                  <a:tcPr marL="98738" marR="98738" marT="0" marB="0" anchor="ctr"/>
                </a:tc>
                <a:tc>
                  <a:txBody>
                    <a:bodyPr/>
                    <a:lstStyle/>
                    <a:p>
                      <a:pPr marL="71755" indent="0" algn="l">
                        <a:lnSpc>
                          <a:spcPct val="100000"/>
                        </a:lnSpc>
                        <a:spcBef>
                          <a:spcPts val="300"/>
                        </a:spcBef>
                        <a:spcAft>
                          <a:spcPts val="300"/>
                        </a:spcAft>
                        <a:buNone/>
                      </a:pPr>
                      <a:r>
                        <a:rPr lang="en-US" sz="2000" dirty="0" err="1">
                          <a:latin typeface="微软雅黑 (正文)"/>
                        </a:rPr>
                        <a:t>多处理机操作系统</a:t>
                      </a:r>
                      <a:endParaRPr lang="en-US" altLang="en-US" sz="2000" b="0" dirty="0">
                        <a:solidFill>
                          <a:srgbClr val="000000"/>
                        </a:solidFill>
                        <a:latin typeface="微软雅黑 (正文)"/>
                        <a:ea typeface="华文楷体" panose="02010600040101010101" charset="-122"/>
                        <a:cs typeface="华文楷体" panose="02010600040101010101" charset="-122"/>
                      </a:endParaRPr>
                    </a:p>
                  </a:txBody>
                  <a:tcPr marL="98738" marR="98738" marT="0" marB="0" anchor="ctr"/>
                </a:tc>
              </a:tr>
              <a:tr h="399121">
                <a:tc>
                  <a:txBody>
                    <a:bodyPr/>
                    <a:lstStyle/>
                    <a:p>
                      <a:pPr marL="71755" indent="0" algn="ctr">
                        <a:lnSpc>
                          <a:spcPct val="100000"/>
                        </a:lnSpc>
                        <a:spcBef>
                          <a:spcPts val="300"/>
                        </a:spcBef>
                        <a:spcAft>
                          <a:spcPts val="300"/>
                        </a:spcAft>
                        <a:buNone/>
                      </a:pPr>
                      <a:r>
                        <a:rPr lang="en-US" sz="2000">
                          <a:latin typeface="微软雅黑 (正文)"/>
                        </a:rPr>
                        <a:t>第11章</a:t>
                      </a:r>
                      <a:endParaRPr lang="en-US" altLang="en-US" sz="2000" b="0">
                        <a:solidFill>
                          <a:srgbClr val="000000"/>
                        </a:solidFill>
                        <a:latin typeface="微软雅黑 (正文)"/>
                        <a:ea typeface="华文楷体" panose="02010600040101010101" charset="-122"/>
                        <a:cs typeface="华文楷体" panose="02010600040101010101" charset="-122"/>
                      </a:endParaRPr>
                    </a:p>
                  </a:txBody>
                  <a:tcPr marL="98738" marR="98738" marT="0" marB="0" anchor="ctr"/>
                </a:tc>
                <a:tc>
                  <a:txBody>
                    <a:bodyPr/>
                    <a:lstStyle/>
                    <a:p>
                      <a:pPr marL="71755" indent="0" algn="l">
                        <a:lnSpc>
                          <a:spcPct val="100000"/>
                        </a:lnSpc>
                        <a:spcBef>
                          <a:spcPts val="300"/>
                        </a:spcBef>
                        <a:spcAft>
                          <a:spcPts val="300"/>
                        </a:spcAft>
                        <a:buNone/>
                      </a:pPr>
                      <a:r>
                        <a:rPr lang="en-US" sz="2000">
                          <a:latin typeface="微软雅黑 (正文)"/>
                        </a:rPr>
                        <a:t>虚拟化和云计算</a:t>
                      </a:r>
                      <a:endParaRPr lang="en-US" altLang="en-US" sz="2000" b="0">
                        <a:solidFill>
                          <a:srgbClr val="000000"/>
                        </a:solidFill>
                        <a:latin typeface="微软雅黑 (正文)"/>
                        <a:ea typeface="华文楷体" panose="02010600040101010101" charset="-122"/>
                        <a:cs typeface="华文楷体" panose="02010600040101010101" charset="-122"/>
                      </a:endParaRPr>
                    </a:p>
                  </a:txBody>
                  <a:tcPr marL="98738" marR="98738" marT="0" marB="0" anchor="ctr"/>
                </a:tc>
              </a:tr>
              <a:tr h="399121">
                <a:tc>
                  <a:txBody>
                    <a:bodyPr/>
                    <a:lstStyle/>
                    <a:p>
                      <a:pPr marL="71755" indent="0" algn="ctr">
                        <a:lnSpc>
                          <a:spcPct val="100000"/>
                        </a:lnSpc>
                        <a:spcBef>
                          <a:spcPts val="300"/>
                        </a:spcBef>
                        <a:spcAft>
                          <a:spcPts val="300"/>
                        </a:spcAft>
                        <a:buNone/>
                      </a:pPr>
                      <a:r>
                        <a:rPr lang="en-US" sz="2000">
                          <a:latin typeface="微软雅黑 (正文)"/>
                        </a:rPr>
                        <a:t>第12章</a:t>
                      </a:r>
                      <a:endParaRPr lang="en-US" altLang="en-US" sz="2000" b="0">
                        <a:solidFill>
                          <a:srgbClr val="000000"/>
                        </a:solidFill>
                        <a:latin typeface="微软雅黑 (正文)"/>
                        <a:ea typeface="华文楷体" panose="02010600040101010101" charset="-122"/>
                        <a:cs typeface="华文楷体" panose="02010600040101010101" charset="-122"/>
                      </a:endParaRPr>
                    </a:p>
                  </a:txBody>
                  <a:tcPr marL="98738" marR="98738" marT="0" marB="0" anchor="ctr"/>
                </a:tc>
                <a:tc>
                  <a:txBody>
                    <a:bodyPr/>
                    <a:lstStyle/>
                    <a:p>
                      <a:pPr marL="71755" indent="0" algn="l">
                        <a:lnSpc>
                          <a:spcPct val="100000"/>
                        </a:lnSpc>
                        <a:spcBef>
                          <a:spcPts val="300"/>
                        </a:spcBef>
                        <a:spcAft>
                          <a:spcPts val="300"/>
                        </a:spcAft>
                        <a:buNone/>
                      </a:pPr>
                      <a:r>
                        <a:rPr lang="en-US" sz="2000" dirty="0" err="1">
                          <a:latin typeface="微软雅黑 (正文)"/>
                        </a:rPr>
                        <a:t>保护和安全</a:t>
                      </a:r>
                      <a:endParaRPr lang="en-US" altLang="en-US" sz="2000" b="0" dirty="0">
                        <a:solidFill>
                          <a:srgbClr val="000000"/>
                        </a:solidFill>
                        <a:latin typeface="微软雅黑 (正文)"/>
                        <a:ea typeface="华文楷体" panose="02010600040101010101" charset="-122"/>
                        <a:cs typeface="华文楷体" panose="02010600040101010101" charset="-122"/>
                      </a:endParaRPr>
                    </a:p>
                  </a:txBody>
                  <a:tcPr marL="98738" marR="98738" marT="0" marB="0" anchor="ctr"/>
                </a:tc>
              </a:tr>
            </a:tbl>
          </a:graphicData>
        </a:graphic>
      </p:graphicFrame>
      <p:pic>
        <p:nvPicPr>
          <p:cNvPr id="9" name="图片 8"/>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a:xfrm>
            <a:off x="244475" y="261476"/>
            <a:ext cx="527050" cy="527050"/>
          </a:xfrm>
          <a:prstGeom prst="rect">
            <a:avLst/>
          </a:prstGeom>
        </p:spPr>
      </p:pic>
      <p:pic>
        <p:nvPicPr>
          <p:cNvPr id="2" name="图片 1" descr="第1章 知识导图"/>
          <p:cNvPicPr>
            <a:picLocks noChangeAspect="1"/>
          </p:cNvPicPr>
          <p:nvPr/>
        </p:nvPicPr>
        <p:blipFill>
          <a:blip r:embed="rId3"/>
          <a:stretch>
            <a:fillRect/>
          </a:stretch>
        </p:blipFill>
        <p:spPr>
          <a:xfrm>
            <a:off x="4669155" y="1255395"/>
            <a:ext cx="7034530" cy="5396865"/>
          </a:xfrm>
          <a:prstGeom prst="rect">
            <a:avLst/>
          </a:prstGeom>
        </p:spPr>
      </p:pic>
    </p:spTree>
  </p:cSld>
  <p:clrMapOvr>
    <a:masterClrMapping/>
  </p:clrMapOv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文本占位符 13"/>
          <p:cNvSpPr txBox="1"/>
          <p:nvPr/>
        </p:nvSpPr>
        <p:spPr>
          <a:xfrm>
            <a:off x="669925" y="5602927"/>
            <a:ext cx="10850563" cy="296271"/>
          </a:xfrm>
          <a:prstGeom prst="rect">
            <a:avLst/>
          </a:prstGeom>
        </p:spPr>
        <p:txBody>
          <a:bodyPr vert="horz" anchor="ctr">
            <a:noAutofit/>
          </a:bodyPr>
          <a:lstStyle>
            <a:lvl1pPr marL="0" indent="0" algn="r" defTabSz="914400" rtl="0" eaLnBrk="1" latinLnBrk="0" hangingPunct="1">
              <a:lnSpc>
                <a:spcPct val="90000"/>
              </a:lnSpc>
              <a:spcBef>
                <a:spcPts val="1000"/>
              </a:spcBef>
              <a:buFont typeface="Arial" panose="020B0604020202090204" pitchFamily="34" charset="0"/>
              <a:buNone/>
              <a:defRPr sz="1500" b="0" kern="1200">
                <a:solidFill>
                  <a:schemeClr val="bg1"/>
                </a:solidFill>
                <a:latin typeface="+mn-lt"/>
                <a:ea typeface="+mn-ea"/>
                <a:cs typeface="+mn-cs"/>
              </a:defRPr>
            </a:lvl1pPr>
            <a:lvl2pPr marL="457200" indent="0" algn="l"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90204" pitchFamily="34" charset="0"/>
              <a:buNone/>
              <a:defRPr sz="1400"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90204" pitchFamily="34" charset="0"/>
              <a:buNone/>
              <a:defRPr sz="12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90204" pitchFamily="34" charset="0"/>
              <a:buNone/>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r>
              <a:rPr lang="en-US" altLang="zh-CN"/>
              <a:t>Date</a:t>
            </a:r>
            <a:endParaRPr lang="zh-CN" altLang="en-US" dirty="0"/>
          </a:p>
        </p:txBody>
      </p:sp>
      <p:sp>
        <p:nvSpPr>
          <p:cNvPr id="20" name="矩形 19"/>
          <p:cNvSpPr/>
          <p:nvPr/>
        </p:nvSpPr>
        <p:spPr>
          <a:xfrm>
            <a:off x="771525" y="257830"/>
            <a:ext cx="1980029" cy="523220"/>
          </a:xfrm>
          <a:prstGeom prst="rect">
            <a:avLst/>
          </a:prstGeom>
        </p:spPr>
        <p:txBody>
          <a:bodyPr wrap="none">
            <a:spAutoFit/>
          </a:bodyPr>
          <a:lstStyle/>
          <a:p>
            <a:r>
              <a:rPr lang="zh-CN" altLang="en-US" sz="2800" b="1" dirty="0">
                <a:solidFill>
                  <a:srgbClr val="FF0000"/>
                </a:solidFill>
              </a:rPr>
              <a:t>内容导航：</a:t>
            </a:r>
            <a:endParaRPr lang="zh-CN" altLang="en-US" sz="2800" b="1" dirty="0">
              <a:solidFill>
                <a:srgbClr val="FF0000"/>
              </a:solidFill>
            </a:endParaRPr>
          </a:p>
        </p:txBody>
      </p:sp>
      <p:sp>
        <p:nvSpPr>
          <p:cNvPr id="22" name="矩形 21"/>
          <p:cNvSpPr/>
          <p:nvPr/>
        </p:nvSpPr>
        <p:spPr>
          <a:xfrm>
            <a:off x="1696469" y="1737498"/>
            <a:ext cx="4500146" cy="523220"/>
          </a:xfrm>
          <a:prstGeom prst="rect">
            <a:avLst/>
          </a:prstGeom>
        </p:spPr>
        <p:txBody>
          <a:bodyPr wrap="square">
            <a:spAutoFit/>
          </a:bodyPr>
          <a:lstStyle/>
          <a:p>
            <a:r>
              <a:rPr lang="en-US" altLang="zh-CN" sz="2400" b="1" dirty="0">
                <a:solidFill>
                  <a:srgbClr val="0000FF"/>
                </a:solidFill>
                <a:latin typeface="+mj-ea"/>
                <a:ea typeface="+mj-ea"/>
              </a:rPr>
              <a:t>1.1 </a:t>
            </a:r>
            <a:r>
              <a:rPr lang="zh-CN" altLang="en-US" sz="2400" b="1" dirty="0">
                <a:solidFill>
                  <a:srgbClr val="0000FF"/>
                </a:solidFill>
                <a:latin typeface="+mj-ea"/>
                <a:ea typeface="+mj-ea"/>
              </a:rPr>
              <a:t>操作系统的目标和作用</a:t>
            </a:r>
            <a:endParaRPr lang="en-US" altLang="zh-CN" sz="2400" b="1" dirty="0">
              <a:solidFill>
                <a:srgbClr val="0000FF"/>
              </a:solidFill>
              <a:latin typeface="+mj-ea"/>
              <a:ea typeface="+mj-ea"/>
            </a:endParaRPr>
          </a:p>
        </p:txBody>
      </p:sp>
      <p:sp>
        <p:nvSpPr>
          <p:cNvPr id="23" name="矩形 22"/>
          <p:cNvSpPr/>
          <p:nvPr/>
        </p:nvSpPr>
        <p:spPr>
          <a:xfrm>
            <a:off x="1696469" y="2375673"/>
            <a:ext cx="3682150" cy="400110"/>
          </a:xfrm>
          <a:prstGeom prst="rect">
            <a:avLst/>
          </a:prstGeom>
        </p:spPr>
        <p:txBody>
          <a:bodyPr wrap="square">
            <a:spAutoFit/>
          </a:bodyPr>
          <a:lstStyle/>
          <a:p>
            <a:r>
              <a:rPr lang="en-US" altLang="zh-CN" sz="2400" dirty="0">
                <a:latin typeface="+mj-ea"/>
              </a:rPr>
              <a:t>1.2 </a:t>
            </a:r>
            <a:r>
              <a:rPr lang="zh-CN" altLang="en-US" sz="2400" dirty="0">
                <a:latin typeface="+mj-ea"/>
              </a:rPr>
              <a:t>操作系统的发展过程</a:t>
            </a:r>
            <a:endParaRPr lang="en-US" altLang="zh-CN" sz="2400" dirty="0">
              <a:latin typeface="+mj-ea"/>
            </a:endParaRPr>
          </a:p>
        </p:txBody>
      </p:sp>
      <p:sp>
        <p:nvSpPr>
          <p:cNvPr id="24" name="矩形 23"/>
          <p:cNvSpPr/>
          <p:nvPr/>
        </p:nvSpPr>
        <p:spPr>
          <a:xfrm>
            <a:off x="1696468" y="2994798"/>
            <a:ext cx="3488967" cy="400110"/>
          </a:xfrm>
          <a:prstGeom prst="rect">
            <a:avLst/>
          </a:prstGeom>
        </p:spPr>
        <p:txBody>
          <a:bodyPr wrap="square">
            <a:spAutoFit/>
          </a:bodyPr>
          <a:lstStyle/>
          <a:p>
            <a:r>
              <a:rPr lang="en-US" altLang="zh-CN" sz="2400" dirty="0">
                <a:latin typeface="+mj-ea"/>
              </a:rPr>
              <a:t>1.3 </a:t>
            </a:r>
            <a:r>
              <a:rPr lang="zh-CN" altLang="en-US" sz="2400" dirty="0">
                <a:latin typeface="+mj-ea"/>
              </a:rPr>
              <a:t>操作系统的基本特征</a:t>
            </a:r>
            <a:endParaRPr lang="en-US" altLang="zh-CN" sz="2400" dirty="0">
              <a:latin typeface="+mj-ea"/>
            </a:endParaRPr>
          </a:p>
        </p:txBody>
      </p:sp>
      <p:sp>
        <p:nvSpPr>
          <p:cNvPr id="25" name="矩形 24"/>
          <p:cNvSpPr/>
          <p:nvPr/>
        </p:nvSpPr>
        <p:spPr>
          <a:xfrm>
            <a:off x="1696468" y="3613923"/>
            <a:ext cx="3488967" cy="400110"/>
          </a:xfrm>
          <a:prstGeom prst="rect">
            <a:avLst/>
          </a:prstGeom>
        </p:spPr>
        <p:txBody>
          <a:bodyPr wrap="square">
            <a:spAutoFit/>
          </a:bodyPr>
          <a:lstStyle/>
          <a:p>
            <a:r>
              <a:rPr lang="en-US" altLang="zh-CN" sz="2400" dirty="0">
                <a:latin typeface="+mj-ea"/>
              </a:rPr>
              <a:t>1.4 </a:t>
            </a:r>
            <a:r>
              <a:rPr lang="zh-CN" altLang="en-US" sz="2400" dirty="0">
                <a:latin typeface="+mj-ea"/>
              </a:rPr>
              <a:t>操作系统的运行环境</a:t>
            </a:r>
            <a:endParaRPr lang="zh-CN" altLang="en-US" sz="2400" dirty="0">
              <a:latin typeface="+mj-ea"/>
            </a:endParaRPr>
          </a:p>
        </p:txBody>
      </p:sp>
      <p:sp>
        <p:nvSpPr>
          <p:cNvPr id="27" name="矩形 26"/>
          <p:cNvSpPr/>
          <p:nvPr/>
        </p:nvSpPr>
        <p:spPr>
          <a:xfrm>
            <a:off x="1696469" y="4233048"/>
            <a:ext cx="3905342" cy="461665"/>
          </a:xfrm>
          <a:prstGeom prst="rect">
            <a:avLst/>
          </a:prstGeom>
        </p:spPr>
        <p:txBody>
          <a:bodyPr wrap="square">
            <a:spAutoFit/>
          </a:bodyPr>
          <a:lstStyle/>
          <a:p>
            <a:r>
              <a:rPr lang="en-US" altLang="zh-CN" sz="2400" dirty="0">
                <a:latin typeface="+mj-ea"/>
              </a:rPr>
              <a:t>1.5 </a:t>
            </a:r>
            <a:r>
              <a:rPr lang="zh-CN" altLang="en-US" sz="2400" dirty="0">
                <a:latin typeface="+mj-ea"/>
              </a:rPr>
              <a:t>操作系统的主要功能</a:t>
            </a:r>
            <a:endParaRPr lang="zh-CN" altLang="en-US" sz="2400" dirty="0">
              <a:latin typeface="+mj-ea"/>
            </a:endParaRPr>
          </a:p>
        </p:txBody>
      </p:sp>
      <p:sp>
        <p:nvSpPr>
          <p:cNvPr id="28" name="矩形 27"/>
          <p:cNvSpPr/>
          <p:nvPr/>
        </p:nvSpPr>
        <p:spPr>
          <a:xfrm>
            <a:off x="1696468" y="4852173"/>
            <a:ext cx="3682151" cy="400110"/>
          </a:xfrm>
          <a:prstGeom prst="rect">
            <a:avLst/>
          </a:prstGeom>
        </p:spPr>
        <p:txBody>
          <a:bodyPr wrap="square">
            <a:spAutoFit/>
          </a:bodyPr>
          <a:lstStyle/>
          <a:p>
            <a:r>
              <a:rPr lang="en-US" altLang="zh-CN" sz="2400" dirty="0">
                <a:latin typeface="+mj-ea"/>
              </a:rPr>
              <a:t>1.6 </a:t>
            </a:r>
            <a:r>
              <a:rPr lang="zh-CN" altLang="en-US" sz="2400" dirty="0">
                <a:latin typeface="+mj-ea"/>
              </a:rPr>
              <a:t>操作系统的结构设计</a:t>
            </a:r>
            <a:endParaRPr lang="zh-CN" altLang="en-US" sz="2400" dirty="0">
              <a:latin typeface="+mj-ea"/>
            </a:endParaRPr>
          </a:p>
        </p:txBody>
      </p:sp>
      <p:sp>
        <p:nvSpPr>
          <p:cNvPr id="29" name="矩形 28"/>
          <p:cNvSpPr/>
          <p:nvPr/>
        </p:nvSpPr>
        <p:spPr>
          <a:xfrm>
            <a:off x="1696469" y="5471298"/>
            <a:ext cx="2587446" cy="400110"/>
          </a:xfrm>
          <a:prstGeom prst="rect">
            <a:avLst/>
          </a:prstGeom>
        </p:spPr>
        <p:txBody>
          <a:bodyPr wrap="square">
            <a:spAutoFit/>
          </a:bodyPr>
          <a:lstStyle/>
          <a:p>
            <a:r>
              <a:rPr lang="en-US" altLang="zh-CN" sz="2400" dirty="0">
                <a:latin typeface="+mj-ea"/>
              </a:rPr>
              <a:t>1.7 </a:t>
            </a:r>
            <a:r>
              <a:rPr lang="zh-CN" altLang="en-US" sz="2400" dirty="0">
                <a:latin typeface="+mj-ea"/>
              </a:rPr>
              <a:t>系统调用</a:t>
            </a:r>
            <a:endParaRPr lang="zh-CN" altLang="en-US" sz="2400" dirty="0">
              <a:latin typeface="+mj-ea"/>
            </a:endParaRPr>
          </a:p>
        </p:txBody>
      </p:sp>
      <p:sp>
        <p:nvSpPr>
          <p:cNvPr id="3" name="矩形 2"/>
          <p:cNvSpPr/>
          <p:nvPr/>
        </p:nvSpPr>
        <p:spPr>
          <a:xfrm>
            <a:off x="7395099" y="2386337"/>
            <a:ext cx="4262705" cy="646331"/>
          </a:xfrm>
          <a:prstGeom prst="rect">
            <a:avLst/>
          </a:prstGeom>
        </p:spPr>
        <p:txBody>
          <a:bodyPr wrap="none">
            <a:spAutoFit/>
          </a:bodyPr>
          <a:lstStyle/>
          <a:p>
            <a:r>
              <a:rPr lang="zh-CN" altLang="en-US" sz="3600" dirty="0">
                <a:solidFill>
                  <a:srgbClr val="000000"/>
                </a:solidFill>
              </a:rPr>
              <a:t>第</a:t>
            </a:r>
            <a:r>
              <a:rPr lang="en-US" altLang="zh-CN" sz="3600" dirty="0">
                <a:solidFill>
                  <a:srgbClr val="000000"/>
                </a:solidFill>
              </a:rPr>
              <a:t>1</a:t>
            </a:r>
            <a:r>
              <a:rPr lang="zh-CN" altLang="en-US" sz="3600" dirty="0">
                <a:solidFill>
                  <a:srgbClr val="000000"/>
                </a:solidFill>
              </a:rPr>
              <a:t>章 操作系统引论</a:t>
            </a:r>
            <a:endParaRPr lang="zh-CN" altLang="en-US" sz="3600" dirty="0"/>
          </a:p>
        </p:txBody>
      </p:sp>
      <p:cxnSp>
        <p:nvCxnSpPr>
          <p:cNvPr id="5" name="直接连接符 4"/>
          <p:cNvCxnSpPr/>
          <p:nvPr/>
        </p:nvCxnSpPr>
        <p:spPr>
          <a:xfrm>
            <a:off x="7421733" y="3190471"/>
            <a:ext cx="4125389" cy="0"/>
          </a:xfrm>
          <a:prstGeom prst="line">
            <a:avLst/>
          </a:prstGeom>
        </p:spPr>
        <p:style>
          <a:lnRef idx="1">
            <a:schemeClr val="accent1"/>
          </a:lnRef>
          <a:fillRef idx="0">
            <a:schemeClr val="accent1"/>
          </a:fillRef>
          <a:effectRef idx="0">
            <a:schemeClr val="accent1"/>
          </a:effectRef>
          <a:fontRef idx="minor">
            <a:schemeClr val="tx1"/>
          </a:fontRef>
        </p:style>
      </p:cxnSp>
      <p:sp>
        <p:nvSpPr>
          <p:cNvPr id="8" name="矩形 7"/>
          <p:cNvSpPr/>
          <p:nvPr/>
        </p:nvSpPr>
        <p:spPr>
          <a:xfrm>
            <a:off x="-9526" y="6375042"/>
            <a:ext cx="12201526" cy="48295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30" name="图片 29"/>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244475" y="261476"/>
            <a:ext cx="527050" cy="527050"/>
          </a:xfrm>
          <a:prstGeom prst="rect">
            <a:avLst/>
          </a:prstGeom>
        </p:spPr>
      </p:pic>
      <p:pic>
        <p:nvPicPr>
          <p:cNvPr id="31" name="图片 30"/>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1169418" y="1700488"/>
            <a:ext cx="527050" cy="527050"/>
          </a:xfrm>
          <a:prstGeom prst="rect">
            <a:avLst/>
          </a:prstGeom>
          <a:ln>
            <a:noFill/>
          </a:ln>
          <a:effectLst>
            <a:softEdge rad="0"/>
          </a:effectLst>
        </p:spPr>
      </p:pic>
      <p:pic>
        <p:nvPicPr>
          <p:cNvPr id="32" name="图片 31"/>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1169418" y="2285628"/>
            <a:ext cx="527050" cy="527050"/>
          </a:xfrm>
          <a:prstGeom prst="rect">
            <a:avLst/>
          </a:prstGeom>
          <a:ln>
            <a:noFill/>
          </a:ln>
          <a:effectLst>
            <a:softEdge rad="0"/>
          </a:effectLst>
        </p:spPr>
      </p:pic>
      <p:pic>
        <p:nvPicPr>
          <p:cNvPr id="40" name="图片 39"/>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1169418" y="2941097"/>
            <a:ext cx="527050" cy="527050"/>
          </a:xfrm>
          <a:prstGeom prst="rect">
            <a:avLst/>
          </a:prstGeom>
          <a:ln>
            <a:noFill/>
          </a:ln>
          <a:effectLst>
            <a:softEdge rad="0"/>
          </a:effectLst>
        </p:spPr>
      </p:pic>
      <p:pic>
        <p:nvPicPr>
          <p:cNvPr id="41" name="图片 40"/>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1169418" y="3559570"/>
            <a:ext cx="527050" cy="527050"/>
          </a:xfrm>
          <a:prstGeom prst="rect">
            <a:avLst/>
          </a:prstGeom>
          <a:ln>
            <a:noFill/>
          </a:ln>
          <a:effectLst>
            <a:softEdge rad="0"/>
          </a:effectLst>
        </p:spPr>
      </p:pic>
      <p:pic>
        <p:nvPicPr>
          <p:cNvPr id="42" name="图片 41"/>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1169418" y="4185650"/>
            <a:ext cx="527050" cy="527050"/>
          </a:xfrm>
          <a:prstGeom prst="rect">
            <a:avLst/>
          </a:prstGeom>
          <a:ln>
            <a:noFill/>
          </a:ln>
          <a:effectLst>
            <a:softEdge rad="0"/>
          </a:effectLst>
        </p:spPr>
      </p:pic>
      <p:pic>
        <p:nvPicPr>
          <p:cNvPr id="43" name="图片 42"/>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1169418" y="4823363"/>
            <a:ext cx="527050" cy="527050"/>
          </a:xfrm>
          <a:prstGeom prst="rect">
            <a:avLst/>
          </a:prstGeom>
          <a:ln>
            <a:noFill/>
          </a:ln>
          <a:effectLst>
            <a:softEdge rad="0"/>
          </a:effectLst>
        </p:spPr>
      </p:pic>
      <p:pic>
        <p:nvPicPr>
          <p:cNvPr id="44" name="图片 43"/>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1169418" y="5424080"/>
            <a:ext cx="527050" cy="527050"/>
          </a:xfrm>
          <a:prstGeom prst="rect">
            <a:avLst/>
          </a:prstGeom>
          <a:ln>
            <a:noFill/>
          </a:ln>
          <a:effectLst>
            <a:softEdge rad="0"/>
          </a:effectLst>
        </p:spPr>
      </p:pic>
    </p:spTree>
  </p:cSld>
  <p:clrMapOvr>
    <a:masterClrMapping/>
  </p:clrMapOvr>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771525" y="257830"/>
            <a:ext cx="1620957" cy="523220"/>
          </a:xfrm>
          <a:prstGeom prst="rect">
            <a:avLst/>
          </a:prstGeom>
        </p:spPr>
        <p:txBody>
          <a:bodyPr wrap="none">
            <a:spAutoFit/>
          </a:bodyPr>
          <a:lstStyle/>
          <a:p>
            <a:r>
              <a:rPr lang="zh-CN" altLang="en-US" sz="2800" b="1" dirty="0">
                <a:solidFill>
                  <a:srgbClr val="FF0000"/>
                </a:solidFill>
              </a:rPr>
              <a:t>教学目标</a:t>
            </a:r>
            <a:endParaRPr lang="zh-CN" altLang="en-US" sz="2800" b="1" dirty="0">
              <a:solidFill>
                <a:srgbClr val="FF0000"/>
              </a:solidFill>
            </a:endParaRPr>
          </a:p>
        </p:txBody>
      </p:sp>
      <p:sp>
        <p:nvSpPr>
          <p:cNvPr id="26" name="文本框 25"/>
          <p:cNvSpPr txBox="1"/>
          <p:nvPr/>
        </p:nvSpPr>
        <p:spPr>
          <a:xfrm>
            <a:off x="1909763" y="1122521"/>
            <a:ext cx="9534525" cy="1689052"/>
          </a:xfrm>
          <a:prstGeom prst="rect">
            <a:avLst/>
          </a:prstGeom>
          <a:noFill/>
        </p:spPr>
        <p:txBody>
          <a:bodyPr wrap="square" rtlCol="0">
            <a:spAutoFit/>
          </a:bodyPr>
          <a:lstStyle/>
          <a:p>
            <a:pPr algn="just">
              <a:lnSpc>
                <a:spcPct val="150000"/>
              </a:lnSpc>
              <a:spcAft>
                <a:spcPts val="600"/>
              </a:spcAft>
            </a:pPr>
            <a:r>
              <a:rPr lang="zh-CN" altLang="en-US" sz="2400" dirty="0">
                <a:solidFill>
                  <a:srgbClr val="0000FF"/>
                </a:solidFill>
              </a:rPr>
              <a:t>掌握</a:t>
            </a:r>
            <a:r>
              <a:rPr lang="zh-CN" altLang="en-US" sz="2400" dirty="0">
                <a:solidFill>
                  <a:srgbClr val="FF0000"/>
                </a:solidFill>
              </a:rPr>
              <a:t>操作系统的基本原理与实现技术</a:t>
            </a:r>
            <a:r>
              <a:rPr lang="zh-CN" altLang="en-US" sz="2400" dirty="0"/>
              <a:t>，包括现代操作系统对计算机系统资源的管理策略与方法、操作系统进程管理机制、现代操作系统的用户界面等。</a:t>
            </a:r>
            <a:endParaRPr lang="en-US" altLang="zh-CN" sz="2400" dirty="0">
              <a:latin typeface="+mn-ea"/>
            </a:endParaRPr>
          </a:p>
        </p:txBody>
      </p:sp>
      <p:sp>
        <p:nvSpPr>
          <p:cNvPr id="30" name="矩形 29"/>
          <p:cNvSpPr/>
          <p:nvPr/>
        </p:nvSpPr>
        <p:spPr>
          <a:xfrm>
            <a:off x="1895475" y="2986452"/>
            <a:ext cx="9548813" cy="493981"/>
          </a:xfrm>
          <a:prstGeom prst="rect">
            <a:avLst/>
          </a:prstGeom>
        </p:spPr>
        <p:txBody>
          <a:bodyPr wrap="square">
            <a:spAutoFit/>
          </a:bodyPr>
          <a:lstStyle/>
          <a:p>
            <a:pPr algn="just">
              <a:lnSpc>
                <a:spcPct val="120000"/>
              </a:lnSpc>
              <a:spcBef>
                <a:spcPts val="500"/>
              </a:spcBef>
            </a:pPr>
            <a:r>
              <a:rPr lang="zh-CN" altLang="en-US" sz="2400" dirty="0">
                <a:solidFill>
                  <a:srgbClr val="0000FF"/>
                </a:solidFill>
              </a:rPr>
              <a:t>了解</a:t>
            </a:r>
            <a:r>
              <a:rPr lang="zh-CN" altLang="en-US" sz="2400" dirty="0">
                <a:solidFill>
                  <a:srgbClr val="FF0000"/>
                </a:solidFill>
              </a:rPr>
              <a:t>操作系统的结构与设计</a:t>
            </a:r>
            <a:r>
              <a:rPr lang="zh-CN" altLang="en-US" sz="2400" dirty="0"/>
              <a:t>。</a:t>
            </a:r>
            <a:endParaRPr lang="zh-CN" altLang="en-US" sz="2400" dirty="0"/>
          </a:p>
        </p:txBody>
      </p:sp>
      <p:sp>
        <p:nvSpPr>
          <p:cNvPr id="40" name="矩形 39"/>
          <p:cNvSpPr/>
          <p:nvPr/>
        </p:nvSpPr>
        <p:spPr>
          <a:xfrm>
            <a:off x="1895475" y="3708605"/>
            <a:ext cx="9548813" cy="1383712"/>
          </a:xfrm>
          <a:prstGeom prst="rect">
            <a:avLst/>
          </a:prstGeom>
        </p:spPr>
        <p:txBody>
          <a:bodyPr wrap="square">
            <a:spAutoFit/>
          </a:bodyPr>
          <a:lstStyle/>
          <a:p>
            <a:pPr algn="just">
              <a:lnSpc>
                <a:spcPct val="120000"/>
              </a:lnSpc>
              <a:spcBef>
                <a:spcPts val="500"/>
              </a:spcBef>
            </a:pPr>
            <a:r>
              <a:rPr lang="zh-CN" altLang="en-US" sz="2400" dirty="0">
                <a:solidFill>
                  <a:srgbClr val="0000FF"/>
                </a:solidFill>
              </a:rPr>
              <a:t>具备</a:t>
            </a:r>
            <a:r>
              <a:rPr lang="zh-CN" altLang="en-US" sz="2400" dirty="0">
                <a:solidFill>
                  <a:srgbClr val="FF0000"/>
                </a:solidFill>
              </a:rPr>
              <a:t>系统软件开发技能</a:t>
            </a:r>
            <a:r>
              <a:rPr lang="zh-CN" altLang="en-US" sz="2400" dirty="0"/>
              <a:t>，为以后从事各类</a:t>
            </a:r>
            <a:r>
              <a:rPr lang="zh-CN" altLang="en-US" sz="2400" dirty="0">
                <a:sym typeface="+mn-ea"/>
              </a:rPr>
              <a:t>（如设计、分析或改进各种系统软件和应用软件）</a:t>
            </a:r>
            <a:r>
              <a:rPr lang="zh-CN" altLang="en-US" sz="2400" dirty="0"/>
              <a:t>研究与开发工作提供必要的软件基础和基本技能。</a:t>
            </a:r>
            <a:endParaRPr lang="zh-CN" altLang="en-US" sz="2400" dirty="0"/>
          </a:p>
        </p:txBody>
      </p:sp>
      <p:sp>
        <p:nvSpPr>
          <p:cNvPr id="14" name="矩形 13"/>
          <p:cNvSpPr/>
          <p:nvPr/>
        </p:nvSpPr>
        <p:spPr>
          <a:xfrm>
            <a:off x="1895475" y="5227140"/>
            <a:ext cx="9548813" cy="940514"/>
          </a:xfrm>
          <a:prstGeom prst="rect">
            <a:avLst/>
          </a:prstGeom>
        </p:spPr>
        <p:txBody>
          <a:bodyPr wrap="square">
            <a:spAutoFit/>
          </a:bodyPr>
          <a:lstStyle/>
          <a:p>
            <a:pPr algn="just">
              <a:lnSpc>
                <a:spcPct val="120000"/>
              </a:lnSpc>
              <a:spcBef>
                <a:spcPts val="500"/>
              </a:spcBef>
            </a:pPr>
            <a:r>
              <a:rPr lang="zh-CN" altLang="en-US" sz="2400" dirty="0"/>
              <a:t>为进一步学习数据库系统、计算机网络、分布式操作系统等课程打下基础。</a:t>
            </a:r>
            <a:endParaRPr lang="zh-CN" altLang="en-US" sz="2400" dirty="0"/>
          </a:p>
        </p:txBody>
      </p:sp>
      <p:pic>
        <p:nvPicPr>
          <p:cNvPr id="18" name="图片 17"/>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244475" y="261476"/>
            <a:ext cx="527050" cy="527050"/>
          </a:xfrm>
          <a:prstGeom prst="rect">
            <a:avLst/>
          </a:prstGeom>
        </p:spPr>
      </p:pic>
      <p:pic>
        <p:nvPicPr>
          <p:cNvPr id="21" name="图片 20"/>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1368425" y="1233871"/>
            <a:ext cx="527050" cy="527050"/>
          </a:xfrm>
          <a:prstGeom prst="rect">
            <a:avLst/>
          </a:prstGeom>
          <a:ln>
            <a:noFill/>
          </a:ln>
          <a:effectLst>
            <a:softEdge rad="0"/>
          </a:effectLst>
        </p:spPr>
      </p:pic>
      <p:pic>
        <p:nvPicPr>
          <p:cNvPr id="22" name="图片 21"/>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1368425" y="2976946"/>
            <a:ext cx="527050" cy="527050"/>
          </a:xfrm>
          <a:prstGeom prst="rect">
            <a:avLst/>
          </a:prstGeom>
          <a:ln>
            <a:noFill/>
          </a:ln>
          <a:effectLst>
            <a:softEdge rad="0"/>
          </a:effectLst>
        </p:spPr>
      </p:pic>
      <p:pic>
        <p:nvPicPr>
          <p:cNvPr id="23" name="图片 22"/>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1368425" y="3738946"/>
            <a:ext cx="527050" cy="527050"/>
          </a:xfrm>
          <a:prstGeom prst="rect">
            <a:avLst/>
          </a:prstGeom>
          <a:ln>
            <a:noFill/>
          </a:ln>
          <a:effectLst>
            <a:softEdge rad="0"/>
          </a:effectLst>
        </p:spPr>
      </p:pic>
      <p:pic>
        <p:nvPicPr>
          <p:cNvPr id="24" name="图片 23"/>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1368425" y="5262946"/>
            <a:ext cx="527050" cy="527050"/>
          </a:xfrm>
          <a:prstGeom prst="rect">
            <a:avLst/>
          </a:prstGeom>
          <a:ln>
            <a:noFill/>
          </a:ln>
          <a:effectLst>
            <a:softEdge rad="0"/>
          </a:effectLst>
        </p:spPr>
      </p:pic>
    </p:spTree>
  </p:cSld>
  <p:clrMapOvr>
    <a:masterClrMapping/>
  </p:clrMapOvr>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7409" name="Rectangle 2"/>
          <p:cNvSpPr>
            <a:spLocks noGrp="1"/>
          </p:cNvSpPr>
          <p:nvPr>
            <p:ph type="title"/>
          </p:nvPr>
        </p:nvSpPr>
        <p:spPr>
          <a:xfrm>
            <a:off x="812483" y="0"/>
            <a:ext cx="7772400" cy="838200"/>
          </a:xfrm>
        </p:spPr>
        <p:txBody>
          <a:bodyPr wrap="square" lIns="91440" tIns="45720" rIns="91440" bIns="45720" anchor="ctr" anchorCtr="0"/>
          <a:p>
            <a:r>
              <a:rPr lang="zh-CN" altLang="en-US" sz="3200" dirty="0">
                <a:solidFill>
                  <a:srgbClr val="FF0000"/>
                </a:solidFill>
              </a:rPr>
              <a:t>操作系统的定义</a:t>
            </a:r>
            <a:endParaRPr lang="zh-CN" altLang="en-US" sz="3200" dirty="0">
              <a:solidFill>
                <a:srgbClr val="FF0000"/>
              </a:solidFill>
            </a:endParaRPr>
          </a:p>
        </p:txBody>
      </p:sp>
      <p:sp>
        <p:nvSpPr>
          <p:cNvPr id="17410" name="Rectangle 3"/>
          <p:cNvSpPr>
            <a:spLocks noGrp="1"/>
          </p:cNvSpPr>
          <p:nvPr>
            <p:ph idx="1"/>
          </p:nvPr>
        </p:nvSpPr>
        <p:spPr>
          <a:xfrm>
            <a:off x="2279650" y="908050"/>
            <a:ext cx="7848600" cy="1276350"/>
          </a:xfrm>
        </p:spPr>
        <p:txBody>
          <a:bodyPr wrap="square" lIns="91440" tIns="45720" rIns="91440" bIns="45720" anchor="t" anchorCtr="0">
            <a:normAutofit lnSpcReduction="20000"/>
          </a:bodyPr>
          <a:p>
            <a:pPr>
              <a:lnSpc>
                <a:spcPct val="150000"/>
              </a:lnSpc>
              <a:buNone/>
            </a:pPr>
            <a:r>
              <a:rPr lang="zh-CN" altLang="en-US" sz="2800" dirty="0">
                <a:latin typeface="幼圆" panose="02010509060101010101" pitchFamily="49" charset="-122"/>
              </a:rPr>
              <a:t>		计算机系统可以分为五个部分：</a:t>
            </a:r>
            <a:r>
              <a:rPr lang="zh-CN" altLang="en-US" sz="2800" dirty="0">
                <a:solidFill>
                  <a:srgbClr val="FF0000"/>
                </a:solidFill>
                <a:latin typeface="幼圆" panose="02010509060101010101" pitchFamily="49" charset="-122"/>
              </a:rPr>
              <a:t>硬件、操作系统、系统程序、应用程序和用户</a:t>
            </a:r>
            <a:r>
              <a:rPr lang="zh-CN" altLang="en-US" sz="2800" dirty="0">
                <a:latin typeface="幼圆" panose="02010509060101010101" pitchFamily="49" charset="-122"/>
              </a:rPr>
              <a:t>。</a:t>
            </a:r>
            <a:endParaRPr lang="zh-CN" altLang="en-US" sz="2800" dirty="0">
              <a:latin typeface="幼圆" panose="02010509060101010101" pitchFamily="49" charset="-122"/>
            </a:endParaRPr>
          </a:p>
        </p:txBody>
      </p:sp>
      <p:grpSp>
        <p:nvGrpSpPr>
          <p:cNvPr id="17411" name="Group 4"/>
          <p:cNvGrpSpPr>
            <a:grpSpLocks noChangeAspect="1"/>
          </p:cNvGrpSpPr>
          <p:nvPr/>
        </p:nvGrpSpPr>
        <p:grpSpPr>
          <a:xfrm>
            <a:off x="2424113" y="2636838"/>
            <a:ext cx="7200900" cy="3168650"/>
            <a:chOff x="1800" y="2689"/>
            <a:chExt cx="7380" cy="3900"/>
          </a:xfrm>
        </p:grpSpPr>
        <p:sp>
          <p:nvSpPr>
            <p:cNvPr id="17412" name="AutoShape 5"/>
            <p:cNvSpPr>
              <a:spLocks noChangeAspect="1"/>
            </p:cNvSpPr>
            <p:nvPr/>
          </p:nvSpPr>
          <p:spPr>
            <a:xfrm>
              <a:off x="1800" y="2689"/>
              <a:ext cx="7380" cy="3900"/>
            </a:xfrm>
            <a:prstGeom prst="rect">
              <a:avLst/>
            </a:prstGeom>
            <a:noFill/>
            <a:ln w="9525">
              <a:noFill/>
            </a:ln>
          </p:spPr>
          <p:txBody>
            <a:bodyPr anchor="t" anchorCtr="0"/>
            <a:p>
              <a:pPr algn="ctr"/>
              <a:endParaRPr lang="zh-CN" altLang="en-US" dirty="0">
                <a:latin typeface="Times New Roman" panose="02020503050405090304" charset="0"/>
                <a:ea typeface="宋体" pitchFamily="2" charset="-122"/>
              </a:endParaRPr>
            </a:p>
          </p:txBody>
        </p:sp>
        <p:sp>
          <p:nvSpPr>
            <p:cNvPr id="17413" name="Rectangle 6"/>
            <p:cNvSpPr/>
            <p:nvPr/>
          </p:nvSpPr>
          <p:spPr>
            <a:xfrm>
              <a:off x="2772" y="2689"/>
              <a:ext cx="1260" cy="468"/>
            </a:xfrm>
            <a:prstGeom prst="rect">
              <a:avLst/>
            </a:prstGeom>
            <a:solidFill>
              <a:srgbClr val="FFFFFF"/>
            </a:solidFill>
            <a:ln w="9525" cap="flat" cmpd="sng">
              <a:solidFill>
                <a:srgbClr val="000000"/>
              </a:solidFill>
              <a:prstDash val="solid"/>
              <a:miter/>
              <a:headEnd type="none" w="med" len="med"/>
              <a:tailEnd type="none" w="med" len="med"/>
            </a:ln>
          </p:spPr>
          <p:txBody>
            <a:bodyPr anchor="t" anchorCtr="0"/>
            <a:p>
              <a:pPr algn="ctr"/>
              <a:r>
                <a:rPr lang="zh-CN" altLang="en-US" sz="1400" dirty="0">
                  <a:latin typeface="Times New Roman" panose="02020503050405090304" charset="0"/>
                  <a:ea typeface="宋体" pitchFamily="2" charset="-122"/>
                </a:rPr>
                <a:t>终端用户</a:t>
              </a:r>
              <a:endParaRPr lang="zh-CN" altLang="en-US" sz="1400" dirty="0">
                <a:latin typeface="Arial" panose="020B0604020202090204" pitchFamily="34" charset="0"/>
                <a:ea typeface="宋体" pitchFamily="2" charset="-122"/>
              </a:endParaRPr>
            </a:p>
          </p:txBody>
        </p:sp>
        <p:sp>
          <p:nvSpPr>
            <p:cNvPr id="17414" name="Rectangle 7"/>
            <p:cNvSpPr/>
            <p:nvPr/>
          </p:nvSpPr>
          <p:spPr>
            <a:xfrm>
              <a:off x="2700" y="5653"/>
              <a:ext cx="5580" cy="936"/>
            </a:xfrm>
            <a:prstGeom prst="rect">
              <a:avLst/>
            </a:prstGeom>
            <a:solidFill>
              <a:srgbClr val="FFFFFF"/>
            </a:solidFill>
            <a:ln w="9525" cap="flat" cmpd="sng">
              <a:solidFill>
                <a:srgbClr val="000000"/>
              </a:solidFill>
              <a:prstDash val="solid"/>
              <a:miter/>
              <a:headEnd type="none" w="med" len="med"/>
              <a:tailEnd type="none" w="med" len="med"/>
            </a:ln>
          </p:spPr>
          <p:txBody>
            <a:bodyPr anchor="t" anchorCtr="0"/>
            <a:p>
              <a:pPr algn="ctr"/>
              <a:r>
                <a:rPr lang="zh-CN" altLang="en-US" sz="2000" dirty="0">
                  <a:latin typeface="Times New Roman" panose="02020503050405090304" charset="0"/>
                  <a:ea typeface="宋体" pitchFamily="2" charset="-122"/>
                </a:rPr>
                <a:t>计算机硬件</a:t>
              </a:r>
              <a:endParaRPr lang="zh-CN" altLang="en-US" sz="2000" dirty="0">
                <a:latin typeface="Arial" panose="020B0604020202090204" pitchFamily="34" charset="0"/>
                <a:ea typeface="宋体" pitchFamily="2" charset="-122"/>
              </a:endParaRPr>
            </a:p>
          </p:txBody>
        </p:sp>
        <p:sp>
          <p:nvSpPr>
            <p:cNvPr id="17415" name="Line 8"/>
            <p:cNvSpPr/>
            <p:nvPr/>
          </p:nvSpPr>
          <p:spPr>
            <a:xfrm>
              <a:off x="3492" y="3157"/>
              <a:ext cx="1" cy="936"/>
            </a:xfrm>
            <a:prstGeom prst="line">
              <a:avLst/>
            </a:prstGeom>
            <a:ln w="9525" cap="flat" cmpd="sng">
              <a:solidFill>
                <a:srgbClr val="000000"/>
              </a:solidFill>
              <a:prstDash val="solid"/>
              <a:round/>
              <a:headEnd type="triangle" w="med" len="med"/>
              <a:tailEnd type="triangle" w="med" len="med"/>
            </a:ln>
          </p:spPr>
        </p:sp>
        <p:sp>
          <p:nvSpPr>
            <p:cNvPr id="17416" name="Rectangle 9"/>
            <p:cNvSpPr/>
            <p:nvPr/>
          </p:nvSpPr>
          <p:spPr>
            <a:xfrm>
              <a:off x="2772" y="4873"/>
              <a:ext cx="4500" cy="780"/>
            </a:xfrm>
            <a:prstGeom prst="rect">
              <a:avLst/>
            </a:prstGeom>
            <a:solidFill>
              <a:srgbClr val="FFFFFF"/>
            </a:solidFill>
            <a:ln w="9525" cap="flat" cmpd="sng">
              <a:solidFill>
                <a:srgbClr val="000000"/>
              </a:solidFill>
              <a:prstDash val="solid"/>
              <a:miter/>
              <a:headEnd type="none" w="med" len="med"/>
              <a:tailEnd type="none" w="med" len="med"/>
            </a:ln>
          </p:spPr>
          <p:txBody>
            <a:bodyPr anchor="t" anchorCtr="0"/>
            <a:p>
              <a:pPr algn="ctr"/>
              <a:r>
                <a:rPr lang="zh-CN" altLang="en-US" sz="2000" dirty="0">
                  <a:latin typeface="Times New Roman" panose="02020503050405090304" charset="0"/>
                  <a:ea typeface="宋体" pitchFamily="2" charset="-122"/>
                </a:rPr>
                <a:t>操作系统</a:t>
              </a:r>
              <a:endParaRPr lang="zh-CN" altLang="en-US" sz="2000" dirty="0">
                <a:latin typeface="Arial" panose="020B0604020202090204" pitchFamily="34" charset="0"/>
                <a:ea typeface="宋体" pitchFamily="2" charset="-122"/>
              </a:endParaRPr>
            </a:p>
          </p:txBody>
        </p:sp>
        <p:sp>
          <p:nvSpPr>
            <p:cNvPr id="17417" name="Rectangle 10"/>
            <p:cNvSpPr/>
            <p:nvPr/>
          </p:nvSpPr>
          <p:spPr>
            <a:xfrm>
              <a:off x="2772" y="4093"/>
              <a:ext cx="3420" cy="780"/>
            </a:xfrm>
            <a:prstGeom prst="rect">
              <a:avLst/>
            </a:prstGeom>
            <a:solidFill>
              <a:srgbClr val="FFFFFF"/>
            </a:solidFill>
            <a:ln w="9525" cap="flat" cmpd="sng">
              <a:solidFill>
                <a:srgbClr val="000000"/>
              </a:solidFill>
              <a:prstDash val="solid"/>
              <a:miter/>
              <a:headEnd type="none" w="med" len="med"/>
              <a:tailEnd type="none" w="med" len="med"/>
            </a:ln>
          </p:spPr>
          <p:txBody>
            <a:bodyPr anchor="t" anchorCtr="0"/>
            <a:p>
              <a:pPr algn="ctr"/>
              <a:r>
                <a:rPr lang="zh-CN" altLang="en-US" sz="2000" dirty="0">
                  <a:latin typeface="Times New Roman" panose="02020503050405090304" charset="0"/>
                  <a:ea typeface="宋体" pitchFamily="2" charset="-122"/>
                </a:rPr>
                <a:t>系统程序及应用程序</a:t>
              </a:r>
              <a:endParaRPr lang="zh-CN" altLang="en-US" sz="2000" dirty="0">
                <a:latin typeface="Arial" panose="020B0604020202090204" pitchFamily="34" charset="0"/>
                <a:ea typeface="宋体" pitchFamily="2" charset="-122"/>
              </a:endParaRPr>
            </a:p>
          </p:txBody>
        </p:sp>
        <p:sp>
          <p:nvSpPr>
            <p:cNvPr id="17418" name="Rectangle 11"/>
            <p:cNvSpPr/>
            <p:nvPr/>
          </p:nvSpPr>
          <p:spPr>
            <a:xfrm>
              <a:off x="5472" y="2689"/>
              <a:ext cx="1440" cy="468"/>
            </a:xfrm>
            <a:prstGeom prst="rect">
              <a:avLst/>
            </a:prstGeom>
            <a:solidFill>
              <a:srgbClr val="FFFFFF"/>
            </a:solidFill>
            <a:ln w="9525" cap="flat" cmpd="sng">
              <a:solidFill>
                <a:srgbClr val="000000"/>
              </a:solidFill>
              <a:prstDash val="solid"/>
              <a:miter/>
              <a:headEnd type="none" w="med" len="med"/>
              <a:tailEnd type="none" w="med" len="med"/>
            </a:ln>
          </p:spPr>
          <p:txBody>
            <a:bodyPr anchor="t" anchorCtr="0"/>
            <a:p>
              <a:pPr algn="ctr"/>
              <a:r>
                <a:rPr lang="zh-CN" altLang="en-US" sz="1400" dirty="0">
                  <a:latin typeface="Times New Roman" panose="02020503050405090304" charset="0"/>
                  <a:ea typeface="宋体" pitchFamily="2" charset="-122"/>
                </a:rPr>
                <a:t>程序员用户</a:t>
              </a:r>
              <a:endParaRPr lang="zh-CN" altLang="en-US" sz="1400" dirty="0">
                <a:latin typeface="Arial" panose="020B0604020202090204" pitchFamily="34" charset="0"/>
                <a:ea typeface="宋体" pitchFamily="2" charset="-122"/>
              </a:endParaRPr>
            </a:p>
          </p:txBody>
        </p:sp>
        <p:sp>
          <p:nvSpPr>
            <p:cNvPr id="17419" name="Line 12"/>
            <p:cNvSpPr/>
            <p:nvPr/>
          </p:nvSpPr>
          <p:spPr>
            <a:xfrm>
              <a:off x="5831" y="3157"/>
              <a:ext cx="1" cy="936"/>
            </a:xfrm>
            <a:prstGeom prst="line">
              <a:avLst/>
            </a:prstGeom>
            <a:ln w="9525" cap="flat" cmpd="sng">
              <a:solidFill>
                <a:srgbClr val="000000"/>
              </a:solidFill>
              <a:prstDash val="solid"/>
              <a:round/>
              <a:headEnd type="triangle" w="med" len="med"/>
              <a:tailEnd type="triangle" w="med" len="med"/>
            </a:ln>
          </p:spPr>
        </p:sp>
        <p:sp>
          <p:nvSpPr>
            <p:cNvPr id="17420" name="Rectangle 13"/>
            <p:cNvSpPr/>
            <p:nvPr/>
          </p:nvSpPr>
          <p:spPr>
            <a:xfrm>
              <a:off x="7272" y="2689"/>
              <a:ext cx="1440" cy="780"/>
            </a:xfrm>
            <a:prstGeom prst="rect">
              <a:avLst/>
            </a:prstGeom>
            <a:solidFill>
              <a:srgbClr val="FFFFFF"/>
            </a:solidFill>
            <a:ln w="9525" cap="flat" cmpd="sng">
              <a:solidFill>
                <a:srgbClr val="000000"/>
              </a:solidFill>
              <a:prstDash val="solid"/>
              <a:miter/>
              <a:headEnd type="none" w="med" len="med"/>
              <a:tailEnd type="none" w="med" len="med"/>
            </a:ln>
          </p:spPr>
          <p:txBody>
            <a:bodyPr anchor="t" anchorCtr="0"/>
            <a:p>
              <a:pPr algn="ctr"/>
              <a:r>
                <a:rPr lang="zh-CN" altLang="en-US" sz="1400" dirty="0">
                  <a:latin typeface="Times New Roman" panose="02020503050405090304" charset="0"/>
                  <a:ea typeface="宋体" pitchFamily="2" charset="-122"/>
                </a:rPr>
                <a:t>操作系统设计者用户</a:t>
              </a:r>
              <a:endParaRPr lang="zh-CN" altLang="en-US" sz="1400" dirty="0">
                <a:latin typeface="Arial" panose="020B0604020202090204" pitchFamily="34" charset="0"/>
                <a:ea typeface="宋体" pitchFamily="2" charset="-122"/>
              </a:endParaRPr>
            </a:p>
          </p:txBody>
        </p:sp>
        <p:sp>
          <p:nvSpPr>
            <p:cNvPr id="17421" name="Line 14"/>
            <p:cNvSpPr/>
            <p:nvPr/>
          </p:nvSpPr>
          <p:spPr>
            <a:xfrm>
              <a:off x="6660" y="3157"/>
              <a:ext cx="1" cy="1716"/>
            </a:xfrm>
            <a:prstGeom prst="line">
              <a:avLst/>
            </a:prstGeom>
            <a:ln w="9525" cap="flat" cmpd="sng">
              <a:solidFill>
                <a:srgbClr val="000000"/>
              </a:solidFill>
              <a:prstDash val="solid"/>
              <a:round/>
              <a:headEnd type="triangle" w="med" len="med"/>
              <a:tailEnd type="triangle" w="med" len="med"/>
            </a:ln>
          </p:spPr>
        </p:sp>
        <p:sp>
          <p:nvSpPr>
            <p:cNvPr id="17422" name="Line 15"/>
            <p:cNvSpPr/>
            <p:nvPr/>
          </p:nvSpPr>
          <p:spPr>
            <a:xfrm>
              <a:off x="7920" y="3469"/>
              <a:ext cx="1" cy="2184"/>
            </a:xfrm>
            <a:prstGeom prst="line">
              <a:avLst/>
            </a:prstGeom>
            <a:ln w="9525" cap="flat" cmpd="sng">
              <a:solidFill>
                <a:srgbClr val="000000"/>
              </a:solidFill>
              <a:prstDash val="solid"/>
              <a:round/>
              <a:headEnd type="triangle" w="med" len="med"/>
              <a:tailEnd type="triangle" w="med" len="med"/>
            </a:ln>
          </p:spPr>
        </p:sp>
      </p:grpSp>
      <p:sp>
        <p:nvSpPr>
          <p:cNvPr id="17423" name="Text Box 16"/>
          <p:cNvSpPr txBox="1"/>
          <p:nvPr/>
        </p:nvSpPr>
        <p:spPr>
          <a:xfrm>
            <a:off x="2424113" y="6005513"/>
            <a:ext cx="7559675" cy="521970"/>
          </a:xfrm>
          <a:prstGeom prst="rect">
            <a:avLst/>
          </a:prstGeom>
          <a:noFill/>
          <a:ln w="9525">
            <a:noFill/>
          </a:ln>
          <a:effectLst>
            <a:prstShdw prst="shdw17" dist="17961" dir="2699999">
              <a:srgbClr val="007A5C"/>
            </a:prstShdw>
          </a:effectLst>
        </p:spPr>
        <p:txBody>
          <a:bodyPr anchor="t" anchorCtr="0">
            <a:spAutoFit/>
          </a:bodyPr>
          <a:p>
            <a:pPr algn="ctr"/>
            <a:r>
              <a:rPr lang="zh-CN" altLang="en-US" sz="2800" b="1" dirty="0">
                <a:latin typeface="Times New Roman" panose="02020503050405090304" charset="0"/>
                <a:ea typeface="宋体" pitchFamily="2" charset="-122"/>
              </a:rPr>
              <a:t>图</a:t>
            </a:r>
            <a:r>
              <a:rPr lang="en-US" altLang="zh-CN" sz="2800" b="1" dirty="0">
                <a:latin typeface="Times New Roman" panose="02020503050405090304" charset="0"/>
                <a:ea typeface="宋体" pitchFamily="2" charset="-122"/>
              </a:rPr>
              <a:t>1.1.1  </a:t>
            </a:r>
            <a:r>
              <a:rPr lang="zh-CN" altLang="en-US" sz="2800" b="1" dirty="0">
                <a:latin typeface="Times New Roman" panose="02020503050405090304" charset="0"/>
                <a:ea typeface="宋体" pitchFamily="2" charset="-122"/>
              </a:rPr>
              <a:t>计算机系统组成部分的逻辑图</a:t>
            </a:r>
            <a:endParaRPr lang="en-US" altLang="zh-CN" sz="2800" b="1" dirty="0">
              <a:latin typeface="Times New Roman" panose="02020503050405090304" charset="0"/>
              <a:ea typeface="宋体" pitchFamily="2" charset="-122"/>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8433" name="Rectangle 3"/>
          <p:cNvSpPr>
            <a:spLocks noGrp="1"/>
          </p:cNvSpPr>
          <p:nvPr>
            <p:ph idx="1"/>
          </p:nvPr>
        </p:nvSpPr>
        <p:spPr>
          <a:xfrm>
            <a:off x="999490" y="919480"/>
            <a:ext cx="9356090" cy="5689600"/>
          </a:xfrm>
        </p:spPr>
        <p:txBody>
          <a:bodyPr wrap="square" lIns="91440" tIns="45720" rIns="91440" bIns="45720" anchor="t" anchorCtr="0">
            <a:normAutofit lnSpcReduction="20000"/>
          </a:bodyPr>
          <a:p>
            <a:pPr marL="0" lvl="1" indent="0" algn="just">
              <a:lnSpc>
                <a:spcPct val="150000"/>
              </a:lnSpc>
            </a:pPr>
            <a:r>
              <a:rPr lang="en-US" altLang="zh-CN" sz="2000" dirty="0">
                <a:solidFill>
                  <a:srgbClr val="FF0000"/>
                </a:solidFill>
              </a:rPr>
              <a:t>"</a:t>
            </a:r>
            <a:r>
              <a:rPr lang="zh-CN" altLang="en-US" sz="2000" dirty="0">
                <a:solidFill>
                  <a:srgbClr val="FF0000"/>
                </a:solidFill>
              </a:rPr>
              <a:t>操作系统是管理硬件资源、控制程序运行、改善人机界面和为应用软件提供支持的一种系统软件。</a:t>
            </a:r>
            <a:r>
              <a:rPr lang="en-US" altLang="zh-CN" sz="2000" dirty="0">
                <a:solidFill>
                  <a:srgbClr val="FF0000"/>
                </a:solidFill>
              </a:rPr>
              <a:t>[</a:t>
            </a:r>
            <a:r>
              <a:rPr lang="zh-CN" altLang="en-US" sz="2000" dirty="0">
                <a:solidFill>
                  <a:srgbClr val="FF0000"/>
                </a:solidFill>
              </a:rPr>
              <a:t>计算机百科全书</a:t>
            </a:r>
            <a:r>
              <a:rPr lang="en-US" altLang="zh-CN" sz="2000" dirty="0">
                <a:solidFill>
                  <a:srgbClr val="FF0000"/>
                </a:solidFill>
              </a:rPr>
              <a:t>(</a:t>
            </a:r>
            <a:r>
              <a:rPr lang="zh-CN" altLang="en-US" sz="2000" dirty="0">
                <a:solidFill>
                  <a:srgbClr val="FF0000"/>
                </a:solidFill>
              </a:rPr>
              <a:t>第</a:t>
            </a:r>
            <a:r>
              <a:rPr lang="en-US" altLang="zh-CN" sz="2000" dirty="0">
                <a:solidFill>
                  <a:srgbClr val="FF0000"/>
                </a:solidFill>
              </a:rPr>
              <a:t>2</a:t>
            </a:r>
            <a:r>
              <a:rPr lang="zh-CN" altLang="en-US" sz="2000" dirty="0">
                <a:solidFill>
                  <a:srgbClr val="FF0000"/>
                </a:solidFill>
              </a:rPr>
              <a:t>版</a:t>
            </a:r>
            <a:r>
              <a:rPr lang="en-US" altLang="zh-CN" sz="2000" dirty="0">
                <a:solidFill>
                  <a:srgbClr val="FF0000"/>
                </a:solidFill>
              </a:rPr>
              <a:t>)</a:t>
            </a:r>
            <a:endParaRPr lang="en-US" altLang="zh-CN" sz="2000" dirty="0">
              <a:solidFill>
                <a:srgbClr val="FF0000"/>
              </a:solidFill>
            </a:endParaRPr>
          </a:p>
          <a:p>
            <a:pPr marL="0" lvl="1" indent="0" algn="just">
              <a:lnSpc>
                <a:spcPct val="150000"/>
              </a:lnSpc>
            </a:pPr>
            <a:endParaRPr lang="zh-CN" altLang="en-US" sz="2000" dirty="0">
              <a:solidFill>
                <a:schemeClr val="accent2"/>
              </a:solidFill>
            </a:endParaRPr>
          </a:p>
          <a:p>
            <a:pPr marL="0" lvl="1" indent="0" algn="just">
              <a:lnSpc>
                <a:spcPct val="150000"/>
              </a:lnSpc>
            </a:pPr>
            <a:r>
              <a:rPr lang="zh-CN" altLang="en-US" sz="2000" dirty="0">
                <a:solidFill>
                  <a:schemeClr val="accent2"/>
                </a:solidFill>
              </a:rPr>
              <a:t>操作系统</a:t>
            </a:r>
            <a:r>
              <a:rPr lang="zh-CN" altLang="en-US" sz="2000" dirty="0"/>
              <a:t>是一直运行在计算机上的程序（通常称为内核），其他程序则为系统程序和应用程序。</a:t>
            </a:r>
            <a:endParaRPr lang="zh-CN" altLang="en-US" sz="2000" dirty="0"/>
          </a:p>
          <a:p>
            <a:pPr marL="0" lvl="1" indent="0" algn="just">
              <a:lnSpc>
                <a:spcPct val="150000"/>
              </a:lnSpc>
            </a:pPr>
            <a:endParaRPr lang="zh-CN" altLang="en-US" sz="2000" dirty="0"/>
          </a:p>
          <a:p>
            <a:pPr marL="0" lvl="1" indent="0" algn="just">
              <a:lnSpc>
                <a:spcPct val="150000"/>
              </a:lnSpc>
            </a:pPr>
            <a:r>
              <a:rPr lang="zh-CN" altLang="en-US" sz="2000" dirty="0">
                <a:solidFill>
                  <a:schemeClr val="accent2"/>
                </a:solidFill>
              </a:rPr>
              <a:t>操作系统</a:t>
            </a:r>
            <a:r>
              <a:rPr lang="zh-CN" altLang="en-US" sz="2000" dirty="0"/>
              <a:t>是管理系统资源、控制程序执行，改善人机界面，提供各种服务，合理组织计算机工作流程和为用户使用计算机提供良好运行环境的一种系统软件。</a:t>
            </a:r>
            <a:endParaRPr lang="zh-CN" altLang="en-US" sz="2000" dirty="0"/>
          </a:p>
          <a:p>
            <a:pPr marL="0" lvl="1" indent="0" algn="just">
              <a:lnSpc>
                <a:spcPct val="150000"/>
              </a:lnSpc>
            </a:pPr>
            <a:endParaRPr lang="zh-CN" altLang="en-US" sz="2000" dirty="0"/>
          </a:p>
          <a:p>
            <a:pPr marL="0" lvl="1" indent="0" algn="just">
              <a:lnSpc>
                <a:spcPct val="150000"/>
              </a:lnSpc>
            </a:pPr>
            <a:r>
              <a:rPr lang="zh-CN" altLang="en-US" sz="2000" dirty="0">
                <a:solidFill>
                  <a:schemeClr val="accent2"/>
                </a:solidFill>
              </a:rPr>
              <a:t>操作系统</a:t>
            </a:r>
            <a:r>
              <a:rPr lang="zh-CN" altLang="en-US" sz="2000" dirty="0"/>
              <a:t>是计算机系统中的一个系统软件，它是这样一些程序模块的集合</a:t>
            </a:r>
            <a:r>
              <a:rPr lang="en-US" altLang="zh-CN" sz="2000" dirty="0"/>
              <a:t>—</a:t>
            </a:r>
            <a:r>
              <a:rPr lang="zh-CN" altLang="en-US" sz="2000" dirty="0"/>
              <a:t>它们管理和控制计算机系统中的硬件及软件资源，合理地组织计算机工作流程，以便有效地利用这些资源为用户提供一个功能强大、使用方便和可扩展的工作环境，从而在计算机与其用户之间起到接口的作用。 </a:t>
            </a:r>
            <a:endParaRPr lang="zh-CN" altLang="en-US" sz="2000" dirty="0"/>
          </a:p>
        </p:txBody>
      </p:sp>
      <p:sp>
        <p:nvSpPr>
          <p:cNvPr id="18434" name="Rectangle 2"/>
          <p:cNvSpPr>
            <a:spLocks noGrp="1"/>
          </p:cNvSpPr>
          <p:nvPr>
            <p:ph type="title"/>
          </p:nvPr>
        </p:nvSpPr>
        <p:spPr>
          <a:xfrm>
            <a:off x="964248" y="-47625"/>
            <a:ext cx="7772400" cy="838200"/>
          </a:xfrm>
        </p:spPr>
        <p:txBody>
          <a:bodyPr wrap="square" lIns="91440" tIns="45720" rIns="91440" bIns="45720" anchor="ctr" anchorCtr="0"/>
          <a:p>
            <a:r>
              <a:rPr lang="zh-CN" altLang="en-US" sz="3200" dirty="0">
                <a:solidFill>
                  <a:srgbClr val="FF0000"/>
                </a:solidFill>
              </a:rPr>
              <a:t>操作系统的定义</a:t>
            </a:r>
            <a:endParaRPr lang="zh-CN" altLang="en-US" sz="3200" dirty="0">
              <a:solidFill>
                <a:srgbClr val="FF0000"/>
              </a:solidFill>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9457" name="Rectangle 2"/>
          <p:cNvSpPr>
            <a:spLocks noGrp="1"/>
          </p:cNvSpPr>
          <p:nvPr>
            <p:ph type="title"/>
          </p:nvPr>
        </p:nvSpPr>
        <p:spPr>
          <a:xfrm>
            <a:off x="1106170" y="-317"/>
            <a:ext cx="7772400" cy="838200"/>
          </a:xfrm>
        </p:spPr>
        <p:txBody>
          <a:bodyPr wrap="square" lIns="91440" tIns="45720" rIns="91440" bIns="45720" anchor="ctr" anchorCtr="0"/>
          <a:p>
            <a:r>
              <a:rPr lang="zh-CN" altLang="en-US" dirty="0">
                <a:solidFill>
                  <a:srgbClr val="FF0000"/>
                </a:solidFill>
              </a:rPr>
              <a:t>操作系统的功能</a:t>
            </a:r>
            <a:endParaRPr lang="zh-CN" altLang="en-US" dirty="0">
              <a:solidFill>
                <a:srgbClr val="FF0000"/>
              </a:solidFill>
            </a:endParaRPr>
          </a:p>
        </p:txBody>
      </p:sp>
      <p:sp>
        <p:nvSpPr>
          <p:cNvPr id="11267" name="Rectangle 3"/>
          <p:cNvSpPr>
            <a:spLocks noGrp="1" noChangeArrowheads="1"/>
          </p:cNvSpPr>
          <p:nvPr>
            <p:ph idx="1"/>
          </p:nvPr>
        </p:nvSpPr>
        <p:spPr>
          <a:xfrm>
            <a:off x="1634490" y="1195705"/>
            <a:ext cx="8422640" cy="3889375"/>
          </a:xfrm>
        </p:spPr>
        <p:txBody>
          <a:bodyPr vert="horz" wrap="square" lIns="91440" tIns="45720" rIns="91440" bIns="45720" numCol="1" anchor="t" anchorCtr="0" compatLnSpc="1"/>
          <a:lstStyle/>
          <a:p>
            <a:pPr marL="342900" marR="0" lvl="0" indent="-342900" algn="just" defTabSz="914400" rtl="0" eaLnBrk="0" fontAlgn="base" latinLnBrk="0" hangingPunct="0">
              <a:lnSpc>
                <a:spcPct val="150000"/>
              </a:lnSpc>
              <a:spcBef>
                <a:spcPct val="20000"/>
              </a:spcBef>
              <a:spcAft>
                <a:spcPct val="0"/>
              </a:spcAft>
              <a:buClrTx/>
              <a:buSzTx/>
              <a:buFontTx/>
              <a:buNone/>
              <a:defRPr/>
            </a:pPr>
            <a:r>
              <a:rPr kumimoji="1" lang="zh-CN" altLang="en-US" sz="2400" i="0" u="none" strike="noStrike" kern="0" cap="none" spc="0" normalizeH="0" baseline="0" noProof="0" dirty="0">
                <a:ln>
                  <a:noFill/>
                </a:ln>
                <a:solidFill>
                  <a:schemeClr val="tx1"/>
                </a:solidFill>
                <a:effectLst/>
                <a:uLnTx/>
                <a:uFillTx/>
                <a:latin typeface="宋体" pitchFamily="2" charset="-122"/>
                <a:ea typeface="宋体" pitchFamily="2" charset="-122"/>
                <a:cs typeface="宋体" pitchFamily="2" charset="-122"/>
              </a:rPr>
              <a:t>可以从不同的角度来观察操作系统的功能：</a:t>
            </a:r>
            <a:endParaRPr kumimoji="1" lang="zh-CN" altLang="en-US" sz="2400" i="0" u="none" strike="noStrike" kern="0" cap="none" spc="0" normalizeH="0" baseline="0" noProof="0" dirty="0">
              <a:ln>
                <a:noFill/>
              </a:ln>
              <a:solidFill>
                <a:schemeClr val="tx1"/>
              </a:solidFill>
              <a:effectLst/>
              <a:uLnTx/>
              <a:uFillTx/>
              <a:latin typeface="宋体" pitchFamily="2" charset="-122"/>
              <a:ea typeface="宋体" pitchFamily="2" charset="-122"/>
              <a:cs typeface="宋体" pitchFamily="2" charset="-122"/>
            </a:endParaRPr>
          </a:p>
          <a:p>
            <a:pPr marL="0" marR="0" lvl="0" indent="0" algn="just" defTabSz="914400" rtl="0" eaLnBrk="0" fontAlgn="base" latinLnBrk="0" hangingPunct="0">
              <a:lnSpc>
                <a:spcPct val="150000"/>
              </a:lnSpc>
              <a:spcBef>
                <a:spcPct val="20000"/>
              </a:spcBef>
              <a:spcAft>
                <a:spcPct val="0"/>
              </a:spcAft>
              <a:buClrTx/>
              <a:buSzTx/>
              <a:buFontTx/>
              <a:buNone/>
              <a:defRPr/>
            </a:pPr>
            <a:r>
              <a:rPr kumimoji="0" lang="en-US" altLang="zh-CN" sz="2400" i="0" u="none" strike="noStrike" kern="0" cap="none" spc="0" normalizeH="0" baseline="0" noProof="0" dirty="0">
                <a:ln>
                  <a:noFill/>
                </a:ln>
                <a:solidFill>
                  <a:schemeClr val="tx1"/>
                </a:solidFill>
                <a:effectLst/>
                <a:uLnTx/>
                <a:uFillTx/>
                <a:latin typeface="宋体" pitchFamily="2" charset="-122"/>
                <a:ea typeface="宋体" pitchFamily="2" charset="-122"/>
                <a:cs typeface="宋体" pitchFamily="2" charset="-122"/>
              </a:rPr>
              <a:t>1</a:t>
            </a:r>
            <a:r>
              <a:rPr kumimoji="0" lang="zh-CN" altLang="en-US" sz="2400" i="0" u="none" strike="noStrike" kern="0" cap="none" spc="0" normalizeH="0" baseline="0" noProof="0" dirty="0">
                <a:ln>
                  <a:noFill/>
                </a:ln>
                <a:solidFill>
                  <a:schemeClr val="tx1"/>
                </a:solidFill>
                <a:effectLst/>
                <a:uLnTx/>
                <a:uFillTx/>
                <a:latin typeface="宋体" pitchFamily="2" charset="-122"/>
                <a:ea typeface="宋体" pitchFamily="2" charset="-122"/>
                <a:cs typeface="宋体" pitchFamily="2" charset="-122"/>
              </a:rPr>
              <a:t>、</a:t>
            </a:r>
            <a:r>
              <a:rPr kumimoji="0" lang="zh-CN" altLang="en-US" sz="2400" i="0" u="none" strike="noStrike" kern="0" cap="none" spc="0" normalizeH="0" baseline="0" noProof="0" dirty="0">
                <a:ln>
                  <a:noFill/>
                </a:ln>
                <a:solidFill>
                  <a:schemeClr val="accent2"/>
                </a:solidFill>
                <a:effectLst/>
                <a:uLnTx/>
                <a:uFillTx/>
                <a:latin typeface="宋体" pitchFamily="2" charset="-122"/>
                <a:ea typeface="宋体" pitchFamily="2" charset="-122"/>
                <a:cs typeface="宋体" pitchFamily="2" charset="-122"/>
              </a:rPr>
              <a:t>用户</a:t>
            </a:r>
            <a:r>
              <a:rPr kumimoji="0" lang="zh-CN" altLang="en-US" sz="2400" i="0" u="none" strike="noStrike" kern="0" cap="none" spc="0" normalizeH="0" baseline="0" noProof="0" dirty="0">
                <a:ln>
                  <a:noFill/>
                </a:ln>
                <a:solidFill>
                  <a:schemeClr val="tx1"/>
                </a:solidFill>
                <a:effectLst/>
                <a:uLnTx/>
                <a:uFillTx/>
                <a:latin typeface="宋体" pitchFamily="2" charset="-122"/>
                <a:ea typeface="宋体" pitchFamily="2" charset="-122"/>
                <a:cs typeface="宋体" pitchFamily="2" charset="-122"/>
              </a:rPr>
              <a:t>的角度：操作系统是用户和计算机硬件之间的接口。</a:t>
            </a:r>
            <a:endParaRPr kumimoji="0" lang="zh-CN" altLang="en-US" sz="2400" i="0" u="none" strike="noStrike" kern="0" cap="none" spc="0" normalizeH="0" baseline="0" noProof="0" dirty="0">
              <a:ln>
                <a:noFill/>
              </a:ln>
              <a:solidFill>
                <a:schemeClr val="tx1"/>
              </a:solidFill>
              <a:effectLst/>
              <a:uLnTx/>
              <a:uFillTx/>
              <a:latin typeface="宋体" pitchFamily="2" charset="-122"/>
              <a:ea typeface="宋体" pitchFamily="2" charset="-122"/>
              <a:cs typeface="宋体" pitchFamily="2" charset="-122"/>
            </a:endParaRPr>
          </a:p>
          <a:p>
            <a:pPr marL="0" marR="0" lvl="0" indent="0" algn="just" defTabSz="914400" rtl="0" eaLnBrk="0" fontAlgn="base" latinLnBrk="0" hangingPunct="0">
              <a:lnSpc>
                <a:spcPct val="150000"/>
              </a:lnSpc>
              <a:spcBef>
                <a:spcPct val="20000"/>
              </a:spcBef>
              <a:spcAft>
                <a:spcPct val="0"/>
              </a:spcAft>
              <a:buClrTx/>
              <a:buSzTx/>
              <a:buFontTx/>
              <a:buNone/>
              <a:defRPr/>
            </a:pPr>
            <a:r>
              <a:rPr kumimoji="0" lang="zh-CN" altLang="en-US" sz="2400" i="0" u="none" strike="noStrike" kern="0" cap="none" spc="0" normalizeH="0" baseline="0" noProof="0" dirty="0">
                <a:ln>
                  <a:noFill/>
                </a:ln>
                <a:solidFill>
                  <a:schemeClr val="tx1"/>
                </a:solidFill>
                <a:effectLst/>
                <a:uLnTx/>
                <a:uFillTx/>
                <a:latin typeface="宋体" pitchFamily="2" charset="-122"/>
                <a:ea typeface="宋体" pitchFamily="2" charset="-122"/>
                <a:cs typeface="宋体" pitchFamily="2" charset="-122"/>
              </a:rPr>
              <a:t> </a:t>
            </a:r>
            <a:endParaRPr kumimoji="0" lang="zh-CN" altLang="en-US" sz="2400" i="0" u="none" strike="noStrike" kern="0" cap="none" spc="0" normalizeH="0" baseline="0" noProof="0" dirty="0">
              <a:ln>
                <a:noFill/>
              </a:ln>
              <a:solidFill>
                <a:schemeClr val="tx1"/>
              </a:solidFill>
              <a:effectLst/>
              <a:uLnTx/>
              <a:uFillTx/>
              <a:latin typeface="宋体" pitchFamily="2" charset="-122"/>
              <a:ea typeface="宋体" pitchFamily="2" charset="-122"/>
              <a:cs typeface="宋体" pitchFamily="2" charset="-122"/>
            </a:endParaRPr>
          </a:p>
          <a:p>
            <a:pPr marL="0" marR="0" lvl="0" indent="0" algn="just" defTabSz="914400" rtl="0" eaLnBrk="0" fontAlgn="base" latinLnBrk="0" hangingPunct="0">
              <a:lnSpc>
                <a:spcPct val="150000"/>
              </a:lnSpc>
              <a:spcBef>
                <a:spcPct val="20000"/>
              </a:spcBef>
              <a:spcAft>
                <a:spcPct val="0"/>
              </a:spcAft>
              <a:buClrTx/>
              <a:buSzTx/>
              <a:buFontTx/>
              <a:buNone/>
              <a:defRPr/>
            </a:pPr>
            <a:r>
              <a:rPr kumimoji="0" lang="en-US" altLang="zh-CN" sz="2400" i="0" u="none" strike="noStrike" kern="0" cap="none" spc="0" normalizeH="0" baseline="0" noProof="0" dirty="0">
                <a:ln>
                  <a:noFill/>
                </a:ln>
                <a:solidFill>
                  <a:schemeClr val="tx1"/>
                </a:solidFill>
                <a:effectLst/>
                <a:uLnTx/>
                <a:uFillTx/>
                <a:latin typeface="宋体" pitchFamily="2" charset="-122"/>
                <a:ea typeface="宋体" pitchFamily="2" charset="-122"/>
                <a:cs typeface="宋体" pitchFamily="2" charset="-122"/>
              </a:rPr>
              <a:t>2</a:t>
            </a:r>
            <a:r>
              <a:rPr kumimoji="0" lang="zh-CN" altLang="en-US" sz="2400" i="0" u="none" strike="noStrike" kern="0" cap="none" spc="0" normalizeH="0" baseline="0" noProof="0" dirty="0">
                <a:ln>
                  <a:noFill/>
                </a:ln>
                <a:solidFill>
                  <a:schemeClr val="tx1"/>
                </a:solidFill>
                <a:effectLst/>
                <a:uLnTx/>
                <a:uFillTx/>
                <a:latin typeface="宋体" pitchFamily="2" charset="-122"/>
                <a:ea typeface="宋体" pitchFamily="2" charset="-122"/>
                <a:cs typeface="宋体" pitchFamily="2" charset="-122"/>
              </a:rPr>
              <a:t>、</a:t>
            </a:r>
            <a:r>
              <a:rPr kumimoji="0" lang="zh-CN" altLang="en-US" sz="2400" i="0" u="none" strike="noStrike" kern="0" cap="none" spc="0" normalizeH="0" baseline="0" noProof="0" dirty="0">
                <a:ln>
                  <a:noFill/>
                </a:ln>
                <a:solidFill>
                  <a:schemeClr val="accent2"/>
                </a:solidFill>
                <a:effectLst/>
                <a:uLnTx/>
                <a:uFillTx/>
                <a:latin typeface="宋体" pitchFamily="2" charset="-122"/>
                <a:ea typeface="宋体" pitchFamily="2" charset="-122"/>
                <a:cs typeface="宋体" pitchFamily="2" charset="-122"/>
              </a:rPr>
              <a:t>系统</a:t>
            </a:r>
            <a:r>
              <a:rPr kumimoji="0" lang="zh-CN" altLang="en-US" sz="2400" i="0" u="none" strike="noStrike" kern="0" cap="none" spc="0" normalizeH="0" baseline="0" noProof="0" dirty="0">
                <a:ln>
                  <a:noFill/>
                </a:ln>
                <a:solidFill>
                  <a:schemeClr val="tx1"/>
                </a:solidFill>
                <a:effectLst/>
                <a:uLnTx/>
                <a:uFillTx/>
                <a:latin typeface="宋体" pitchFamily="2" charset="-122"/>
                <a:ea typeface="宋体" pitchFamily="2" charset="-122"/>
                <a:cs typeface="宋体" pitchFamily="2" charset="-122"/>
              </a:rPr>
              <a:t>的角度：操作系统是计算机系统资源的管理者。</a:t>
            </a:r>
            <a:endParaRPr kumimoji="0" lang="zh-CN" altLang="en-US" sz="2400" i="0" u="none" strike="noStrike" kern="0" cap="none" spc="0" normalizeH="0" baseline="0" noProof="0" dirty="0">
              <a:ln>
                <a:noFill/>
              </a:ln>
              <a:solidFill>
                <a:schemeClr val="tx1"/>
              </a:solidFill>
              <a:effectLst/>
              <a:uLnTx/>
              <a:uFillTx/>
              <a:latin typeface="宋体" pitchFamily="2" charset="-122"/>
              <a:ea typeface="宋体" pitchFamily="2" charset="-122"/>
              <a:cs typeface="宋体" pitchFamily="2" charset="-122"/>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78668"/>
            <a:ext cx="7026275" cy="523220"/>
          </a:xfrm>
          <a:prstGeom prst="rect">
            <a:avLst/>
          </a:prstGeom>
        </p:spPr>
        <p:txBody>
          <a:bodyPr wrap="square">
            <a:spAutoFit/>
          </a:bodyPr>
          <a:lstStyle/>
          <a:p>
            <a:r>
              <a:rPr lang="zh-CN" altLang="en-US" sz="2800" b="1">
                <a:solidFill>
                  <a:srgbClr val="FF0000"/>
                </a:solidFill>
              </a:rPr>
              <a:t>操作系统的目标</a:t>
            </a:r>
            <a:endParaRPr lang="zh-CN" altLang="en-US" sz="2800" b="1" dirty="0">
              <a:solidFill>
                <a:srgbClr val="FF0000"/>
              </a:solidFill>
            </a:endParaRPr>
          </a:p>
        </p:txBody>
      </p:sp>
      <p:sp>
        <p:nvSpPr>
          <p:cNvPr id="4" name="文本框 3"/>
          <p:cNvSpPr txBox="1"/>
          <p:nvPr/>
        </p:nvSpPr>
        <p:spPr>
          <a:xfrm>
            <a:off x="1357520" y="1310204"/>
            <a:ext cx="6338680" cy="3031599"/>
          </a:xfrm>
          <a:prstGeom prst="rect">
            <a:avLst/>
          </a:prstGeom>
          <a:noFill/>
        </p:spPr>
        <p:txBody>
          <a:bodyPr wrap="square" rtlCol="0">
            <a:spAutoFit/>
          </a:bodyPr>
          <a:lstStyle/>
          <a:p>
            <a:pPr algn="just">
              <a:lnSpc>
                <a:spcPct val="150000"/>
              </a:lnSpc>
              <a:spcAft>
                <a:spcPts val="600"/>
              </a:spcAft>
            </a:pPr>
            <a:r>
              <a:rPr lang="zh-CN" altLang="en-US" sz="2400" dirty="0">
                <a:solidFill>
                  <a:srgbClr val="FF0000"/>
                </a:solidFill>
                <a:latin typeface="+mn-ea"/>
              </a:rPr>
              <a:t>方便性</a:t>
            </a:r>
            <a:endParaRPr lang="zh-CN" altLang="en-US" sz="2400" dirty="0">
              <a:solidFill>
                <a:srgbClr val="FF0000"/>
              </a:solidFill>
              <a:latin typeface="+mn-ea"/>
            </a:endParaRPr>
          </a:p>
          <a:p>
            <a:pPr marL="342900" indent="-342900" algn="just">
              <a:lnSpc>
                <a:spcPct val="150000"/>
              </a:lnSpc>
              <a:spcAft>
                <a:spcPts val="600"/>
              </a:spcAft>
              <a:buClr>
                <a:srgbClr val="FF0000"/>
              </a:buClr>
              <a:buFont typeface="Wingdings" panose="05000000000000000000" pitchFamily="2" charset="2"/>
              <a:buChar char="Ø"/>
            </a:pPr>
            <a:r>
              <a:rPr lang="zh-CN" altLang="en-US" sz="2200" dirty="0">
                <a:latin typeface="+mn-ea"/>
              </a:rPr>
              <a:t>通过</a:t>
            </a:r>
            <a:r>
              <a:rPr lang="en-US" altLang="zh-CN" sz="2200" dirty="0">
                <a:latin typeface="+mn-ea"/>
              </a:rPr>
              <a:t>OS</a:t>
            </a:r>
            <a:r>
              <a:rPr lang="zh-CN" altLang="en-US" sz="2200" dirty="0">
                <a:latin typeface="+mn-ea"/>
              </a:rPr>
              <a:t>命令操纵计算机，方便用户</a:t>
            </a:r>
            <a:endParaRPr lang="zh-CN" altLang="en-US" sz="2200" dirty="0">
              <a:latin typeface="+mn-ea"/>
            </a:endParaRPr>
          </a:p>
          <a:p>
            <a:pPr algn="just">
              <a:lnSpc>
                <a:spcPct val="150000"/>
              </a:lnSpc>
              <a:spcAft>
                <a:spcPts val="600"/>
              </a:spcAft>
            </a:pPr>
            <a:r>
              <a:rPr lang="zh-CN" altLang="en-US" sz="2400" dirty="0">
                <a:solidFill>
                  <a:srgbClr val="FF0000"/>
                </a:solidFill>
                <a:latin typeface="+mn-ea"/>
              </a:rPr>
              <a:t>有效性</a:t>
            </a:r>
            <a:endParaRPr lang="zh-CN" altLang="en-US" sz="2400" dirty="0">
              <a:solidFill>
                <a:srgbClr val="FF0000"/>
              </a:solidFill>
              <a:latin typeface="+mn-ea"/>
            </a:endParaRPr>
          </a:p>
          <a:p>
            <a:pPr marL="342900" indent="-342900" algn="just">
              <a:lnSpc>
                <a:spcPct val="150000"/>
              </a:lnSpc>
              <a:spcAft>
                <a:spcPts val="600"/>
              </a:spcAft>
              <a:buClr>
                <a:srgbClr val="FF0000"/>
              </a:buClr>
              <a:buFont typeface="Wingdings" panose="05000000000000000000" pitchFamily="2" charset="2"/>
              <a:buChar char="Ø"/>
            </a:pPr>
            <a:r>
              <a:rPr lang="zh-CN" altLang="en-US" sz="2200" dirty="0">
                <a:latin typeface="+mn-ea"/>
              </a:rPr>
              <a:t>提高系统资源的利用率</a:t>
            </a:r>
            <a:endParaRPr lang="zh-CN" altLang="en-US" sz="2200" dirty="0">
              <a:latin typeface="+mn-ea"/>
            </a:endParaRPr>
          </a:p>
          <a:p>
            <a:pPr marL="342900" indent="-342900" algn="just">
              <a:lnSpc>
                <a:spcPct val="150000"/>
              </a:lnSpc>
              <a:spcAft>
                <a:spcPts val="600"/>
              </a:spcAft>
              <a:buClr>
                <a:srgbClr val="FF0000"/>
              </a:buClr>
              <a:buFont typeface="Wingdings" panose="05000000000000000000" pitchFamily="2" charset="2"/>
              <a:buChar char="Ø"/>
            </a:pPr>
            <a:r>
              <a:rPr lang="zh-CN" altLang="en-US" sz="2200" dirty="0">
                <a:latin typeface="+mn-ea"/>
              </a:rPr>
              <a:t>提高系统吞吐量</a:t>
            </a:r>
            <a:endParaRPr lang="zh-CN" altLang="en-US" sz="2200" dirty="0">
              <a:latin typeface="+mn-ea"/>
            </a:endParaRPr>
          </a:p>
        </p:txBody>
      </p:sp>
      <p:sp>
        <p:nvSpPr>
          <p:cNvPr id="9" name="文本框 8"/>
          <p:cNvSpPr txBox="1"/>
          <p:nvPr/>
        </p:nvSpPr>
        <p:spPr>
          <a:xfrm>
            <a:off x="5687186" y="3178600"/>
            <a:ext cx="6338680" cy="3031599"/>
          </a:xfrm>
          <a:prstGeom prst="rect">
            <a:avLst/>
          </a:prstGeom>
          <a:noFill/>
        </p:spPr>
        <p:txBody>
          <a:bodyPr wrap="square" rtlCol="0">
            <a:spAutoFit/>
          </a:bodyPr>
          <a:lstStyle/>
          <a:p>
            <a:pPr algn="just">
              <a:lnSpc>
                <a:spcPct val="150000"/>
              </a:lnSpc>
              <a:spcAft>
                <a:spcPts val="600"/>
              </a:spcAft>
            </a:pPr>
            <a:r>
              <a:rPr lang="zh-CN" altLang="en-US" sz="2400" dirty="0">
                <a:solidFill>
                  <a:srgbClr val="0000FF"/>
                </a:solidFill>
                <a:latin typeface="+mn-ea"/>
              </a:rPr>
              <a:t>可扩充性</a:t>
            </a:r>
            <a:endParaRPr lang="zh-CN" altLang="en-US" sz="2400" dirty="0">
              <a:solidFill>
                <a:srgbClr val="0000FF"/>
              </a:solidFill>
              <a:latin typeface="+mn-ea"/>
            </a:endParaRPr>
          </a:p>
          <a:p>
            <a:pPr marL="342900" indent="-342900" algn="just">
              <a:lnSpc>
                <a:spcPct val="150000"/>
              </a:lnSpc>
              <a:spcAft>
                <a:spcPts val="600"/>
              </a:spcAft>
              <a:buClr>
                <a:srgbClr val="0000FF"/>
              </a:buClr>
              <a:buFont typeface="Wingdings" panose="05000000000000000000" pitchFamily="2" charset="2"/>
              <a:buChar char="Ø"/>
            </a:pPr>
            <a:r>
              <a:rPr lang="en-US" altLang="zh-CN" sz="2200" dirty="0">
                <a:latin typeface="+mn-ea"/>
              </a:rPr>
              <a:t>OS</a:t>
            </a:r>
            <a:r>
              <a:rPr lang="zh-CN" altLang="en-US" sz="2200" dirty="0">
                <a:latin typeface="+mn-ea"/>
              </a:rPr>
              <a:t>必须具有很好的可扩充性</a:t>
            </a:r>
            <a:endParaRPr lang="zh-CN" altLang="en-US" sz="2200" dirty="0">
              <a:latin typeface="+mn-ea"/>
            </a:endParaRPr>
          </a:p>
          <a:p>
            <a:pPr marL="342900" indent="-342900" algn="just">
              <a:lnSpc>
                <a:spcPct val="150000"/>
              </a:lnSpc>
              <a:spcAft>
                <a:spcPts val="600"/>
              </a:spcAft>
              <a:buClr>
                <a:srgbClr val="0000FF"/>
              </a:buClr>
              <a:buFont typeface="Wingdings" panose="05000000000000000000" pitchFamily="2" charset="2"/>
              <a:buChar char="Ø"/>
            </a:pPr>
            <a:r>
              <a:rPr lang="zh-CN" altLang="en-US" sz="2200" dirty="0">
                <a:latin typeface="+mn-ea"/>
              </a:rPr>
              <a:t>与</a:t>
            </a:r>
            <a:r>
              <a:rPr lang="en-US" altLang="zh-CN" sz="2200" dirty="0">
                <a:latin typeface="+mn-ea"/>
              </a:rPr>
              <a:t>OS</a:t>
            </a:r>
            <a:r>
              <a:rPr lang="zh-CN" altLang="en-US" sz="2200" dirty="0">
                <a:latin typeface="+mn-ea"/>
              </a:rPr>
              <a:t>的结构有紧密的联系</a:t>
            </a:r>
            <a:endParaRPr lang="zh-CN" altLang="en-US" sz="2200" dirty="0">
              <a:latin typeface="+mn-ea"/>
            </a:endParaRPr>
          </a:p>
          <a:p>
            <a:pPr algn="just">
              <a:lnSpc>
                <a:spcPct val="150000"/>
              </a:lnSpc>
              <a:spcAft>
                <a:spcPts val="600"/>
              </a:spcAft>
            </a:pPr>
            <a:r>
              <a:rPr lang="zh-CN" altLang="en-US" sz="2400" dirty="0">
                <a:solidFill>
                  <a:srgbClr val="0000FF"/>
                </a:solidFill>
                <a:latin typeface="+mn-ea"/>
              </a:rPr>
              <a:t>开放性</a:t>
            </a:r>
            <a:endParaRPr lang="zh-CN" altLang="en-US" sz="2400" dirty="0">
              <a:solidFill>
                <a:srgbClr val="0000FF"/>
              </a:solidFill>
              <a:latin typeface="+mn-ea"/>
            </a:endParaRPr>
          </a:p>
          <a:p>
            <a:pPr marL="342900" indent="-342900" algn="just">
              <a:lnSpc>
                <a:spcPct val="150000"/>
              </a:lnSpc>
              <a:spcAft>
                <a:spcPts val="600"/>
              </a:spcAft>
              <a:buClr>
                <a:srgbClr val="0000FF"/>
              </a:buClr>
              <a:buFont typeface="Wingdings" panose="05000000000000000000" pitchFamily="2" charset="2"/>
              <a:buChar char="Ø"/>
            </a:pPr>
            <a:r>
              <a:rPr lang="zh-CN" altLang="en-US" sz="2200" dirty="0">
                <a:latin typeface="+mn-ea"/>
              </a:rPr>
              <a:t>遵循世界标准规范。特别是开放系统互连</a:t>
            </a:r>
            <a:r>
              <a:rPr lang="en-US" altLang="zh-CN" sz="2200" dirty="0">
                <a:latin typeface="+mn-ea"/>
              </a:rPr>
              <a:t>OSI</a:t>
            </a:r>
            <a:endParaRPr lang="en-US" altLang="zh-CN" sz="2200" dirty="0">
              <a:latin typeface="+mn-ea"/>
            </a:endParaRPr>
          </a:p>
        </p:txBody>
      </p:sp>
      <p:pic>
        <p:nvPicPr>
          <p:cNvPr id="12" name="图片 11"/>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734411" y="1407071"/>
            <a:ext cx="527050" cy="527050"/>
          </a:xfrm>
          <a:prstGeom prst="rect">
            <a:avLst/>
          </a:prstGeom>
          <a:ln>
            <a:noFill/>
          </a:ln>
          <a:effectLst>
            <a:softEdge rad="0"/>
          </a:effectLst>
        </p:spPr>
      </p:pic>
      <p:pic>
        <p:nvPicPr>
          <p:cNvPr id="13" name="图片 12"/>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734411" y="2651550"/>
            <a:ext cx="527050" cy="527050"/>
          </a:xfrm>
          <a:prstGeom prst="rect">
            <a:avLst/>
          </a:prstGeom>
          <a:ln>
            <a:noFill/>
          </a:ln>
          <a:effectLst>
            <a:softEdge rad="0"/>
          </a:effectLst>
        </p:spPr>
      </p:pic>
      <p:pic>
        <p:nvPicPr>
          <p:cNvPr id="15" name="图片 14"/>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5048959" y="3290710"/>
            <a:ext cx="527050" cy="527050"/>
          </a:xfrm>
          <a:prstGeom prst="rect">
            <a:avLst/>
          </a:prstGeom>
          <a:ln>
            <a:noFill/>
          </a:ln>
          <a:effectLst>
            <a:softEdge rad="0"/>
          </a:effectLst>
        </p:spPr>
      </p:pic>
      <p:pic>
        <p:nvPicPr>
          <p:cNvPr id="16" name="图片 15"/>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5048959" y="5050119"/>
            <a:ext cx="527050" cy="527050"/>
          </a:xfrm>
          <a:prstGeom prst="rect">
            <a:avLst/>
          </a:prstGeom>
          <a:ln>
            <a:noFill/>
          </a:ln>
          <a:effectLst>
            <a:softEdge rad="0"/>
          </a:effectLst>
        </p:spPr>
      </p:pic>
    </p:spTree>
  </p:cSld>
  <p:clrMapOvr>
    <a:masterClrMapping/>
  </p:clrMapOvr>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 name="textbox 114"/>
          <p:cNvSpPr/>
          <p:nvPr/>
        </p:nvSpPr>
        <p:spPr>
          <a:xfrm>
            <a:off x="1259860" y="546018"/>
            <a:ext cx="9295638" cy="5837681"/>
          </a:xfrm>
          <a:prstGeom prst="rect">
            <a:avLst/>
          </a:prstGeom>
          <a:noFill/>
          <a:ln w="0" cap="flat">
            <a:noFill/>
            <a:prstDash val="solid"/>
            <a:miter lim="0"/>
          </a:ln>
        </p:spPr>
        <p:txBody>
          <a:bodyPr vert="horz" wrap="square" lIns="0" tIns="0" rIns="0" bIns="0"/>
          <a:lstStyle/>
          <a:p>
            <a:pPr algn="l" rtl="0" eaLnBrk="0">
              <a:lnSpc>
                <a:spcPct val="71000"/>
              </a:lnSpc>
            </a:pPr>
            <a:endParaRPr sz="120" dirty="0">
              <a:latin typeface="+mn-ea"/>
              <a:cs typeface="+mn-ea"/>
            </a:endParaRPr>
          </a:p>
          <a:p>
            <a:pPr marL="12700" algn="l" rtl="0" eaLnBrk="0">
              <a:lnSpc>
                <a:spcPct val="90000"/>
              </a:lnSpc>
            </a:pPr>
            <a:r>
              <a:rPr sz="3200" b="1" kern="0" spc="-10" dirty="0">
                <a:solidFill>
                  <a:srgbClr val="BE384B">
                    <a:alpha val="100000"/>
                  </a:srgbClr>
                </a:solidFill>
                <a:latin typeface="+mn-ea"/>
                <a:cs typeface="+mn-ea"/>
              </a:rPr>
              <a:t>操作系统为应用提供的一些服务</a:t>
            </a:r>
            <a:endParaRPr sz="3200" dirty="0">
              <a:latin typeface="+mn-ea"/>
              <a:cs typeface="+mn-ea"/>
            </a:endParaRPr>
          </a:p>
          <a:p>
            <a:pPr algn="l" rtl="0" eaLnBrk="0">
              <a:lnSpc>
                <a:spcPct val="126000"/>
              </a:lnSpc>
            </a:pPr>
            <a:endParaRPr sz="1200" dirty="0">
              <a:latin typeface="+mn-ea"/>
              <a:cs typeface="+mn-ea"/>
            </a:endParaRPr>
          </a:p>
          <a:p>
            <a:pPr marL="362585" indent="-342900" algn="l" rtl="0" eaLnBrk="0">
              <a:lnSpc>
                <a:spcPct val="90000"/>
              </a:lnSpc>
              <a:spcBef>
                <a:spcPts val="600"/>
              </a:spcBef>
              <a:buClrTx/>
              <a:buSzTx/>
              <a:buFont typeface="Arial" panose="020B0604020202090204" pitchFamily="34" charset="0"/>
              <a:buChar char="•"/>
            </a:pPr>
            <a:r>
              <a:rPr sz="2400" b="1" kern="0" spc="-10" dirty="0">
                <a:solidFill>
                  <a:srgbClr val="404040">
                    <a:alpha val="100000"/>
                  </a:srgbClr>
                </a:solidFill>
                <a:latin typeface="+mn-ea"/>
                <a:cs typeface="+mn-ea"/>
              </a:rPr>
              <a:t>用户与计算机硬件系统之间的接口</a:t>
            </a:r>
            <a:endParaRPr sz="2400" b="1" kern="0" spc="-10" dirty="0">
              <a:solidFill>
                <a:srgbClr val="404040">
                  <a:alpha val="100000"/>
                </a:srgbClr>
              </a:solidFill>
              <a:latin typeface="+mn-ea"/>
              <a:cs typeface="+mn-ea"/>
            </a:endParaRPr>
          </a:p>
          <a:p>
            <a:pPr marL="463550" algn="l" rtl="0" eaLnBrk="0">
              <a:lnSpc>
                <a:spcPts val="2320"/>
              </a:lnSpc>
              <a:spcBef>
                <a:spcPts val="445"/>
              </a:spcBef>
              <a:buClrTx/>
              <a:buSzTx/>
              <a:buFontTx/>
            </a:pPr>
            <a:r>
              <a:rPr sz="2040" kern="0" spc="-20" dirty="0">
                <a:solidFill>
                  <a:srgbClr val="404040">
                    <a:alpha val="100000"/>
                  </a:srgbClr>
                </a:solidFill>
                <a:latin typeface="+mn-ea"/>
                <a:cs typeface="+mn-ea"/>
              </a:rPr>
              <a:t>-命令方式（UNIX、DOS命令）,系统调用方式（API）, GUI</a:t>
            </a:r>
            <a:r>
              <a:rPr sz="2040" kern="0" spc="-20" dirty="0">
                <a:solidFill>
                  <a:srgbClr val="404040">
                    <a:alpha val="100000"/>
                  </a:srgbClr>
                </a:solidFill>
                <a:latin typeface="+mn-ea"/>
                <a:cs typeface="+mn-ea"/>
                <a:sym typeface="+mn-ea"/>
              </a:rPr>
              <a:t>（Windows、LINUX）</a:t>
            </a:r>
            <a:endParaRPr sz="2040" kern="0" spc="-20" dirty="0">
              <a:solidFill>
                <a:srgbClr val="404040">
                  <a:alpha val="100000"/>
                </a:srgbClr>
              </a:solidFill>
              <a:latin typeface="+mn-ea"/>
              <a:cs typeface="+mn-ea"/>
            </a:endParaRPr>
          </a:p>
          <a:p>
            <a:pPr algn="l" rtl="0" eaLnBrk="0">
              <a:lnSpc>
                <a:spcPct val="126000"/>
              </a:lnSpc>
            </a:pPr>
            <a:endParaRPr lang="zh-CN" altLang="en-US" sz="1200" dirty="0">
              <a:latin typeface="+mn-ea"/>
              <a:cs typeface="+mn-ea"/>
            </a:endParaRPr>
          </a:p>
          <a:p>
            <a:pPr marL="19685" algn="l" rtl="0" eaLnBrk="0">
              <a:lnSpc>
                <a:spcPct val="90000"/>
              </a:lnSpc>
              <a:spcBef>
                <a:spcPts val="600"/>
              </a:spcBef>
            </a:pPr>
            <a:r>
              <a:rPr sz="2400" kern="0" spc="-10" dirty="0">
                <a:solidFill>
                  <a:srgbClr val="404040">
                    <a:alpha val="100000"/>
                  </a:srgbClr>
                </a:solidFill>
                <a:latin typeface="+mn-ea"/>
                <a:cs typeface="+mn-ea"/>
              </a:rPr>
              <a:t>•</a:t>
            </a:r>
            <a:r>
              <a:rPr sz="2400" kern="0" spc="120" dirty="0">
                <a:solidFill>
                  <a:srgbClr val="404040">
                    <a:alpha val="100000"/>
                  </a:srgbClr>
                </a:solidFill>
                <a:latin typeface="+mn-ea"/>
                <a:cs typeface="+mn-ea"/>
              </a:rPr>
              <a:t>   </a:t>
            </a:r>
            <a:r>
              <a:rPr sz="2400" b="1" kern="0" spc="-10" dirty="0">
                <a:solidFill>
                  <a:srgbClr val="404040">
                    <a:alpha val="100000"/>
                  </a:srgbClr>
                </a:solidFill>
                <a:latin typeface="+mn-ea"/>
                <a:cs typeface="+mn-ea"/>
              </a:rPr>
              <a:t>为应用提供计算资源的</a:t>
            </a:r>
            <a:r>
              <a:rPr sz="2400" b="1" kern="0" spc="-20" dirty="0">
                <a:solidFill>
                  <a:srgbClr val="404040">
                    <a:alpha val="100000"/>
                  </a:srgbClr>
                </a:solidFill>
                <a:latin typeface="+mn-ea"/>
                <a:cs typeface="+mn-ea"/>
              </a:rPr>
              <a:t>抽象</a:t>
            </a:r>
            <a:endParaRPr sz="2400" dirty="0">
              <a:latin typeface="+mn-ea"/>
              <a:cs typeface="+mn-ea"/>
            </a:endParaRPr>
          </a:p>
          <a:p>
            <a:pPr marL="463550" algn="l" rtl="0" eaLnBrk="0">
              <a:lnSpc>
                <a:spcPts val="2320"/>
              </a:lnSpc>
              <a:spcBef>
                <a:spcPts val="445"/>
              </a:spcBef>
            </a:pPr>
            <a:r>
              <a:rPr sz="2040" kern="0" spc="-20" dirty="0">
                <a:solidFill>
                  <a:srgbClr val="404040">
                    <a:alpha val="100000"/>
                  </a:srgbClr>
                </a:solidFill>
                <a:latin typeface="+mn-ea"/>
                <a:cs typeface="+mn-ea"/>
              </a:rPr>
              <a:t>–</a:t>
            </a:r>
            <a:r>
              <a:rPr sz="2040" kern="0" spc="220" dirty="0">
                <a:solidFill>
                  <a:srgbClr val="404040">
                    <a:alpha val="100000"/>
                  </a:srgbClr>
                </a:solidFill>
                <a:latin typeface="+mn-ea"/>
                <a:cs typeface="+mn-ea"/>
              </a:rPr>
              <a:t>  </a:t>
            </a:r>
            <a:r>
              <a:rPr sz="2040" kern="0" spc="-20" dirty="0">
                <a:solidFill>
                  <a:srgbClr val="404040">
                    <a:alpha val="100000"/>
                  </a:srgbClr>
                </a:solidFill>
                <a:latin typeface="+mn-ea"/>
                <a:cs typeface="+mn-ea"/>
              </a:rPr>
              <a:t>CPU ：进程/线程，</a:t>
            </a:r>
            <a:r>
              <a:rPr sz="2040" kern="0" spc="-30" dirty="0">
                <a:solidFill>
                  <a:srgbClr val="404040">
                    <a:alpha val="100000"/>
                  </a:srgbClr>
                </a:solidFill>
                <a:latin typeface="+mn-ea"/>
                <a:cs typeface="+mn-ea"/>
              </a:rPr>
              <a:t>数量不受物理CPU的限制</a:t>
            </a:r>
            <a:endParaRPr sz="2040" dirty="0">
              <a:latin typeface="+mn-ea"/>
              <a:cs typeface="+mn-ea"/>
            </a:endParaRPr>
          </a:p>
          <a:p>
            <a:pPr marL="463550" algn="l" rtl="0" eaLnBrk="0">
              <a:lnSpc>
                <a:spcPct val="90000"/>
              </a:lnSpc>
              <a:spcBef>
                <a:spcPts val="730"/>
              </a:spcBef>
            </a:pPr>
            <a:r>
              <a:rPr sz="2040" kern="0" spc="0" dirty="0">
                <a:solidFill>
                  <a:srgbClr val="404040">
                    <a:alpha val="100000"/>
                  </a:srgbClr>
                </a:solidFill>
                <a:latin typeface="+mn-ea"/>
                <a:cs typeface="+mn-ea"/>
              </a:rPr>
              <a:t>–   内存：虚拟内</a:t>
            </a:r>
            <a:r>
              <a:rPr sz="2040" kern="0" spc="-10" dirty="0">
                <a:solidFill>
                  <a:srgbClr val="404040">
                    <a:alpha val="100000"/>
                  </a:srgbClr>
                </a:solidFill>
                <a:latin typeface="+mn-ea"/>
                <a:cs typeface="+mn-ea"/>
              </a:rPr>
              <a:t>存，大小不受物理内存的限制</a:t>
            </a:r>
            <a:endParaRPr sz="2040" dirty="0">
              <a:latin typeface="+mn-ea"/>
              <a:cs typeface="+mn-ea"/>
            </a:endParaRPr>
          </a:p>
          <a:p>
            <a:pPr marL="463550" algn="l" rtl="0" eaLnBrk="0">
              <a:lnSpc>
                <a:spcPct val="90000"/>
              </a:lnSpc>
              <a:spcBef>
                <a:spcPts val="755"/>
              </a:spcBef>
            </a:pPr>
            <a:r>
              <a:rPr sz="2040" kern="0" spc="0" dirty="0">
                <a:solidFill>
                  <a:srgbClr val="404040">
                    <a:alpha val="100000"/>
                  </a:srgbClr>
                </a:solidFill>
                <a:latin typeface="+mn-ea"/>
                <a:cs typeface="+mn-ea"/>
              </a:rPr>
              <a:t>–   I/O设备：将各种设备</a:t>
            </a:r>
            <a:r>
              <a:rPr sz="2040" kern="0" spc="-10" dirty="0">
                <a:solidFill>
                  <a:srgbClr val="404040">
                    <a:alpha val="100000"/>
                  </a:srgbClr>
                </a:solidFill>
                <a:latin typeface="+mn-ea"/>
                <a:cs typeface="+mn-ea"/>
              </a:rPr>
              <a:t>统一抽象为文件，提供统一接口</a:t>
            </a:r>
            <a:endParaRPr sz="2040" dirty="0">
              <a:latin typeface="+mn-ea"/>
              <a:cs typeface="+mn-ea"/>
            </a:endParaRPr>
          </a:p>
          <a:p>
            <a:pPr marL="19685" algn="l" rtl="0" eaLnBrk="0">
              <a:lnSpc>
                <a:spcPct val="90000"/>
              </a:lnSpc>
              <a:spcBef>
                <a:spcPts val="1705"/>
              </a:spcBef>
            </a:pPr>
            <a:r>
              <a:rPr sz="2400" kern="0" spc="-10" dirty="0">
                <a:solidFill>
                  <a:srgbClr val="404040">
                    <a:alpha val="100000"/>
                  </a:srgbClr>
                </a:solidFill>
                <a:latin typeface="+mn-ea"/>
                <a:cs typeface="+mn-ea"/>
              </a:rPr>
              <a:t>•</a:t>
            </a:r>
            <a:r>
              <a:rPr sz="2400" kern="0" spc="120" dirty="0">
                <a:solidFill>
                  <a:srgbClr val="404040">
                    <a:alpha val="100000"/>
                  </a:srgbClr>
                </a:solidFill>
                <a:latin typeface="+mn-ea"/>
                <a:cs typeface="+mn-ea"/>
              </a:rPr>
              <a:t>   </a:t>
            </a:r>
            <a:r>
              <a:rPr sz="2400" b="1" kern="0" spc="-10" dirty="0">
                <a:solidFill>
                  <a:srgbClr val="404040">
                    <a:alpha val="100000"/>
                  </a:srgbClr>
                </a:solidFill>
                <a:latin typeface="+mn-ea"/>
                <a:cs typeface="+mn-ea"/>
              </a:rPr>
              <a:t>为应用提供线程间</a:t>
            </a:r>
            <a:r>
              <a:rPr sz="2400" b="1" kern="0" spc="-20" dirty="0">
                <a:solidFill>
                  <a:srgbClr val="404040">
                    <a:alpha val="100000"/>
                  </a:srgbClr>
                </a:solidFill>
                <a:latin typeface="+mn-ea"/>
                <a:cs typeface="+mn-ea"/>
              </a:rPr>
              <a:t>的同步</a:t>
            </a:r>
            <a:endParaRPr sz="2400" dirty="0">
              <a:latin typeface="+mn-ea"/>
              <a:cs typeface="+mn-ea"/>
            </a:endParaRPr>
          </a:p>
          <a:p>
            <a:pPr marL="463550" algn="l" rtl="0" eaLnBrk="0">
              <a:lnSpc>
                <a:spcPts val="2195"/>
              </a:lnSpc>
              <a:spcBef>
                <a:spcPts val="470"/>
              </a:spcBef>
            </a:pPr>
            <a:r>
              <a:rPr sz="2040" kern="0" spc="0" dirty="0">
                <a:solidFill>
                  <a:srgbClr val="404040">
                    <a:alpha val="100000"/>
                  </a:srgbClr>
                </a:solidFill>
                <a:latin typeface="+mn-ea"/>
                <a:cs typeface="+mn-ea"/>
              </a:rPr>
              <a:t>–</a:t>
            </a:r>
            <a:r>
              <a:rPr sz="2040" kern="0" spc="170" dirty="0">
                <a:solidFill>
                  <a:srgbClr val="404040">
                    <a:alpha val="100000"/>
                  </a:srgbClr>
                </a:solidFill>
                <a:latin typeface="+mn-ea"/>
                <a:cs typeface="+mn-ea"/>
              </a:rPr>
              <a:t>  </a:t>
            </a:r>
            <a:r>
              <a:rPr sz="2040" kern="0" spc="0" dirty="0">
                <a:solidFill>
                  <a:srgbClr val="404040">
                    <a:alpha val="100000"/>
                  </a:srgbClr>
                </a:solidFill>
                <a:latin typeface="+mn-ea"/>
                <a:cs typeface="+mn-ea"/>
              </a:rPr>
              <a:t>应用可以实现自己的同步原语（如spinlo</a:t>
            </a:r>
            <a:r>
              <a:rPr sz="2040" kern="0" spc="-10" dirty="0">
                <a:solidFill>
                  <a:srgbClr val="404040">
                    <a:alpha val="100000"/>
                  </a:srgbClr>
                </a:solidFill>
                <a:latin typeface="+mn-ea"/>
                <a:cs typeface="+mn-ea"/>
              </a:rPr>
              <a:t>ck）</a:t>
            </a:r>
            <a:endParaRPr sz="2040" kern="0" spc="-10" dirty="0">
              <a:solidFill>
                <a:srgbClr val="404040">
                  <a:alpha val="100000"/>
                </a:srgbClr>
              </a:solidFill>
              <a:latin typeface="+mn-ea"/>
              <a:cs typeface="+mn-ea"/>
            </a:endParaRPr>
          </a:p>
          <a:p>
            <a:pPr marL="463550" algn="l" rtl="0" eaLnBrk="0">
              <a:lnSpc>
                <a:spcPts val="2195"/>
              </a:lnSpc>
              <a:spcBef>
                <a:spcPts val="470"/>
              </a:spcBef>
            </a:pPr>
            <a:r>
              <a:rPr sz="2040" kern="0" spc="-30" dirty="0">
                <a:solidFill>
                  <a:srgbClr val="404040">
                    <a:alpha val="100000"/>
                  </a:srgbClr>
                </a:solidFill>
                <a:latin typeface="+mn-ea"/>
                <a:cs typeface="+mn-ea"/>
              </a:rPr>
              <a:t>–</a:t>
            </a:r>
            <a:r>
              <a:rPr sz="2040" kern="0" spc="210" dirty="0">
                <a:solidFill>
                  <a:srgbClr val="404040">
                    <a:alpha val="100000"/>
                  </a:srgbClr>
                </a:solidFill>
                <a:latin typeface="+mn-ea"/>
                <a:cs typeface="+mn-ea"/>
              </a:rPr>
              <a:t>  </a:t>
            </a:r>
            <a:r>
              <a:rPr sz="2040" kern="0" spc="-30" dirty="0">
                <a:solidFill>
                  <a:srgbClr val="404040">
                    <a:alpha val="100000"/>
                  </a:srgbClr>
                </a:solidFill>
                <a:latin typeface="+mn-ea"/>
                <a:cs typeface="+mn-ea"/>
              </a:rPr>
              <a:t>操作系统提供了更高效的同步原语（与线程切换配合</a:t>
            </a:r>
            <a:r>
              <a:rPr sz="2040" kern="0" spc="-30" dirty="0">
                <a:solidFill>
                  <a:srgbClr val="404040">
                    <a:alpha val="100000"/>
                  </a:srgbClr>
                </a:solidFill>
                <a:latin typeface="+mn-ea"/>
                <a:cs typeface="+mn-ea"/>
              </a:rPr>
              <a:t>, 如pthread_mutex ）</a:t>
            </a:r>
            <a:endParaRPr sz="2040" dirty="0">
              <a:latin typeface="+mn-ea"/>
              <a:cs typeface="+mn-ea"/>
            </a:endParaRPr>
          </a:p>
          <a:p>
            <a:pPr marL="19685" algn="l" rtl="0" eaLnBrk="0">
              <a:lnSpc>
                <a:spcPct val="90000"/>
              </a:lnSpc>
              <a:spcBef>
                <a:spcPts val="1605"/>
              </a:spcBef>
            </a:pPr>
            <a:r>
              <a:rPr sz="2400" kern="0" spc="-10" dirty="0">
                <a:solidFill>
                  <a:srgbClr val="404040">
                    <a:alpha val="100000"/>
                  </a:srgbClr>
                </a:solidFill>
                <a:latin typeface="+mn-ea"/>
                <a:cs typeface="+mn-ea"/>
              </a:rPr>
              <a:t>•</a:t>
            </a:r>
            <a:r>
              <a:rPr sz="2400" kern="0" spc="120" dirty="0">
                <a:solidFill>
                  <a:srgbClr val="404040">
                    <a:alpha val="100000"/>
                  </a:srgbClr>
                </a:solidFill>
                <a:latin typeface="+mn-ea"/>
                <a:cs typeface="+mn-ea"/>
              </a:rPr>
              <a:t>   </a:t>
            </a:r>
            <a:r>
              <a:rPr sz="2400" b="1" kern="0" spc="-10" dirty="0">
                <a:solidFill>
                  <a:srgbClr val="404040">
                    <a:alpha val="100000"/>
                  </a:srgbClr>
                </a:solidFill>
                <a:latin typeface="+mn-ea"/>
                <a:cs typeface="+mn-ea"/>
              </a:rPr>
              <a:t>为应用提供进程间</a:t>
            </a:r>
            <a:r>
              <a:rPr sz="2400" b="1" kern="0" spc="-20" dirty="0">
                <a:solidFill>
                  <a:srgbClr val="404040">
                    <a:alpha val="100000"/>
                  </a:srgbClr>
                </a:solidFill>
                <a:latin typeface="+mn-ea"/>
                <a:cs typeface="+mn-ea"/>
              </a:rPr>
              <a:t>的通信</a:t>
            </a:r>
            <a:endParaRPr sz="2400" dirty="0">
              <a:latin typeface="+mn-ea"/>
              <a:cs typeface="+mn-ea"/>
            </a:endParaRPr>
          </a:p>
          <a:p>
            <a:pPr marL="463550" algn="l" rtl="0" eaLnBrk="0">
              <a:lnSpc>
                <a:spcPct val="90000"/>
              </a:lnSpc>
              <a:spcBef>
                <a:spcPts val="875"/>
              </a:spcBef>
            </a:pPr>
            <a:r>
              <a:rPr sz="2040" kern="0" spc="-10" dirty="0">
                <a:solidFill>
                  <a:srgbClr val="404040">
                    <a:alpha val="100000"/>
                  </a:srgbClr>
                </a:solidFill>
                <a:latin typeface="+mn-ea"/>
                <a:cs typeface="+mn-ea"/>
              </a:rPr>
              <a:t>–</a:t>
            </a:r>
            <a:r>
              <a:rPr sz="2040" kern="0" spc="180" dirty="0">
                <a:solidFill>
                  <a:srgbClr val="404040">
                    <a:alpha val="100000"/>
                  </a:srgbClr>
                </a:solidFill>
                <a:latin typeface="+mn-ea"/>
                <a:cs typeface="+mn-ea"/>
              </a:rPr>
              <a:t>  </a:t>
            </a:r>
            <a:r>
              <a:rPr sz="2040" kern="0" spc="-10" dirty="0">
                <a:solidFill>
                  <a:srgbClr val="404040">
                    <a:alpha val="100000"/>
                  </a:srgbClr>
                </a:solidFill>
                <a:latin typeface="+mn-ea"/>
                <a:cs typeface="+mn-ea"/>
              </a:rPr>
              <a:t>应用可以利用网络</a:t>
            </a:r>
            <a:r>
              <a:rPr sz="2040" kern="0" spc="-20" dirty="0">
                <a:solidFill>
                  <a:srgbClr val="404040">
                    <a:alpha val="100000"/>
                  </a:srgbClr>
                </a:solidFill>
                <a:latin typeface="+mn-ea"/>
                <a:cs typeface="+mn-ea"/>
              </a:rPr>
              <a:t>进行进程间通信（如loopback设备）</a:t>
            </a:r>
            <a:endParaRPr sz="2040" dirty="0">
              <a:latin typeface="+mn-ea"/>
              <a:cs typeface="+mn-ea"/>
            </a:endParaRPr>
          </a:p>
          <a:p>
            <a:pPr marL="463550" algn="l" rtl="0" eaLnBrk="0">
              <a:lnSpc>
                <a:spcPts val="2195"/>
              </a:lnSpc>
              <a:spcBef>
                <a:spcPts val="445"/>
              </a:spcBef>
            </a:pPr>
            <a:r>
              <a:rPr sz="2040" kern="0" spc="0" dirty="0">
                <a:solidFill>
                  <a:srgbClr val="404040">
                    <a:alpha val="100000"/>
                  </a:srgbClr>
                </a:solidFill>
                <a:latin typeface="+mn-ea"/>
                <a:cs typeface="+mn-ea"/>
              </a:rPr>
              <a:t>–</a:t>
            </a:r>
            <a:r>
              <a:rPr sz="2040" kern="0" spc="180" dirty="0">
                <a:solidFill>
                  <a:srgbClr val="404040">
                    <a:alpha val="100000"/>
                  </a:srgbClr>
                </a:solidFill>
                <a:latin typeface="+mn-ea"/>
                <a:cs typeface="+mn-ea"/>
              </a:rPr>
              <a:t>  </a:t>
            </a:r>
            <a:r>
              <a:rPr sz="2040" kern="0" spc="0" dirty="0">
                <a:solidFill>
                  <a:srgbClr val="404040">
                    <a:alpha val="100000"/>
                  </a:srgbClr>
                </a:solidFill>
                <a:latin typeface="+mn-ea"/>
                <a:cs typeface="+mn-ea"/>
              </a:rPr>
              <a:t>操作系统提供了更高效的本地通信机制（具有更丰富的语</a:t>
            </a:r>
            <a:r>
              <a:rPr sz="2040" kern="0" spc="-10" dirty="0">
                <a:solidFill>
                  <a:srgbClr val="404040">
                    <a:alpha val="100000"/>
                  </a:srgbClr>
                </a:solidFill>
                <a:latin typeface="+mn-ea"/>
                <a:cs typeface="+mn-ea"/>
              </a:rPr>
              <a:t>义，如pipe ）</a:t>
            </a:r>
            <a:endParaRPr sz="2040" dirty="0">
              <a:latin typeface="+mn-ea"/>
              <a:cs typeface="+mn-ea"/>
            </a:endParaRPr>
          </a:p>
          <a:p>
            <a:pPr algn="l" rtl="0" eaLnBrk="0">
              <a:lnSpc>
                <a:spcPct val="114000"/>
              </a:lnSpc>
            </a:pPr>
            <a:endParaRPr sz="600" dirty="0">
              <a:latin typeface="+mn-ea"/>
              <a:cs typeface="+mn-ea"/>
            </a:endParaRPr>
          </a:p>
          <a:p>
            <a:pPr marL="930275" algn="l" rtl="0" eaLnBrk="0">
              <a:lnSpc>
                <a:spcPct val="89000"/>
              </a:lnSpc>
              <a:spcBef>
                <a:spcPts val="0"/>
              </a:spcBef>
            </a:pPr>
            <a:r>
              <a:rPr sz="1680" kern="0" spc="-20" dirty="0">
                <a:solidFill>
                  <a:srgbClr val="404040">
                    <a:alpha val="100000"/>
                  </a:srgbClr>
                </a:solidFill>
                <a:latin typeface="+mn-ea"/>
                <a:cs typeface="+mn-ea"/>
              </a:rPr>
              <a:t>•</a:t>
            </a:r>
            <a:r>
              <a:rPr sz="1680" kern="0" spc="50" dirty="0">
                <a:solidFill>
                  <a:srgbClr val="404040">
                    <a:alpha val="100000"/>
                  </a:srgbClr>
                </a:solidFill>
                <a:latin typeface="+mn-ea"/>
                <a:cs typeface="+mn-ea"/>
              </a:rPr>
              <a:t>   </a:t>
            </a:r>
            <a:r>
              <a:rPr sz="1680" kern="0" spc="-20" dirty="0">
                <a:solidFill>
                  <a:srgbClr val="404040">
                    <a:alpha val="100000"/>
                  </a:srgbClr>
                </a:solidFill>
                <a:latin typeface="+mn-ea"/>
                <a:cs typeface="+mn-ea"/>
              </a:rPr>
              <a:t>例：Shell</a:t>
            </a:r>
            <a:r>
              <a:rPr sz="1680" kern="0" spc="120" dirty="0">
                <a:solidFill>
                  <a:srgbClr val="404040">
                    <a:alpha val="100000"/>
                  </a:srgbClr>
                </a:solidFill>
                <a:latin typeface="+mn-ea"/>
                <a:cs typeface="+mn-ea"/>
              </a:rPr>
              <a:t> </a:t>
            </a:r>
            <a:r>
              <a:rPr sz="1680" kern="0" spc="-20" dirty="0">
                <a:solidFill>
                  <a:srgbClr val="404040">
                    <a:alpha val="100000"/>
                  </a:srgbClr>
                </a:solidFill>
                <a:latin typeface="+mn-ea"/>
                <a:cs typeface="+mn-ea"/>
              </a:rPr>
              <a:t>Pipe</a:t>
            </a:r>
            <a:endParaRPr sz="1680" dirty="0">
              <a:latin typeface="+mn-ea"/>
              <a:cs typeface="+mn-ea"/>
            </a:endParaRPr>
          </a:p>
        </p:txBody>
      </p:sp>
      <p:pic>
        <p:nvPicPr>
          <p:cNvPr id="116" name="picture 116"/>
          <p:cNvPicPr>
            <a:picLocks noChangeAspect="1"/>
          </p:cNvPicPr>
          <p:nvPr/>
        </p:nvPicPr>
        <p:blipFill>
          <a:blip r:embed="rId1"/>
          <a:stretch>
            <a:fillRect/>
          </a:stretch>
        </p:blipFill>
        <p:spPr>
          <a:xfrm rot="21600000">
            <a:off x="609600" y="526598"/>
            <a:ext cx="190649" cy="576336"/>
          </a:xfrm>
          <a:prstGeom prst="rect">
            <a:avLst/>
          </a:prstGeom>
        </p:spPr>
      </p:pic>
      <p:sp>
        <p:nvSpPr>
          <p:cNvPr id="118" name="textbox 118"/>
          <p:cNvSpPr/>
          <p:nvPr/>
        </p:nvSpPr>
        <p:spPr>
          <a:xfrm>
            <a:off x="10726856" y="6462552"/>
            <a:ext cx="210312" cy="195072"/>
          </a:xfrm>
          <a:prstGeom prst="rect">
            <a:avLst/>
          </a:prstGeom>
          <a:noFill/>
          <a:ln w="0" cap="flat">
            <a:noFill/>
            <a:prstDash val="solid"/>
            <a:miter lim="0"/>
          </a:ln>
        </p:spPr>
        <p:txBody>
          <a:bodyPr vert="horz" wrap="square" lIns="0" tIns="0" rIns="0" bIns="0"/>
          <a:lstStyle/>
          <a:p>
            <a:pPr algn="l" rtl="0" eaLnBrk="0">
              <a:lnSpc>
                <a:spcPct val="82000"/>
              </a:lnSpc>
            </a:pPr>
            <a:endParaRPr sz="120" dirty="0">
              <a:latin typeface="Arial" panose="020B0604020202090204"/>
              <a:ea typeface="Arial" panose="020B0604020202090204"/>
              <a:cs typeface="Arial" panose="020B0604020202090204"/>
            </a:endParaRPr>
          </a:p>
          <a:p>
            <a:pPr marL="12700" algn="l" rtl="0" eaLnBrk="0">
              <a:lnSpc>
                <a:spcPct val="75000"/>
              </a:lnSpc>
            </a:pPr>
            <a:r>
              <a:rPr sz="1440" kern="0" spc="-40" dirty="0">
                <a:solidFill>
                  <a:srgbClr val="898989">
                    <a:alpha val="100000"/>
                  </a:srgbClr>
                </a:solidFill>
                <a:latin typeface="等线" panose="02010600030101010101" charset="-122"/>
                <a:ea typeface="等线" panose="02010600030101010101" charset="-122"/>
                <a:cs typeface="等线" panose="02010600030101010101" charset="-122"/>
              </a:rPr>
              <a:t>10</a:t>
            </a:r>
            <a:endParaRPr sz="1440" dirty="0">
              <a:latin typeface="等线" panose="02010600030101010101" charset="-122"/>
              <a:ea typeface="等线" panose="02010600030101010101" charset="-122"/>
              <a:cs typeface="等线" panose="02010600030101010101" charset="-122"/>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 name="textbox 120"/>
          <p:cNvSpPr/>
          <p:nvPr/>
        </p:nvSpPr>
        <p:spPr>
          <a:xfrm>
            <a:off x="1259840" y="546100"/>
            <a:ext cx="8458835" cy="5328920"/>
          </a:xfrm>
          <a:prstGeom prst="rect">
            <a:avLst/>
          </a:prstGeom>
          <a:noFill/>
          <a:ln w="0" cap="flat">
            <a:noFill/>
            <a:prstDash val="solid"/>
            <a:miter lim="0"/>
          </a:ln>
        </p:spPr>
        <p:txBody>
          <a:bodyPr vert="horz" wrap="square" lIns="0" tIns="0" rIns="0" bIns="0"/>
          <a:lstStyle/>
          <a:p>
            <a:pPr algn="l" rtl="0" eaLnBrk="0">
              <a:lnSpc>
                <a:spcPct val="71000"/>
              </a:lnSpc>
            </a:pPr>
            <a:endParaRPr sz="120" dirty="0">
              <a:latin typeface="+mn-ea"/>
              <a:cs typeface="+mn-ea"/>
            </a:endParaRPr>
          </a:p>
          <a:p>
            <a:pPr marL="12700" algn="l" rtl="0" eaLnBrk="0">
              <a:lnSpc>
                <a:spcPct val="90000"/>
              </a:lnSpc>
            </a:pPr>
            <a:r>
              <a:rPr sz="3200" b="1" kern="0" spc="-10" dirty="0">
                <a:solidFill>
                  <a:srgbClr val="BE384B">
                    <a:alpha val="100000"/>
                  </a:srgbClr>
                </a:solidFill>
                <a:latin typeface="+mn-ea"/>
                <a:cs typeface="+mn-ea"/>
              </a:rPr>
              <a:t>操作系统对应用的管理</a:t>
            </a:r>
            <a:endParaRPr sz="3200" dirty="0">
              <a:latin typeface="+mn-ea"/>
              <a:cs typeface="+mn-ea"/>
            </a:endParaRPr>
          </a:p>
          <a:p>
            <a:pPr algn="l" rtl="0" eaLnBrk="0">
              <a:lnSpc>
                <a:spcPct val="122000"/>
              </a:lnSpc>
            </a:pPr>
            <a:endParaRPr sz="1200" dirty="0">
              <a:latin typeface="+mn-ea"/>
              <a:cs typeface="+mn-ea"/>
            </a:endParaRPr>
          </a:p>
          <a:p>
            <a:pPr algn="l" rtl="0" eaLnBrk="0">
              <a:lnSpc>
                <a:spcPct val="123000"/>
              </a:lnSpc>
            </a:pPr>
            <a:endParaRPr sz="1200" dirty="0">
              <a:latin typeface="+mn-ea"/>
              <a:cs typeface="+mn-ea"/>
            </a:endParaRPr>
          </a:p>
          <a:p>
            <a:pPr marL="20955" algn="l" rtl="0" eaLnBrk="0">
              <a:lnSpc>
                <a:spcPct val="93000"/>
              </a:lnSpc>
              <a:spcBef>
                <a:spcPts val="635"/>
              </a:spcBef>
            </a:pPr>
            <a:r>
              <a:rPr sz="2520" kern="0" spc="70" dirty="0">
                <a:solidFill>
                  <a:srgbClr val="404040">
                    <a:alpha val="100000"/>
                  </a:srgbClr>
                </a:solidFill>
                <a:latin typeface="+mn-ea"/>
                <a:cs typeface="+mn-ea"/>
              </a:rPr>
              <a:t>•   </a:t>
            </a:r>
            <a:r>
              <a:rPr sz="2520" b="1" kern="0" spc="70" dirty="0">
                <a:solidFill>
                  <a:srgbClr val="404040">
                    <a:alpha val="100000"/>
                  </a:srgbClr>
                </a:solidFill>
                <a:latin typeface="+mn-ea"/>
                <a:cs typeface="+mn-ea"/>
              </a:rPr>
              <a:t>生命周期的管理</a:t>
            </a:r>
            <a:endParaRPr sz="2520" dirty="0">
              <a:latin typeface="+mn-ea"/>
              <a:cs typeface="+mn-ea"/>
            </a:endParaRPr>
          </a:p>
          <a:p>
            <a:pPr marL="463550" algn="l" rtl="0" eaLnBrk="0">
              <a:lnSpc>
                <a:spcPct val="90000"/>
              </a:lnSpc>
              <a:spcBef>
                <a:spcPts val="705"/>
              </a:spcBef>
            </a:pPr>
            <a:r>
              <a:rPr sz="2400" kern="0" spc="0" dirty="0">
                <a:solidFill>
                  <a:srgbClr val="404040">
                    <a:alpha val="100000"/>
                  </a:srgbClr>
                </a:solidFill>
                <a:latin typeface="+mn-ea"/>
                <a:cs typeface="+mn-ea"/>
              </a:rPr>
              <a:t>–  应用的加载、迁移、销毁等操作</a:t>
            </a:r>
            <a:endParaRPr sz="2400" dirty="0">
              <a:latin typeface="+mn-ea"/>
              <a:cs typeface="+mn-ea"/>
            </a:endParaRPr>
          </a:p>
          <a:p>
            <a:pPr marL="20955" algn="l" rtl="0" eaLnBrk="0">
              <a:lnSpc>
                <a:spcPct val="93000"/>
              </a:lnSpc>
              <a:spcBef>
                <a:spcPts val="1485"/>
              </a:spcBef>
            </a:pPr>
            <a:r>
              <a:rPr sz="2520" kern="0" spc="70" dirty="0">
                <a:solidFill>
                  <a:srgbClr val="404040">
                    <a:alpha val="100000"/>
                  </a:srgbClr>
                </a:solidFill>
                <a:latin typeface="+mn-ea"/>
                <a:cs typeface="+mn-ea"/>
              </a:rPr>
              <a:t>•   </a:t>
            </a:r>
            <a:r>
              <a:rPr sz="2520" b="1" kern="0" spc="70" dirty="0">
                <a:solidFill>
                  <a:srgbClr val="404040">
                    <a:alpha val="100000"/>
                  </a:srgbClr>
                </a:solidFill>
                <a:latin typeface="+mn-ea"/>
                <a:cs typeface="+mn-ea"/>
              </a:rPr>
              <a:t>计算资源的分配</a:t>
            </a:r>
            <a:endParaRPr sz="2520" dirty="0">
              <a:latin typeface="+mn-ea"/>
              <a:cs typeface="+mn-ea"/>
            </a:endParaRPr>
          </a:p>
          <a:p>
            <a:pPr marL="463550" algn="l" rtl="0" eaLnBrk="0">
              <a:lnSpc>
                <a:spcPct val="90000"/>
              </a:lnSpc>
              <a:spcBef>
                <a:spcPts val="800"/>
              </a:spcBef>
            </a:pPr>
            <a:r>
              <a:rPr sz="2400" kern="0" spc="-40" dirty="0">
                <a:solidFill>
                  <a:srgbClr val="404040">
                    <a:alpha val="100000"/>
                  </a:srgbClr>
                </a:solidFill>
                <a:latin typeface="+mn-ea"/>
                <a:cs typeface="+mn-ea"/>
              </a:rPr>
              <a:t>–  CPU ：线程的调度机制</a:t>
            </a:r>
            <a:endParaRPr sz="2400" dirty="0">
              <a:latin typeface="+mn-ea"/>
              <a:cs typeface="+mn-ea"/>
            </a:endParaRPr>
          </a:p>
          <a:p>
            <a:pPr marL="463550" algn="l" rtl="0" eaLnBrk="0">
              <a:lnSpc>
                <a:spcPct val="90000"/>
              </a:lnSpc>
              <a:spcBef>
                <a:spcPts val="650"/>
              </a:spcBef>
            </a:pPr>
            <a:r>
              <a:rPr sz="2400" kern="0" spc="-20" dirty="0">
                <a:solidFill>
                  <a:srgbClr val="404040">
                    <a:alpha val="100000"/>
                  </a:srgbClr>
                </a:solidFill>
                <a:latin typeface="+mn-ea"/>
                <a:cs typeface="+mn-ea"/>
              </a:rPr>
              <a:t>–</a:t>
            </a:r>
            <a:r>
              <a:rPr sz="2400" kern="0" spc="120" dirty="0">
                <a:solidFill>
                  <a:srgbClr val="404040">
                    <a:alpha val="100000"/>
                  </a:srgbClr>
                </a:solidFill>
                <a:latin typeface="+mn-ea"/>
                <a:cs typeface="+mn-ea"/>
              </a:rPr>
              <a:t>  </a:t>
            </a:r>
            <a:r>
              <a:rPr sz="2400" kern="0" spc="-20" dirty="0">
                <a:solidFill>
                  <a:srgbClr val="404040">
                    <a:alpha val="100000"/>
                  </a:srgbClr>
                </a:solidFill>
                <a:latin typeface="+mn-ea"/>
                <a:cs typeface="+mn-ea"/>
              </a:rPr>
              <a:t>内存：物理内存的分配</a:t>
            </a:r>
            <a:endParaRPr sz="2400" dirty="0">
              <a:latin typeface="+mn-ea"/>
              <a:cs typeface="+mn-ea"/>
            </a:endParaRPr>
          </a:p>
          <a:p>
            <a:pPr marL="463550" algn="l" rtl="0" eaLnBrk="0">
              <a:lnSpc>
                <a:spcPct val="90000"/>
              </a:lnSpc>
              <a:spcBef>
                <a:spcPts val="745"/>
              </a:spcBef>
            </a:pPr>
            <a:r>
              <a:rPr sz="2400" kern="0" spc="0" dirty="0">
                <a:solidFill>
                  <a:srgbClr val="404040">
                    <a:alpha val="100000"/>
                  </a:srgbClr>
                </a:solidFill>
                <a:latin typeface="+mn-ea"/>
                <a:cs typeface="+mn-ea"/>
              </a:rPr>
              <a:t>–  I/O设备：设备的复用与分配</a:t>
            </a:r>
            <a:endParaRPr sz="2400" dirty="0">
              <a:latin typeface="+mn-ea"/>
              <a:cs typeface="+mn-ea"/>
            </a:endParaRPr>
          </a:p>
          <a:p>
            <a:pPr marL="20955" algn="l" rtl="0" eaLnBrk="0">
              <a:lnSpc>
                <a:spcPct val="93000"/>
              </a:lnSpc>
              <a:spcBef>
                <a:spcPts val="1485"/>
              </a:spcBef>
            </a:pPr>
            <a:r>
              <a:rPr sz="2520" kern="0" spc="60" dirty="0">
                <a:solidFill>
                  <a:srgbClr val="404040">
                    <a:alpha val="100000"/>
                  </a:srgbClr>
                </a:solidFill>
                <a:latin typeface="+mn-ea"/>
                <a:cs typeface="+mn-ea"/>
              </a:rPr>
              <a:t>•   </a:t>
            </a:r>
            <a:r>
              <a:rPr sz="2520" b="1" kern="0" spc="60" dirty="0">
                <a:solidFill>
                  <a:srgbClr val="404040">
                    <a:alpha val="100000"/>
                  </a:srgbClr>
                </a:solidFill>
                <a:latin typeface="+mn-ea"/>
                <a:cs typeface="+mn-ea"/>
              </a:rPr>
              <a:t>安全与隔离</a:t>
            </a:r>
            <a:endParaRPr sz="2520" dirty="0">
              <a:latin typeface="+mn-ea"/>
              <a:cs typeface="+mn-ea"/>
            </a:endParaRPr>
          </a:p>
          <a:p>
            <a:pPr marL="463550" algn="l" rtl="0" eaLnBrk="0">
              <a:lnSpc>
                <a:spcPct val="90000"/>
              </a:lnSpc>
              <a:spcBef>
                <a:spcPts val="705"/>
              </a:spcBef>
            </a:pPr>
            <a:r>
              <a:rPr sz="2400" kern="0" spc="0" dirty="0">
                <a:solidFill>
                  <a:srgbClr val="404040">
                    <a:alpha val="100000"/>
                  </a:srgbClr>
                </a:solidFill>
                <a:latin typeface="+mn-ea"/>
                <a:cs typeface="+mn-ea"/>
              </a:rPr>
              <a:t>–  应用程序内部：访问控制机制</a:t>
            </a:r>
            <a:endParaRPr sz="2400" dirty="0">
              <a:latin typeface="+mn-ea"/>
              <a:cs typeface="+mn-ea"/>
            </a:endParaRPr>
          </a:p>
          <a:p>
            <a:pPr indent="457200" algn="l" rtl="0" eaLnBrk="0">
              <a:lnSpc>
                <a:spcPct val="103000"/>
              </a:lnSpc>
            </a:pPr>
            <a:r>
              <a:rPr sz="2400" kern="0" spc="0" dirty="0">
                <a:solidFill>
                  <a:srgbClr val="404040">
                    <a:alpha val="100000"/>
                  </a:srgbClr>
                </a:solidFill>
                <a:latin typeface="+mn-ea"/>
                <a:cs typeface="+mn-ea"/>
              </a:rPr>
              <a:t>–  应用程序之间：隔离机制，包括错误隔离和性能隔离</a:t>
            </a:r>
            <a:endParaRPr sz="2400" dirty="0">
              <a:latin typeface="+mn-ea"/>
              <a:cs typeface="+mn-ea"/>
            </a:endParaRPr>
          </a:p>
        </p:txBody>
      </p:sp>
      <p:pic>
        <p:nvPicPr>
          <p:cNvPr id="122" name="picture 122"/>
          <p:cNvPicPr>
            <a:picLocks noChangeAspect="1"/>
          </p:cNvPicPr>
          <p:nvPr/>
        </p:nvPicPr>
        <p:blipFill>
          <a:blip r:embed="rId1"/>
          <a:stretch>
            <a:fillRect/>
          </a:stretch>
        </p:blipFill>
        <p:spPr>
          <a:xfrm rot="21600000">
            <a:off x="609600" y="526598"/>
            <a:ext cx="190649" cy="576336"/>
          </a:xfrm>
          <a:prstGeom prst="rect">
            <a:avLst/>
          </a:prstGeom>
        </p:spPr>
      </p:pic>
      <p:sp>
        <p:nvSpPr>
          <p:cNvPr id="124" name="textbox 124"/>
          <p:cNvSpPr/>
          <p:nvPr/>
        </p:nvSpPr>
        <p:spPr>
          <a:xfrm>
            <a:off x="10726856" y="6464381"/>
            <a:ext cx="210312" cy="193547"/>
          </a:xfrm>
          <a:prstGeom prst="rect">
            <a:avLst/>
          </a:prstGeom>
          <a:noFill/>
          <a:ln w="0" cap="flat">
            <a:noFill/>
            <a:prstDash val="solid"/>
            <a:miter lim="0"/>
          </a:ln>
        </p:spPr>
        <p:txBody>
          <a:bodyPr vert="horz" wrap="square" lIns="0" tIns="0" rIns="0" bIns="0"/>
          <a:lstStyle/>
          <a:p>
            <a:pPr algn="l" rtl="0" eaLnBrk="0">
              <a:lnSpc>
                <a:spcPct val="83000"/>
              </a:lnSpc>
            </a:pPr>
            <a:endParaRPr sz="120" dirty="0">
              <a:latin typeface="Arial" panose="020B0604020202090204"/>
              <a:ea typeface="Arial" panose="020B0604020202090204"/>
              <a:cs typeface="Arial" panose="020B0604020202090204"/>
            </a:endParaRPr>
          </a:p>
          <a:p>
            <a:pPr marL="12700" algn="l" rtl="0" eaLnBrk="0">
              <a:lnSpc>
                <a:spcPct val="74000"/>
              </a:lnSpc>
            </a:pPr>
            <a:r>
              <a:rPr sz="1440" kern="0" spc="-40" dirty="0">
                <a:solidFill>
                  <a:srgbClr val="898989">
                    <a:alpha val="100000"/>
                  </a:srgbClr>
                </a:solidFill>
                <a:latin typeface="等线" panose="02010600030101010101" charset="-122"/>
                <a:ea typeface="等线" panose="02010600030101010101" charset="-122"/>
                <a:cs typeface="等线" panose="02010600030101010101" charset="-122"/>
              </a:rPr>
              <a:t>11</a:t>
            </a:r>
            <a:endParaRPr sz="1440" dirty="0">
              <a:latin typeface="等线" panose="02010600030101010101" charset="-122"/>
              <a:ea typeface="等线" panose="02010600030101010101" charset="-122"/>
              <a:cs typeface="等线" panose="02010600030101010101" charset="-122"/>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78668"/>
            <a:ext cx="7026275" cy="523220"/>
          </a:xfrm>
          <a:prstGeom prst="rect">
            <a:avLst/>
          </a:prstGeom>
        </p:spPr>
        <p:txBody>
          <a:bodyPr wrap="square">
            <a:spAutoFit/>
          </a:bodyPr>
          <a:lstStyle/>
          <a:p>
            <a:r>
              <a:rPr lang="zh-CN" altLang="en-US" sz="2800" b="1" dirty="0">
                <a:solidFill>
                  <a:srgbClr val="FF0000"/>
                </a:solidFill>
              </a:rPr>
              <a:t>操作系统的作用</a:t>
            </a:r>
            <a:endParaRPr lang="zh-CN" altLang="en-US" sz="2800" b="1" dirty="0">
              <a:solidFill>
                <a:srgbClr val="FF0000"/>
              </a:solidFill>
            </a:endParaRPr>
          </a:p>
        </p:txBody>
      </p:sp>
      <p:sp>
        <p:nvSpPr>
          <p:cNvPr id="41" name="îŝļiḋe"/>
          <p:cNvSpPr/>
          <p:nvPr/>
        </p:nvSpPr>
        <p:spPr>
          <a:xfrm>
            <a:off x="892463" y="1235722"/>
            <a:ext cx="656948" cy="5003800"/>
          </a:xfrm>
          <a:prstGeom prst="rect">
            <a:avLst/>
          </a:prstGeom>
          <a:solidFill>
            <a:schemeClr val="accent1">
              <a:alpha val="70000"/>
            </a:schemeClr>
          </a:solidFill>
          <a:ln w="1270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p>
            <a:pPr algn="ctr" defTabSz="914400"/>
            <a:endParaRPr lang="zh-CN" altLang="en-US" sz="2000" b="1" dirty="0">
              <a:solidFill>
                <a:schemeClr val="bg1"/>
              </a:solidFill>
            </a:endParaRPr>
          </a:p>
        </p:txBody>
      </p:sp>
      <p:grpSp>
        <p:nvGrpSpPr>
          <p:cNvPr id="42" name="í$1iďè"/>
          <p:cNvGrpSpPr/>
          <p:nvPr/>
        </p:nvGrpSpPr>
        <p:grpSpPr>
          <a:xfrm>
            <a:off x="1016751" y="1275724"/>
            <a:ext cx="7381904" cy="1648925"/>
            <a:chOff x="4136995" y="1170302"/>
            <a:chExt cx="7381904" cy="1648925"/>
          </a:xfrm>
        </p:grpSpPr>
        <p:sp>
          <p:nvSpPr>
            <p:cNvPr id="43" name="îslîďê"/>
            <p:cNvSpPr/>
            <p:nvPr/>
          </p:nvSpPr>
          <p:spPr>
            <a:xfrm>
              <a:off x="4136995" y="1712614"/>
              <a:ext cx="408372" cy="363926"/>
            </a:xfrm>
            <a:custGeom>
              <a:avLst/>
              <a:gdLst>
                <a:gd name="connsiteX0" fmla="*/ 514822 w 607336"/>
                <a:gd name="connsiteY0" fmla="*/ 287718 h 541236"/>
                <a:gd name="connsiteX1" fmla="*/ 501327 w 607336"/>
                <a:gd name="connsiteY1" fmla="*/ 301190 h 541236"/>
                <a:gd name="connsiteX2" fmla="*/ 501327 w 607336"/>
                <a:gd name="connsiteY2" fmla="*/ 357185 h 541236"/>
                <a:gd name="connsiteX3" fmla="*/ 514822 w 607336"/>
                <a:gd name="connsiteY3" fmla="*/ 370656 h 541236"/>
                <a:gd name="connsiteX4" fmla="*/ 528317 w 607336"/>
                <a:gd name="connsiteY4" fmla="*/ 357185 h 541236"/>
                <a:gd name="connsiteX5" fmla="*/ 528317 w 607336"/>
                <a:gd name="connsiteY5" fmla="*/ 301190 h 541236"/>
                <a:gd name="connsiteX6" fmla="*/ 514822 w 607336"/>
                <a:gd name="connsiteY6" fmla="*/ 287718 h 541236"/>
                <a:gd name="connsiteX7" fmla="*/ 513884 w 607336"/>
                <a:gd name="connsiteY7" fmla="*/ 257846 h 541236"/>
                <a:gd name="connsiteX8" fmla="*/ 524093 w 607336"/>
                <a:gd name="connsiteY8" fmla="*/ 258315 h 541236"/>
                <a:gd name="connsiteX9" fmla="*/ 591098 w 607336"/>
                <a:gd name="connsiteY9" fmla="*/ 286664 h 541236"/>
                <a:gd name="connsiteX10" fmla="*/ 596496 w 607336"/>
                <a:gd name="connsiteY10" fmla="*/ 294630 h 541236"/>
                <a:gd name="connsiteX11" fmla="*/ 605297 w 607336"/>
                <a:gd name="connsiteY11" fmla="*/ 403457 h 541236"/>
                <a:gd name="connsiteX12" fmla="*/ 581123 w 607336"/>
                <a:gd name="connsiteY12" fmla="*/ 508770 h 541236"/>
                <a:gd name="connsiteX13" fmla="*/ 575725 w 607336"/>
                <a:gd name="connsiteY13" fmla="*/ 516736 h 541236"/>
                <a:gd name="connsiteX14" fmla="*/ 514822 w 607336"/>
                <a:gd name="connsiteY14" fmla="*/ 536650 h 541236"/>
                <a:gd name="connsiteX15" fmla="*/ 453919 w 607336"/>
                <a:gd name="connsiteY15" fmla="*/ 516736 h 541236"/>
                <a:gd name="connsiteX16" fmla="*/ 448521 w 607336"/>
                <a:gd name="connsiteY16" fmla="*/ 508770 h 541236"/>
                <a:gd name="connsiteX17" fmla="*/ 424348 w 607336"/>
                <a:gd name="connsiteY17" fmla="*/ 403457 h 541236"/>
                <a:gd name="connsiteX18" fmla="*/ 433149 w 607336"/>
                <a:gd name="connsiteY18" fmla="*/ 294630 h 541236"/>
                <a:gd name="connsiteX19" fmla="*/ 438547 w 607336"/>
                <a:gd name="connsiteY19" fmla="*/ 286664 h 541236"/>
                <a:gd name="connsiteX20" fmla="*/ 502970 w 607336"/>
                <a:gd name="connsiteY20" fmla="*/ 258315 h 541236"/>
                <a:gd name="connsiteX21" fmla="*/ 513884 w 607336"/>
                <a:gd name="connsiteY21" fmla="*/ 257846 h 541236"/>
                <a:gd name="connsiteX22" fmla="*/ 23466 w 607336"/>
                <a:gd name="connsiteY22" fmla="*/ 0 h 541236"/>
                <a:gd name="connsiteX23" fmla="*/ 555312 w 607336"/>
                <a:gd name="connsiteY23" fmla="*/ 0 h 541236"/>
                <a:gd name="connsiteX24" fmla="*/ 578778 w 607336"/>
                <a:gd name="connsiteY24" fmla="*/ 23430 h 541236"/>
                <a:gd name="connsiteX25" fmla="*/ 578778 w 607336"/>
                <a:gd name="connsiteY25" fmla="*/ 253163 h 541236"/>
                <a:gd name="connsiteX26" fmla="*/ 531847 w 607336"/>
                <a:gd name="connsiteY26" fmla="*/ 239339 h 541236"/>
                <a:gd name="connsiteX27" fmla="*/ 531847 w 607336"/>
                <a:gd name="connsiteY27" fmla="*/ 46861 h 541236"/>
                <a:gd name="connsiteX28" fmla="*/ 46931 w 607336"/>
                <a:gd name="connsiteY28" fmla="*/ 46861 h 541236"/>
                <a:gd name="connsiteX29" fmla="*/ 46931 w 607336"/>
                <a:gd name="connsiteY29" fmla="*/ 346766 h 541236"/>
                <a:gd name="connsiteX30" fmla="*/ 404898 w 607336"/>
                <a:gd name="connsiteY30" fmla="*/ 346766 h 541236"/>
                <a:gd name="connsiteX31" fmla="*/ 405837 w 607336"/>
                <a:gd name="connsiteY31" fmla="*/ 410730 h 541236"/>
                <a:gd name="connsiteX32" fmla="*/ 409005 w 607336"/>
                <a:gd name="connsiteY32" fmla="*/ 432638 h 541236"/>
                <a:gd name="connsiteX33" fmla="*/ 368175 w 607336"/>
                <a:gd name="connsiteY33" fmla="*/ 432638 h 541236"/>
                <a:gd name="connsiteX34" fmla="*/ 388120 w 607336"/>
                <a:gd name="connsiteY34" fmla="*/ 500585 h 541236"/>
                <a:gd name="connsiteX35" fmla="*/ 412407 w 607336"/>
                <a:gd name="connsiteY35" fmla="*/ 500585 h 541236"/>
                <a:gd name="connsiteX36" fmla="*/ 423553 w 607336"/>
                <a:gd name="connsiteY36" fmla="*/ 511714 h 541236"/>
                <a:gd name="connsiteX37" fmla="*/ 423553 w 607336"/>
                <a:gd name="connsiteY37" fmla="*/ 530107 h 541236"/>
                <a:gd name="connsiteX38" fmla="*/ 412407 w 607336"/>
                <a:gd name="connsiteY38" fmla="*/ 541236 h 541236"/>
                <a:gd name="connsiteX39" fmla="*/ 166371 w 607336"/>
                <a:gd name="connsiteY39" fmla="*/ 541236 h 541236"/>
                <a:gd name="connsiteX40" fmla="*/ 155225 w 607336"/>
                <a:gd name="connsiteY40" fmla="*/ 530107 h 541236"/>
                <a:gd name="connsiteX41" fmla="*/ 155225 w 607336"/>
                <a:gd name="connsiteY41" fmla="*/ 511714 h 541236"/>
                <a:gd name="connsiteX42" fmla="*/ 166371 w 607336"/>
                <a:gd name="connsiteY42" fmla="*/ 500585 h 541236"/>
                <a:gd name="connsiteX43" fmla="*/ 190658 w 607336"/>
                <a:gd name="connsiteY43" fmla="*/ 500585 h 541236"/>
                <a:gd name="connsiteX44" fmla="*/ 210721 w 607336"/>
                <a:gd name="connsiteY44" fmla="*/ 432638 h 541236"/>
                <a:gd name="connsiteX45" fmla="*/ 23466 w 607336"/>
                <a:gd name="connsiteY45" fmla="*/ 432638 h 541236"/>
                <a:gd name="connsiteX46" fmla="*/ 0 w 607336"/>
                <a:gd name="connsiteY46" fmla="*/ 409207 h 541236"/>
                <a:gd name="connsiteX47" fmla="*/ 0 w 607336"/>
                <a:gd name="connsiteY47" fmla="*/ 23430 h 541236"/>
                <a:gd name="connsiteX48" fmla="*/ 23466 w 607336"/>
                <a:gd name="connsiteY48" fmla="*/ 0 h 541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Lst>
              <a:rect l="l" t="t" r="r" b="b"/>
              <a:pathLst>
                <a:path w="607336" h="541236">
                  <a:moveTo>
                    <a:pt x="514822" y="287718"/>
                  </a:moveTo>
                  <a:cubicBezTo>
                    <a:pt x="507429" y="287718"/>
                    <a:pt x="501327" y="293810"/>
                    <a:pt x="501327" y="301190"/>
                  </a:cubicBezTo>
                  <a:lnTo>
                    <a:pt x="501327" y="357185"/>
                  </a:lnTo>
                  <a:cubicBezTo>
                    <a:pt x="501327" y="364682"/>
                    <a:pt x="507429" y="370656"/>
                    <a:pt x="514822" y="370656"/>
                  </a:cubicBezTo>
                  <a:cubicBezTo>
                    <a:pt x="522215" y="370656"/>
                    <a:pt x="528317" y="364682"/>
                    <a:pt x="528317" y="357185"/>
                  </a:cubicBezTo>
                  <a:lnTo>
                    <a:pt x="528317" y="301190"/>
                  </a:lnTo>
                  <a:cubicBezTo>
                    <a:pt x="528317" y="293810"/>
                    <a:pt x="522215" y="287718"/>
                    <a:pt x="514822" y="287718"/>
                  </a:cubicBezTo>
                  <a:close/>
                  <a:moveTo>
                    <a:pt x="513884" y="257846"/>
                  </a:moveTo>
                  <a:cubicBezTo>
                    <a:pt x="521042" y="257846"/>
                    <a:pt x="524093" y="258315"/>
                    <a:pt x="524093" y="258315"/>
                  </a:cubicBezTo>
                  <a:cubicBezTo>
                    <a:pt x="546506" y="260423"/>
                    <a:pt x="569037" y="269795"/>
                    <a:pt x="591098" y="286664"/>
                  </a:cubicBezTo>
                  <a:cubicBezTo>
                    <a:pt x="593679" y="288655"/>
                    <a:pt x="595557" y="291467"/>
                    <a:pt x="596496" y="294630"/>
                  </a:cubicBezTo>
                  <a:cubicBezTo>
                    <a:pt x="606940" y="330710"/>
                    <a:pt x="609756" y="365268"/>
                    <a:pt x="605297" y="403457"/>
                  </a:cubicBezTo>
                  <a:cubicBezTo>
                    <a:pt x="601307" y="437312"/>
                    <a:pt x="592037" y="471166"/>
                    <a:pt x="581123" y="508770"/>
                  </a:cubicBezTo>
                  <a:cubicBezTo>
                    <a:pt x="580185" y="511933"/>
                    <a:pt x="578307" y="514744"/>
                    <a:pt x="575725" y="516736"/>
                  </a:cubicBezTo>
                  <a:cubicBezTo>
                    <a:pt x="559062" y="529622"/>
                    <a:pt x="537470" y="536650"/>
                    <a:pt x="514822" y="536650"/>
                  </a:cubicBezTo>
                  <a:cubicBezTo>
                    <a:pt x="492174" y="536650"/>
                    <a:pt x="470583" y="529622"/>
                    <a:pt x="453919" y="516736"/>
                  </a:cubicBezTo>
                  <a:cubicBezTo>
                    <a:pt x="451338" y="514744"/>
                    <a:pt x="449460" y="511933"/>
                    <a:pt x="448521" y="508770"/>
                  </a:cubicBezTo>
                  <a:cubicBezTo>
                    <a:pt x="437608" y="471166"/>
                    <a:pt x="428338" y="437312"/>
                    <a:pt x="424348" y="403457"/>
                  </a:cubicBezTo>
                  <a:cubicBezTo>
                    <a:pt x="420006" y="365268"/>
                    <a:pt x="422705" y="330710"/>
                    <a:pt x="433149" y="294630"/>
                  </a:cubicBezTo>
                  <a:cubicBezTo>
                    <a:pt x="434088" y="291467"/>
                    <a:pt x="435965" y="288655"/>
                    <a:pt x="438547" y="286664"/>
                  </a:cubicBezTo>
                  <a:cubicBezTo>
                    <a:pt x="459787" y="270381"/>
                    <a:pt x="481378" y="260892"/>
                    <a:pt x="502970" y="258315"/>
                  </a:cubicBezTo>
                  <a:cubicBezTo>
                    <a:pt x="502970" y="258315"/>
                    <a:pt x="506725" y="257846"/>
                    <a:pt x="513884" y="257846"/>
                  </a:cubicBezTo>
                  <a:close/>
                  <a:moveTo>
                    <a:pt x="23466" y="0"/>
                  </a:moveTo>
                  <a:lnTo>
                    <a:pt x="555312" y="0"/>
                  </a:lnTo>
                  <a:cubicBezTo>
                    <a:pt x="568336" y="0"/>
                    <a:pt x="578778" y="10544"/>
                    <a:pt x="578778" y="23430"/>
                  </a:cubicBezTo>
                  <a:lnTo>
                    <a:pt x="578778" y="253163"/>
                  </a:lnTo>
                  <a:cubicBezTo>
                    <a:pt x="563408" y="245548"/>
                    <a:pt x="547686" y="240979"/>
                    <a:pt x="531847" y="239339"/>
                  </a:cubicBezTo>
                  <a:lnTo>
                    <a:pt x="531847" y="46861"/>
                  </a:lnTo>
                  <a:lnTo>
                    <a:pt x="46931" y="46861"/>
                  </a:lnTo>
                  <a:lnTo>
                    <a:pt x="46931" y="346766"/>
                  </a:lnTo>
                  <a:lnTo>
                    <a:pt x="404898" y="346766"/>
                  </a:lnTo>
                  <a:cubicBezTo>
                    <a:pt x="402904" y="367502"/>
                    <a:pt x="403256" y="388589"/>
                    <a:pt x="405837" y="410730"/>
                  </a:cubicBezTo>
                  <a:cubicBezTo>
                    <a:pt x="406658" y="418111"/>
                    <a:pt x="407714" y="425374"/>
                    <a:pt x="409005" y="432638"/>
                  </a:cubicBezTo>
                  <a:lnTo>
                    <a:pt x="368175" y="432638"/>
                  </a:lnTo>
                  <a:lnTo>
                    <a:pt x="388120" y="500585"/>
                  </a:lnTo>
                  <a:lnTo>
                    <a:pt x="412407" y="500585"/>
                  </a:lnTo>
                  <a:cubicBezTo>
                    <a:pt x="418626" y="500585"/>
                    <a:pt x="423553" y="505622"/>
                    <a:pt x="423553" y="511714"/>
                  </a:cubicBezTo>
                  <a:lnTo>
                    <a:pt x="423553" y="530107"/>
                  </a:lnTo>
                  <a:cubicBezTo>
                    <a:pt x="423553" y="536199"/>
                    <a:pt x="418626" y="541236"/>
                    <a:pt x="412407" y="541236"/>
                  </a:cubicBezTo>
                  <a:lnTo>
                    <a:pt x="166371" y="541236"/>
                  </a:lnTo>
                  <a:cubicBezTo>
                    <a:pt x="160270" y="541236"/>
                    <a:pt x="155225" y="536199"/>
                    <a:pt x="155225" y="530107"/>
                  </a:cubicBezTo>
                  <a:lnTo>
                    <a:pt x="155225" y="511714"/>
                  </a:lnTo>
                  <a:cubicBezTo>
                    <a:pt x="155225" y="505622"/>
                    <a:pt x="160270" y="500585"/>
                    <a:pt x="166371" y="500585"/>
                  </a:cubicBezTo>
                  <a:lnTo>
                    <a:pt x="190658" y="500585"/>
                  </a:lnTo>
                  <a:lnTo>
                    <a:pt x="210721" y="432638"/>
                  </a:lnTo>
                  <a:lnTo>
                    <a:pt x="23466" y="432638"/>
                  </a:lnTo>
                  <a:cubicBezTo>
                    <a:pt x="10560" y="432638"/>
                    <a:pt x="0" y="422211"/>
                    <a:pt x="0" y="409207"/>
                  </a:cubicBezTo>
                  <a:lnTo>
                    <a:pt x="0" y="23430"/>
                  </a:lnTo>
                  <a:cubicBezTo>
                    <a:pt x="0" y="10544"/>
                    <a:pt x="10560" y="0"/>
                    <a:pt x="23466" y="0"/>
                  </a:cubicBezTo>
                  <a:close/>
                </a:path>
              </a:pathLst>
            </a:custGeom>
            <a:solidFill>
              <a:schemeClr val="bg1"/>
            </a:solidFill>
            <a:ln w="1270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defTabSz="914400"/>
              <a:endParaRPr lang="zh-CN" altLang="en-US" sz="2400" b="1" dirty="0">
                <a:solidFill>
                  <a:schemeClr val="bg1"/>
                </a:solidFill>
              </a:endParaRPr>
            </a:p>
          </p:txBody>
        </p:sp>
        <p:sp>
          <p:nvSpPr>
            <p:cNvPr id="44" name="ïSḻiḍé"/>
            <p:cNvSpPr txBox="1"/>
            <p:nvPr/>
          </p:nvSpPr>
          <p:spPr>
            <a:xfrm>
              <a:off x="4882718" y="1170302"/>
              <a:ext cx="6636181" cy="1648925"/>
            </a:xfrm>
            <a:prstGeom prst="rect">
              <a:avLst/>
            </a:prstGeom>
            <a:noFill/>
          </p:spPr>
          <p:txBody>
            <a:bodyPr wrap="square" lIns="91440" tIns="45720" rIns="91440" bIns="45720" rtlCol="0" anchor="ctr" anchorCtr="0">
              <a:no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gn="just">
                <a:lnSpc>
                  <a:spcPct val="130000"/>
                </a:lnSpc>
              </a:pPr>
              <a:r>
                <a:rPr lang="zh-CN" altLang="en-US" sz="2400" dirty="0">
                  <a:solidFill>
                    <a:srgbClr val="0000FF"/>
                  </a:solidFill>
                  <a:latin typeface="+mj-ea"/>
                  <a:ea typeface="+mj-ea"/>
                </a:rPr>
                <a:t>用户与计算机硬件系统之间的接口</a:t>
              </a:r>
              <a:endParaRPr lang="zh-CN" altLang="en-US" sz="2400" dirty="0">
                <a:solidFill>
                  <a:srgbClr val="0000FF"/>
                </a:solidFill>
                <a:latin typeface="+mj-ea"/>
                <a:ea typeface="+mj-ea"/>
              </a:endParaRPr>
            </a:p>
            <a:p>
              <a:pPr marL="342900" indent="-342900" algn="just">
                <a:lnSpc>
                  <a:spcPct val="130000"/>
                </a:lnSpc>
                <a:buClr>
                  <a:srgbClr val="FF0000"/>
                </a:buClr>
                <a:buFont typeface="Wingdings" panose="05000000000000000000" pitchFamily="2" charset="2"/>
                <a:buChar char="Ø"/>
              </a:pPr>
              <a:r>
                <a:rPr lang="zh-CN" altLang="en-US" sz="2400" dirty="0">
                  <a:latin typeface="+mj-ea"/>
                  <a:ea typeface="+mj-ea"/>
                </a:rPr>
                <a:t>命令方式（</a:t>
              </a:r>
              <a:r>
                <a:rPr lang="en-US" altLang="zh-CN" sz="2400" dirty="0">
                  <a:latin typeface="+mj-ea"/>
                  <a:ea typeface="+mj-ea"/>
                </a:rPr>
                <a:t>UNIX</a:t>
              </a:r>
              <a:r>
                <a:rPr lang="zh-CN" altLang="en-US" sz="2400" dirty="0">
                  <a:latin typeface="+mj-ea"/>
                  <a:ea typeface="+mj-ea"/>
                </a:rPr>
                <a:t>、</a:t>
              </a:r>
              <a:r>
                <a:rPr lang="en-US" altLang="zh-CN" sz="2400" dirty="0">
                  <a:latin typeface="+mj-ea"/>
                  <a:ea typeface="+mj-ea"/>
                </a:rPr>
                <a:t>DOS</a:t>
              </a:r>
              <a:r>
                <a:rPr lang="zh-CN" altLang="en-US" sz="2400" dirty="0">
                  <a:latin typeface="+mj-ea"/>
                  <a:ea typeface="+mj-ea"/>
                </a:rPr>
                <a:t>命令）；</a:t>
              </a:r>
              <a:endParaRPr lang="zh-CN" altLang="en-US" sz="2400" dirty="0">
                <a:latin typeface="+mj-ea"/>
                <a:ea typeface="+mj-ea"/>
              </a:endParaRPr>
            </a:p>
            <a:p>
              <a:pPr marL="342900" indent="-342900" algn="just">
                <a:lnSpc>
                  <a:spcPct val="130000"/>
                </a:lnSpc>
                <a:buClr>
                  <a:srgbClr val="FF0000"/>
                </a:buClr>
                <a:buFont typeface="Wingdings" panose="05000000000000000000" pitchFamily="2" charset="2"/>
                <a:buChar char="Ø"/>
              </a:pPr>
              <a:r>
                <a:rPr lang="zh-CN" altLang="en-US" sz="2400" dirty="0">
                  <a:latin typeface="+mj-ea"/>
                  <a:ea typeface="+mj-ea"/>
                </a:rPr>
                <a:t>系统调用方式（</a:t>
              </a:r>
              <a:r>
                <a:rPr lang="en-US" altLang="zh-CN" sz="2400" dirty="0">
                  <a:latin typeface="+mj-ea"/>
                  <a:ea typeface="+mj-ea"/>
                </a:rPr>
                <a:t>API</a:t>
              </a:r>
              <a:r>
                <a:rPr lang="zh-CN" altLang="en-US" sz="2400" dirty="0">
                  <a:latin typeface="+mj-ea"/>
                  <a:ea typeface="+mj-ea"/>
                </a:rPr>
                <a:t>）；</a:t>
              </a:r>
              <a:endParaRPr lang="zh-CN" altLang="en-US" sz="2400" dirty="0">
                <a:latin typeface="+mj-ea"/>
                <a:ea typeface="+mj-ea"/>
              </a:endParaRPr>
            </a:p>
            <a:p>
              <a:pPr marL="342900" indent="-342900" algn="just">
                <a:lnSpc>
                  <a:spcPct val="130000"/>
                </a:lnSpc>
                <a:buClr>
                  <a:srgbClr val="FF0000"/>
                </a:buClr>
                <a:buFont typeface="Wingdings" panose="05000000000000000000" pitchFamily="2" charset="2"/>
                <a:buChar char="Ø"/>
              </a:pPr>
              <a:r>
                <a:rPr lang="en-US" altLang="zh-CN" sz="2400" dirty="0">
                  <a:latin typeface="+mj-ea"/>
                  <a:ea typeface="+mj-ea"/>
                </a:rPr>
                <a:t>GUI</a:t>
              </a:r>
              <a:r>
                <a:rPr lang="zh-CN" altLang="en-US" sz="2400" dirty="0">
                  <a:latin typeface="+mj-ea"/>
                  <a:ea typeface="+mj-ea"/>
                </a:rPr>
                <a:t>方式（</a:t>
              </a:r>
              <a:r>
                <a:rPr lang="en-US" altLang="zh-CN" sz="2400" dirty="0">
                  <a:latin typeface="+mj-ea"/>
                  <a:ea typeface="+mj-ea"/>
                </a:rPr>
                <a:t>Windows</a:t>
              </a:r>
              <a:r>
                <a:rPr lang="zh-CN" altLang="en-US" sz="2400" dirty="0">
                  <a:latin typeface="+mj-ea"/>
                  <a:ea typeface="+mj-ea"/>
                </a:rPr>
                <a:t>、</a:t>
              </a:r>
              <a:r>
                <a:rPr lang="en-US" altLang="zh-CN" sz="2400" dirty="0">
                  <a:latin typeface="+mj-ea"/>
                  <a:ea typeface="+mj-ea"/>
                </a:rPr>
                <a:t>LINUX</a:t>
              </a:r>
              <a:r>
                <a:rPr lang="zh-CN" altLang="en-US" sz="2400" dirty="0">
                  <a:latin typeface="+mj-ea"/>
                  <a:ea typeface="+mj-ea"/>
                </a:rPr>
                <a:t>）</a:t>
              </a:r>
              <a:endParaRPr lang="zh-CN" altLang="en-US" sz="2400" dirty="0">
                <a:latin typeface="+mj-ea"/>
                <a:ea typeface="+mj-ea"/>
              </a:endParaRPr>
            </a:p>
          </p:txBody>
        </p:sp>
      </p:grpSp>
      <p:grpSp>
        <p:nvGrpSpPr>
          <p:cNvPr id="45" name="išḷîḓé"/>
          <p:cNvGrpSpPr/>
          <p:nvPr/>
        </p:nvGrpSpPr>
        <p:grpSpPr>
          <a:xfrm>
            <a:off x="1016751" y="3387656"/>
            <a:ext cx="8378932" cy="801176"/>
            <a:chOff x="4136995" y="3233565"/>
            <a:chExt cx="8378932" cy="801176"/>
          </a:xfrm>
        </p:grpSpPr>
        <p:sp>
          <p:nvSpPr>
            <p:cNvPr id="46" name="íśľïḋé"/>
            <p:cNvSpPr/>
            <p:nvPr/>
          </p:nvSpPr>
          <p:spPr>
            <a:xfrm>
              <a:off x="4136995" y="3450237"/>
              <a:ext cx="408372" cy="363926"/>
            </a:xfrm>
            <a:custGeom>
              <a:avLst/>
              <a:gdLst>
                <a:gd name="connsiteX0" fmla="*/ 514822 w 607336"/>
                <a:gd name="connsiteY0" fmla="*/ 287718 h 541236"/>
                <a:gd name="connsiteX1" fmla="*/ 501327 w 607336"/>
                <a:gd name="connsiteY1" fmla="*/ 301190 h 541236"/>
                <a:gd name="connsiteX2" fmla="*/ 501327 w 607336"/>
                <a:gd name="connsiteY2" fmla="*/ 357185 h 541236"/>
                <a:gd name="connsiteX3" fmla="*/ 514822 w 607336"/>
                <a:gd name="connsiteY3" fmla="*/ 370656 h 541236"/>
                <a:gd name="connsiteX4" fmla="*/ 528317 w 607336"/>
                <a:gd name="connsiteY4" fmla="*/ 357185 h 541236"/>
                <a:gd name="connsiteX5" fmla="*/ 528317 w 607336"/>
                <a:gd name="connsiteY5" fmla="*/ 301190 h 541236"/>
                <a:gd name="connsiteX6" fmla="*/ 514822 w 607336"/>
                <a:gd name="connsiteY6" fmla="*/ 287718 h 541236"/>
                <a:gd name="connsiteX7" fmla="*/ 513884 w 607336"/>
                <a:gd name="connsiteY7" fmla="*/ 257846 h 541236"/>
                <a:gd name="connsiteX8" fmla="*/ 524093 w 607336"/>
                <a:gd name="connsiteY8" fmla="*/ 258315 h 541236"/>
                <a:gd name="connsiteX9" fmla="*/ 591098 w 607336"/>
                <a:gd name="connsiteY9" fmla="*/ 286664 h 541236"/>
                <a:gd name="connsiteX10" fmla="*/ 596496 w 607336"/>
                <a:gd name="connsiteY10" fmla="*/ 294630 h 541236"/>
                <a:gd name="connsiteX11" fmla="*/ 605297 w 607336"/>
                <a:gd name="connsiteY11" fmla="*/ 403457 h 541236"/>
                <a:gd name="connsiteX12" fmla="*/ 581123 w 607336"/>
                <a:gd name="connsiteY12" fmla="*/ 508770 h 541236"/>
                <a:gd name="connsiteX13" fmla="*/ 575725 w 607336"/>
                <a:gd name="connsiteY13" fmla="*/ 516736 h 541236"/>
                <a:gd name="connsiteX14" fmla="*/ 514822 w 607336"/>
                <a:gd name="connsiteY14" fmla="*/ 536650 h 541236"/>
                <a:gd name="connsiteX15" fmla="*/ 453919 w 607336"/>
                <a:gd name="connsiteY15" fmla="*/ 516736 h 541236"/>
                <a:gd name="connsiteX16" fmla="*/ 448521 w 607336"/>
                <a:gd name="connsiteY16" fmla="*/ 508770 h 541236"/>
                <a:gd name="connsiteX17" fmla="*/ 424348 w 607336"/>
                <a:gd name="connsiteY17" fmla="*/ 403457 h 541236"/>
                <a:gd name="connsiteX18" fmla="*/ 433149 w 607336"/>
                <a:gd name="connsiteY18" fmla="*/ 294630 h 541236"/>
                <a:gd name="connsiteX19" fmla="*/ 438547 w 607336"/>
                <a:gd name="connsiteY19" fmla="*/ 286664 h 541236"/>
                <a:gd name="connsiteX20" fmla="*/ 502970 w 607336"/>
                <a:gd name="connsiteY20" fmla="*/ 258315 h 541236"/>
                <a:gd name="connsiteX21" fmla="*/ 513884 w 607336"/>
                <a:gd name="connsiteY21" fmla="*/ 257846 h 541236"/>
                <a:gd name="connsiteX22" fmla="*/ 23466 w 607336"/>
                <a:gd name="connsiteY22" fmla="*/ 0 h 541236"/>
                <a:gd name="connsiteX23" fmla="*/ 555312 w 607336"/>
                <a:gd name="connsiteY23" fmla="*/ 0 h 541236"/>
                <a:gd name="connsiteX24" fmla="*/ 578778 w 607336"/>
                <a:gd name="connsiteY24" fmla="*/ 23430 h 541236"/>
                <a:gd name="connsiteX25" fmla="*/ 578778 w 607336"/>
                <a:gd name="connsiteY25" fmla="*/ 253163 h 541236"/>
                <a:gd name="connsiteX26" fmla="*/ 531847 w 607336"/>
                <a:gd name="connsiteY26" fmla="*/ 239339 h 541236"/>
                <a:gd name="connsiteX27" fmla="*/ 531847 w 607336"/>
                <a:gd name="connsiteY27" fmla="*/ 46861 h 541236"/>
                <a:gd name="connsiteX28" fmla="*/ 46931 w 607336"/>
                <a:gd name="connsiteY28" fmla="*/ 46861 h 541236"/>
                <a:gd name="connsiteX29" fmla="*/ 46931 w 607336"/>
                <a:gd name="connsiteY29" fmla="*/ 346766 h 541236"/>
                <a:gd name="connsiteX30" fmla="*/ 404898 w 607336"/>
                <a:gd name="connsiteY30" fmla="*/ 346766 h 541236"/>
                <a:gd name="connsiteX31" fmla="*/ 405837 w 607336"/>
                <a:gd name="connsiteY31" fmla="*/ 410730 h 541236"/>
                <a:gd name="connsiteX32" fmla="*/ 409005 w 607336"/>
                <a:gd name="connsiteY32" fmla="*/ 432638 h 541236"/>
                <a:gd name="connsiteX33" fmla="*/ 368175 w 607336"/>
                <a:gd name="connsiteY33" fmla="*/ 432638 h 541236"/>
                <a:gd name="connsiteX34" fmla="*/ 388120 w 607336"/>
                <a:gd name="connsiteY34" fmla="*/ 500585 h 541236"/>
                <a:gd name="connsiteX35" fmla="*/ 412407 w 607336"/>
                <a:gd name="connsiteY35" fmla="*/ 500585 h 541236"/>
                <a:gd name="connsiteX36" fmla="*/ 423553 w 607336"/>
                <a:gd name="connsiteY36" fmla="*/ 511714 h 541236"/>
                <a:gd name="connsiteX37" fmla="*/ 423553 w 607336"/>
                <a:gd name="connsiteY37" fmla="*/ 530107 h 541236"/>
                <a:gd name="connsiteX38" fmla="*/ 412407 w 607336"/>
                <a:gd name="connsiteY38" fmla="*/ 541236 h 541236"/>
                <a:gd name="connsiteX39" fmla="*/ 166371 w 607336"/>
                <a:gd name="connsiteY39" fmla="*/ 541236 h 541236"/>
                <a:gd name="connsiteX40" fmla="*/ 155225 w 607336"/>
                <a:gd name="connsiteY40" fmla="*/ 530107 h 541236"/>
                <a:gd name="connsiteX41" fmla="*/ 155225 w 607336"/>
                <a:gd name="connsiteY41" fmla="*/ 511714 h 541236"/>
                <a:gd name="connsiteX42" fmla="*/ 166371 w 607336"/>
                <a:gd name="connsiteY42" fmla="*/ 500585 h 541236"/>
                <a:gd name="connsiteX43" fmla="*/ 190658 w 607336"/>
                <a:gd name="connsiteY43" fmla="*/ 500585 h 541236"/>
                <a:gd name="connsiteX44" fmla="*/ 210721 w 607336"/>
                <a:gd name="connsiteY44" fmla="*/ 432638 h 541236"/>
                <a:gd name="connsiteX45" fmla="*/ 23466 w 607336"/>
                <a:gd name="connsiteY45" fmla="*/ 432638 h 541236"/>
                <a:gd name="connsiteX46" fmla="*/ 0 w 607336"/>
                <a:gd name="connsiteY46" fmla="*/ 409207 h 541236"/>
                <a:gd name="connsiteX47" fmla="*/ 0 w 607336"/>
                <a:gd name="connsiteY47" fmla="*/ 23430 h 541236"/>
                <a:gd name="connsiteX48" fmla="*/ 23466 w 607336"/>
                <a:gd name="connsiteY48" fmla="*/ 0 h 541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Lst>
              <a:rect l="l" t="t" r="r" b="b"/>
              <a:pathLst>
                <a:path w="607336" h="541236">
                  <a:moveTo>
                    <a:pt x="514822" y="287718"/>
                  </a:moveTo>
                  <a:cubicBezTo>
                    <a:pt x="507429" y="287718"/>
                    <a:pt x="501327" y="293810"/>
                    <a:pt x="501327" y="301190"/>
                  </a:cubicBezTo>
                  <a:lnTo>
                    <a:pt x="501327" y="357185"/>
                  </a:lnTo>
                  <a:cubicBezTo>
                    <a:pt x="501327" y="364682"/>
                    <a:pt x="507429" y="370656"/>
                    <a:pt x="514822" y="370656"/>
                  </a:cubicBezTo>
                  <a:cubicBezTo>
                    <a:pt x="522215" y="370656"/>
                    <a:pt x="528317" y="364682"/>
                    <a:pt x="528317" y="357185"/>
                  </a:cubicBezTo>
                  <a:lnTo>
                    <a:pt x="528317" y="301190"/>
                  </a:lnTo>
                  <a:cubicBezTo>
                    <a:pt x="528317" y="293810"/>
                    <a:pt x="522215" y="287718"/>
                    <a:pt x="514822" y="287718"/>
                  </a:cubicBezTo>
                  <a:close/>
                  <a:moveTo>
                    <a:pt x="513884" y="257846"/>
                  </a:moveTo>
                  <a:cubicBezTo>
                    <a:pt x="521042" y="257846"/>
                    <a:pt x="524093" y="258315"/>
                    <a:pt x="524093" y="258315"/>
                  </a:cubicBezTo>
                  <a:cubicBezTo>
                    <a:pt x="546506" y="260423"/>
                    <a:pt x="569037" y="269795"/>
                    <a:pt x="591098" y="286664"/>
                  </a:cubicBezTo>
                  <a:cubicBezTo>
                    <a:pt x="593679" y="288655"/>
                    <a:pt x="595557" y="291467"/>
                    <a:pt x="596496" y="294630"/>
                  </a:cubicBezTo>
                  <a:cubicBezTo>
                    <a:pt x="606940" y="330710"/>
                    <a:pt x="609756" y="365268"/>
                    <a:pt x="605297" y="403457"/>
                  </a:cubicBezTo>
                  <a:cubicBezTo>
                    <a:pt x="601307" y="437312"/>
                    <a:pt x="592037" y="471166"/>
                    <a:pt x="581123" y="508770"/>
                  </a:cubicBezTo>
                  <a:cubicBezTo>
                    <a:pt x="580185" y="511933"/>
                    <a:pt x="578307" y="514744"/>
                    <a:pt x="575725" y="516736"/>
                  </a:cubicBezTo>
                  <a:cubicBezTo>
                    <a:pt x="559062" y="529622"/>
                    <a:pt x="537470" y="536650"/>
                    <a:pt x="514822" y="536650"/>
                  </a:cubicBezTo>
                  <a:cubicBezTo>
                    <a:pt x="492174" y="536650"/>
                    <a:pt x="470583" y="529622"/>
                    <a:pt x="453919" y="516736"/>
                  </a:cubicBezTo>
                  <a:cubicBezTo>
                    <a:pt x="451338" y="514744"/>
                    <a:pt x="449460" y="511933"/>
                    <a:pt x="448521" y="508770"/>
                  </a:cubicBezTo>
                  <a:cubicBezTo>
                    <a:pt x="437608" y="471166"/>
                    <a:pt x="428338" y="437312"/>
                    <a:pt x="424348" y="403457"/>
                  </a:cubicBezTo>
                  <a:cubicBezTo>
                    <a:pt x="420006" y="365268"/>
                    <a:pt x="422705" y="330710"/>
                    <a:pt x="433149" y="294630"/>
                  </a:cubicBezTo>
                  <a:cubicBezTo>
                    <a:pt x="434088" y="291467"/>
                    <a:pt x="435965" y="288655"/>
                    <a:pt x="438547" y="286664"/>
                  </a:cubicBezTo>
                  <a:cubicBezTo>
                    <a:pt x="459787" y="270381"/>
                    <a:pt x="481378" y="260892"/>
                    <a:pt x="502970" y="258315"/>
                  </a:cubicBezTo>
                  <a:cubicBezTo>
                    <a:pt x="502970" y="258315"/>
                    <a:pt x="506725" y="257846"/>
                    <a:pt x="513884" y="257846"/>
                  </a:cubicBezTo>
                  <a:close/>
                  <a:moveTo>
                    <a:pt x="23466" y="0"/>
                  </a:moveTo>
                  <a:lnTo>
                    <a:pt x="555312" y="0"/>
                  </a:lnTo>
                  <a:cubicBezTo>
                    <a:pt x="568336" y="0"/>
                    <a:pt x="578778" y="10544"/>
                    <a:pt x="578778" y="23430"/>
                  </a:cubicBezTo>
                  <a:lnTo>
                    <a:pt x="578778" y="253163"/>
                  </a:lnTo>
                  <a:cubicBezTo>
                    <a:pt x="563408" y="245548"/>
                    <a:pt x="547686" y="240979"/>
                    <a:pt x="531847" y="239339"/>
                  </a:cubicBezTo>
                  <a:lnTo>
                    <a:pt x="531847" y="46861"/>
                  </a:lnTo>
                  <a:lnTo>
                    <a:pt x="46931" y="46861"/>
                  </a:lnTo>
                  <a:lnTo>
                    <a:pt x="46931" y="346766"/>
                  </a:lnTo>
                  <a:lnTo>
                    <a:pt x="404898" y="346766"/>
                  </a:lnTo>
                  <a:cubicBezTo>
                    <a:pt x="402904" y="367502"/>
                    <a:pt x="403256" y="388589"/>
                    <a:pt x="405837" y="410730"/>
                  </a:cubicBezTo>
                  <a:cubicBezTo>
                    <a:pt x="406658" y="418111"/>
                    <a:pt x="407714" y="425374"/>
                    <a:pt x="409005" y="432638"/>
                  </a:cubicBezTo>
                  <a:lnTo>
                    <a:pt x="368175" y="432638"/>
                  </a:lnTo>
                  <a:lnTo>
                    <a:pt x="388120" y="500585"/>
                  </a:lnTo>
                  <a:lnTo>
                    <a:pt x="412407" y="500585"/>
                  </a:lnTo>
                  <a:cubicBezTo>
                    <a:pt x="418626" y="500585"/>
                    <a:pt x="423553" y="505622"/>
                    <a:pt x="423553" y="511714"/>
                  </a:cubicBezTo>
                  <a:lnTo>
                    <a:pt x="423553" y="530107"/>
                  </a:lnTo>
                  <a:cubicBezTo>
                    <a:pt x="423553" y="536199"/>
                    <a:pt x="418626" y="541236"/>
                    <a:pt x="412407" y="541236"/>
                  </a:cubicBezTo>
                  <a:lnTo>
                    <a:pt x="166371" y="541236"/>
                  </a:lnTo>
                  <a:cubicBezTo>
                    <a:pt x="160270" y="541236"/>
                    <a:pt x="155225" y="536199"/>
                    <a:pt x="155225" y="530107"/>
                  </a:cubicBezTo>
                  <a:lnTo>
                    <a:pt x="155225" y="511714"/>
                  </a:lnTo>
                  <a:cubicBezTo>
                    <a:pt x="155225" y="505622"/>
                    <a:pt x="160270" y="500585"/>
                    <a:pt x="166371" y="500585"/>
                  </a:cubicBezTo>
                  <a:lnTo>
                    <a:pt x="190658" y="500585"/>
                  </a:lnTo>
                  <a:lnTo>
                    <a:pt x="210721" y="432638"/>
                  </a:lnTo>
                  <a:lnTo>
                    <a:pt x="23466" y="432638"/>
                  </a:lnTo>
                  <a:cubicBezTo>
                    <a:pt x="10560" y="432638"/>
                    <a:pt x="0" y="422211"/>
                    <a:pt x="0" y="409207"/>
                  </a:cubicBezTo>
                  <a:lnTo>
                    <a:pt x="0" y="23430"/>
                  </a:lnTo>
                  <a:cubicBezTo>
                    <a:pt x="0" y="10544"/>
                    <a:pt x="10560" y="0"/>
                    <a:pt x="23466" y="0"/>
                  </a:cubicBezTo>
                  <a:close/>
                </a:path>
              </a:pathLst>
            </a:custGeom>
            <a:solidFill>
              <a:schemeClr val="bg1"/>
            </a:solidFill>
            <a:ln w="1270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defTabSz="914400"/>
              <a:endParaRPr lang="zh-CN" altLang="en-US" sz="2400" b="1" dirty="0">
                <a:solidFill>
                  <a:schemeClr val="bg1"/>
                </a:solidFill>
              </a:endParaRPr>
            </a:p>
          </p:txBody>
        </p:sp>
        <p:sp>
          <p:nvSpPr>
            <p:cNvPr id="47" name="îŝľîḓè"/>
            <p:cNvSpPr txBox="1"/>
            <p:nvPr/>
          </p:nvSpPr>
          <p:spPr>
            <a:xfrm>
              <a:off x="4882718" y="3233565"/>
              <a:ext cx="7633209" cy="801176"/>
            </a:xfrm>
            <a:prstGeom prst="rect">
              <a:avLst/>
            </a:prstGeom>
            <a:noFill/>
          </p:spPr>
          <p:txBody>
            <a:bodyPr wrap="square" lIns="91440" tIns="45720" rIns="91440" bIns="45720" rtlCol="0" anchor="ctr" anchorCtr="0">
              <a:no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nSpc>
                  <a:spcPct val="130000"/>
                </a:lnSpc>
              </a:pPr>
              <a:r>
                <a:rPr lang="zh-CN" altLang="en-US" sz="2400" dirty="0">
                  <a:solidFill>
                    <a:srgbClr val="0000FF"/>
                  </a:solidFill>
                </a:rPr>
                <a:t>计算机系统资源的管理者</a:t>
              </a:r>
              <a:endParaRPr lang="zh-CN" altLang="en-US" sz="2400" dirty="0">
                <a:solidFill>
                  <a:srgbClr val="0000FF"/>
                </a:solidFill>
              </a:endParaRPr>
            </a:p>
            <a:p>
              <a:pPr marL="342900" indent="-342900">
                <a:lnSpc>
                  <a:spcPct val="130000"/>
                </a:lnSpc>
                <a:buClr>
                  <a:srgbClr val="FF0000"/>
                </a:buClr>
                <a:buFont typeface="Wingdings" panose="05000000000000000000" pitchFamily="2" charset="2"/>
                <a:buChar char="Ø"/>
              </a:pPr>
              <a:r>
                <a:rPr lang="zh-CN" altLang="en-US" sz="2400" dirty="0">
                  <a:solidFill>
                    <a:srgbClr val="FF0000"/>
                  </a:solidFill>
                </a:rPr>
                <a:t>处理机管理、存储器管理、</a:t>
              </a:r>
              <a:r>
                <a:rPr lang="en-US" altLang="zh-CN" sz="2400" dirty="0">
                  <a:solidFill>
                    <a:srgbClr val="FF0000"/>
                  </a:solidFill>
                </a:rPr>
                <a:t>I/O</a:t>
              </a:r>
              <a:r>
                <a:rPr lang="zh-CN" altLang="en-US" sz="2400" dirty="0">
                  <a:solidFill>
                    <a:srgbClr val="FF0000"/>
                  </a:solidFill>
                </a:rPr>
                <a:t>设备管理、文件管理。</a:t>
              </a:r>
              <a:endParaRPr lang="zh-CN" altLang="en-US" sz="2400" dirty="0">
                <a:solidFill>
                  <a:srgbClr val="FF0000"/>
                </a:solidFill>
              </a:endParaRPr>
            </a:p>
          </p:txBody>
        </p:sp>
      </p:grpSp>
      <p:grpSp>
        <p:nvGrpSpPr>
          <p:cNvPr id="48" name="ïSlíḍê"/>
          <p:cNvGrpSpPr/>
          <p:nvPr/>
        </p:nvGrpSpPr>
        <p:grpSpPr>
          <a:xfrm>
            <a:off x="1016751" y="4473364"/>
            <a:ext cx="8378931" cy="1311067"/>
            <a:chOff x="4136995" y="4714289"/>
            <a:chExt cx="8378931" cy="1311067"/>
          </a:xfrm>
        </p:grpSpPr>
        <p:sp>
          <p:nvSpPr>
            <p:cNvPr id="49" name="ïsľíḓê"/>
            <p:cNvSpPr/>
            <p:nvPr/>
          </p:nvSpPr>
          <p:spPr>
            <a:xfrm>
              <a:off x="4136995" y="5187860"/>
              <a:ext cx="408372" cy="363926"/>
            </a:xfrm>
            <a:custGeom>
              <a:avLst/>
              <a:gdLst>
                <a:gd name="connsiteX0" fmla="*/ 514822 w 607336"/>
                <a:gd name="connsiteY0" fmla="*/ 287718 h 541236"/>
                <a:gd name="connsiteX1" fmla="*/ 501327 w 607336"/>
                <a:gd name="connsiteY1" fmla="*/ 301190 h 541236"/>
                <a:gd name="connsiteX2" fmla="*/ 501327 w 607336"/>
                <a:gd name="connsiteY2" fmla="*/ 357185 h 541236"/>
                <a:gd name="connsiteX3" fmla="*/ 514822 w 607336"/>
                <a:gd name="connsiteY3" fmla="*/ 370656 h 541236"/>
                <a:gd name="connsiteX4" fmla="*/ 528317 w 607336"/>
                <a:gd name="connsiteY4" fmla="*/ 357185 h 541236"/>
                <a:gd name="connsiteX5" fmla="*/ 528317 w 607336"/>
                <a:gd name="connsiteY5" fmla="*/ 301190 h 541236"/>
                <a:gd name="connsiteX6" fmla="*/ 514822 w 607336"/>
                <a:gd name="connsiteY6" fmla="*/ 287718 h 541236"/>
                <a:gd name="connsiteX7" fmla="*/ 513884 w 607336"/>
                <a:gd name="connsiteY7" fmla="*/ 257846 h 541236"/>
                <a:gd name="connsiteX8" fmla="*/ 524093 w 607336"/>
                <a:gd name="connsiteY8" fmla="*/ 258315 h 541236"/>
                <a:gd name="connsiteX9" fmla="*/ 591098 w 607336"/>
                <a:gd name="connsiteY9" fmla="*/ 286664 h 541236"/>
                <a:gd name="connsiteX10" fmla="*/ 596496 w 607336"/>
                <a:gd name="connsiteY10" fmla="*/ 294630 h 541236"/>
                <a:gd name="connsiteX11" fmla="*/ 605297 w 607336"/>
                <a:gd name="connsiteY11" fmla="*/ 403457 h 541236"/>
                <a:gd name="connsiteX12" fmla="*/ 581123 w 607336"/>
                <a:gd name="connsiteY12" fmla="*/ 508770 h 541236"/>
                <a:gd name="connsiteX13" fmla="*/ 575725 w 607336"/>
                <a:gd name="connsiteY13" fmla="*/ 516736 h 541236"/>
                <a:gd name="connsiteX14" fmla="*/ 514822 w 607336"/>
                <a:gd name="connsiteY14" fmla="*/ 536650 h 541236"/>
                <a:gd name="connsiteX15" fmla="*/ 453919 w 607336"/>
                <a:gd name="connsiteY15" fmla="*/ 516736 h 541236"/>
                <a:gd name="connsiteX16" fmla="*/ 448521 w 607336"/>
                <a:gd name="connsiteY16" fmla="*/ 508770 h 541236"/>
                <a:gd name="connsiteX17" fmla="*/ 424348 w 607336"/>
                <a:gd name="connsiteY17" fmla="*/ 403457 h 541236"/>
                <a:gd name="connsiteX18" fmla="*/ 433149 w 607336"/>
                <a:gd name="connsiteY18" fmla="*/ 294630 h 541236"/>
                <a:gd name="connsiteX19" fmla="*/ 438547 w 607336"/>
                <a:gd name="connsiteY19" fmla="*/ 286664 h 541236"/>
                <a:gd name="connsiteX20" fmla="*/ 502970 w 607336"/>
                <a:gd name="connsiteY20" fmla="*/ 258315 h 541236"/>
                <a:gd name="connsiteX21" fmla="*/ 513884 w 607336"/>
                <a:gd name="connsiteY21" fmla="*/ 257846 h 541236"/>
                <a:gd name="connsiteX22" fmla="*/ 23466 w 607336"/>
                <a:gd name="connsiteY22" fmla="*/ 0 h 541236"/>
                <a:gd name="connsiteX23" fmla="*/ 555312 w 607336"/>
                <a:gd name="connsiteY23" fmla="*/ 0 h 541236"/>
                <a:gd name="connsiteX24" fmla="*/ 578778 w 607336"/>
                <a:gd name="connsiteY24" fmla="*/ 23430 h 541236"/>
                <a:gd name="connsiteX25" fmla="*/ 578778 w 607336"/>
                <a:gd name="connsiteY25" fmla="*/ 253163 h 541236"/>
                <a:gd name="connsiteX26" fmla="*/ 531847 w 607336"/>
                <a:gd name="connsiteY26" fmla="*/ 239339 h 541236"/>
                <a:gd name="connsiteX27" fmla="*/ 531847 w 607336"/>
                <a:gd name="connsiteY27" fmla="*/ 46861 h 541236"/>
                <a:gd name="connsiteX28" fmla="*/ 46931 w 607336"/>
                <a:gd name="connsiteY28" fmla="*/ 46861 h 541236"/>
                <a:gd name="connsiteX29" fmla="*/ 46931 w 607336"/>
                <a:gd name="connsiteY29" fmla="*/ 346766 h 541236"/>
                <a:gd name="connsiteX30" fmla="*/ 404898 w 607336"/>
                <a:gd name="connsiteY30" fmla="*/ 346766 h 541236"/>
                <a:gd name="connsiteX31" fmla="*/ 405837 w 607336"/>
                <a:gd name="connsiteY31" fmla="*/ 410730 h 541236"/>
                <a:gd name="connsiteX32" fmla="*/ 409005 w 607336"/>
                <a:gd name="connsiteY32" fmla="*/ 432638 h 541236"/>
                <a:gd name="connsiteX33" fmla="*/ 368175 w 607336"/>
                <a:gd name="connsiteY33" fmla="*/ 432638 h 541236"/>
                <a:gd name="connsiteX34" fmla="*/ 388120 w 607336"/>
                <a:gd name="connsiteY34" fmla="*/ 500585 h 541236"/>
                <a:gd name="connsiteX35" fmla="*/ 412407 w 607336"/>
                <a:gd name="connsiteY35" fmla="*/ 500585 h 541236"/>
                <a:gd name="connsiteX36" fmla="*/ 423553 w 607336"/>
                <a:gd name="connsiteY36" fmla="*/ 511714 h 541236"/>
                <a:gd name="connsiteX37" fmla="*/ 423553 w 607336"/>
                <a:gd name="connsiteY37" fmla="*/ 530107 h 541236"/>
                <a:gd name="connsiteX38" fmla="*/ 412407 w 607336"/>
                <a:gd name="connsiteY38" fmla="*/ 541236 h 541236"/>
                <a:gd name="connsiteX39" fmla="*/ 166371 w 607336"/>
                <a:gd name="connsiteY39" fmla="*/ 541236 h 541236"/>
                <a:gd name="connsiteX40" fmla="*/ 155225 w 607336"/>
                <a:gd name="connsiteY40" fmla="*/ 530107 h 541236"/>
                <a:gd name="connsiteX41" fmla="*/ 155225 w 607336"/>
                <a:gd name="connsiteY41" fmla="*/ 511714 h 541236"/>
                <a:gd name="connsiteX42" fmla="*/ 166371 w 607336"/>
                <a:gd name="connsiteY42" fmla="*/ 500585 h 541236"/>
                <a:gd name="connsiteX43" fmla="*/ 190658 w 607336"/>
                <a:gd name="connsiteY43" fmla="*/ 500585 h 541236"/>
                <a:gd name="connsiteX44" fmla="*/ 210721 w 607336"/>
                <a:gd name="connsiteY44" fmla="*/ 432638 h 541236"/>
                <a:gd name="connsiteX45" fmla="*/ 23466 w 607336"/>
                <a:gd name="connsiteY45" fmla="*/ 432638 h 541236"/>
                <a:gd name="connsiteX46" fmla="*/ 0 w 607336"/>
                <a:gd name="connsiteY46" fmla="*/ 409207 h 541236"/>
                <a:gd name="connsiteX47" fmla="*/ 0 w 607336"/>
                <a:gd name="connsiteY47" fmla="*/ 23430 h 541236"/>
                <a:gd name="connsiteX48" fmla="*/ 23466 w 607336"/>
                <a:gd name="connsiteY48" fmla="*/ 0 h 541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Lst>
              <a:rect l="l" t="t" r="r" b="b"/>
              <a:pathLst>
                <a:path w="607336" h="541236">
                  <a:moveTo>
                    <a:pt x="514822" y="287718"/>
                  </a:moveTo>
                  <a:cubicBezTo>
                    <a:pt x="507429" y="287718"/>
                    <a:pt x="501327" y="293810"/>
                    <a:pt x="501327" y="301190"/>
                  </a:cubicBezTo>
                  <a:lnTo>
                    <a:pt x="501327" y="357185"/>
                  </a:lnTo>
                  <a:cubicBezTo>
                    <a:pt x="501327" y="364682"/>
                    <a:pt x="507429" y="370656"/>
                    <a:pt x="514822" y="370656"/>
                  </a:cubicBezTo>
                  <a:cubicBezTo>
                    <a:pt x="522215" y="370656"/>
                    <a:pt x="528317" y="364682"/>
                    <a:pt x="528317" y="357185"/>
                  </a:cubicBezTo>
                  <a:lnTo>
                    <a:pt x="528317" y="301190"/>
                  </a:lnTo>
                  <a:cubicBezTo>
                    <a:pt x="528317" y="293810"/>
                    <a:pt x="522215" y="287718"/>
                    <a:pt x="514822" y="287718"/>
                  </a:cubicBezTo>
                  <a:close/>
                  <a:moveTo>
                    <a:pt x="513884" y="257846"/>
                  </a:moveTo>
                  <a:cubicBezTo>
                    <a:pt x="521042" y="257846"/>
                    <a:pt x="524093" y="258315"/>
                    <a:pt x="524093" y="258315"/>
                  </a:cubicBezTo>
                  <a:cubicBezTo>
                    <a:pt x="546506" y="260423"/>
                    <a:pt x="569037" y="269795"/>
                    <a:pt x="591098" y="286664"/>
                  </a:cubicBezTo>
                  <a:cubicBezTo>
                    <a:pt x="593679" y="288655"/>
                    <a:pt x="595557" y="291467"/>
                    <a:pt x="596496" y="294630"/>
                  </a:cubicBezTo>
                  <a:cubicBezTo>
                    <a:pt x="606940" y="330710"/>
                    <a:pt x="609756" y="365268"/>
                    <a:pt x="605297" y="403457"/>
                  </a:cubicBezTo>
                  <a:cubicBezTo>
                    <a:pt x="601307" y="437312"/>
                    <a:pt x="592037" y="471166"/>
                    <a:pt x="581123" y="508770"/>
                  </a:cubicBezTo>
                  <a:cubicBezTo>
                    <a:pt x="580185" y="511933"/>
                    <a:pt x="578307" y="514744"/>
                    <a:pt x="575725" y="516736"/>
                  </a:cubicBezTo>
                  <a:cubicBezTo>
                    <a:pt x="559062" y="529622"/>
                    <a:pt x="537470" y="536650"/>
                    <a:pt x="514822" y="536650"/>
                  </a:cubicBezTo>
                  <a:cubicBezTo>
                    <a:pt x="492174" y="536650"/>
                    <a:pt x="470583" y="529622"/>
                    <a:pt x="453919" y="516736"/>
                  </a:cubicBezTo>
                  <a:cubicBezTo>
                    <a:pt x="451338" y="514744"/>
                    <a:pt x="449460" y="511933"/>
                    <a:pt x="448521" y="508770"/>
                  </a:cubicBezTo>
                  <a:cubicBezTo>
                    <a:pt x="437608" y="471166"/>
                    <a:pt x="428338" y="437312"/>
                    <a:pt x="424348" y="403457"/>
                  </a:cubicBezTo>
                  <a:cubicBezTo>
                    <a:pt x="420006" y="365268"/>
                    <a:pt x="422705" y="330710"/>
                    <a:pt x="433149" y="294630"/>
                  </a:cubicBezTo>
                  <a:cubicBezTo>
                    <a:pt x="434088" y="291467"/>
                    <a:pt x="435965" y="288655"/>
                    <a:pt x="438547" y="286664"/>
                  </a:cubicBezTo>
                  <a:cubicBezTo>
                    <a:pt x="459787" y="270381"/>
                    <a:pt x="481378" y="260892"/>
                    <a:pt x="502970" y="258315"/>
                  </a:cubicBezTo>
                  <a:cubicBezTo>
                    <a:pt x="502970" y="258315"/>
                    <a:pt x="506725" y="257846"/>
                    <a:pt x="513884" y="257846"/>
                  </a:cubicBezTo>
                  <a:close/>
                  <a:moveTo>
                    <a:pt x="23466" y="0"/>
                  </a:moveTo>
                  <a:lnTo>
                    <a:pt x="555312" y="0"/>
                  </a:lnTo>
                  <a:cubicBezTo>
                    <a:pt x="568336" y="0"/>
                    <a:pt x="578778" y="10544"/>
                    <a:pt x="578778" y="23430"/>
                  </a:cubicBezTo>
                  <a:lnTo>
                    <a:pt x="578778" y="253163"/>
                  </a:lnTo>
                  <a:cubicBezTo>
                    <a:pt x="563408" y="245548"/>
                    <a:pt x="547686" y="240979"/>
                    <a:pt x="531847" y="239339"/>
                  </a:cubicBezTo>
                  <a:lnTo>
                    <a:pt x="531847" y="46861"/>
                  </a:lnTo>
                  <a:lnTo>
                    <a:pt x="46931" y="46861"/>
                  </a:lnTo>
                  <a:lnTo>
                    <a:pt x="46931" y="346766"/>
                  </a:lnTo>
                  <a:lnTo>
                    <a:pt x="404898" y="346766"/>
                  </a:lnTo>
                  <a:cubicBezTo>
                    <a:pt x="402904" y="367502"/>
                    <a:pt x="403256" y="388589"/>
                    <a:pt x="405837" y="410730"/>
                  </a:cubicBezTo>
                  <a:cubicBezTo>
                    <a:pt x="406658" y="418111"/>
                    <a:pt x="407714" y="425374"/>
                    <a:pt x="409005" y="432638"/>
                  </a:cubicBezTo>
                  <a:lnTo>
                    <a:pt x="368175" y="432638"/>
                  </a:lnTo>
                  <a:lnTo>
                    <a:pt x="388120" y="500585"/>
                  </a:lnTo>
                  <a:lnTo>
                    <a:pt x="412407" y="500585"/>
                  </a:lnTo>
                  <a:cubicBezTo>
                    <a:pt x="418626" y="500585"/>
                    <a:pt x="423553" y="505622"/>
                    <a:pt x="423553" y="511714"/>
                  </a:cubicBezTo>
                  <a:lnTo>
                    <a:pt x="423553" y="530107"/>
                  </a:lnTo>
                  <a:cubicBezTo>
                    <a:pt x="423553" y="536199"/>
                    <a:pt x="418626" y="541236"/>
                    <a:pt x="412407" y="541236"/>
                  </a:cubicBezTo>
                  <a:lnTo>
                    <a:pt x="166371" y="541236"/>
                  </a:lnTo>
                  <a:cubicBezTo>
                    <a:pt x="160270" y="541236"/>
                    <a:pt x="155225" y="536199"/>
                    <a:pt x="155225" y="530107"/>
                  </a:cubicBezTo>
                  <a:lnTo>
                    <a:pt x="155225" y="511714"/>
                  </a:lnTo>
                  <a:cubicBezTo>
                    <a:pt x="155225" y="505622"/>
                    <a:pt x="160270" y="500585"/>
                    <a:pt x="166371" y="500585"/>
                  </a:cubicBezTo>
                  <a:lnTo>
                    <a:pt x="190658" y="500585"/>
                  </a:lnTo>
                  <a:lnTo>
                    <a:pt x="210721" y="432638"/>
                  </a:lnTo>
                  <a:lnTo>
                    <a:pt x="23466" y="432638"/>
                  </a:lnTo>
                  <a:cubicBezTo>
                    <a:pt x="10560" y="432638"/>
                    <a:pt x="0" y="422211"/>
                    <a:pt x="0" y="409207"/>
                  </a:cubicBezTo>
                  <a:lnTo>
                    <a:pt x="0" y="23430"/>
                  </a:lnTo>
                  <a:cubicBezTo>
                    <a:pt x="0" y="10544"/>
                    <a:pt x="10560" y="0"/>
                    <a:pt x="23466" y="0"/>
                  </a:cubicBezTo>
                  <a:close/>
                </a:path>
              </a:pathLst>
            </a:custGeom>
            <a:solidFill>
              <a:schemeClr val="bg1"/>
            </a:solidFill>
            <a:ln w="1270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defTabSz="914400"/>
              <a:endParaRPr lang="zh-CN" altLang="en-US" sz="2400" b="1" dirty="0">
                <a:solidFill>
                  <a:schemeClr val="bg1"/>
                </a:solidFill>
              </a:endParaRPr>
            </a:p>
          </p:txBody>
        </p:sp>
        <p:sp>
          <p:nvSpPr>
            <p:cNvPr id="50" name="íṧļîḋê"/>
            <p:cNvSpPr txBox="1"/>
            <p:nvPr/>
          </p:nvSpPr>
          <p:spPr>
            <a:xfrm>
              <a:off x="4882717" y="4714289"/>
              <a:ext cx="7633209" cy="1311067"/>
            </a:xfrm>
            <a:prstGeom prst="rect">
              <a:avLst/>
            </a:prstGeom>
            <a:noFill/>
          </p:spPr>
          <p:txBody>
            <a:bodyPr wrap="square" lIns="91440" tIns="45720" rIns="91440" bIns="45720" rtlCol="0" anchor="ctr" anchorCtr="0">
              <a:no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nSpc>
                  <a:spcPct val="130000"/>
                </a:lnSpc>
              </a:pPr>
              <a:endParaRPr lang="zh-CN" altLang="en-US" sz="2400" dirty="0"/>
            </a:p>
            <a:p>
              <a:pPr>
                <a:lnSpc>
                  <a:spcPct val="130000"/>
                </a:lnSpc>
              </a:pPr>
              <a:r>
                <a:rPr lang="zh-CN" altLang="en-US" sz="2400" dirty="0">
                  <a:solidFill>
                    <a:srgbClr val="0000FF"/>
                  </a:solidFill>
                </a:rPr>
                <a:t>实现对计算机资源的抽象</a:t>
              </a:r>
              <a:endParaRPr lang="zh-CN" altLang="en-US" sz="2400" dirty="0">
                <a:solidFill>
                  <a:srgbClr val="0000FF"/>
                </a:solidFill>
              </a:endParaRPr>
            </a:p>
            <a:p>
              <a:pPr marL="342900" indent="-342900">
                <a:lnSpc>
                  <a:spcPct val="130000"/>
                </a:lnSpc>
                <a:buClr>
                  <a:srgbClr val="FF0000"/>
                </a:buClr>
                <a:buFont typeface="Wingdings" panose="05000000000000000000" pitchFamily="2" charset="2"/>
                <a:buChar char="Ø"/>
              </a:pPr>
              <a:r>
                <a:rPr lang="zh-CN" altLang="en-US" sz="2400" dirty="0"/>
                <a:t>裸机：无软件的计算机系统。</a:t>
              </a:r>
              <a:endParaRPr lang="zh-CN" altLang="en-US" sz="2400" dirty="0"/>
            </a:p>
            <a:p>
              <a:pPr marL="342900" indent="-342900">
                <a:lnSpc>
                  <a:spcPct val="130000"/>
                </a:lnSpc>
                <a:buClr>
                  <a:srgbClr val="FF0000"/>
                </a:buClr>
                <a:buFont typeface="Wingdings" panose="05000000000000000000" pitchFamily="2" charset="2"/>
                <a:buChar char="Ø"/>
              </a:pPr>
              <a:r>
                <a:rPr lang="zh-CN" altLang="en-US" sz="2400" dirty="0"/>
                <a:t>虚拟机：覆盖了软件的机器，向用户提供一个对硬件操作的抽象模型。</a:t>
              </a:r>
              <a:endParaRPr lang="zh-CN" altLang="en-US" sz="2400" dirty="0"/>
            </a:p>
          </p:txBody>
        </p:sp>
      </p:grpSp>
    </p:spTree>
  </p:cSld>
  <p:clrMapOvr>
    <a:masterClrMapping/>
  </p:clrMapOvr>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文本占位符 13"/>
          <p:cNvSpPr txBox="1"/>
          <p:nvPr/>
        </p:nvSpPr>
        <p:spPr>
          <a:xfrm>
            <a:off x="669925" y="5602927"/>
            <a:ext cx="10850563" cy="296271"/>
          </a:xfrm>
          <a:prstGeom prst="rect">
            <a:avLst/>
          </a:prstGeom>
        </p:spPr>
        <p:txBody>
          <a:bodyPr vert="horz" anchor="ctr">
            <a:noAutofit/>
          </a:bodyPr>
          <a:lstStyle>
            <a:lvl1pPr marL="0" indent="0" algn="r" defTabSz="914400" rtl="0" eaLnBrk="1" latinLnBrk="0" hangingPunct="1">
              <a:lnSpc>
                <a:spcPct val="90000"/>
              </a:lnSpc>
              <a:spcBef>
                <a:spcPts val="1000"/>
              </a:spcBef>
              <a:buFont typeface="Arial" panose="020B0604020202090204" pitchFamily="34" charset="0"/>
              <a:buNone/>
              <a:defRPr sz="1500" b="0" kern="1200">
                <a:solidFill>
                  <a:schemeClr val="bg1"/>
                </a:solidFill>
                <a:latin typeface="+mn-lt"/>
                <a:ea typeface="+mn-ea"/>
                <a:cs typeface="+mn-cs"/>
              </a:defRPr>
            </a:lvl1pPr>
            <a:lvl2pPr marL="457200" indent="0" algn="l"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90204" pitchFamily="34" charset="0"/>
              <a:buNone/>
              <a:defRPr sz="1400"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90204" pitchFamily="34" charset="0"/>
              <a:buNone/>
              <a:defRPr sz="12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90204" pitchFamily="34" charset="0"/>
              <a:buNone/>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r>
              <a:rPr lang="en-US" altLang="zh-CN"/>
              <a:t>Date</a:t>
            </a:r>
            <a:endParaRPr lang="zh-CN" altLang="en-US" dirty="0"/>
          </a:p>
        </p:txBody>
      </p:sp>
      <p:sp>
        <p:nvSpPr>
          <p:cNvPr id="20" name="矩形 19"/>
          <p:cNvSpPr/>
          <p:nvPr/>
        </p:nvSpPr>
        <p:spPr>
          <a:xfrm>
            <a:off x="771525" y="257830"/>
            <a:ext cx="1980029" cy="523220"/>
          </a:xfrm>
          <a:prstGeom prst="rect">
            <a:avLst/>
          </a:prstGeom>
        </p:spPr>
        <p:txBody>
          <a:bodyPr wrap="none">
            <a:spAutoFit/>
          </a:bodyPr>
          <a:lstStyle/>
          <a:p>
            <a:r>
              <a:rPr lang="zh-CN" altLang="en-US" sz="2800" b="1" dirty="0">
                <a:solidFill>
                  <a:srgbClr val="FF0000"/>
                </a:solidFill>
              </a:rPr>
              <a:t>内容导航：</a:t>
            </a:r>
            <a:endParaRPr lang="zh-CN" altLang="en-US" sz="2800" b="1" dirty="0">
              <a:solidFill>
                <a:srgbClr val="FF0000"/>
              </a:solidFill>
            </a:endParaRPr>
          </a:p>
        </p:txBody>
      </p:sp>
      <p:sp>
        <p:nvSpPr>
          <p:cNvPr id="22" name="矩形 21"/>
          <p:cNvSpPr/>
          <p:nvPr/>
        </p:nvSpPr>
        <p:spPr>
          <a:xfrm>
            <a:off x="1696469" y="1737498"/>
            <a:ext cx="4500146" cy="461665"/>
          </a:xfrm>
          <a:prstGeom prst="rect">
            <a:avLst/>
          </a:prstGeom>
        </p:spPr>
        <p:txBody>
          <a:bodyPr wrap="square">
            <a:spAutoFit/>
          </a:bodyPr>
          <a:lstStyle/>
          <a:p>
            <a:r>
              <a:rPr lang="en-US" altLang="zh-CN" sz="2400" dirty="0">
                <a:solidFill>
                  <a:srgbClr val="00005C"/>
                </a:solidFill>
                <a:latin typeface="+mj-ea"/>
                <a:ea typeface="+mj-ea"/>
              </a:rPr>
              <a:t>1.1 </a:t>
            </a:r>
            <a:r>
              <a:rPr lang="zh-CN" altLang="en-US" sz="2400" dirty="0">
                <a:solidFill>
                  <a:srgbClr val="00005C"/>
                </a:solidFill>
                <a:latin typeface="+mj-ea"/>
                <a:ea typeface="+mj-ea"/>
              </a:rPr>
              <a:t>操作系统的目标和作用</a:t>
            </a:r>
            <a:endParaRPr lang="en-US" altLang="zh-CN" sz="2400" dirty="0">
              <a:solidFill>
                <a:srgbClr val="00005C"/>
              </a:solidFill>
              <a:latin typeface="+mj-ea"/>
              <a:ea typeface="+mj-ea"/>
            </a:endParaRPr>
          </a:p>
        </p:txBody>
      </p:sp>
      <p:sp>
        <p:nvSpPr>
          <p:cNvPr id="23" name="矩形 22"/>
          <p:cNvSpPr/>
          <p:nvPr/>
        </p:nvSpPr>
        <p:spPr>
          <a:xfrm>
            <a:off x="1696469" y="2375673"/>
            <a:ext cx="3682150" cy="461665"/>
          </a:xfrm>
          <a:prstGeom prst="rect">
            <a:avLst/>
          </a:prstGeom>
        </p:spPr>
        <p:txBody>
          <a:bodyPr wrap="square">
            <a:spAutoFit/>
          </a:bodyPr>
          <a:lstStyle/>
          <a:p>
            <a:r>
              <a:rPr lang="en-US" altLang="zh-CN" sz="2400" b="1" dirty="0">
                <a:solidFill>
                  <a:srgbClr val="0000FF"/>
                </a:solidFill>
                <a:latin typeface="+mj-ea"/>
              </a:rPr>
              <a:t>1.2 </a:t>
            </a:r>
            <a:r>
              <a:rPr lang="zh-CN" altLang="en-US" sz="2400" b="1" dirty="0">
                <a:solidFill>
                  <a:srgbClr val="0000FF"/>
                </a:solidFill>
                <a:latin typeface="+mj-ea"/>
              </a:rPr>
              <a:t>操作系统的发展过程</a:t>
            </a:r>
            <a:endParaRPr lang="en-US" altLang="zh-CN" sz="2400" b="1" dirty="0">
              <a:solidFill>
                <a:srgbClr val="0000FF"/>
              </a:solidFill>
              <a:latin typeface="+mj-ea"/>
            </a:endParaRPr>
          </a:p>
        </p:txBody>
      </p:sp>
      <p:sp>
        <p:nvSpPr>
          <p:cNvPr id="24" name="矩形 23"/>
          <p:cNvSpPr/>
          <p:nvPr/>
        </p:nvSpPr>
        <p:spPr>
          <a:xfrm>
            <a:off x="1696468" y="2994798"/>
            <a:ext cx="3488967" cy="400110"/>
          </a:xfrm>
          <a:prstGeom prst="rect">
            <a:avLst/>
          </a:prstGeom>
        </p:spPr>
        <p:txBody>
          <a:bodyPr wrap="square">
            <a:spAutoFit/>
          </a:bodyPr>
          <a:lstStyle/>
          <a:p>
            <a:r>
              <a:rPr lang="en-US" altLang="zh-CN" sz="2400" dirty="0">
                <a:latin typeface="+mj-ea"/>
              </a:rPr>
              <a:t>1.3 </a:t>
            </a:r>
            <a:r>
              <a:rPr lang="zh-CN" altLang="en-US" sz="2400" dirty="0">
                <a:latin typeface="+mj-ea"/>
              </a:rPr>
              <a:t>操作系统的基本特征</a:t>
            </a:r>
            <a:endParaRPr lang="en-US" altLang="zh-CN" sz="2400" dirty="0">
              <a:latin typeface="+mj-ea"/>
            </a:endParaRPr>
          </a:p>
        </p:txBody>
      </p:sp>
      <p:sp>
        <p:nvSpPr>
          <p:cNvPr id="25" name="矩形 24"/>
          <p:cNvSpPr/>
          <p:nvPr/>
        </p:nvSpPr>
        <p:spPr>
          <a:xfrm>
            <a:off x="1696468" y="3613923"/>
            <a:ext cx="3488967" cy="400110"/>
          </a:xfrm>
          <a:prstGeom prst="rect">
            <a:avLst/>
          </a:prstGeom>
        </p:spPr>
        <p:txBody>
          <a:bodyPr wrap="square">
            <a:spAutoFit/>
          </a:bodyPr>
          <a:lstStyle/>
          <a:p>
            <a:r>
              <a:rPr lang="en-US" altLang="zh-CN" sz="2400" dirty="0">
                <a:latin typeface="+mj-ea"/>
              </a:rPr>
              <a:t>1.4 </a:t>
            </a:r>
            <a:r>
              <a:rPr lang="zh-CN" altLang="en-US" sz="2400" dirty="0">
                <a:latin typeface="+mj-ea"/>
              </a:rPr>
              <a:t>操作系统的运行环境</a:t>
            </a:r>
            <a:endParaRPr lang="zh-CN" altLang="en-US" sz="2400" dirty="0">
              <a:latin typeface="+mj-ea"/>
            </a:endParaRPr>
          </a:p>
        </p:txBody>
      </p:sp>
      <p:sp>
        <p:nvSpPr>
          <p:cNvPr id="27" name="矩形 26"/>
          <p:cNvSpPr/>
          <p:nvPr/>
        </p:nvSpPr>
        <p:spPr>
          <a:xfrm>
            <a:off x="1696469" y="4233048"/>
            <a:ext cx="3905342" cy="461665"/>
          </a:xfrm>
          <a:prstGeom prst="rect">
            <a:avLst/>
          </a:prstGeom>
        </p:spPr>
        <p:txBody>
          <a:bodyPr wrap="square">
            <a:spAutoFit/>
          </a:bodyPr>
          <a:lstStyle/>
          <a:p>
            <a:r>
              <a:rPr lang="en-US" altLang="zh-CN" sz="2400" dirty="0">
                <a:latin typeface="+mj-ea"/>
              </a:rPr>
              <a:t>1.5 </a:t>
            </a:r>
            <a:r>
              <a:rPr lang="zh-CN" altLang="en-US" sz="2400" dirty="0">
                <a:latin typeface="+mj-ea"/>
              </a:rPr>
              <a:t>操作系统的主要功能</a:t>
            </a:r>
            <a:endParaRPr lang="zh-CN" altLang="en-US" sz="2400" dirty="0">
              <a:latin typeface="+mj-ea"/>
            </a:endParaRPr>
          </a:p>
        </p:txBody>
      </p:sp>
      <p:sp>
        <p:nvSpPr>
          <p:cNvPr id="28" name="矩形 27"/>
          <p:cNvSpPr/>
          <p:nvPr/>
        </p:nvSpPr>
        <p:spPr>
          <a:xfrm>
            <a:off x="1696468" y="4852173"/>
            <a:ext cx="3682151" cy="400110"/>
          </a:xfrm>
          <a:prstGeom prst="rect">
            <a:avLst/>
          </a:prstGeom>
        </p:spPr>
        <p:txBody>
          <a:bodyPr wrap="square">
            <a:spAutoFit/>
          </a:bodyPr>
          <a:lstStyle/>
          <a:p>
            <a:r>
              <a:rPr lang="en-US" altLang="zh-CN" sz="2400" dirty="0">
                <a:latin typeface="+mj-ea"/>
              </a:rPr>
              <a:t>1.6 </a:t>
            </a:r>
            <a:r>
              <a:rPr lang="zh-CN" altLang="en-US" sz="2400" dirty="0">
                <a:latin typeface="+mj-ea"/>
              </a:rPr>
              <a:t>操作系统的结构设计</a:t>
            </a:r>
            <a:endParaRPr lang="zh-CN" altLang="en-US" sz="2400" dirty="0">
              <a:latin typeface="+mj-ea"/>
            </a:endParaRPr>
          </a:p>
        </p:txBody>
      </p:sp>
      <p:sp>
        <p:nvSpPr>
          <p:cNvPr id="29" name="矩形 28"/>
          <p:cNvSpPr/>
          <p:nvPr/>
        </p:nvSpPr>
        <p:spPr>
          <a:xfrm>
            <a:off x="1696469" y="5471298"/>
            <a:ext cx="2587446" cy="400110"/>
          </a:xfrm>
          <a:prstGeom prst="rect">
            <a:avLst/>
          </a:prstGeom>
        </p:spPr>
        <p:txBody>
          <a:bodyPr wrap="square">
            <a:spAutoFit/>
          </a:bodyPr>
          <a:lstStyle/>
          <a:p>
            <a:r>
              <a:rPr lang="en-US" altLang="zh-CN" sz="2400" dirty="0">
                <a:latin typeface="+mj-ea"/>
              </a:rPr>
              <a:t>1.7 </a:t>
            </a:r>
            <a:r>
              <a:rPr lang="zh-CN" altLang="en-US" sz="2400" dirty="0">
                <a:latin typeface="+mj-ea"/>
              </a:rPr>
              <a:t>系统调用</a:t>
            </a:r>
            <a:endParaRPr lang="zh-CN" altLang="en-US" sz="2400" dirty="0">
              <a:latin typeface="+mj-ea"/>
            </a:endParaRPr>
          </a:p>
        </p:txBody>
      </p:sp>
      <p:sp>
        <p:nvSpPr>
          <p:cNvPr id="3" name="矩形 2"/>
          <p:cNvSpPr/>
          <p:nvPr/>
        </p:nvSpPr>
        <p:spPr>
          <a:xfrm>
            <a:off x="7395099" y="2386337"/>
            <a:ext cx="4262705" cy="646331"/>
          </a:xfrm>
          <a:prstGeom prst="rect">
            <a:avLst/>
          </a:prstGeom>
        </p:spPr>
        <p:txBody>
          <a:bodyPr wrap="none">
            <a:spAutoFit/>
          </a:bodyPr>
          <a:lstStyle/>
          <a:p>
            <a:r>
              <a:rPr lang="zh-CN" altLang="en-US" sz="3600" dirty="0">
                <a:solidFill>
                  <a:srgbClr val="000000"/>
                </a:solidFill>
              </a:rPr>
              <a:t>第</a:t>
            </a:r>
            <a:r>
              <a:rPr lang="en-US" altLang="zh-CN" sz="3600" dirty="0">
                <a:solidFill>
                  <a:srgbClr val="000000"/>
                </a:solidFill>
              </a:rPr>
              <a:t>1</a:t>
            </a:r>
            <a:r>
              <a:rPr lang="zh-CN" altLang="en-US" sz="3600" dirty="0">
                <a:solidFill>
                  <a:srgbClr val="000000"/>
                </a:solidFill>
              </a:rPr>
              <a:t>章 操作系统引论</a:t>
            </a:r>
            <a:endParaRPr lang="zh-CN" altLang="en-US" sz="3600" dirty="0"/>
          </a:p>
        </p:txBody>
      </p:sp>
      <p:cxnSp>
        <p:nvCxnSpPr>
          <p:cNvPr id="5" name="直接连接符 4"/>
          <p:cNvCxnSpPr/>
          <p:nvPr/>
        </p:nvCxnSpPr>
        <p:spPr>
          <a:xfrm>
            <a:off x="7421733" y="3190471"/>
            <a:ext cx="4125389" cy="0"/>
          </a:xfrm>
          <a:prstGeom prst="line">
            <a:avLst/>
          </a:prstGeom>
        </p:spPr>
        <p:style>
          <a:lnRef idx="1">
            <a:schemeClr val="accent1"/>
          </a:lnRef>
          <a:fillRef idx="0">
            <a:schemeClr val="accent1"/>
          </a:fillRef>
          <a:effectRef idx="0">
            <a:schemeClr val="accent1"/>
          </a:effectRef>
          <a:fontRef idx="minor">
            <a:schemeClr val="tx1"/>
          </a:fontRef>
        </p:style>
      </p:cxnSp>
      <p:sp>
        <p:nvSpPr>
          <p:cNvPr id="8" name="矩形 7"/>
          <p:cNvSpPr/>
          <p:nvPr/>
        </p:nvSpPr>
        <p:spPr>
          <a:xfrm>
            <a:off x="-9526" y="6375042"/>
            <a:ext cx="12201526" cy="48295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30" name="图片 29"/>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244475" y="261476"/>
            <a:ext cx="527050" cy="527050"/>
          </a:xfrm>
          <a:prstGeom prst="rect">
            <a:avLst/>
          </a:prstGeom>
        </p:spPr>
      </p:pic>
      <p:pic>
        <p:nvPicPr>
          <p:cNvPr id="31" name="图片 30"/>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1169418" y="1700488"/>
            <a:ext cx="527050" cy="527050"/>
          </a:xfrm>
          <a:prstGeom prst="rect">
            <a:avLst/>
          </a:prstGeom>
          <a:ln>
            <a:noFill/>
          </a:ln>
          <a:effectLst>
            <a:softEdge rad="0"/>
          </a:effectLst>
        </p:spPr>
      </p:pic>
      <p:pic>
        <p:nvPicPr>
          <p:cNvPr id="32" name="图片 31"/>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1169418" y="2285628"/>
            <a:ext cx="527050" cy="527050"/>
          </a:xfrm>
          <a:prstGeom prst="rect">
            <a:avLst/>
          </a:prstGeom>
          <a:ln>
            <a:noFill/>
          </a:ln>
          <a:effectLst>
            <a:softEdge rad="0"/>
          </a:effectLst>
        </p:spPr>
      </p:pic>
      <p:pic>
        <p:nvPicPr>
          <p:cNvPr id="40" name="图片 39"/>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1169418" y="2941097"/>
            <a:ext cx="527050" cy="527050"/>
          </a:xfrm>
          <a:prstGeom prst="rect">
            <a:avLst/>
          </a:prstGeom>
          <a:ln>
            <a:noFill/>
          </a:ln>
          <a:effectLst>
            <a:softEdge rad="0"/>
          </a:effectLst>
        </p:spPr>
      </p:pic>
      <p:pic>
        <p:nvPicPr>
          <p:cNvPr id="41" name="图片 40"/>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1169418" y="3559570"/>
            <a:ext cx="527050" cy="527050"/>
          </a:xfrm>
          <a:prstGeom prst="rect">
            <a:avLst/>
          </a:prstGeom>
          <a:ln>
            <a:noFill/>
          </a:ln>
          <a:effectLst>
            <a:softEdge rad="0"/>
          </a:effectLst>
        </p:spPr>
      </p:pic>
      <p:pic>
        <p:nvPicPr>
          <p:cNvPr id="42" name="图片 41"/>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1169418" y="4185650"/>
            <a:ext cx="527050" cy="527050"/>
          </a:xfrm>
          <a:prstGeom prst="rect">
            <a:avLst/>
          </a:prstGeom>
          <a:ln>
            <a:noFill/>
          </a:ln>
          <a:effectLst>
            <a:softEdge rad="0"/>
          </a:effectLst>
        </p:spPr>
      </p:pic>
      <p:pic>
        <p:nvPicPr>
          <p:cNvPr id="43" name="图片 42"/>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1169418" y="4823363"/>
            <a:ext cx="527050" cy="527050"/>
          </a:xfrm>
          <a:prstGeom prst="rect">
            <a:avLst/>
          </a:prstGeom>
          <a:ln>
            <a:noFill/>
          </a:ln>
          <a:effectLst>
            <a:softEdge rad="0"/>
          </a:effectLst>
        </p:spPr>
      </p:pic>
      <p:pic>
        <p:nvPicPr>
          <p:cNvPr id="44" name="图片 43"/>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1169418" y="5424080"/>
            <a:ext cx="527050" cy="527050"/>
          </a:xfrm>
          <a:prstGeom prst="rect">
            <a:avLst/>
          </a:prstGeom>
          <a:ln>
            <a:noFill/>
          </a:ln>
          <a:effectLst>
            <a:softEdge rad="0"/>
          </a:effectLst>
        </p:spPr>
      </p:pic>
    </p:spTree>
  </p:cSld>
  <p:clrMapOvr>
    <a:masterClrMapping/>
  </p:clrMapOvr>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4" name="textbox 224"/>
          <p:cNvSpPr/>
          <p:nvPr/>
        </p:nvSpPr>
        <p:spPr>
          <a:xfrm>
            <a:off x="594360" y="4496435"/>
            <a:ext cx="6288405" cy="719455"/>
          </a:xfrm>
          <a:prstGeom prst="rect">
            <a:avLst/>
          </a:prstGeom>
          <a:noFill/>
          <a:ln w="0" cap="flat">
            <a:noFill/>
            <a:prstDash val="solid"/>
            <a:miter lim="0"/>
          </a:ln>
        </p:spPr>
        <p:txBody>
          <a:bodyPr vert="horz" wrap="square" lIns="0" tIns="0" rIns="0" bIns="0"/>
          <a:lstStyle/>
          <a:p>
            <a:pPr algn="l" rtl="0" eaLnBrk="0">
              <a:lnSpc>
                <a:spcPct val="124000"/>
              </a:lnSpc>
            </a:pPr>
            <a:endParaRPr sz="240" dirty="0">
              <a:latin typeface="Arial" panose="020B0604020202090204"/>
              <a:ea typeface="Arial" panose="020B0604020202090204"/>
              <a:cs typeface="Arial" panose="020B0604020202090204"/>
            </a:endParaRPr>
          </a:p>
          <a:p>
            <a:pPr marL="171450" algn="l" rtl="0" eaLnBrk="0">
              <a:lnSpc>
                <a:spcPct val="90000"/>
              </a:lnSpc>
              <a:spcBef>
                <a:spcPts val="0"/>
              </a:spcBef>
              <a:tabLst>
                <a:tab pos="832485" algn="l"/>
              </a:tabLst>
            </a:pPr>
            <a:r>
              <a:rPr sz="4800" kern="0" spc="0" dirty="0">
                <a:solidFill>
                  <a:srgbClr val="BE384B">
                    <a:alpha val="100000"/>
                  </a:srgbClr>
                </a:solidFill>
                <a:latin typeface="微软雅黑" panose="020B0503020204020204" pitchFamily="34" charset="-122"/>
                <a:ea typeface="微软雅黑" panose="020B0503020204020204" pitchFamily="34" charset="-122"/>
                <a:cs typeface="微软雅黑" panose="020B0503020204020204" pitchFamily="34" charset="-122"/>
              </a:rPr>
              <a:t>	</a:t>
            </a:r>
            <a:r>
              <a:rPr sz="4800" b="1" kern="0" spc="-10" dirty="0">
                <a:solidFill>
                  <a:srgbClr val="BE384B">
                    <a:alpha val="100000"/>
                  </a:srgbClr>
                </a:solidFill>
                <a:latin typeface="微软雅黑" panose="020B0503020204020204" pitchFamily="34" charset="-122"/>
                <a:ea typeface="微软雅黑" panose="020B0503020204020204" pitchFamily="34" charset="-122"/>
                <a:cs typeface="微软雅黑" panose="020B0503020204020204" pitchFamily="34" charset="-122"/>
              </a:rPr>
              <a:t>操作系统的</a:t>
            </a:r>
            <a:r>
              <a:rPr lang="zh-CN" sz="4800" b="1" kern="0" spc="-10" dirty="0">
                <a:solidFill>
                  <a:srgbClr val="BE384B">
                    <a:alpha val="100000"/>
                  </a:srgbClr>
                </a:solidFill>
                <a:latin typeface="微软雅黑" panose="020B0503020204020204" pitchFamily="34" charset="-122"/>
                <a:ea typeface="微软雅黑" panose="020B0503020204020204" pitchFamily="34" charset="-122"/>
                <a:cs typeface="微软雅黑" panose="020B0503020204020204" pitchFamily="34" charset="-122"/>
              </a:rPr>
              <a:t>里程碑</a:t>
            </a:r>
            <a:endParaRPr lang="zh-CN" sz="4800" b="1" kern="0" spc="-10" dirty="0">
              <a:solidFill>
                <a:srgbClr val="BE384B">
                  <a:alpha val="100000"/>
                </a:srgbClr>
              </a:solidFill>
              <a:latin typeface="微软雅黑" panose="020B0503020204020204" pitchFamily="34" charset="-122"/>
              <a:ea typeface="微软雅黑" panose="020B0503020204020204" pitchFamily="34" charset="-122"/>
              <a:cs typeface="微软雅黑" panose="020B0503020204020204" pitchFamily="34" charset="-122"/>
            </a:endParaRPr>
          </a:p>
        </p:txBody>
      </p:sp>
      <p:pic>
        <p:nvPicPr>
          <p:cNvPr id="226" name="picture 226"/>
          <p:cNvPicPr>
            <a:picLocks noChangeAspect="1"/>
          </p:cNvPicPr>
          <p:nvPr/>
        </p:nvPicPr>
        <p:blipFill>
          <a:blip r:embed="rId1"/>
          <a:stretch>
            <a:fillRect/>
          </a:stretch>
        </p:blipFill>
        <p:spPr>
          <a:xfrm rot="21600000">
            <a:off x="609600" y="4511603"/>
            <a:ext cx="190649" cy="576336"/>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8" name="picture 228"/>
          <p:cNvPicPr>
            <a:picLocks noChangeAspect="1"/>
          </p:cNvPicPr>
          <p:nvPr/>
        </p:nvPicPr>
        <p:blipFill>
          <a:blip r:embed="rId1"/>
          <a:stretch>
            <a:fillRect/>
          </a:stretch>
        </p:blipFill>
        <p:spPr>
          <a:xfrm rot="21600000">
            <a:off x="1158240" y="1704202"/>
            <a:ext cx="5223222" cy="4449128"/>
          </a:xfrm>
          <a:prstGeom prst="rect">
            <a:avLst/>
          </a:prstGeom>
        </p:spPr>
      </p:pic>
      <p:sp>
        <p:nvSpPr>
          <p:cNvPr id="230" name="textbox 230"/>
          <p:cNvSpPr/>
          <p:nvPr/>
        </p:nvSpPr>
        <p:spPr>
          <a:xfrm>
            <a:off x="6716094" y="1823617"/>
            <a:ext cx="4563618" cy="1812797"/>
          </a:xfrm>
          <a:prstGeom prst="rect">
            <a:avLst/>
          </a:prstGeom>
          <a:noFill/>
          <a:ln w="0" cap="flat">
            <a:noFill/>
            <a:prstDash val="solid"/>
            <a:miter lim="0"/>
          </a:ln>
        </p:spPr>
        <p:txBody>
          <a:bodyPr vert="horz" wrap="square" lIns="0" tIns="0" rIns="0" bIns="0"/>
          <a:lstStyle/>
          <a:p>
            <a:pPr algn="l" rtl="0" eaLnBrk="0">
              <a:lnSpc>
                <a:spcPct val="87000"/>
              </a:lnSpc>
            </a:pPr>
            <a:endParaRPr sz="120" dirty="0">
              <a:latin typeface="Arial" panose="020B0604020202090204"/>
              <a:ea typeface="Arial" panose="020B0604020202090204"/>
              <a:cs typeface="Arial" panose="020B0604020202090204"/>
            </a:endParaRPr>
          </a:p>
          <a:p>
            <a:pPr marL="360045" indent="-347345" algn="l" rtl="0" eaLnBrk="0">
              <a:lnSpc>
                <a:spcPct val="102000"/>
              </a:lnSpc>
            </a:pPr>
            <a:r>
              <a:rPr sz="2400" kern="0" spc="-30" dirty="0">
                <a:solidFill>
                  <a:srgbClr val="404040">
                    <a:alpha val="100000"/>
                  </a:srgbClr>
                </a:solidFill>
                <a:latin typeface="Arial" panose="020B0604020202090204"/>
                <a:ea typeface="Arial" panose="020B0604020202090204"/>
                <a:cs typeface="Arial" panose="020B0604020202090204"/>
              </a:rPr>
              <a:t>•</a:t>
            </a:r>
            <a:r>
              <a:rPr sz="2400" kern="0" spc="170" dirty="0">
                <a:solidFill>
                  <a:srgbClr val="404040">
                    <a:alpha val="100000"/>
                  </a:srgbClr>
                </a:solidFill>
                <a:latin typeface="Arial" panose="020B0604020202090204"/>
                <a:ea typeface="Arial" panose="020B0604020202090204"/>
                <a:cs typeface="Arial" panose="020B0604020202090204"/>
              </a:rPr>
              <a:t>   </a:t>
            </a:r>
            <a:r>
              <a:rPr sz="2400" b="1" kern="0" spc="-30" dirty="0">
                <a:solidFill>
                  <a:srgbClr val="404040">
                    <a:alpha val="100000"/>
                  </a:srgbClr>
                </a:solidFill>
                <a:latin typeface="Arial" panose="020B0604020202090204"/>
                <a:ea typeface="Arial" panose="020B0604020202090204"/>
                <a:cs typeface="Arial" panose="020B0604020202090204"/>
              </a:rPr>
              <a:t>Robert</a:t>
            </a:r>
            <a:r>
              <a:rPr sz="2400" b="1" kern="0" spc="150" dirty="0">
                <a:solidFill>
                  <a:srgbClr val="404040">
                    <a:alpha val="100000"/>
                  </a:srgbClr>
                </a:solidFill>
                <a:latin typeface="Arial" panose="020B0604020202090204"/>
                <a:ea typeface="Arial" panose="020B0604020202090204"/>
                <a:cs typeface="Arial" panose="020B0604020202090204"/>
              </a:rPr>
              <a:t> </a:t>
            </a:r>
            <a:r>
              <a:rPr sz="2400" b="1" kern="0" spc="-30" dirty="0">
                <a:solidFill>
                  <a:srgbClr val="404040">
                    <a:alpha val="100000"/>
                  </a:srgbClr>
                </a:solidFill>
                <a:latin typeface="Arial" panose="020B0604020202090204"/>
                <a:ea typeface="Arial" panose="020B0604020202090204"/>
                <a:cs typeface="Arial" panose="020B0604020202090204"/>
              </a:rPr>
              <a:t>L.</a:t>
            </a:r>
            <a:r>
              <a:rPr sz="2400" b="1" kern="0" spc="130" dirty="0">
                <a:solidFill>
                  <a:srgbClr val="404040">
                    <a:alpha val="100000"/>
                  </a:srgbClr>
                </a:solidFill>
                <a:latin typeface="Arial" panose="020B0604020202090204"/>
                <a:ea typeface="Arial" panose="020B0604020202090204"/>
                <a:cs typeface="Arial" panose="020B0604020202090204"/>
              </a:rPr>
              <a:t> </a:t>
            </a:r>
            <a:r>
              <a:rPr sz="2400" b="1" kern="0" spc="-30" dirty="0">
                <a:solidFill>
                  <a:srgbClr val="404040">
                    <a:alpha val="100000"/>
                  </a:srgbClr>
                </a:solidFill>
                <a:latin typeface="Arial" panose="020B0604020202090204"/>
                <a:ea typeface="Arial" panose="020B0604020202090204"/>
                <a:cs typeface="Arial" panose="020B0604020202090204"/>
              </a:rPr>
              <a:t>Patrick</a:t>
            </a:r>
            <a:r>
              <a:rPr sz="2400" b="1" kern="0" spc="-30" dirty="0">
                <a:solidFill>
                  <a:srgbClr val="40404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和</a:t>
            </a:r>
            <a:r>
              <a:rPr sz="2400" b="1" kern="0" spc="-30" dirty="0">
                <a:solidFill>
                  <a:srgbClr val="404040">
                    <a:alpha val="100000"/>
                  </a:srgbClr>
                </a:solidFill>
                <a:latin typeface="Arial" panose="020B0604020202090204"/>
                <a:ea typeface="Arial" panose="020B0604020202090204"/>
                <a:cs typeface="Arial" panose="020B0604020202090204"/>
              </a:rPr>
              <a:t>Owen</a:t>
            </a:r>
            <a:r>
              <a:rPr sz="2400" b="1" kern="0" spc="0" dirty="0">
                <a:solidFill>
                  <a:srgbClr val="404040">
                    <a:alpha val="100000"/>
                  </a:srgbClr>
                </a:solidFill>
                <a:latin typeface="Arial" panose="020B0604020202090204"/>
                <a:ea typeface="Arial" panose="020B0604020202090204"/>
                <a:cs typeface="Arial" panose="020B0604020202090204"/>
              </a:rPr>
              <a:t>        </a:t>
            </a:r>
            <a:r>
              <a:rPr sz="2400" b="1" kern="0" spc="-20" dirty="0">
                <a:solidFill>
                  <a:srgbClr val="404040">
                    <a:alpha val="100000"/>
                  </a:srgbClr>
                </a:solidFill>
                <a:latin typeface="Arial" panose="020B0604020202090204"/>
                <a:ea typeface="Arial" panose="020B0604020202090204"/>
                <a:cs typeface="Arial" panose="020B0604020202090204"/>
              </a:rPr>
              <a:t>Mock</a:t>
            </a:r>
            <a:r>
              <a:rPr sz="2400" b="1" kern="0" spc="-20" dirty="0">
                <a:solidFill>
                  <a:srgbClr val="40404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于</a:t>
            </a:r>
            <a:r>
              <a:rPr sz="2400" b="1" kern="0" spc="-20" dirty="0">
                <a:solidFill>
                  <a:srgbClr val="404040">
                    <a:alpha val="100000"/>
                  </a:srgbClr>
                </a:solidFill>
                <a:latin typeface="Arial" panose="020B0604020202090204"/>
                <a:ea typeface="Arial" panose="020B0604020202090204"/>
                <a:cs typeface="Arial" panose="020B0604020202090204"/>
              </a:rPr>
              <a:t>1956</a:t>
            </a:r>
            <a:r>
              <a:rPr sz="2400" b="1" kern="0" spc="-20" dirty="0">
                <a:solidFill>
                  <a:srgbClr val="40404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年建设</a:t>
            </a:r>
            <a:endParaRPr sz="2400" dirty="0">
              <a:latin typeface="微软雅黑" panose="020B0503020204020204" pitchFamily="34" charset="-122"/>
              <a:ea typeface="微软雅黑" panose="020B0503020204020204" pitchFamily="34" charset="-122"/>
              <a:cs typeface="微软雅黑" panose="020B0503020204020204" pitchFamily="34" charset="-122"/>
            </a:endParaRPr>
          </a:p>
          <a:p>
            <a:pPr marL="455930" algn="l" rtl="0" eaLnBrk="0">
              <a:lnSpc>
                <a:spcPct val="89000"/>
              </a:lnSpc>
              <a:spcBef>
                <a:spcPts val="1270"/>
              </a:spcBef>
            </a:pPr>
            <a:r>
              <a:rPr sz="2400" kern="0" spc="0" dirty="0">
                <a:solidFill>
                  <a:srgbClr val="404040">
                    <a:alpha val="100000"/>
                  </a:srgbClr>
                </a:solidFill>
                <a:latin typeface="Arial" panose="020B0604020202090204"/>
                <a:ea typeface="Arial" panose="020B0604020202090204"/>
                <a:cs typeface="Arial" panose="020B0604020202090204"/>
              </a:rPr>
              <a:t>–  </a:t>
            </a:r>
            <a:r>
              <a:rPr sz="2400" kern="0" spc="0" dirty="0">
                <a:solidFill>
                  <a:srgbClr val="40404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运行在</a:t>
            </a:r>
            <a:r>
              <a:rPr sz="2400" kern="0" spc="0" dirty="0">
                <a:solidFill>
                  <a:srgbClr val="404040">
                    <a:alpha val="100000"/>
                  </a:srgbClr>
                </a:solidFill>
                <a:latin typeface="Arial" panose="020B0604020202090204"/>
                <a:ea typeface="Arial" panose="020B0604020202090204"/>
                <a:cs typeface="Arial" panose="020B0604020202090204"/>
              </a:rPr>
              <a:t>IBM 704</a:t>
            </a:r>
            <a:r>
              <a:rPr sz="2400" kern="0" spc="0" dirty="0">
                <a:solidFill>
                  <a:srgbClr val="40404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上</a:t>
            </a:r>
            <a:endParaRPr sz="2400" dirty="0">
              <a:latin typeface="微软雅黑" panose="020B0503020204020204" pitchFamily="34" charset="-122"/>
              <a:ea typeface="微软雅黑" panose="020B0503020204020204" pitchFamily="34" charset="-122"/>
              <a:cs typeface="微软雅黑" panose="020B0503020204020204" pitchFamily="34" charset="-122"/>
            </a:endParaRPr>
          </a:p>
          <a:p>
            <a:pPr algn="l" rtl="0" eaLnBrk="0">
              <a:lnSpc>
                <a:spcPct val="102000"/>
              </a:lnSpc>
            </a:pPr>
            <a:endParaRPr sz="1200" dirty="0">
              <a:latin typeface="Arial" panose="020B0604020202090204"/>
              <a:ea typeface="Arial" panose="020B0604020202090204"/>
              <a:cs typeface="Arial" panose="020B0604020202090204"/>
            </a:endParaRPr>
          </a:p>
          <a:p>
            <a:pPr algn="r" rtl="0" eaLnBrk="0">
              <a:lnSpc>
                <a:spcPct val="90000"/>
              </a:lnSpc>
              <a:spcBef>
                <a:spcPts val="0"/>
              </a:spcBef>
            </a:pPr>
            <a:r>
              <a:rPr sz="2400" kern="0" spc="0" dirty="0">
                <a:solidFill>
                  <a:srgbClr val="404040">
                    <a:alpha val="100000"/>
                  </a:srgbClr>
                </a:solidFill>
                <a:latin typeface="Arial" panose="020B0604020202090204"/>
                <a:ea typeface="Arial" panose="020B0604020202090204"/>
                <a:cs typeface="Arial" panose="020B0604020202090204"/>
              </a:rPr>
              <a:t>–  </a:t>
            </a:r>
            <a:r>
              <a:rPr sz="2400" kern="0" spc="0" dirty="0">
                <a:solidFill>
                  <a:srgbClr val="40404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主要功能：批处理运行任务</a:t>
            </a:r>
            <a:endParaRPr sz="2400" dirty="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232" name="textbox 232"/>
          <p:cNvSpPr/>
          <p:nvPr/>
        </p:nvSpPr>
        <p:spPr>
          <a:xfrm>
            <a:off x="594361" y="511358"/>
            <a:ext cx="8198358" cy="664463"/>
          </a:xfrm>
          <a:prstGeom prst="rect">
            <a:avLst/>
          </a:prstGeom>
          <a:noFill/>
          <a:ln w="0" cap="flat">
            <a:noFill/>
            <a:prstDash val="solid"/>
            <a:miter lim="0"/>
          </a:ln>
        </p:spPr>
        <p:txBody>
          <a:bodyPr vert="horz" wrap="square" lIns="0" tIns="0" rIns="0" bIns="0"/>
          <a:lstStyle/>
          <a:p>
            <a:pPr algn="l" rtl="0" eaLnBrk="0">
              <a:lnSpc>
                <a:spcPct val="130000"/>
              </a:lnSpc>
            </a:pPr>
            <a:endParaRPr sz="240" dirty="0">
              <a:latin typeface="Arial" panose="020B0604020202090204"/>
              <a:ea typeface="Arial" panose="020B0604020202090204"/>
              <a:cs typeface="Arial" panose="020B0604020202090204"/>
            </a:endParaRPr>
          </a:p>
          <a:p>
            <a:pPr marL="171450" algn="l" rtl="0" eaLnBrk="0">
              <a:lnSpc>
                <a:spcPct val="90000"/>
              </a:lnSpc>
              <a:spcBef>
                <a:spcPts val="0"/>
              </a:spcBef>
              <a:tabLst>
                <a:tab pos="567055" algn="l"/>
              </a:tabLst>
            </a:pPr>
            <a:r>
              <a:rPr sz="3200" kern="0" spc="0" dirty="0">
                <a:solidFill>
                  <a:srgbClr val="BE384B">
                    <a:alpha val="100000"/>
                  </a:srgbClr>
                </a:solidFill>
                <a:latin typeface="微软雅黑" panose="020B0503020204020204" pitchFamily="34" charset="-122"/>
                <a:ea typeface="微软雅黑" panose="020B0503020204020204" pitchFamily="34" charset="-122"/>
                <a:cs typeface="微软雅黑" panose="020B0503020204020204" pitchFamily="34" charset="-122"/>
              </a:rPr>
              <a:t>	</a:t>
            </a:r>
            <a:r>
              <a:rPr sz="3200" b="1" kern="0" spc="-10" dirty="0">
                <a:solidFill>
                  <a:srgbClr val="BE384B">
                    <a:alpha val="100000"/>
                  </a:srgbClr>
                </a:solidFill>
                <a:latin typeface="微软雅黑" panose="020B0503020204020204" pitchFamily="34" charset="-122"/>
                <a:ea typeface="微软雅黑" panose="020B0503020204020204" pitchFamily="34" charset="-122"/>
                <a:cs typeface="微软雅黑" panose="020B0503020204020204" pitchFamily="34" charset="-122"/>
              </a:rPr>
              <a:t>批处理操作系统：</a:t>
            </a:r>
            <a:r>
              <a:rPr sz="3200" b="1" kern="0" spc="-10" dirty="0">
                <a:solidFill>
                  <a:srgbClr val="BE384B">
                    <a:alpha val="100000"/>
                  </a:srgbClr>
                </a:solidFill>
                <a:latin typeface="Arial" panose="020B0604020202090204"/>
                <a:ea typeface="Arial" panose="020B0604020202090204"/>
                <a:cs typeface="Arial" panose="020B0604020202090204"/>
              </a:rPr>
              <a:t>GM-NAA I/</a:t>
            </a:r>
            <a:r>
              <a:rPr sz="3200" b="1" kern="0" spc="-20" dirty="0">
                <a:solidFill>
                  <a:srgbClr val="BE384B">
                    <a:alpha val="100000"/>
                  </a:srgbClr>
                </a:solidFill>
                <a:latin typeface="Arial" panose="020B0604020202090204"/>
                <a:ea typeface="Arial" panose="020B0604020202090204"/>
                <a:cs typeface="Arial" panose="020B0604020202090204"/>
              </a:rPr>
              <a:t>O</a:t>
            </a:r>
            <a:endParaRPr sz="3200" b="1" kern="0" spc="-20" dirty="0">
              <a:solidFill>
                <a:srgbClr val="BE384B">
                  <a:alpha val="100000"/>
                </a:srgbClr>
              </a:solidFill>
              <a:latin typeface="Arial" panose="020B0604020202090204"/>
              <a:ea typeface="Arial" panose="020B0604020202090204"/>
              <a:cs typeface="Arial" panose="020B0604020202090204"/>
            </a:endParaRPr>
          </a:p>
        </p:txBody>
      </p:sp>
      <p:pic>
        <p:nvPicPr>
          <p:cNvPr id="234" name="picture 234"/>
          <p:cNvPicPr>
            <a:picLocks noChangeAspect="1"/>
          </p:cNvPicPr>
          <p:nvPr/>
        </p:nvPicPr>
        <p:blipFill>
          <a:blip r:embed="rId2"/>
          <a:stretch>
            <a:fillRect/>
          </a:stretch>
        </p:blipFill>
        <p:spPr>
          <a:xfrm rot="21600000">
            <a:off x="609600" y="526598"/>
            <a:ext cx="190649" cy="576336"/>
          </a:xfrm>
          <a:prstGeom prst="rect">
            <a:avLst/>
          </a:prstGeom>
        </p:spPr>
      </p:pic>
      <p:sp>
        <p:nvSpPr>
          <p:cNvPr id="236" name="textbox 236"/>
          <p:cNvSpPr/>
          <p:nvPr/>
        </p:nvSpPr>
        <p:spPr>
          <a:xfrm>
            <a:off x="10722833" y="6462552"/>
            <a:ext cx="214884" cy="195072"/>
          </a:xfrm>
          <a:prstGeom prst="rect">
            <a:avLst/>
          </a:prstGeom>
          <a:noFill/>
          <a:ln w="0" cap="flat">
            <a:noFill/>
            <a:prstDash val="solid"/>
            <a:miter lim="0"/>
          </a:ln>
        </p:spPr>
        <p:txBody>
          <a:bodyPr vert="horz" wrap="square" lIns="0" tIns="0" rIns="0" bIns="0"/>
          <a:lstStyle/>
          <a:p>
            <a:pPr algn="l" rtl="0" eaLnBrk="0">
              <a:lnSpc>
                <a:spcPct val="82000"/>
              </a:lnSpc>
            </a:pPr>
            <a:endParaRPr sz="120" dirty="0">
              <a:latin typeface="Arial" panose="020B0604020202090204"/>
              <a:ea typeface="Arial" panose="020B0604020202090204"/>
              <a:cs typeface="Arial" panose="020B0604020202090204"/>
            </a:endParaRPr>
          </a:p>
          <a:p>
            <a:pPr marL="12700" algn="l" rtl="0" eaLnBrk="0">
              <a:lnSpc>
                <a:spcPct val="75000"/>
              </a:lnSpc>
            </a:pPr>
            <a:r>
              <a:rPr sz="1440" kern="0" spc="-30" dirty="0">
                <a:solidFill>
                  <a:srgbClr val="898989">
                    <a:alpha val="100000"/>
                  </a:srgbClr>
                </a:solidFill>
                <a:latin typeface="等线" panose="02010600030101010101" charset="-122"/>
                <a:ea typeface="等线" panose="02010600030101010101" charset="-122"/>
                <a:cs typeface="等线" panose="02010600030101010101" charset="-122"/>
              </a:rPr>
              <a:t>23</a:t>
            </a:r>
            <a:endParaRPr sz="1440" dirty="0">
              <a:latin typeface="等线" panose="02010600030101010101" charset="-122"/>
              <a:ea typeface="等线" panose="02010600030101010101" charset="-122"/>
              <a:cs typeface="等线" panose="02010600030101010101" charset="-122"/>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38" name="picture 238"/>
          <p:cNvPicPr>
            <a:picLocks noChangeAspect="1"/>
          </p:cNvPicPr>
          <p:nvPr/>
        </p:nvPicPr>
        <p:blipFill>
          <a:blip r:embed="rId1"/>
          <a:stretch>
            <a:fillRect/>
          </a:stretch>
        </p:blipFill>
        <p:spPr>
          <a:xfrm rot="21600000">
            <a:off x="1084243" y="1614398"/>
            <a:ext cx="4810529" cy="4107197"/>
          </a:xfrm>
          <a:prstGeom prst="rect">
            <a:avLst/>
          </a:prstGeom>
        </p:spPr>
      </p:pic>
      <p:sp>
        <p:nvSpPr>
          <p:cNvPr id="240" name="textbox 240"/>
          <p:cNvSpPr/>
          <p:nvPr/>
        </p:nvSpPr>
        <p:spPr>
          <a:xfrm>
            <a:off x="6145128" y="1785030"/>
            <a:ext cx="5185410" cy="3283457"/>
          </a:xfrm>
          <a:prstGeom prst="rect">
            <a:avLst/>
          </a:prstGeom>
          <a:noFill/>
          <a:ln w="0" cap="flat">
            <a:noFill/>
            <a:prstDash val="solid"/>
            <a:miter lim="0"/>
          </a:ln>
        </p:spPr>
        <p:txBody>
          <a:bodyPr vert="horz" wrap="square" lIns="0" tIns="0" rIns="0" bIns="0"/>
          <a:lstStyle/>
          <a:p>
            <a:pPr algn="l" rtl="0" eaLnBrk="0">
              <a:lnSpc>
                <a:spcPct val="73000"/>
              </a:lnSpc>
            </a:pPr>
            <a:endParaRPr sz="120" dirty="0">
              <a:latin typeface="Arial" panose="020B0604020202090204"/>
              <a:ea typeface="Arial" panose="020B0604020202090204"/>
              <a:cs typeface="Arial" panose="020B0604020202090204"/>
            </a:endParaRPr>
          </a:p>
          <a:p>
            <a:pPr marL="12700" algn="l" rtl="0" eaLnBrk="0">
              <a:lnSpc>
                <a:spcPct val="81000"/>
              </a:lnSpc>
            </a:pPr>
            <a:r>
              <a:rPr sz="2880" kern="0" spc="-40" dirty="0">
                <a:solidFill>
                  <a:srgbClr val="404040">
                    <a:alpha val="100000"/>
                  </a:srgbClr>
                </a:solidFill>
                <a:latin typeface="Arial" panose="020B0604020202090204"/>
                <a:ea typeface="Arial" panose="020B0604020202090204"/>
                <a:cs typeface="Arial" panose="020B0604020202090204"/>
              </a:rPr>
              <a:t>•   </a:t>
            </a:r>
            <a:r>
              <a:rPr sz="2880" b="1" kern="0" spc="-40" dirty="0">
                <a:solidFill>
                  <a:srgbClr val="404040">
                    <a:alpha val="100000"/>
                  </a:srgbClr>
                </a:solidFill>
                <a:latin typeface="Arial" panose="020B0604020202090204"/>
                <a:ea typeface="Arial" panose="020B0604020202090204"/>
                <a:cs typeface="Arial" panose="020B0604020202090204"/>
              </a:rPr>
              <a:t>IBM System/360</a:t>
            </a:r>
            <a:r>
              <a:rPr sz="2880" b="1" kern="0" spc="120" dirty="0">
                <a:solidFill>
                  <a:srgbClr val="404040">
                    <a:alpha val="100000"/>
                  </a:srgbClr>
                </a:solidFill>
                <a:latin typeface="Arial" panose="020B0604020202090204"/>
                <a:ea typeface="Arial" panose="020B0604020202090204"/>
                <a:cs typeface="Arial" panose="020B0604020202090204"/>
              </a:rPr>
              <a:t> </a:t>
            </a:r>
            <a:r>
              <a:rPr sz="2880" b="1" kern="0" spc="-40" dirty="0">
                <a:solidFill>
                  <a:srgbClr val="404040">
                    <a:alpha val="100000"/>
                  </a:srgbClr>
                </a:solidFill>
                <a:latin typeface="Arial" panose="020B0604020202090204"/>
                <a:ea typeface="Arial" panose="020B0604020202090204"/>
                <a:cs typeface="Arial" panose="020B0604020202090204"/>
              </a:rPr>
              <a:t>OS </a:t>
            </a:r>
            <a:r>
              <a:rPr sz="2880" b="1" kern="0" spc="-40" dirty="0">
                <a:solidFill>
                  <a:srgbClr val="40404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a:t>
            </a:r>
            <a:r>
              <a:rPr sz="2880" b="1" kern="0" spc="-40" dirty="0">
                <a:solidFill>
                  <a:srgbClr val="404040">
                    <a:alpha val="100000"/>
                  </a:srgbClr>
                </a:solidFill>
                <a:latin typeface="Arial" panose="020B0604020202090204"/>
                <a:ea typeface="Arial" panose="020B0604020202090204"/>
                <a:cs typeface="Arial" panose="020B0604020202090204"/>
              </a:rPr>
              <a:t>1964</a:t>
            </a:r>
            <a:endParaRPr sz="2880" dirty="0">
              <a:latin typeface="Arial" panose="020B0604020202090204"/>
              <a:ea typeface="Arial" panose="020B0604020202090204"/>
              <a:cs typeface="Arial" panose="020B0604020202090204"/>
            </a:endParaRPr>
          </a:p>
          <a:p>
            <a:pPr marL="741045" indent="-287655" algn="l" rtl="0" eaLnBrk="0">
              <a:lnSpc>
                <a:spcPct val="105000"/>
              </a:lnSpc>
              <a:spcBef>
                <a:spcPts val="1250"/>
              </a:spcBef>
            </a:pPr>
            <a:r>
              <a:rPr sz="2400" kern="0" spc="0" dirty="0">
                <a:solidFill>
                  <a:srgbClr val="404040">
                    <a:alpha val="100000"/>
                  </a:srgbClr>
                </a:solidFill>
                <a:latin typeface="Arial" panose="020B0604020202090204"/>
                <a:ea typeface="Arial" panose="020B0604020202090204"/>
                <a:cs typeface="Arial" panose="020B0604020202090204"/>
              </a:rPr>
              <a:t>–  </a:t>
            </a:r>
            <a:r>
              <a:rPr sz="2400" kern="0" spc="0" dirty="0">
                <a:solidFill>
                  <a:srgbClr val="40404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首个通用操作系统，首次将        </a:t>
            </a:r>
            <a:r>
              <a:rPr sz="2400" kern="0" spc="-10" dirty="0">
                <a:solidFill>
                  <a:srgbClr val="40404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操作系统与计算机分离</a:t>
            </a:r>
            <a:endParaRPr sz="2400" dirty="0">
              <a:latin typeface="微软雅黑" panose="020B0503020204020204" pitchFamily="34" charset="-122"/>
              <a:ea typeface="微软雅黑" panose="020B0503020204020204" pitchFamily="34" charset="-122"/>
              <a:cs typeface="微软雅黑" panose="020B0503020204020204" pitchFamily="34" charset="-122"/>
            </a:endParaRPr>
          </a:p>
          <a:p>
            <a:pPr marL="754380" indent="-300990" algn="l" rtl="0" eaLnBrk="0">
              <a:lnSpc>
                <a:spcPct val="105000"/>
              </a:lnSpc>
              <a:spcBef>
                <a:spcPts val="1175"/>
              </a:spcBef>
            </a:pPr>
            <a:r>
              <a:rPr sz="2400" kern="0" spc="-30" dirty="0">
                <a:solidFill>
                  <a:srgbClr val="404040">
                    <a:alpha val="100000"/>
                  </a:srgbClr>
                </a:solidFill>
                <a:latin typeface="Arial" panose="020B0604020202090204"/>
                <a:ea typeface="Arial" panose="020B0604020202090204"/>
                <a:cs typeface="Arial" panose="020B0604020202090204"/>
              </a:rPr>
              <a:t>–  </a:t>
            </a:r>
            <a:r>
              <a:rPr sz="2400" kern="0" spc="-30" dirty="0">
                <a:solidFill>
                  <a:srgbClr val="40404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架构师 ：</a:t>
            </a:r>
            <a:r>
              <a:rPr sz="2400" kern="0" spc="-30" dirty="0">
                <a:solidFill>
                  <a:srgbClr val="404040">
                    <a:alpha val="100000"/>
                  </a:srgbClr>
                </a:solidFill>
                <a:latin typeface="Arial" panose="020B0604020202090204"/>
                <a:ea typeface="Arial" panose="020B0604020202090204"/>
                <a:cs typeface="Arial" panose="020B0604020202090204"/>
              </a:rPr>
              <a:t>Gene</a:t>
            </a:r>
            <a:r>
              <a:rPr sz="2400" kern="0" spc="-120" dirty="0">
                <a:solidFill>
                  <a:srgbClr val="404040">
                    <a:alpha val="100000"/>
                  </a:srgbClr>
                </a:solidFill>
                <a:latin typeface="Arial" panose="020B0604020202090204"/>
                <a:ea typeface="Arial" panose="020B0604020202090204"/>
                <a:cs typeface="Arial" panose="020B0604020202090204"/>
              </a:rPr>
              <a:t> </a:t>
            </a:r>
            <a:r>
              <a:rPr sz="2400" kern="0" spc="-30" dirty="0">
                <a:solidFill>
                  <a:srgbClr val="404040">
                    <a:alpha val="100000"/>
                  </a:srgbClr>
                </a:solidFill>
                <a:latin typeface="Arial" panose="020B0604020202090204"/>
                <a:ea typeface="Arial" panose="020B0604020202090204"/>
                <a:cs typeface="Arial" panose="020B0604020202090204"/>
              </a:rPr>
              <a:t>A</a:t>
            </a:r>
            <a:r>
              <a:rPr sz="2400" kern="0" spc="-40" dirty="0">
                <a:solidFill>
                  <a:srgbClr val="404040">
                    <a:alpha val="100000"/>
                  </a:srgbClr>
                </a:solidFill>
                <a:latin typeface="Arial" panose="020B0604020202090204"/>
                <a:ea typeface="Arial" panose="020B0604020202090204"/>
                <a:cs typeface="Arial" panose="020B0604020202090204"/>
              </a:rPr>
              <a:t>mdahl</a:t>
            </a:r>
            <a:r>
              <a:rPr sz="2400" kern="0" spc="0" dirty="0">
                <a:solidFill>
                  <a:srgbClr val="404040">
                    <a:alpha val="100000"/>
                  </a:srgbClr>
                </a:solidFill>
                <a:latin typeface="Arial" panose="020B0604020202090204"/>
                <a:ea typeface="Arial" panose="020B0604020202090204"/>
                <a:cs typeface="Arial" panose="020B0604020202090204"/>
              </a:rPr>
              <a:t>               </a:t>
            </a:r>
            <a:r>
              <a:rPr sz="2400" kern="0" spc="-30" dirty="0">
                <a:solidFill>
                  <a:srgbClr val="404040">
                    <a:alpha val="100000"/>
                  </a:srgbClr>
                </a:solidFill>
                <a:latin typeface="Arial" panose="020B0604020202090204"/>
                <a:ea typeface="Arial" panose="020B0604020202090204"/>
                <a:cs typeface="Arial" panose="020B0604020202090204"/>
              </a:rPr>
              <a:t>(Amdahl’s</a:t>
            </a:r>
            <a:r>
              <a:rPr sz="2400" kern="0" spc="200" dirty="0">
                <a:solidFill>
                  <a:srgbClr val="404040">
                    <a:alpha val="100000"/>
                  </a:srgbClr>
                </a:solidFill>
                <a:latin typeface="Arial" panose="020B0604020202090204"/>
                <a:ea typeface="Arial" panose="020B0604020202090204"/>
                <a:cs typeface="Arial" panose="020B0604020202090204"/>
              </a:rPr>
              <a:t> </a:t>
            </a:r>
            <a:r>
              <a:rPr sz="2400" kern="0" spc="-30" dirty="0">
                <a:solidFill>
                  <a:srgbClr val="404040">
                    <a:alpha val="100000"/>
                  </a:srgbClr>
                </a:solidFill>
                <a:latin typeface="Arial" panose="020B0604020202090204"/>
                <a:ea typeface="Arial" panose="020B0604020202090204"/>
                <a:cs typeface="Arial" panose="020B0604020202090204"/>
              </a:rPr>
              <a:t>Law)</a:t>
            </a:r>
            <a:endParaRPr sz="2400" dirty="0">
              <a:latin typeface="Arial" panose="020B0604020202090204"/>
              <a:ea typeface="Arial" panose="020B0604020202090204"/>
              <a:cs typeface="Arial" panose="020B0604020202090204"/>
            </a:endParaRPr>
          </a:p>
          <a:p>
            <a:pPr algn="l" rtl="0" eaLnBrk="0">
              <a:lnSpc>
                <a:spcPct val="112000"/>
              </a:lnSpc>
            </a:pPr>
            <a:endParaRPr sz="720" dirty="0">
              <a:latin typeface="Arial" panose="020B0604020202090204"/>
              <a:ea typeface="Arial" panose="020B0604020202090204"/>
              <a:cs typeface="Arial" panose="020B0604020202090204"/>
            </a:endParaRPr>
          </a:p>
          <a:p>
            <a:pPr marL="742950" indent="-289560" algn="l" rtl="0" eaLnBrk="0">
              <a:lnSpc>
                <a:spcPct val="119000"/>
              </a:lnSpc>
              <a:spcBef>
                <a:spcPts val="0"/>
              </a:spcBef>
            </a:pPr>
            <a:r>
              <a:rPr sz="2400" kern="0" spc="0" dirty="0">
                <a:solidFill>
                  <a:srgbClr val="404040">
                    <a:alpha val="100000"/>
                  </a:srgbClr>
                </a:solidFill>
                <a:latin typeface="Arial" panose="020B0604020202090204"/>
                <a:ea typeface="Arial" panose="020B0604020202090204"/>
                <a:cs typeface="Arial" panose="020B0604020202090204"/>
              </a:rPr>
              <a:t>–  </a:t>
            </a:r>
            <a:r>
              <a:rPr sz="2400" kern="0" spc="0" dirty="0">
                <a:solidFill>
                  <a:srgbClr val="40404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项目经理：</a:t>
            </a:r>
            <a:r>
              <a:rPr sz="2400" kern="0" spc="0" dirty="0">
                <a:solidFill>
                  <a:srgbClr val="404040">
                    <a:alpha val="100000"/>
                  </a:srgbClr>
                </a:solidFill>
                <a:latin typeface="Arial" panose="020B0604020202090204"/>
                <a:ea typeface="Arial" panose="020B0604020202090204"/>
                <a:cs typeface="Arial" panose="020B0604020202090204"/>
              </a:rPr>
              <a:t>F</a:t>
            </a:r>
            <a:r>
              <a:rPr sz="2400" kern="0" spc="-10" dirty="0">
                <a:solidFill>
                  <a:srgbClr val="404040">
                    <a:alpha val="100000"/>
                  </a:srgbClr>
                </a:solidFill>
                <a:latin typeface="Arial" panose="020B0604020202090204"/>
                <a:ea typeface="Arial" panose="020B0604020202090204"/>
                <a:cs typeface="Arial" panose="020B0604020202090204"/>
              </a:rPr>
              <a:t>red</a:t>
            </a:r>
            <a:r>
              <a:rPr sz="2400" kern="0" spc="130" dirty="0">
                <a:solidFill>
                  <a:srgbClr val="404040">
                    <a:alpha val="100000"/>
                  </a:srgbClr>
                </a:solidFill>
                <a:latin typeface="Arial" panose="020B0604020202090204"/>
                <a:ea typeface="Arial" panose="020B0604020202090204"/>
                <a:cs typeface="Arial" panose="020B0604020202090204"/>
              </a:rPr>
              <a:t> </a:t>
            </a:r>
            <a:r>
              <a:rPr sz="2400" kern="0" spc="-10" dirty="0">
                <a:solidFill>
                  <a:srgbClr val="404040">
                    <a:alpha val="100000"/>
                  </a:srgbClr>
                </a:solidFill>
                <a:latin typeface="Arial" panose="020B0604020202090204"/>
                <a:ea typeface="Arial" panose="020B0604020202090204"/>
                <a:cs typeface="Arial" panose="020B0604020202090204"/>
              </a:rPr>
              <a:t>Brooks (</a:t>
            </a:r>
            <a:r>
              <a:rPr sz="2400" kern="0" spc="-10" dirty="0">
                <a:solidFill>
                  <a:srgbClr val="40404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《人月</a:t>
            </a:r>
            <a:r>
              <a:rPr sz="2400" kern="0" spc="0" dirty="0">
                <a:solidFill>
                  <a:srgbClr val="40404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 </a:t>
            </a:r>
            <a:r>
              <a:rPr sz="2400" kern="0" spc="-40" dirty="0">
                <a:solidFill>
                  <a:srgbClr val="40404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神话》 ，</a:t>
            </a:r>
            <a:r>
              <a:rPr sz="2400" kern="0" spc="-40" dirty="0">
                <a:solidFill>
                  <a:srgbClr val="404040">
                    <a:alpha val="100000"/>
                  </a:srgbClr>
                </a:solidFill>
                <a:latin typeface="Arial" panose="020B0604020202090204"/>
                <a:ea typeface="Arial" panose="020B0604020202090204"/>
                <a:cs typeface="Arial" panose="020B0604020202090204"/>
              </a:rPr>
              <a:t>1999</a:t>
            </a:r>
            <a:r>
              <a:rPr sz="2400" kern="0" spc="-40" dirty="0">
                <a:solidFill>
                  <a:srgbClr val="40404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年图灵奖得主</a:t>
            </a:r>
            <a:r>
              <a:rPr sz="2400" kern="0" spc="-40" dirty="0">
                <a:solidFill>
                  <a:srgbClr val="404040">
                    <a:alpha val="100000"/>
                  </a:srgbClr>
                </a:solidFill>
                <a:latin typeface="Arial" panose="020B0604020202090204"/>
                <a:ea typeface="Arial" panose="020B0604020202090204"/>
                <a:cs typeface="Arial" panose="020B0604020202090204"/>
              </a:rPr>
              <a:t>)</a:t>
            </a:r>
            <a:endParaRPr sz="2400" dirty="0">
              <a:latin typeface="Arial" panose="020B0604020202090204"/>
              <a:ea typeface="Arial" panose="020B0604020202090204"/>
              <a:cs typeface="Arial" panose="020B0604020202090204"/>
            </a:endParaRPr>
          </a:p>
        </p:txBody>
      </p:sp>
      <p:sp>
        <p:nvSpPr>
          <p:cNvPr id="242" name="textbox 242"/>
          <p:cNvSpPr/>
          <p:nvPr/>
        </p:nvSpPr>
        <p:spPr>
          <a:xfrm>
            <a:off x="594361" y="511358"/>
            <a:ext cx="6389370" cy="662940"/>
          </a:xfrm>
          <a:prstGeom prst="rect">
            <a:avLst/>
          </a:prstGeom>
          <a:noFill/>
          <a:ln w="0" cap="flat">
            <a:noFill/>
            <a:prstDash val="solid"/>
            <a:miter lim="0"/>
          </a:ln>
        </p:spPr>
        <p:txBody>
          <a:bodyPr vert="horz" wrap="square" lIns="0" tIns="0" rIns="0" bIns="0"/>
          <a:lstStyle/>
          <a:p>
            <a:pPr algn="l" rtl="0" eaLnBrk="0">
              <a:lnSpc>
                <a:spcPct val="130000"/>
              </a:lnSpc>
            </a:pPr>
            <a:endParaRPr sz="240" dirty="0">
              <a:latin typeface="Arial" panose="020B0604020202090204"/>
              <a:ea typeface="Arial" panose="020B0604020202090204"/>
              <a:cs typeface="Arial" panose="020B0604020202090204"/>
            </a:endParaRPr>
          </a:p>
          <a:p>
            <a:pPr marL="171450" algn="l" rtl="0" eaLnBrk="0">
              <a:lnSpc>
                <a:spcPct val="90000"/>
              </a:lnSpc>
              <a:spcBef>
                <a:spcPts val="0"/>
              </a:spcBef>
              <a:tabLst>
                <a:tab pos="567690" algn="l"/>
              </a:tabLst>
            </a:pPr>
            <a:r>
              <a:rPr sz="3200" kern="0" spc="0" dirty="0">
                <a:solidFill>
                  <a:srgbClr val="BE384B">
                    <a:alpha val="100000"/>
                  </a:srgbClr>
                </a:solidFill>
                <a:latin typeface="微软雅黑" panose="020B0503020204020204" pitchFamily="34" charset="-122"/>
                <a:ea typeface="微软雅黑" panose="020B0503020204020204" pitchFamily="34" charset="-122"/>
                <a:cs typeface="微软雅黑" panose="020B0503020204020204" pitchFamily="34" charset="-122"/>
              </a:rPr>
              <a:t>	</a:t>
            </a:r>
            <a:r>
              <a:rPr sz="3200" b="1" kern="0" spc="0" dirty="0">
                <a:solidFill>
                  <a:srgbClr val="BE384B">
                    <a:alpha val="100000"/>
                  </a:srgbClr>
                </a:solidFill>
                <a:latin typeface="微软雅黑" panose="020B0503020204020204" pitchFamily="34" charset="-122"/>
                <a:ea typeface="微软雅黑" panose="020B0503020204020204" pitchFamily="34" charset="-122"/>
                <a:cs typeface="微软雅黑" panose="020B0503020204020204" pitchFamily="34" charset="-122"/>
              </a:rPr>
              <a:t>通用操作系统：</a:t>
            </a:r>
            <a:r>
              <a:rPr sz="3200" b="1" kern="0" spc="0" dirty="0">
                <a:solidFill>
                  <a:srgbClr val="BE384B">
                    <a:alpha val="100000"/>
                  </a:srgbClr>
                </a:solidFill>
                <a:latin typeface="Arial" panose="020B0604020202090204"/>
                <a:ea typeface="Arial" panose="020B0604020202090204"/>
                <a:cs typeface="Arial" panose="020B0604020202090204"/>
              </a:rPr>
              <a:t>OS/</a:t>
            </a:r>
            <a:r>
              <a:rPr sz="3200" b="1" kern="0" spc="-10" dirty="0">
                <a:solidFill>
                  <a:srgbClr val="BE384B">
                    <a:alpha val="100000"/>
                  </a:srgbClr>
                </a:solidFill>
                <a:latin typeface="Arial" panose="020B0604020202090204"/>
                <a:ea typeface="Arial" panose="020B0604020202090204"/>
                <a:cs typeface="Arial" panose="020B0604020202090204"/>
              </a:rPr>
              <a:t>360</a:t>
            </a:r>
            <a:endParaRPr sz="3200" b="1" kern="0" spc="-10" dirty="0">
              <a:solidFill>
                <a:srgbClr val="BE384B">
                  <a:alpha val="100000"/>
                </a:srgbClr>
              </a:solidFill>
              <a:latin typeface="Arial" panose="020B0604020202090204"/>
              <a:ea typeface="Arial" panose="020B0604020202090204"/>
              <a:cs typeface="Arial" panose="020B0604020202090204"/>
            </a:endParaRPr>
          </a:p>
        </p:txBody>
      </p:sp>
      <p:pic>
        <p:nvPicPr>
          <p:cNvPr id="244" name="picture 244"/>
          <p:cNvPicPr>
            <a:picLocks noChangeAspect="1"/>
          </p:cNvPicPr>
          <p:nvPr/>
        </p:nvPicPr>
        <p:blipFill>
          <a:blip r:embed="rId2"/>
          <a:stretch>
            <a:fillRect/>
          </a:stretch>
        </p:blipFill>
        <p:spPr>
          <a:xfrm rot="21600000">
            <a:off x="609600" y="526598"/>
            <a:ext cx="190649" cy="576336"/>
          </a:xfrm>
          <a:prstGeom prst="rect">
            <a:avLst/>
          </a:prstGeom>
        </p:spPr>
      </p:pic>
      <p:sp>
        <p:nvSpPr>
          <p:cNvPr id="246" name="textbox 246"/>
          <p:cNvSpPr/>
          <p:nvPr/>
        </p:nvSpPr>
        <p:spPr>
          <a:xfrm>
            <a:off x="10722833" y="6462552"/>
            <a:ext cx="214884" cy="195072"/>
          </a:xfrm>
          <a:prstGeom prst="rect">
            <a:avLst/>
          </a:prstGeom>
          <a:noFill/>
          <a:ln w="0" cap="flat">
            <a:noFill/>
            <a:prstDash val="solid"/>
            <a:miter lim="0"/>
          </a:ln>
        </p:spPr>
        <p:txBody>
          <a:bodyPr vert="horz" wrap="square" lIns="0" tIns="0" rIns="0" bIns="0"/>
          <a:lstStyle/>
          <a:p>
            <a:pPr algn="l" rtl="0" eaLnBrk="0">
              <a:lnSpc>
                <a:spcPct val="81000"/>
              </a:lnSpc>
            </a:pPr>
            <a:endParaRPr sz="120" dirty="0">
              <a:latin typeface="Arial" panose="020B0604020202090204"/>
              <a:ea typeface="Arial" panose="020B0604020202090204"/>
              <a:cs typeface="Arial" panose="020B0604020202090204"/>
            </a:endParaRPr>
          </a:p>
          <a:p>
            <a:pPr marL="12700" algn="l" rtl="0" eaLnBrk="0">
              <a:lnSpc>
                <a:spcPct val="75000"/>
              </a:lnSpc>
            </a:pPr>
            <a:r>
              <a:rPr sz="1440" kern="0" spc="-30" dirty="0">
                <a:solidFill>
                  <a:srgbClr val="898989">
                    <a:alpha val="100000"/>
                  </a:srgbClr>
                </a:solidFill>
                <a:latin typeface="等线" panose="02010600030101010101" charset="-122"/>
                <a:ea typeface="等线" panose="02010600030101010101" charset="-122"/>
                <a:cs typeface="等线" panose="02010600030101010101" charset="-122"/>
              </a:rPr>
              <a:t>24</a:t>
            </a:r>
            <a:endParaRPr sz="1440" dirty="0">
              <a:latin typeface="等线" panose="02010600030101010101" charset="-122"/>
              <a:ea typeface="等线" panose="02010600030101010101" charset="-122"/>
              <a:cs typeface="等线" panose="02010600030101010101" charset="-122"/>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8" name="rect 248"/>
          <p:cNvSpPr/>
          <p:nvPr/>
        </p:nvSpPr>
        <p:spPr>
          <a:xfrm>
            <a:off x="6268819" y="3566207"/>
            <a:ext cx="4770654" cy="1405812"/>
          </a:xfrm>
          <a:prstGeom prst="rect">
            <a:avLst/>
          </a:prstGeom>
          <a:solidFill>
            <a:srgbClr val="F3D6DA">
              <a:alpha val="100000"/>
            </a:srgbClr>
          </a:solidFill>
          <a:ln w="0" cap="flat">
            <a:noFill/>
            <a:prstDash val="solid"/>
            <a:miter lim="0"/>
          </a:ln>
        </p:spPr>
        <p:txBody>
          <a:bodyPr rtlCol="0"/>
          <a:lstStyle/>
          <a:p>
            <a:pPr algn="ctr"/>
            <a:endParaRPr lang="zh-CN" altLang="en-US" sz="2160"/>
          </a:p>
        </p:txBody>
      </p:sp>
      <p:graphicFrame>
        <p:nvGraphicFramePr>
          <p:cNvPr id="250" name="table 250"/>
          <p:cNvGraphicFramePr>
            <a:graphicFrameLocks noGrp="1"/>
          </p:cNvGraphicFramePr>
          <p:nvPr/>
        </p:nvGraphicFramePr>
        <p:xfrm>
          <a:off x="6263104" y="1687234"/>
          <a:ext cx="4775835" cy="4684395"/>
        </p:xfrm>
        <a:graphic>
          <a:graphicData uri="http://schemas.openxmlformats.org/drawingml/2006/table">
            <a:tbl>
              <a:tblPr/>
              <a:tblGrid>
                <a:gridCol w="4775835"/>
              </a:tblGrid>
              <a:tr h="1870075">
                <a:tc>
                  <a:txBody>
                    <a:bodyPr/>
                    <a:lstStyle/>
                    <a:p>
                      <a:pPr algn="l" rtl="0" eaLnBrk="0">
                        <a:lnSpc>
                          <a:spcPct val="100000"/>
                        </a:lnSpc>
                      </a:pPr>
                      <a:endParaRPr sz="1200" dirty="0">
                        <a:latin typeface="Arial" panose="020B0604020202090204"/>
                        <a:ea typeface="Arial" panose="020B0604020202090204"/>
                        <a:cs typeface="Arial" panose="020B0604020202090204"/>
                      </a:endParaRPr>
                    </a:p>
                  </a:txBody>
                  <a:tcPr marL="0" marR="0" marT="0" marB="0" vert="horz">
                    <a:lnL>
                      <a:noFill/>
                    </a:lnL>
                    <a:lnR>
                      <a:noFill/>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r>
              <a:tr h="1920875">
                <a:tc>
                  <a:txBody>
                    <a:bodyPr/>
                    <a:lstStyle/>
                    <a:p>
                      <a:pPr algn="l" rtl="0" eaLnBrk="0">
                        <a:lnSpc>
                          <a:spcPct val="113000"/>
                        </a:lnSpc>
                      </a:pPr>
                      <a:endParaRPr sz="840" dirty="0">
                        <a:latin typeface="Arial" panose="020B0604020202090204"/>
                        <a:ea typeface="Arial" panose="020B0604020202090204"/>
                        <a:cs typeface="Arial" panose="020B0604020202090204"/>
                      </a:endParaRPr>
                    </a:p>
                    <a:p>
                      <a:pPr algn="l" rtl="0" eaLnBrk="0">
                        <a:lnSpc>
                          <a:spcPct val="7000"/>
                        </a:lnSpc>
                      </a:pPr>
                      <a:endParaRPr sz="120" dirty="0">
                        <a:latin typeface="Arial" panose="020B0604020202090204"/>
                        <a:ea typeface="Arial" panose="020B0604020202090204"/>
                        <a:cs typeface="Arial" panose="020B0604020202090204"/>
                      </a:endParaRPr>
                    </a:p>
                    <a:p>
                      <a:pPr marL="136525" indent="6350" algn="l" rtl="0" eaLnBrk="0">
                        <a:lnSpc>
                          <a:spcPct val="96000"/>
                        </a:lnSpc>
                      </a:pPr>
                      <a:r>
                        <a:rPr sz="2400" kern="0" spc="-2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Unix:</a:t>
                      </a:r>
                      <a:r>
                        <a:rPr sz="2400" kern="0" spc="19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 </a:t>
                      </a:r>
                      <a:r>
                        <a:rPr sz="2400" kern="0" spc="-2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Ken </a:t>
                      </a:r>
                      <a:r>
                        <a:rPr sz="2400" kern="0" spc="-3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Thompson,</a:t>
                      </a:r>
                      <a:r>
                        <a:rPr sz="2400" kern="0" spc="20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 </a:t>
                      </a:r>
                      <a:r>
                        <a:rPr sz="2400" kern="0" spc="-3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Dennis</a:t>
                      </a:r>
                      <a:r>
                        <a:rPr sz="2400" kern="0" spc="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      </a:t>
                      </a:r>
                      <a:r>
                        <a:rPr sz="2400" kern="0" spc="-2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Ritchie</a:t>
                      </a:r>
                      <a:r>
                        <a:rPr sz="2400" kern="0" spc="14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 </a:t>
                      </a:r>
                      <a:r>
                        <a:rPr sz="2400" kern="0" spc="-2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(1983年</a:t>
                      </a:r>
                      <a:r>
                        <a:rPr sz="2400" kern="0" spc="-3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图灵奖),</a:t>
                      </a:r>
                      <a:r>
                        <a:rPr sz="2400" kern="0" spc="18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 </a:t>
                      </a:r>
                      <a:r>
                        <a:rPr sz="2400" kern="0" spc="-3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1969</a:t>
                      </a:r>
                      <a:r>
                        <a:rPr sz="2400" kern="0" spc="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       </a:t>
                      </a:r>
                      <a:r>
                        <a:rPr sz="2400" kern="0" spc="-5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Shell ，层次化</a:t>
                      </a:r>
                      <a:r>
                        <a:rPr sz="2400" kern="0" spc="-6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文件系统</a:t>
                      </a:r>
                      <a:endParaRPr sz="2400" dirty="0">
                        <a:latin typeface="微软雅黑" panose="020B0503020204020204" pitchFamily="34" charset="-122"/>
                        <a:ea typeface="微软雅黑" panose="020B0503020204020204" pitchFamily="34" charset="-122"/>
                        <a:cs typeface="微软雅黑" panose="020B0503020204020204" pitchFamily="34" charset="-122"/>
                      </a:endParaRPr>
                    </a:p>
                  </a:txBody>
                  <a:tcPr marL="0" marR="0" marT="0" marB="0" vert="horz">
                    <a:lnL>
                      <a:noFill/>
                    </a:lnL>
                    <a:lnR>
                      <a:noFill/>
                    </a:lnR>
                    <a:lnT w="9525" cap="flat" cmpd="sng" algn="ctr">
                      <a:solidFill>
                        <a:srgbClr val="000000"/>
                      </a:solidFill>
                      <a:prstDash val="solid"/>
                      <a:round/>
                      <a:headEnd type="none" w="med" len="med"/>
                      <a:tailEnd type="none" w="med" len="med"/>
                    </a:lnT>
                    <a:lnB>
                      <a:noFill/>
                    </a:lnB>
                  </a:tcPr>
                </a:tc>
              </a:tr>
              <a:tr h="893445">
                <a:tc>
                  <a:txBody>
                    <a:bodyPr/>
                    <a:lstStyle/>
                    <a:p>
                      <a:pPr algn="l" rtl="0" eaLnBrk="0">
                        <a:lnSpc>
                          <a:spcPct val="126000"/>
                        </a:lnSpc>
                      </a:pPr>
                      <a:endParaRPr sz="360" dirty="0">
                        <a:latin typeface="Arial" panose="020B0604020202090204"/>
                        <a:ea typeface="Arial" panose="020B0604020202090204"/>
                        <a:cs typeface="Arial" panose="020B0604020202090204"/>
                      </a:endParaRPr>
                    </a:p>
                    <a:p>
                      <a:pPr marL="105410" indent="20955" algn="l" rtl="0" eaLnBrk="0">
                        <a:lnSpc>
                          <a:spcPct val="93000"/>
                        </a:lnSpc>
                        <a:spcBef>
                          <a:spcPts val="0"/>
                        </a:spcBef>
                      </a:pPr>
                      <a:r>
                        <a:rPr sz="2400" kern="0" spc="-3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Linux:</a:t>
                      </a:r>
                      <a:r>
                        <a:rPr sz="2400" kern="0" spc="19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 </a:t>
                      </a:r>
                      <a:r>
                        <a:rPr sz="2400" kern="0" spc="-3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Linus Torvalds,</a:t>
                      </a:r>
                      <a:r>
                        <a:rPr sz="2400" kern="0" spc="18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 </a:t>
                      </a:r>
                      <a:r>
                        <a:rPr sz="2400" kern="0" spc="-4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1991</a:t>
                      </a:r>
                      <a:r>
                        <a:rPr sz="2400" kern="0" spc="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          </a:t>
                      </a:r>
                      <a:r>
                        <a:rPr sz="2400" kern="0" spc="-1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最流行的开源操作系统</a:t>
                      </a:r>
                      <a:endParaRPr sz="2400" dirty="0">
                        <a:latin typeface="微软雅黑" panose="020B0503020204020204" pitchFamily="34" charset="-122"/>
                        <a:ea typeface="微软雅黑" panose="020B0503020204020204" pitchFamily="34" charset="-122"/>
                        <a:cs typeface="微软雅黑" panose="020B0503020204020204" pitchFamily="34" charset="-122"/>
                      </a:endParaRPr>
                    </a:p>
                  </a:txBody>
                  <a:tcPr marL="0" marR="0" marT="0" marB="0" vert="horz">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a:noFill/>
                    </a:lnT>
                    <a:lnB w="9525" cap="flat" cmpd="sng" algn="ctr">
                      <a:solidFill>
                        <a:srgbClr val="000000"/>
                      </a:solidFill>
                      <a:prstDash val="solid"/>
                      <a:round/>
                      <a:headEnd type="none" w="med" len="med"/>
                      <a:tailEnd type="none" w="med" len="med"/>
                    </a:lnB>
                    <a:solidFill>
                      <a:srgbClr val="F3D6DA"/>
                    </a:solidFill>
                  </a:tcPr>
                </a:tc>
              </a:tr>
            </a:tbl>
          </a:graphicData>
        </a:graphic>
      </p:graphicFrame>
      <p:pic>
        <p:nvPicPr>
          <p:cNvPr id="252" name="picture 252"/>
          <p:cNvPicPr>
            <a:picLocks noChangeAspect="1"/>
          </p:cNvPicPr>
          <p:nvPr/>
        </p:nvPicPr>
        <p:blipFill>
          <a:blip r:embed="rId1"/>
          <a:stretch>
            <a:fillRect/>
          </a:stretch>
        </p:blipFill>
        <p:spPr>
          <a:xfrm rot="21600000">
            <a:off x="1257845" y="4152772"/>
            <a:ext cx="4428307" cy="2214154"/>
          </a:xfrm>
          <a:prstGeom prst="rect">
            <a:avLst/>
          </a:prstGeom>
        </p:spPr>
      </p:pic>
      <p:sp>
        <p:nvSpPr>
          <p:cNvPr id="254" name="textbox 254"/>
          <p:cNvSpPr/>
          <p:nvPr/>
        </p:nvSpPr>
        <p:spPr>
          <a:xfrm>
            <a:off x="6263104" y="1687234"/>
            <a:ext cx="4776978" cy="1411986"/>
          </a:xfrm>
          <a:prstGeom prst="rect">
            <a:avLst/>
          </a:prstGeom>
          <a:solidFill>
            <a:srgbClr val="F3D6DA">
              <a:alpha val="100000"/>
            </a:srgbClr>
          </a:solidFill>
          <a:ln w="0" cap="flat">
            <a:noFill/>
            <a:prstDash val="solid"/>
            <a:miter lim="0"/>
          </a:ln>
        </p:spPr>
        <p:txBody>
          <a:bodyPr vert="horz" wrap="square" lIns="0" tIns="0" rIns="0" bIns="0"/>
          <a:lstStyle/>
          <a:p>
            <a:pPr algn="l" rtl="0" eaLnBrk="0">
              <a:lnSpc>
                <a:spcPct val="103000"/>
              </a:lnSpc>
            </a:pPr>
            <a:endParaRPr sz="960" dirty="0">
              <a:latin typeface="Arial" panose="020B0604020202090204"/>
              <a:ea typeface="Arial" panose="020B0604020202090204"/>
              <a:cs typeface="Arial" panose="020B0604020202090204"/>
            </a:endParaRPr>
          </a:p>
          <a:p>
            <a:pPr marL="145415" algn="l" rtl="0" eaLnBrk="0">
              <a:lnSpc>
                <a:spcPct val="81000"/>
              </a:lnSpc>
              <a:spcBef>
                <a:spcPts val="0"/>
              </a:spcBef>
            </a:pPr>
            <a:r>
              <a:rPr sz="2400" kern="0" spc="-2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Multics:</a:t>
            </a:r>
            <a:r>
              <a:rPr sz="2400" kern="0" spc="19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 </a:t>
            </a:r>
            <a:r>
              <a:rPr sz="2400" kern="0" spc="-2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Fernando Corbat</a:t>
            </a:r>
            <a:r>
              <a:rPr sz="2400" kern="0" spc="-3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ó</a:t>
            </a:r>
            <a:endParaRPr sz="2400" dirty="0">
              <a:latin typeface="微软雅黑" panose="020B0503020204020204" pitchFamily="34" charset="-122"/>
              <a:ea typeface="微软雅黑" panose="020B0503020204020204" pitchFamily="34" charset="-122"/>
              <a:cs typeface="微软雅黑" panose="020B0503020204020204" pitchFamily="34" charset="-122"/>
            </a:endParaRPr>
          </a:p>
          <a:p>
            <a:pPr marL="135255" indent="3810" algn="l" rtl="0" eaLnBrk="0">
              <a:lnSpc>
                <a:spcPct val="103000"/>
              </a:lnSpc>
              <a:spcBef>
                <a:spcPts val="10"/>
              </a:spcBef>
            </a:pPr>
            <a:r>
              <a:rPr sz="2400" kern="0" spc="-3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(1990年图灵奖)</a:t>
            </a:r>
            <a:r>
              <a:rPr sz="2400" kern="0" spc="25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 </a:t>
            </a:r>
            <a:r>
              <a:rPr sz="2400" kern="0" spc="-3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MIT/GE,</a:t>
            </a:r>
            <a:r>
              <a:rPr sz="2400" kern="0" spc="17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 </a:t>
            </a:r>
            <a:r>
              <a:rPr sz="2400" kern="0" spc="-3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1964</a:t>
            </a:r>
            <a:r>
              <a:rPr sz="2400" kern="0" spc="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      </a:t>
            </a:r>
            <a:r>
              <a:rPr sz="2400" kern="0" spc="-1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 分时，文件系统，动态链接等</a:t>
            </a:r>
            <a:endParaRPr sz="2400" dirty="0">
              <a:latin typeface="微软雅黑" panose="020B0503020204020204" pitchFamily="34" charset="-122"/>
              <a:ea typeface="微软雅黑" panose="020B0503020204020204" pitchFamily="34" charset="-122"/>
              <a:cs typeface="微软雅黑" panose="020B0503020204020204" pitchFamily="34" charset="-122"/>
            </a:endParaRPr>
          </a:p>
        </p:txBody>
      </p:sp>
      <p:pic>
        <p:nvPicPr>
          <p:cNvPr id="256" name="picture 256"/>
          <p:cNvPicPr>
            <a:picLocks noChangeAspect="1"/>
          </p:cNvPicPr>
          <p:nvPr/>
        </p:nvPicPr>
        <p:blipFill>
          <a:blip r:embed="rId2"/>
          <a:stretch>
            <a:fillRect/>
          </a:stretch>
        </p:blipFill>
        <p:spPr>
          <a:xfrm rot="21600000">
            <a:off x="1257845" y="1625082"/>
            <a:ext cx="2489766" cy="2390173"/>
          </a:xfrm>
          <a:prstGeom prst="rect">
            <a:avLst/>
          </a:prstGeom>
        </p:spPr>
      </p:pic>
      <p:sp>
        <p:nvSpPr>
          <p:cNvPr id="258" name="textbox 258"/>
          <p:cNvSpPr/>
          <p:nvPr/>
        </p:nvSpPr>
        <p:spPr>
          <a:xfrm>
            <a:off x="1258214" y="548212"/>
            <a:ext cx="8711183" cy="618743"/>
          </a:xfrm>
          <a:prstGeom prst="rect">
            <a:avLst/>
          </a:prstGeom>
          <a:noFill/>
          <a:ln w="0" cap="flat">
            <a:noFill/>
            <a:prstDash val="solid"/>
            <a:miter lim="0"/>
          </a:ln>
        </p:spPr>
        <p:txBody>
          <a:bodyPr vert="horz" wrap="square" lIns="0" tIns="0" rIns="0" bIns="0"/>
          <a:lstStyle/>
          <a:p>
            <a:pPr algn="l" rtl="0" eaLnBrk="0">
              <a:lnSpc>
                <a:spcPct val="95000"/>
              </a:lnSpc>
            </a:pPr>
            <a:endParaRPr sz="120" dirty="0">
              <a:latin typeface="Arial" panose="020B0604020202090204"/>
              <a:ea typeface="Arial" panose="020B0604020202090204"/>
              <a:cs typeface="Arial" panose="020B0604020202090204"/>
            </a:endParaRPr>
          </a:p>
          <a:p>
            <a:pPr marL="12700" algn="l" rtl="0" eaLnBrk="0">
              <a:lnSpc>
                <a:spcPct val="89000"/>
              </a:lnSpc>
            </a:pPr>
            <a:r>
              <a:rPr sz="3200" b="1" kern="0" spc="0" dirty="0">
                <a:solidFill>
                  <a:srgbClr val="BE384B">
                    <a:alpha val="100000"/>
                  </a:srgbClr>
                </a:solidFill>
                <a:latin typeface="微软雅黑" panose="020B0503020204020204" pitchFamily="34" charset="-122"/>
                <a:ea typeface="微软雅黑" panose="020B0503020204020204" pitchFamily="34" charset="-122"/>
                <a:cs typeface="微软雅黑" panose="020B0503020204020204" pitchFamily="34" charset="-122"/>
              </a:rPr>
              <a:t>分时与多任务：</a:t>
            </a:r>
            <a:r>
              <a:rPr sz="3200" b="1" kern="0" spc="0" dirty="0">
                <a:solidFill>
                  <a:srgbClr val="BE384B">
                    <a:alpha val="100000"/>
                  </a:srgbClr>
                </a:solidFill>
                <a:latin typeface="Arial" panose="020B0604020202090204"/>
                <a:ea typeface="Arial" panose="020B0604020202090204"/>
                <a:cs typeface="Arial" panose="020B0604020202090204"/>
              </a:rPr>
              <a:t>Multics/Unix</a:t>
            </a:r>
            <a:r>
              <a:rPr sz="3200" b="1" kern="0" spc="-10" dirty="0">
                <a:solidFill>
                  <a:srgbClr val="BE384B">
                    <a:alpha val="100000"/>
                  </a:srgbClr>
                </a:solidFill>
                <a:latin typeface="Arial" panose="020B0604020202090204"/>
                <a:ea typeface="Arial" panose="020B0604020202090204"/>
                <a:cs typeface="Arial" panose="020B0604020202090204"/>
              </a:rPr>
              <a:t>/Linux</a:t>
            </a:r>
            <a:endParaRPr sz="3200" b="1" kern="0" spc="-10" dirty="0">
              <a:solidFill>
                <a:srgbClr val="BE384B">
                  <a:alpha val="100000"/>
                </a:srgbClr>
              </a:solidFill>
              <a:latin typeface="Arial" panose="020B0604020202090204"/>
              <a:ea typeface="Arial" panose="020B0604020202090204"/>
              <a:cs typeface="Arial" panose="020B0604020202090204"/>
            </a:endParaRPr>
          </a:p>
        </p:txBody>
      </p:sp>
      <p:pic>
        <p:nvPicPr>
          <p:cNvPr id="260" name="picture 260"/>
          <p:cNvPicPr>
            <a:picLocks noChangeAspect="1"/>
          </p:cNvPicPr>
          <p:nvPr/>
        </p:nvPicPr>
        <p:blipFill>
          <a:blip r:embed="rId3"/>
          <a:stretch>
            <a:fillRect/>
          </a:stretch>
        </p:blipFill>
        <p:spPr>
          <a:xfrm rot="21600000">
            <a:off x="4058162" y="1744076"/>
            <a:ext cx="1749972" cy="2065346"/>
          </a:xfrm>
          <a:prstGeom prst="rect">
            <a:avLst/>
          </a:prstGeom>
        </p:spPr>
      </p:pic>
      <p:pic>
        <p:nvPicPr>
          <p:cNvPr id="262" name="picture 262"/>
          <p:cNvPicPr>
            <a:picLocks noChangeAspect="1"/>
          </p:cNvPicPr>
          <p:nvPr/>
        </p:nvPicPr>
        <p:blipFill>
          <a:blip r:embed="rId4"/>
          <a:stretch>
            <a:fillRect/>
          </a:stretch>
        </p:blipFill>
        <p:spPr>
          <a:xfrm rot="21600000">
            <a:off x="6423398" y="4974901"/>
            <a:ext cx="4455781" cy="483392"/>
          </a:xfrm>
          <a:prstGeom prst="rect">
            <a:avLst/>
          </a:prstGeom>
        </p:spPr>
      </p:pic>
      <p:pic>
        <p:nvPicPr>
          <p:cNvPr id="264" name="picture 264"/>
          <p:cNvPicPr>
            <a:picLocks noChangeAspect="1"/>
          </p:cNvPicPr>
          <p:nvPr/>
        </p:nvPicPr>
        <p:blipFill>
          <a:blip r:embed="rId5"/>
          <a:stretch>
            <a:fillRect/>
          </a:stretch>
        </p:blipFill>
        <p:spPr>
          <a:xfrm rot="21600000">
            <a:off x="8526796" y="3093046"/>
            <a:ext cx="617843" cy="477678"/>
          </a:xfrm>
          <a:prstGeom prst="rect">
            <a:avLst/>
          </a:prstGeom>
        </p:spPr>
      </p:pic>
      <p:sp>
        <p:nvSpPr>
          <p:cNvPr id="266" name="path 266"/>
          <p:cNvSpPr/>
          <p:nvPr/>
        </p:nvSpPr>
        <p:spPr>
          <a:xfrm>
            <a:off x="8530295" y="3087331"/>
            <a:ext cx="610844" cy="248009"/>
          </a:xfrm>
          <a:custGeom>
            <a:avLst/>
            <a:gdLst/>
            <a:ahLst/>
            <a:cxnLst/>
            <a:rect l="0" t="0" r="0" b="0"/>
            <a:pathLst>
              <a:path w="801" h="325">
                <a:moveTo>
                  <a:pt x="0" y="317"/>
                </a:moveTo>
                <a:lnTo>
                  <a:pt x="200" y="317"/>
                </a:lnTo>
                <a:lnTo>
                  <a:pt x="200" y="7"/>
                </a:lnTo>
                <a:lnTo>
                  <a:pt x="601" y="7"/>
                </a:lnTo>
                <a:lnTo>
                  <a:pt x="601" y="317"/>
                </a:lnTo>
                <a:lnTo>
                  <a:pt x="801" y="317"/>
                </a:lnTo>
              </a:path>
            </a:pathLst>
          </a:custGeom>
          <a:noFill/>
          <a:ln w="9525" cap="flat">
            <a:solidFill>
              <a:srgbClr val="FF0000"/>
            </a:solidFill>
            <a:prstDash val="solid"/>
            <a:miter lim="800000"/>
          </a:ln>
        </p:spPr>
        <p:txBody>
          <a:bodyPr rtlCol="0"/>
          <a:lstStyle/>
          <a:p>
            <a:pPr algn="ctr"/>
            <a:endParaRPr lang="zh-CN" altLang="en-US" sz="2160"/>
          </a:p>
        </p:txBody>
      </p:sp>
      <p:pic>
        <p:nvPicPr>
          <p:cNvPr id="268" name="picture 268"/>
          <p:cNvPicPr>
            <a:picLocks noChangeAspect="1"/>
          </p:cNvPicPr>
          <p:nvPr/>
        </p:nvPicPr>
        <p:blipFill>
          <a:blip r:embed="rId6"/>
          <a:stretch>
            <a:fillRect/>
          </a:stretch>
        </p:blipFill>
        <p:spPr>
          <a:xfrm rot="21600000">
            <a:off x="609600" y="526598"/>
            <a:ext cx="190649" cy="576336"/>
          </a:xfrm>
          <a:prstGeom prst="rect">
            <a:avLst/>
          </a:prstGeom>
        </p:spPr>
      </p:pic>
      <p:sp>
        <p:nvSpPr>
          <p:cNvPr id="270" name="path 270"/>
          <p:cNvSpPr/>
          <p:nvPr/>
        </p:nvSpPr>
        <p:spPr>
          <a:xfrm>
            <a:off x="6383105" y="3560492"/>
            <a:ext cx="4656368" cy="244783"/>
          </a:xfrm>
          <a:custGeom>
            <a:avLst/>
            <a:gdLst/>
            <a:ahLst/>
            <a:cxnLst/>
            <a:rect l="0" t="0" r="0" b="0"/>
            <a:pathLst>
              <a:path w="6110" h="321">
                <a:moveTo>
                  <a:pt x="5796" y="7"/>
                </a:moveTo>
                <a:cubicBezTo>
                  <a:pt x="5966" y="7"/>
                  <a:pt x="6103" y="144"/>
                  <a:pt x="6103" y="313"/>
                </a:cubicBezTo>
              </a:path>
            </a:pathLst>
          </a:custGeom>
          <a:noFill/>
          <a:ln w="9525" cap="flat">
            <a:solidFill>
              <a:srgbClr val="000000"/>
            </a:solidFill>
            <a:prstDash val="solid"/>
            <a:round/>
          </a:ln>
        </p:spPr>
        <p:txBody>
          <a:bodyPr rtlCol="0"/>
          <a:lstStyle/>
          <a:p>
            <a:pPr algn="ctr"/>
            <a:endParaRPr lang="zh-CN" altLang="en-US" sz="2160"/>
          </a:p>
        </p:txBody>
      </p:sp>
      <p:sp>
        <p:nvSpPr>
          <p:cNvPr id="272" name="path 272"/>
          <p:cNvSpPr/>
          <p:nvPr/>
        </p:nvSpPr>
        <p:spPr>
          <a:xfrm>
            <a:off x="6263104" y="3680492"/>
            <a:ext cx="244783" cy="1291526"/>
          </a:xfrm>
          <a:custGeom>
            <a:avLst/>
            <a:gdLst/>
            <a:ahLst/>
            <a:cxnLst/>
            <a:rect l="0" t="0" r="0" b="0"/>
            <a:pathLst>
              <a:path w="321" h="1694">
                <a:moveTo>
                  <a:pt x="313" y="1687"/>
                </a:moveTo>
                <a:cubicBezTo>
                  <a:pt x="144" y="1687"/>
                  <a:pt x="7" y="1550"/>
                  <a:pt x="7" y="1381"/>
                </a:cubicBezTo>
              </a:path>
            </a:pathLst>
          </a:custGeom>
          <a:noFill/>
          <a:ln w="9525" cap="flat">
            <a:solidFill>
              <a:srgbClr val="000000"/>
            </a:solidFill>
            <a:prstDash val="solid"/>
            <a:round/>
          </a:ln>
        </p:spPr>
        <p:txBody>
          <a:bodyPr rtlCol="0"/>
          <a:lstStyle/>
          <a:p>
            <a:pPr algn="ctr"/>
            <a:endParaRPr lang="zh-CN" altLang="en-US" sz="2160"/>
          </a:p>
        </p:txBody>
      </p:sp>
      <p:sp>
        <p:nvSpPr>
          <p:cNvPr id="274" name="path 274"/>
          <p:cNvSpPr/>
          <p:nvPr/>
        </p:nvSpPr>
        <p:spPr>
          <a:xfrm>
            <a:off x="6502172" y="4960590"/>
            <a:ext cx="4298232" cy="11430"/>
          </a:xfrm>
          <a:custGeom>
            <a:avLst/>
            <a:gdLst/>
            <a:ahLst/>
            <a:cxnLst/>
            <a:rect l="0" t="0" r="0" b="0"/>
            <a:pathLst>
              <a:path w="5640" h="15">
                <a:moveTo>
                  <a:pt x="5640" y="7"/>
                </a:moveTo>
                <a:lnTo>
                  <a:pt x="0" y="7"/>
                </a:lnTo>
              </a:path>
            </a:pathLst>
          </a:custGeom>
          <a:noFill/>
          <a:ln w="9525" cap="flat">
            <a:solidFill>
              <a:srgbClr val="000000"/>
            </a:solidFill>
            <a:prstDash val="solid"/>
            <a:round/>
          </a:ln>
        </p:spPr>
        <p:txBody>
          <a:bodyPr rtlCol="0"/>
          <a:lstStyle/>
          <a:p>
            <a:pPr algn="ctr"/>
            <a:endParaRPr lang="zh-CN" altLang="en-US" sz="2160"/>
          </a:p>
        </p:txBody>
      </p:sp>
      <p:sp>
        <p:nvSpPr>
          <p:cNvPr id="276" name="textbox 276"/>
          <p:cNvSpPr/>
          <p:nvPr/>
        </p:nvSpPr>
        <p:spPr>
          <a:xfrm>
            <a:off x="10722833" y="6462552"/>
            <a:ext cx="214884" cy="195072"/>
          </a:xfrm>
          <a:prstGeom prst="rect">
            <a:avLst/>
          </a:prstGeom>
          <a:noFill/>
          <a:ln w="0" cap="flat">
            <a:noFill/>
            <a:prstDash val="solid"/>
            <a:miter lim="0"/>
          </a:ln>
        </p:spPr>
        <p:txBody>
          <a:bodyPr vert="horz" wrap="square" lIns="0" tIns="0" rIns="0" bIns="0"/>
          <a:lstStyle/>
          <a:p>
            <a:pPr algn="l" rtl="0" eaLnBrk="0">
              <a:lnSpc>
                <a:spcPct val="82000"/>
              </a:lnSpc>
            </a:pPr>
            <a:endParaRPr sz="120" dirty="0">
              <a:latin typeface="Arial" panose="020B0604020202090204"/>
              <a:ea typeface="Arial" panose="020B0604020202090204"/>
              <a:cs typeface="Arial" panose="020B0604020202090204"/>
            </a:endParaRPr>
          </a:p>
          <a:p>
            <a:pPr marL="12700" algn="l" rtl="0" eaLnBrk="0">
              <a:lnSpc>
                <a:spcPct val="75000"/>
              </a:lnSpc>
            </a:pPr>
            <a:r>
              <a:rPr sz="1440" kern="0" spc="-30" dirty="0">
                <a:solidFill>
                  <a:srgbClr val="898989">
                    <a:alpha val="100000"/>
                  </a:srgbClr>
                </a:solidFill>
                <a:latin typeface="等线" panose="02010600030101010101" charset="-122"/>
                <a:ea typeface="等线" panose="02010600030101010101" charset="-122"/>
                <a:cs typeface="等线" panose="02010600030101010101" charset="-122"/>
              </a:rPr>
              <a:t>25</a:t>
            </a:r>
            <a:endParaRPr sz="1440" dirty="0">
              <a:latin typeface="等线" panose="02010600030101010101" charset="-122"/>
              <a:ea typeface="等线" panose="02010600030101010101" charset="-122"/>
              <a:cs typeface="等线" panose="02010600030101010101" charset="-122"/>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78" name="table 278"/>
          <p:cNvGraphicFramePr>
            <a:graphicFrameLocks noGrp="1"/>
          </p:cNvGraphicFramePr>
          <p:nvPr/>
        </p:nvGraphicFramePr>
        <p:xfrm>
          <a:off x="6263102" y="1608684"/>
          <a:ext cx="5022850" cy="4777740"/>
        </p:xfrm>
        <a:graphic>
          <a:graphicData uri="http://schemas.openxmlformats.org/drawingml/2006/table">
            <a:tbl>
              <a:tblPr/>
              <a:tblGrid>
                <a:gridCol w="5022850"/>
              </a:tblGrid>
              <a:tr h="1907540">
                <a:tc>
                  <a:txBody>
                    <a:bodyPr/>
                    <a:lstStyle/>
                    <a:p>
                      <a:pPr algn="l" rtl="0" eaLnBrk="0">
                        <a:lnSpc>
                          <a:spcPct val="100000"/>
                        </a:lnSpc>
                      </a:pPr>
                      <a:endParaRPr sz="1200" dirty="0">
                        <a:latin typeface="Arial" panose="020B0604020202090204"/>
                        <a:ea typeface="Arial" panose="020B0604020202090204"/>
                        <a:cs typeface="Arial" panose="020B0604020202090204"/>
                      </a:endParaRPr>
                    </a:p>
                  </a:txBody>
                  <a:tcPr marL="0" marR="0" marT="0" marB="0" vert="horz">
                    <a:lnL>
                      <a:noFill/>
                    </a:lnL>
                    <a:lnR>
                      <a:noFill/>
                    </a:lnR>
                    <a:lnT w="9525" cap="flat" cmpd="sng" algn="ctr">
                      <a:solidFill>
                        <a:srgbClr val="000000"/>
                      </a:solidFill>
                      <a:prstDash val="solid"/>
                      <a:round/>
                      <a:headEnd type="none" w="med" len="med"/>
                      <a:tailEnd type="none" w="med" len="med"/>
                    </a:lnT>
                    <a:lnB>
                      <a:noFill/>
                    </a:lnB>
                  </a:tcPr>
                </a:tc>
              </a:tr>
              <a:tr h="1819910">
                <a:tc>
                  <a:txBody>
                    <a:bodyPr/>
                    <a:lstStyle/>
                    <a:p>
                      <a:pPr algn="l" rtl="0" eaLnBrk="0">
                        <a:lnSpc>
                          <a:spcPct val="100000"/>
                        </a:lnSpc>
                      </a:pPr>
                      <a:endParaRPr sz="1200" dirty="0">
                        <a:latin typeface="Arial" panose="020B0604020202090204"/>
                        <a:ea typeface="Arial" panose="020B0604020202090204"/>
                        <a:cs typeface="Arial" panose="020B0604020202090204"/>
                      </a:endParaRPr>
                    </a:p>
                  </a:txBody>
                  <a:tcPr marL="0" marR="0" marT="0" marB="0" vert="horz">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a:noFill/>
                    </a:lnT>
                    <a:lnB w="9525" cap="flat" cmpd="sng" algn="ctr">
                      <a:solidFill>
                        <a:srgbClr val="000000"/>
                      </a:solidFill>
                      <a:prstDash val="solid"/>
                      <a:round/>
                      <a:headEnd type="none" w="med" len="med"/>
                      <a:tailEnd type="none" w="med" len="med"/>
                    </a:lnB>
                  </a:tcPr>
                </a:tc>
              </a:tr>
              <a:tr h="1050290">
                <a:tc>
                  <a:txBody>
                    <a:bodyPr/>
                    <a:lstStyle/>
                    <a:p>
                      <a:pPr algn="l" rtl="0" eaLnBrk="0">
                        <a:lnSpc>
                          <a:spcPct val="108000"/>
                        </a:lnSpc>
                      </a:pPr>
                      <a:endParaRPr sz="840" dirty="0">
                        <a:latin typeface="Arial" panose="020B0604020202090204"/>
                        <a:ea typeface="Arial" panose="020B0604020202090204"/>
                        <a:cs typeface="Arial" panose="020B0604020202090204"/>
                      </a:endParaRPr>
                    </a:p>
                    <a:p>
                      <a:pPr marL="118110" indent="-9525" algn="l" rtl="0" eaLnBrk="0">
                        <a:lnSpc>
                          <a:spcPct val="113000"/>
                        </a:lnSpc>
                        <a:spcBef>
                          <a:spcPts val="0"/>
                        </a:spcBef>
                      </a:pPr>
                      <a:r>
                        <a:rPr sz="2160" kern="0" spc="-4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Windows</a:t>
                      </a:r>
                      <a:r>
                        <a:rPr sz="2160" kern="0" spc="16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 </a:t>
                      </a:r>
                      <a:r>
                        <a:rPr sz="2160" kern="0" spc="-4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1.0（</a:t>
                      </a:r>
                      <a:r>
                        <a:rPr sz="2160" kern="0" spc="23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 </a:t>
                      </a:r>
                      <a:r>
                        <a:rPr sz="2160" kern="0" spc="-4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1985 ）: 基于图形界</a:t>
                      </a:r>
                      <a:r>
                        <a:rPr sz="2160" kern="0" spc="-5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面</a:t>
                      </a:r>
                      <a:r>
                        <a:rPr sz="2160" kern="0" spc="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   </a:t>
                      </a:r>
                      <a:r>
                        <a:rPr sz="2160" kern="0" spc="-2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的操作系统</a:t>
                      </a:r>
                      <a:endParaRPr sz="2160" dirty="0">
                        <a:latin typeface="微软雅黑" panose="020B0503020204020204" pitchFamily="34" charset="-122"/>
                        <a:ea typeface="微软雅黑" panose="020B0503020204020204" pitchFamily="34" charset="-122"/>
                        <a:cs typeface="微软雅黑" panose="020B0503020204020204" pitchFamily="34" charset="-122"/>
                      </a:endParaRPr>
                    </a:p>
                  </a:txBody>
                  <a:tcPr marL="0" marR="0" marT="0" marB="0" vert="horz">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3D6DA"/>
                    </a:solidFill>
                  </a:tcPr>
                </a:tc>
              </a:tr>
            </a:tbl>
          </a:graphicData>
        </a:graphic>
      </p:graphicFrame>
      <p:pic>
        <p:nvPicPr>
          <p:cNvPr id="280" name="picture 280"/>
          <p:cNvPicPr>
            <a:picLocks noChangeAspect="1"/>
          </p:cNvPicPr>
          <p:nvPr/>
        </p:nvPicPr>
        <p:blipFill>
          <a:blip r:embed="rId1"/>
          <a:stretch>
            <a:fillRect/>
          </a:stretch>
        </p:blipFill>
        <p:spPr>
          <a:xfrm rot="21600000">
            <a:off x="684425" y="2305673"/>
            <a:ext cx="2743200" cy="3261389"/>
          </a:xfrm>
          <a:prstGeom prst="rect">
            <a:avLst/>
          </a:prstGeom>
        </p:spPr>
      </p:pic>
      <p:pic>
        <p:nvPicPr>
          <p:cNvPr id="282" name="picture 282"/>
          <p:cNvPicPr>
            <a:picLocks noChangeAspect="1"/>
          </p:cNvPicPr>
          <p:nvPr/>
        </p:nvPicPr>
        <p:blipFill>
          <a:blip r:embed="rId2"/>
          <a:stretch>
            <a:fillRect/>
          </a:stretch>
        </p:blipFill>
        <p:spPr>
          <a:xfrm rot="21600000">
            <a:off x="3535280" y="2305673"/>
            <a:ext cx="2454113" cy="3261389"/>
          </a:xfrm>
          <a:prstGeom prst="rect">
            <a:avLst/>
          </a:prstGeom>
        </p:spPr>
      </p:pic>
      <p:sp>
        <p:nvSpPr>
          <p:cNvPr id="284" name="textbox 284"/>
          <p:cNvSpPr/>
          <p:nvPr/>
        </p:nvSpPr>
        <p:spPr>
          <a:xfrm>
            <a:off x="6263102" y="1608684"/>
            <a:ext cx="5023865" cy="1411986"/>
          </a:xfrm>
          <a:prstGeom prst="rect">
            <a:avLst/>
          </a:prstGeom>
          <a:solidFill>
            <a:srgbClr val="F3D6DA">
              <a:alpha val="100000"/>
            </a:srgbClr>
          </a:solidFill>
          <a:ln w="0" cap="flat">
            <a:noFill/>
            <a:prstDash val="solid"/>
            <a:miter lim="0"/>
          </a:ln>
        </p:spPr>
        <p:txBody>
          <a:bodyPr vert="horz" wrap="square" lIns="0" tIns="0" rIns="0" bIns="0"/>
          <a:lstStyle/>
          <a:p>
            <a:pPr algn="l" rtl="0" eaLnBrk="0">
              <a:lnSpc>
                <a:spcPct val="106000"/>
              </a:lnSpc>
            </a:pPr>
            <a:endParaRPr sz="840" dirty="0">
              <a:latin typeface="Arial" panose="020B0604020202090204"/>
              <a:ea typeface="Arial" panose="020B0604020202090204"/>
              <a:cs typeface="Arial" panose="020B0604020202090204"/>
            </a:endParaRPr>
          </a:p>
          <a:p>
            <a:pPr algn="l" rtl="0" eaLnBrk="0">
              <a:lnSpc>
                <a:spcPct val="6000"/>
              </a:lnSpc>
            </a:pPr>
            <a:endParaRPr sz="120" dirty="0">
              <a:latin typeface="Arial" panose="020B0604020202090204"/>
              <a:ea typeface="Arial" panose="020B0604020202090204"/>
              <a:cs typeface="Arial" panose="020B0604020202090204"/>
            </a:endParaRPr>
          </a:p>
          <a:p>
            <a:pPr marL="123825" algn="l" rtl="0" eaLnBrk="0">
              <a:lnSpc>
                <a:spcPts val="2325"/>
              </a:lnSpc>
            </a:pPr>
            <a:r>
              <a:rPr sz="2160" kern="0" spc="-3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Xerox Alto（</a:t>
            </a:r>
            <a:r>
              <a:rPr sz="2160" kern="0" spc="23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 </a:t>
            </a:r>
            <a:r>
              <a:rPr sz="2160" kern="0" spc="-3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197</a:t>
            </a:r>
            <a:r>
              <a:rPr sz="2160" kern="0" spc="-4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3 ）: 第一个图形化操</a:t>
            </a:r>
            <a:endParaRPr sz="2160" dirty="0">
              <a:latin typeface="微软雅黑" panose="020B0503020204020204" pitchFamily="34" charset="-122"/>
              <a:ea typeface="微软雅黑" panose="020B0503020204020204" pitchFamily="34" charset="-122"/>
              <a:cs typeface="微软雅黑" panose="020B0503020204020204" pitchFamily="34" charset="-122"/>
            </a:endParaRPr>
          </a:p>
          <a:p>
            <a:pPr marL="125095" indent="-1905" algn="l" rtl="0" eaLnBrk="0">
              <a:lnSpc>
                <a:spcPct val="117000"/>
              </a:lnSpc>
              <a:spcBef>
                <a:spcPts val="255"/>
              </a:spcBef>
            </a:pPr>
            <a:r>
              <a:rPr sz="2160" kern="0" spc="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作系统，首次使用鼠标（  </a:t>
            </a:r>
            <a:r>
              <a:rPr sz="2160" kern="0" spc="-1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Chuck</a:t>
            </a:r>
            <a:r>
              <a:rPr sz="2160" kern="0" spc="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            </a:t>
            </a:r>
            <a:r>
              <a:rPr sz="2160" kern="0" spc="-3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Thacker ，2009年图灵奖）</a:t>
            </a:r>
            <a:endParaRPr sz="2160" dirty="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286" name="textbox 286"/>
          <p:cNvSpPr/>
          <p:nvPr/>
        </p:nvSpPr>
        <p:spPr>
          <a:xfrm>
            <a:off x="6263102" y="3487655"/>
            <a:ext cx="5023865" cy="1405890"/>
          </a:xfrm>
          <a:prstGeom prst="rect">
            <a:avLst/>
          </a:prstGeom>
          <a:solidFill>
            <a:srgbClr val="F3D6DA">
              <a:alpha val="100000"/>
            </a:srgbClr>
          </a:solidFill>
          <a:ln w="0" cap="flat">
            <a:noFill/>
            <a:prstDash val="solid"/>
            <a:miter lim="0"/>
          </a:ln>
        </p:spPr>
        <p:txBody>
          <a:bodyPr vert="horz" wrap="square" lIns="0" tIns="0" rIns="0" bIns="0"/>
          <a:lstStyle/>
          <a:p>
            <a:pPr algn="l" rtl="0" eaLnBrk="0">
              <a:lnSpc>
                <a:spcPct val="105000"/>
              </a:lnSpc>
            </a:pPr>
            <a:endParaRPr sz="720" dirty="0">
              <a:latin typeface="Arial" panose="020B0604020202090204"/>
              <a:ea typeface="Arial" panose="020B0604020202090204"/>
              <a:cs typeface="Arial" panose="020B0604020202090204"/>
            </a:endParaRPr>
          </a:p>
          <a:p>
            <a:pPr marL="123190" indent="19685" algn="l" rtl="0" eaLnBrk="0">
              <a:lnSpc>
                <a:spcPct val="117000"/>
              </a:lnSpc>
            </a:pPr>
            <a:r>
              <a:rPr sz="2160" kern="0" spc="-2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Mac OS</a:t>
            </a:r>
            <a:r>
              <a:rPr sz="2160" kern="0" spc="13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 </a:t>
            </a:r>
            <a:r>
              <a:rPr sz="2160" kern="0" spc="-2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(Apple</a:t>
            </a:r>
            <a:r>
              <a:rPr sz="2160" kern="0" spc="18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 </a:t>
            </a:r>
            <a:r>
              <a:rPr sz="2160" kern="0" spc="-2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LISA,</a:t>
            </a:r>
            <a:r>
              <a:rPr sz="2160" kern="0" spc="16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 </a:t>
            </a:r>
            <a:r>
              <a:rPr sz="2160" kern="0" spc="-3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1983):1979年</a:t>
            </a:r>
            <a:r>
              <a:rPr sz="2160" kern="0" spc="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      </a:t>
            </a:r>
            <a:r>
              <a:rPr sz="2160" kern="0" spc="-4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乔布斯访问Xerox</a:t>
            </a:r>
            <a:r>
              <a:rPr sz="2160" kern="0" spc="18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 </a:t>
            </a:r>
            <a:r>
              <a:rPr sz="2160" kern="0" spc="-4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P</a:t>
            </a:r>
            <a:r>
              <a:rPr sz="2160" kern="0" spc="-5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ARC ，意识到GUI</a:t>
            </a:r>
            <a:r>
              <a:rPr sz="2160" kern="0" spc="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      </a:t>
            </a:r>
            <a:r>
              <a:rPr sz="2160" kern="0" spc="-4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的重要性 ，买下了GUI进行研究</a:t>
            </a:r>
            <a:endParaRPr sz="2160" dirty="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288" name="textbox 288"/>
          <p:cNvSpPr/>
          <p:nvPr/>
        </p:nvSpPr>
        <p:spPr>
          <a:xfrm>
            <a:off x="594361" y="511358"/>
            <a:ext cx="9736836" cy="656081"/>
          </a:xfrm>
          <a:prstGeom prst="rect">
            <a:avLst/>
          </a:prstGeom>
          <a:noFill/>
          <a:ln w="0" cap="flat">
            <a:noFill/>
            <a:prstDash val="solid"/>
            <a:miter lim="0"/>
          </a:ln>
        </p:spPr>
        <p:txBody>
          <a:bodyPr vert="horz" wrap="square" lIns="0" tIns="0" rIns="0" bIns="0"/>
          <a:lstStyle/>
          <a:p>
            <a:pPr algn="l" rtl="0" eaLnBrk="0">
              <a:lnSpc>
                <a:spcPct val="105000"/>
              </a:lnSpc>
            </a:pPr>
            <a:endParaRPr sz="480" dirty="0">
              <a:latin typeface="Arial" panose="020B0604020202090204"/>
              <a:ea typeface="Arial" panose="020B0604020202090204"/>
              <a:cs typeface="Arial" panose="020B0604020202090204"/>
            </a:endParaRPr>
          </a:p>
          <a:p>
            <a:pPr marL="171450" algn="l" rtl="0" eaLnBrk="0">
              <a:lnSpc>
                <a:spcPct val="92000"/>
              </a:lnSpc>
              <a:tabLst>
                <a:tab pos="584200" algn="l"/>
              </a:tabLst>
            </a:pPr>
            <a:r>
              <a:rPr sz="3600" kern="0" spc="0" dirty="0">
                <a:solidFill>
                  <a:srgbClr val="BE384B">
                    <a:alpha val="100000"/>
                  </a:srgbClr>
                </a:solidFill>
                <a:latin typeface="微软雅黑" panose="020B0503020204020204" pitchFamily="34" charset="-122"/>
                <a:ea typeface="微软雅黑" panose="020B0503020204020204" pitchFamily="34" charset="-122"/>
                <a:cs typeface="微软雅黑" panose="020B0503020204020204" pitchFamily="34" charset="-122"/>
              </a:rPr>
              <a:t>	</a:t>
            </a:r>
            <a:r>
              <a:rPr sz="3600" b="1" kern="0" spc="130" dirty="0">
                <a:solidFill>
                  <a:srgbClr val="BE384B">
                    <a:alpha val="100000"/>
                  </a:srgbClr>
                </a:solidFill>
                <a:latin typeface="微软雅黑" panose="020B0503020204020204" pitchFamily="34" charset="-122"/>
                <a:ea typeface="微软雅黑" panose="020B0503020204020204" pitchFamily="34" charset="-122"/>
                <a:cs typeface="微软雅黑" panose="020B0503020204020204" pitchFamily="34" charset="-122"/>
              </a:rPr>
              <a:t>图形界面：</a:t>
            </a:r>
            <a:r>
              <a:rPr sz="3600" b="1" kern="0" spc="320" dirty="0">
                <a:solidFill>
                  <a:srgbClr val="BE384B">
                    <a:alpha val="100000"/>
                  </a:srgbClr>
                </a:solidFill>
                <a:latin typeface="微软雅黑" panose="020B0503020204020204" pitchFamily="34" charset="-122"/>
                <a:ea typeface="微软雅黑" panose="020B0503020204020204" pitchFamily="34" charset="-122"/>
                <a:cs typeface="微软雅黑" panose="020B0503020204020204" pitchFamily="34" charset="-122"/>
              </a:rPr>
              <a:t> </a:t>
            </a:r>
            <a:r>
              <a:rPr sz="3600" b="1" kern="0" spc="0" dirty="0">
                <a:solidFill>
                  <a:srgbClr val="BE384B">
                    <a:alpha val="100000"/>
                  </a:srgbClr>
                </a:solidFill>
                <a:latin typeface="Arial" panose="020B0604020202090204"/>
                <a:ea typeface="Arial" panose="020B0604020202090204"/>
                <a:cs typeface="Arial" panose="020B0604020202090204"/>
              </a:rPr>
              <a:t>Xerox</a:t>
            </a:r>
            <a:r>
              <a:rPr sz="3600" b="1" kern="0" spc="130" dirty="0">
                <a:solidFill>
                  <a:srgbClr val="BE384B">
                    <a:alpha val="100000"/>
                  </a:srgbClr>
                </a:solidFill>
                <a:latin typeface="Arial" panose="020B0604020202090204"/>
                <a:ea typeface="Arial" panose="020B0604020202090204"/>
                <a:cs typeface="Arial" panose="020B0604020202090204"/>
              </a:rPr>
              <a:t> </a:t>
            </a:r>
            <a:r>
              <a:rPr sz="3600" b="1" kern="0" spc="0" dirty="0">
                <a:solidFill>
                  <a:srgbClr val="BE384B">
                    <a:alpha val="100000"/>
                  </a:srgbClr>
                </a:solidFill>
                <a:latin typeface="Arial" panose="020B0604020202090204"/>
                <a:ea typeface="Arial" panose="020B0604020202090204"/>
                <a:cs typeface="Arial" panose="020B0604020202090204"/>
              </a:rPr>
              <a:t>Alto</a:t>
            </a:r>
            <a:r>
              <a:rPr sz="3600" b="1" kern="0" spc="130" dirty="0">
                <a:solidFill>
                  <a:srgbClr val="BE384B">
                    <a:alpha val="100000"/>
                  </a:srgbClr>
                </a:solidFill>
                <a:latin typeface="Arial" panose="020B0604020202090204"/>
                <a:ea typeface="Arial" panose="020B0604020202090204"/>
                <a:cs typeface="Arial" panose="020B0604020202090204"/>
              </a:rPr>
              <a:t>/</a:t>
            </a:r>
            <a:r>
              <a:rPr sz="3600" b="1" kern="0" spc="0" dirty="0">
                <a:solidFill>
                  <a:srgbClr val="BE384B">
                    <a:alpha val="100000"/>
                  </a:srgbClr>
                </a:solidFill>
                <a:latin typeface="Arial" panose="020B0604020202090204"/>
                <a:ea typeface="Arial" panose="020B0604020202090204"/>
                <a:cs typeface="Arial" panose="020B0604020202090204"/>
              </a:rPr>
              <a:t>MacOS</a:t>
            </a:r>
            <a:r>
              <a:rPr sz="3600" b="1" kern="0" spc="130" dirty="0">
                <a:solidFill>
                  <a:srgbClr val="BE384B">
                    <a:alpha val="100000"/>
                  </a:srgbClr>
                </a:solidFill>
                <a:latin typeface="Arial" panose="020B0604020202090204"/>
                <a:ea typeface="Arial" panose="020B0604020202090204"/>
                <a:cs typeface="Arial" panose="020B0604020202090204"/>
              </a:rPr>
              <a:t>/</a:t>
            </a:r>
            <a:r>
              <a:rPr sz="3600" b="1" kern="0" spc="0" dirty="0">
                <a:solidFill>
                  <a:srgbClr val="BE384B">
                    <a:alpha val="100000"/>
                  </a:srgbClr>
                </a:solidFill>
                <a:latin typeface="Arial" panose="020B0604020202090204"/>
                <a:ea typeface="Arial" panose="020B0604020202090204"/>
                <a:cs typeface="Arial" panose="020B0604020202090204"/>
              </a:rPr>
              <a:t>Windows</a:t>
            </a:r>
            <a:endParaRPr sz="3600" b="1" kern="0" spc="0" dirty="0">
              <a:solidFill>
                <a:srgbClr val="BE384B">
                  <a:alpha val="100000"/>
                </a:srgbClr>
              </a:solidFill>
              <a:latin typeface="Arial" panose="020B0604020202090204"/>
              <a:ea typeface="Arial" panose="020B0604020202090204"/>
              <a:cs typeface="Arial" panose="020B0604020202090204"/>
            </a:endParaRPr>
          </a:p>
        </p:txBody>
      </p:sp>
      <p:pic>
        <p:nvPicPr>
          <p:cNvPr id="290" name="picture 290"/>
          <p:cNvPicPr>
            <a:picLocks noChangeAspect="1"/>
          </p:cNvPicPr>
          <p:nvPr/>
        </p:nvPicPr>
        <p:blipFill>
          <a:blip r:embed="rId3"/>
          <a:stretch>
            <a:fillRect/>
          </a:stretch>
        </p:blipFill>
        <p:spPr>
          <a:xfrm rot="21600000">
            <a:off x="609600" y="526598"/>
            <a:ext cx="190649" cy="576336"/>
          </a:xfrm>
          <a:prstGeom prst="rect">
            <a:avLst/>
          </a:prstGeom>
        </p:spPr>
      </p:pic>
      <p:sp>
        <p:nvSpPr>
          <p:cNvPr id="292" name="textbox 292"/>
          <p:cNvSpPr/>
          <p:nvPr/>
        </p:nvSpPr>
        <p:spPr>
          <a:xfrm>
            <a:off x="764740" y="6200454"/>
            <a:ext cx="4242054" cy="321564"/>
          </a:xfrm>
          <a:prstGeom prst="rect">
            <a:avLst/>
          </a:prstGeom>
          <a:noFill/>
          <a:ln w="0" cap="flat">
            <a:noFill/>
            <a:prstDash val="solid"/>
            <a:miter lim="0"/>
          </a:ln>
        </p:spPr>
        <p:txBody>
          <a:bodyPr vert="horz" wrap="square" lIns="0" tIns="0" rIns="0" bIns="0"/>
          <a:lstStyle/>
          <a:p>
            <a:pPr algn="l" rtl="0" eaLnBrk="0">
              <a:lnSpc>
                <a:spcPct val="83000"/>
              </a:lnSpc>
            </a:pPr>
            <a:endParaRPr sz="120" dirty="0">
              <a:latin typeface="Arial" panose="020B0604020202090204"/>
              <a:ea typeface="Arial" panose="020B0604020202090204"/>
              <a:cs typeface="Arial" panose="020B0604020202090204"/>
            </a:endParaRPr>
          </a:p>
          <a:p>
            <a:pPr marL="12700" algn="l" rtl="0" eaLnBrk="0">
              <a:lnSpc>
                <a:spcPts val="1910"/>
              </a:lnSpc>
            </a:pPr>
            <a:r>
              <a:rPr sz="1680" kern="0" spc="-20" dirty="0">
                <a:solidFill>
                  <a:srgbClr val="000000">
                    <a:alpha val="100000"/>
                  </a:srgbClr>
                </a:solidFill>
                <a:latin typeface="Arial" panose="020B0604020202090204"/>
                <a:ea typeface="Arial" panose="020B0604020202090204"/>
                <a:cs typeface="Arial" panose="020B0604020202090204"/>
              </a:rPr>
              <a:t>Credit: https://zh.wikipedia.or</a:t>
            </a:r>
            <a:r>
              <a:rPr sz="1680" kern="0" spc="-30" dirty="0">
                <a:solidFill>
                  <a:srgbClr val="000000">
                    <a:alpha val="100000"/>
                  </a:srgbClr>
                </a:solidFill>
                <a:latin typeface="Arial" panose="020B0604020202090204"/>
                <a:ea typeface="Arial" panose="020B0604020202090204"/>
                <a:cs typeface="Arial" panose="020B0604020202090204"/>
              </a:rPr>
              <a:t>g/wiki/Xerox_Alto</a:t>
            </a:r>
            <a:endParaRPr sz="1680" dirty="0">
              <a:latin typeface="Arial" panose="020B0604020202090204"/>
              <a:ea typeface="Arial" panose="020B0604020202090204"/>
              <a:cs typeface="Arial" panose="020B0604020202090204"/>
            </a:endParaRPr>
          </a:p>
        </p:txBody>
      </p:sp>
      <p:sp>
        <p:nvSpPr>
          <p:cNvPr id="294" name="path 294"/>
          <p:cNvSpPr/>
          <p:nvPr/>
        </p:nvSpPr>
        <p:spPr>
          <a:xfrm>
            <a:off x="6502174" y="3481940"/>
            <a:ext cx="4545044" cy="11430"/>
          </a:xfrm>
          <a:custGeom>
            <a:avLst/>
            <a:gdLst/>
            <a:ahLst/>
            <a:cxnLst/>
            <a:rect l="0" t="0" r="0" b="0"/>
            <a:pathLst>
              <a:path w="5964" h="15">
                <a:moveTo>
                  <a:pt x="0" y="7"/>
                </a:moveTo>
                <a:lnTo>
                  <a:pt x="5964" y="7"/>
                </a:lnTo>
              </a:path>
            </a:pathLst>
          </a:custGeom>
          <a:noFill/>
          <a:ln w="9525" cap="flat">
            <a:solidFill>
              <a:srgbClr val="000000"/>
            </a:solidFill>
            <a:prstDash val="solid"/>
            <a:round/>
          </a:ln>
        </p:spPr>
        <p:txBody>
          <a:bodyPr rtlCol="0"/>
          <a:lstStyle/>
          <a:p>
            <a:pPr algn="ctr"/>
            <a:endParaRPr lang="zh-CN" altLang="en-US" sz="2160"/>
          </a:p>
        </p:txBody>
      </p:sp>
      <p:pic>
        <p:nvPicPr>
          <p:cNvPr id="296" name="picture 296"/>
          <p:cNvPicPr>
            <a:picLocks noChangeAspect="1"/>
          </p:cNvPicPr>
          <p:nvPr/>
        </p:nvPicPr>
        <p:blipFill>
          <a:blip r:embed="rId4"/>
          <a:stretch>
            <a:fillRect/>
          </a:stretch>
        </p:blipFill>
        <p:spPr>
          <a:xfrm rot="21600000">
            <a:off x="8526889" y="3008780"/>
            <a:ext cx="644604" cy="483464"/>
          </a:xfrm>
          <a:prstGeom prst="rect">
            <a:avLst/>
          </a:prstGeom>
        </p:spPr>
      </p:pic>
      <p:pic>
        <p:nvPicPr>
          <p:cNvPr id="298" name="picture 298"/>
          <p:cNvPicPr>
            <a:picLocks noChangeAspect="1"/>
          </p:cNvPicPr>
          <p:nvPr/>
        </p:nvPicPr>
        <p:blipFill>
          <a:blip r:embed="rId5"/>
          <a:stretch>
            <a:fillRect/>
          </a:stretch>
        </p:blipFill>
        <p:spPr>
          <a:xfrm rot="21600000">
            <a:off x="8516603" y="4896349"/>
            <a:ext cx="644604" cy="483464"/>
          </a:xfrm>
          <a:prstGeom prst="rect">
            <a:avLst/>
          </a:prstGeom>
        </p:spPr>
      </p:pic>
      <p:sp>
        <p:nvSpPr>
          <p:cNvPr id="300" name="textbox 300"/>
          <p:cNvSpPr/>
          <p:nvPr/>
        </p:nvSpPr>
        <p:spPr>
          <a:xfrm>
            <a:off x="10722833" y="6462552"/>
            <a:ext cx="214884" cy="195072"/>
          </a:xfrm>
          <a:prstGeom prst="rect">
            <a:avLst/>
          </a:prstGeom>
          <a:noFill/>
          <a:ln w="0" cap="flat">
            <a:noFill/>
            <a:prstDash val="solid"/>
            <a:miter lim="0"/>
          </a:ln>
        </p:spPr>
        <p:txBody>
          <a:bodyPr vert="horz" wrap="square" lIns="0" tIns="0" rIns="0" bIns="0"/>
          <a:lstStyle/>
          <a:p>
            <a:pPr algn="l" rtl="0" eaLnBrk="0">
              <a:lnSpc>
                <a:spcPct val="82000"/>
              </a:lnSpc>
            </a:pPr>
            <a:endParaRPr sz="120" dirty="0">
              <a:latin typeface="Arial" panose="020B0604020202090204"/>
              <a:ea typeface="Arial" panose="020B0604020202090204"/>
              <a:cs typeface="Arial" panose="020B0604020202090204"/>
            </a:endParaRPr>
          </a:p>
          <a:p>
            <a:pPr marL="12700" algn="l" rtl="0" eaLnBrk="0">
              <a:lnSpc>
                <a:spcPct val="75000"/>
              </a:lnSpc>
            </a:pPr>
            <a:r>
              <a:rPr sz="1440" kern="0" spc="-30" dirty="0">
                <a:solidFill>
                  <a:srgbClr val="898989">
                    <a:alpha val="100000"/>
                  </a:srgbClr>
                </a:solidFill>
                <a:latin typeface="等线" panose="02010600030101010101" charset="-122"/>
                <a:ea typeface="等线" panose="02010600030101010101" charset="-122"/>
                <a:cs typeface="等线" panose="02010600030101010101" charset="-122"/>
              </a:rPr>
              <a:t>26</a:t>
            </a:r>
            <a:endParaRPr sz="1440" dirty="0">
              <a:latin typeface="等线" panose="02010600030101010101" charset="-122"/>
              <a:ea typeface="等线" panose="02010600030101010101" charset="-122"/>
              <a:cs typeface="等线" panose="02010600030101010101" charset="-122"/>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文本占位符 13"/>
          <p:cNvSpPr txBox="1"/>
          <p:nvPr/>
        </p:nvSpPr>
        <p:spPr>
          <a:xfrm>
            <a:off x="669925" y="5306656"/>
            <a:ext cx="10850563" cy="296271"/>
          </a:xfrm>
          <a:prstGeom prst="rect">
            <a:avLst/>
          </a:prstGeom>
        </p:spPr>
        <p:txBody>
          <a:bodyPr vert="horz" anchor="ctr">
            <a:noAutofit/>
          </a:bodyPr>
          <a:lstStyle>
            <a:lvl1pPr marL="0" indent="0" algn="r" defTabSz="914400" rtl="0" eaLnBrk="1" latinLnBrk="0" hangingPunct="1">
              <a:lnSpc>
                <a:spcPct val="90000"/>
              </a:lnSpc>
              <a:spcBef>
                <a:spcPts val="1000"/>
              </a:spcBef>
              <a:buFont typeface="Arial" panose="020B0604020202090204" pitchFamily="34" charset="0"/>
              <a:buNone/>
              <a:defRPr sz="1500" b="0" kern="1200">
                <a:solidFill>
                  <a:schemeClr val="bg1"/>
                </a:solidFill>
                <a:latin typeface="+mn-lt"/>
                <a:ea typeface="+mn-ea"/>
                <a:cs typeface="+mn-cs"/>
              </a:defRPr>
            </a:lvl1pPr>
            <a:lvl2pPr marL="457200" indent="0" algn="l"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90204" pitchFamily="34" charset="0"/>
              <a:buNone/>
              <a:defRPr sz="1400"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90204" pitchFamily="34" charset="0"/>
              <a:buNone/>
              <a:defRPr sz="12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90204" pitchFamily="34" charset="0"/>
              <a:buNone/>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r>
              <a:rPr lang="en-US" altLang="zh-CN"/>
              <a:t>Signature</a:t>
            </a:r>
            <a:endParaRPr lang="en-US" altLang="zh-CN" dirty="0"/>
          </a:p>
        </p:txBody>
      </p:sp>
      <p:sp>
        <p:nvSpPr>
          <p:cNvPr id="20" name="矩形 19"/>
          <p:cNvSpPr/>
          <p:nvPr/>
        </p:nvSpPr>
        <p:spPr>
          <a:xfrm>
            <a:off x="669925" y="78668"/>
            <a:ext cx="7026275" cy="521970"/>
          </a:xfrm>
          <a:prstGeom prst="rect">
            <a:avLst/>
          </a:prstGeom>
        </p:spPr>
        <p:txBody>
          <a:bodyPr wrap="square">
            <a:spAutoFit/>
          </a:bodyPr>
          <a:lstStyle/>
          <a:p>
            <a:pPr algn="l">
              <a:buClrTx/>
              <a:buSzTx/>
              <a:buFontTx/>
            </a:pPr>
            <a:r>
              <a:rPr lang="zh-CN" altLang="en-US" sz="2800" b="1" dirty="0">
                <a:solidFill>
                  <a:srgbClr val="FF0000"/>
                </a:solidFill>
              </a:rPr>
              <a:t>推动OS发展的主要</a:t>
            </a:r>
            <a:r>
              <a:rPr lang="zh-CN" altLang="en-US" sz="2800" b="1" dirty="0">
                <a:solidFill>
                  <a:srgbClr val="FF0000"/>
                </a:solidFill>
              </a:rPr>
              <a:t>动力</a:t>
            </a:r>
            <a:endParaRPr lang="zh-CN" altLang="en-US" sz="2800" b="1" dirty="0">
              <a:solidFill>
                <a:srgbClr val="FF0000"/>
              </a:solidFill>
            </a:endParaRPr>
          </a:p>
        </p:txBody>
      </p:sp>
      <p:sp>
        <p:nvSpPr>
          <p:cNvPr id="10" name="iṥḷîdé"/>
          <p:cNvSpPr/>
          <p:nvPr/>
        </p:nvSpPr>
        <p:spPr bwMode="auto">
          <a:xfrm rot="610268">
            <a:off x="4224180" y="3695598"/>
            <a:ext cx="1187744" cy="1497020"/>
          </a:xfrm>
          <a:prstGeom prst="rtTriangle">
            <a:avLst/>
          </a:prstGeom>
          <a:solidFill>
            <a:schemeClr val="bg1">
              <a:lumMod val="65000"/>
            </a:schemeClr>
          </a:solidFill>
          <a:ln w="19050">
            <a:noFill/>
            <a:round/>
          </a:ln>
        </p:spPr>
        <p:txBody>
          <a:bodyPr wrap="square" lIns="91440" tIns="45720" rIns="91440" bIns="45720" anchor="ctr">
            <a:normAutofit/>
          </a:bodyPr>
          <a:lstStyle/>
          <a:p>
            <a:pPr algn="ctr"/>
          </a:p>
        </p:txBody>
      </p:sp>
      <p:sp>
        <p:nvSpPr>
          <p:cNvPr id="11" name="ïš1iďe"/>
          <p:cNvSpPr/>
          <p:nvPr/>
        </p:nvSpPr>
        <p:spPr bwMode="auto">
          <a:xfrm rot="16200000">
            <a:off x="1772352" y="1064207"/>
            <a:ext cx="1296144" cy="2052228"/>
          </a:xfrm>
          <a:prstGeom prst="triangle">
            <a:avLst/>
          </a:prstGeom>
          <a:solidFill>
            <a:schemeClr val="bg1">
              <a:lumMod val="65000"/>
            </a:schemeClr>
          </a:solidFill>
          <a:ln w="19050">
            <a:noFill/>
            <a:round/>
          </a:ln>
        </p:spPr>
        <p:txBody>
          <a:bodyPr wrap="square" lIns="91440" tIns="45720" rIns="91440" bIns="45720" anchor="ctr">
            <a:normAutofit/>
          </a:bodyPr>
          <a:lstStyle/>
          <a:p>
            <a:pPr algn="ctr"/>
          </a:p>
        </p:txBody>
      </p:sp>
      <p:sp>
        <p:nvSpPr>
          <p:cNvPr id="12" name="ïṥliḋe"/>
          <p:cNvSpPr/>
          <p:nvPr/>
        </p:nvSpPr>
        <p:spPr bwMode="auto">
          <a:xfrm rot="3712223">
            <a:off x="855993" y="1330709"/>
            <a:ext cx="4066498" cy="4482407"/>
          </a:xfrm>
          <a:custGeom>
            <a:avLst/>
            <a:gdLst>
              <a:gd name="connsiteX0" fmla="*/ 0 w 4066498"/>
              <a:gd name="connsiteY0" fmla="*/ 2863075 h 4482407"/>
              <a:gd name="connsiteX1" fmla="*/ 1937533 w 4066498"/>
              <a:gd name="connsiteY1" fmla="*/ 0 h 4482407"/>
              <a:gd name="connsiteX2" fmla="*/ 4066498 w 4066498"/>
              <a:gd name="connsiteY2" fmla="*/ 1138176 h 4482407"/>
              <a:gd name="connsiteX3" fmla="*/ 3028971 w 4066498"/>
              <a:gd name="connsiteY3" fmla="*/ 4482407 h 4482407"/>
              <a:gd name="connsiteX4" fmla="*/ 0 w 4066498"/>
              <a:gd name="connsiteY4" fmla="*/ 2863075 h 44824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66498" h="4482407">
                <a:moveTo>
                  <a:pt x="0" y="2863075"/>
                </a:moveTo>
                <a:lnTo>
                  <a:pt x="1937533" y="0"/>
                </a:lnTo>
                <a:lnTo>
                  <a:pt x="4066498" y="1138176"/>
                </a:lnTo>
                <a:lnTo>
                  <a:pt x="3028971" y="4482407"/>
                </a:lnTo>
                <a:lnTo>
                  <a:pt x="0" y="2863075"/>
                </a:lnTo>
                <a:close/>
              </a:path>
            </a:pathLst>
          </a:custGeom>
          <a:solidFill>
            <a:schemeClr val="bg1">
              <a:lumMod val="95000"/>
            </a:schemeClr>
          </a:solidFill>
          <a:ln w="19050">
            <a:noFill/>
            <a:round/>
          </a:ln>
        </p:spPr>
        <p:txBody>
          <a:bodyPr wrap="square" lIns="91440" tIns="45720" rIns="91440" bIns="45720" anchor="ctr">
            <a:normAutofit/>
          </a:bodyPr>
          <a:lstStyle/>
          <a:p>
            <a:pPr algn="ctr"/>
          </a:p>
        </p:txBody>
      </p:sp>
      <p:sp>
        <p:nvSpPr>
          <p:cNvPr id="13" name="íṧḷiḍe"/>
          <p:cNvSpPr/>
          <p:nvPr/>
        </p:nvSpPr>
        <p:spPr>
          <a:xfrm rot="10800000" flipV="1">
            <a:off x="1510436" y="3209926"/>
            <a:ext cx="2972566" cy="823924"/>
          </a:xfrm>
          <a:prstGeom prst="rect">
            <a:avLst/>
          </a:prstGeom>
        </p:spPr>
        <p:txBody>
          <a:bodyPr vert="horz" wrap="square" lIns="91440" tIns="45720" rIns="91440" bIns="45720" anchor="ctr">
            <a:normAutofit fontScale="92500" lnSpcReduction="10000"/>
          </a:bodyPr>
          <a:lstStyle/>
          <a:p>
            <a:pPr algn="ctr"/>
            <a:r>
              <a:rPr lang="zh-CN" altLang="en-US" sz="2800" b="1" i="1" dirty="0"/>
              <a:t>推动</a:t>
            </a:r>
            <a:r>
              <a:rPr lang="en-US" altLang="zh-CN" sz="2800" b="1" i="1" dirty="0"/>
              <a:t>OS</a:t>
            </a:r>
            <a:r>
              <a:rPr lang="zh-CN" altLang="en-US" sz="2800" b="1" i="1" dirty="0"/>
              <a:t>发展的主要动力</a:t>
            </a:r>
            <a:endParaRPr lang="zh-CN" altLang="en-US" sz="2800" b="1" i="1" dirty="0"/>
          </a:p>
        </p:txBody>
      </p:sp>
      <p:sp>
        <p:nvSpPr>
          <p:cNvPr id="16" name="îşļïďè"/>
          <p:cNvSpPr/>
          <p:nvPr/>
        </p:nvSpPr>
        <p:spPr>
          <a:xfrm>
            <a:off x="6236451" y="5047466"/>
            <a:ext cx="624349" cy="624349"/>
          </a:xfrm>
          <a:prstGeom prst="diamond">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Autofit/>
          </a:bodyPr>
          <a:lstStyle/>
          <a:p>
            <a:pPr algn="ctr"/>
            <a:r>
              <a:rPr lang="en-US" altLang="zh-CN" sz="2400" dirty="0">
                <a:solidFill>
                  <a:schemeClr val="bg1"/>
                </a:solidFill>
                <a:latin typeface="Impact" panose="020B0806030902050204" pitchFamily="34" charset="0"/>
              </a:rPr>
              <a:t>5</a:t>
            </a:r>
            <a:endParaRPr lang="en-US" altLang="zh-CN" sz="2400" dirty="0">
              <a:solidFill>
                <a:schemeClr val="bg1"/>
              </a:solidFill>
              <a:latin typeface="Impact" panose="020B0806030902050204" pitchFamily="34" charset="0"/>
            </a:endParaRPr>
          </a:p>
        </p:txBody>
      </p:sp>
      <p:sp>
        <p:nvSpPr>
          <p:cNvPr id="22" name="îšḷîḑé"/>
          <p:cNvSpPr txBox="1"/>
          <p:nvPr/>
        </p:nvSpPr>
        <p:spPr>
          <a:xfrm>
            <a:off x="6860799" y="5160801"/>
            <a:ext cx="4659689" cy="430545"/>
          </a:xfrm>
          <a:prstGeom prst="rect">
            <a:avLst/>
          </a:prstGeom>
          <a:noFill/>
        </p:spPr>
        <p:txBody>
          <a:bodyPr wrap="square" lIns="91440" tIns="45720" rIns="91440" bIns="45720" anchor="b" anchorCtr="0">
            <a:noAutofit/>
          </a:bodyPr>
          <a:lstStyle/>
          <a:p>
            <a:r>
              <a:rPr lang="zh-CN" altLang="en-US" sz="2400" b="1" dirty="0">
                <a:solidFill>
                  <a:srgbClr val="0000FF"/>
                </a:solidFill>
              </a:rPr>
              <a:t>不断提出的新的应用需求</a:t>
            </a:r>
            <a:endParaRPr lang="zh-CN" altLang="en-US" sz="2400" b="1" dirty="0">
              <a:solidFill>
                <a:srgbClr val="0000FF"/>
              </a:solidFill>
            </a:endParaRPr>
          </a:p>
        </p:txBody>
      </p:sp>
      <p:sp>
        <p:nvSpPr>
          <p:cNvPr id="24" name="işlíḋé"/>
          <p:cNvSpPr/>
          <p:nvPr/>
        </p:nvSpPr>
        <p:spPr>
          <a:xfrm>
            <a:off x="6241890" y="4168890"/>
            <a:ext cx="624349" cy="624349"/>
          </a:xfrm>
          <a:prstGeom prst="diamond">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Autofit/>
          </a:bodyPr>
          <a:lstStyle/>
          <a:p>
            <a:pPr algn="ctr"/>
            <a:r>
              <a:rPr lang="en-US" altLang="zh-CN" sz="2400" dirty="0">
                <a:solidFill>
                  <a:schemeClr val="bg1"/>
                </a:solidFill>
                <a:latin typeface="Impact" panose="020B0806030902050204" pitchFamily="34" charset="0"/>
              </a:rPr>
              <a:t>4</a:t>
            </a:r>
            <a:endParaRPr lang="en-US" altLang="zh-CN" sz="2400" dirty="0">
              <a:solidFill>
                <a:schemeClr val="bg1"/>
              </a:solidFill>
              <a:latin typeface="Impact" panose="020B0806030902050204" pitchFamily="34" charset="0"/>
            </a:endParaRPr>
          </a:p>
        </p:txBody>
      </p:sp>
      <p:sp>
        <p:nvSpPr>
          <p:cNvPr id="25" name="iṥlïḋè"/>
          <p:cNvSpPr txBox="1"/>
          <p:nvPr/>
        </p:nvSpPr>
        <p:spPr>
          <a:xfrm>
            <a:off x="6860799" y="4269347"/>
            <a:ext cx="4659689" cy="430545"/>
          </a:xfrm>
          <a:prstGeom prst="rect">
            <a:avLst/>
          </a:prstGeom>
          <a:noFill/>
        </p:spPr>
        <p:txBody>
          <a:bodyPr wrap="square" lIns="91440" tIns="45720" rIns="91440" bIns="45720" anchor="b" anchorCtr="0">
            <a:noAutofit/>
          </a:bodyPr>
          <a:lstStyle/>
          <a:p>
            <a:pPr>
              <a:lnSpc>
                <a:spcPct val="130000"/>
              </a:lnSpc>
            </a:pPr>
            <a:r>
              <a:rPr lang="zh-CN" altLang="en-US" sz="2400" b="1" dirty="0">
                <a:solidFill>
                  <a:srgbClr val="0000FF"/>
                </a:solidFill>
              </a:rPr>
              <a:t>计算机体系结构的不断发展</a:t>
            </a:r>
            <a:endParaRPr lang="zh-CN" altLang="en-US" sz="2400" b="1" dirty="0">
              <a:solidFill>
                <a:srgbClr val="0000FF"/>
              </a:solidFill>
            </a:endParaRPr>
          </a:p>
        </p:txBody>
      </p:sp>
      <p:sp>
        <p:nvSpPr>
          <p:cNvPr id="27" name="i$1îḑe"/>
          <p:cNvSpPr/>
          <p:nvPr/>
        </p:nvSpPr>
        <p:spPr>
          <a:xfrm>
            <a:off x="6241890" y="3290314"/>
            <a:ext cx="624349" cy="624349"/>
          </a:xfrm>
          <a:prstGeom prst="diamond">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Autofit/>
          </a:bodyPr>
          <a:lstStyle/>
          <a:p>
            <a:pPr algn="ctr"/>
            <a:r>
              <a:rPr lang="en-US" altLang="zh-CN" sz="2400" dirty="0">
                <a:solidFill>
                  <a:schemeClr val="bg1"/>
                </a:solidFill>
                <a:latin typeface="Impact" panose="020B0806030902050204" pitchFamily="34" charset="0"/>
              </a:rPr>
              <a:t>3</a:t>
            </a:r>
            <a:endParaRPr lang="en-US" altLang="zh-CN" sz="2400" dirty="0">
              <a:solidFill>
                <a:schemeClr val="bg1"/>
              </a:solidFill>
              <a:latin typeface="Impact" panose="020B0806030902050204" pitchFamily="34" charset="0"/>
            </a:endParaRPr>
          </a:p>
        </p:txBody>
      </p:sp>
      <p:sp>
        <p:nvSpPr>
          <p:cNvPr id="28" name="í$1îḍe"/>
          <p:cNvSpPr txBox="1"/>
          <p:nvPr/>
        </p:nvSpPr>
        <p:spPr>
          <a:xfrm>
            <a:off x="6860799" y="3390771"/>
            <a:ext cx="4659689" cy="430545"/>
          </a:xfrm>
          <a:prstGeom prst="rect">
            <a:avLst/>
          </a:prstGeom>
          <a:noFill/>
        </p:spPr>
        <p:txBody>
          <a:bodyPr wrap="square" lIns="91440" tIns="45720" rIns="91440" bIns="45720" anchor="b" anchorCtr="0">
            <a:noAutofit/>
          </a:bodyPr>
          <a:lstStyle/>
          <a:p>
            <a:r>
              <a:rPr lang="zh-CN" altLang="en-US" sz="2400" b="1" dirty="0">
                <a:solidFill>
                  <a:srgbClr val="0000FF"/>
                </a:solidFill>
              </a:rPr>
              <a:t>器件的不断更新换代</a:t>
            </a:r>
            <a:endParaRPr lang="en-US" altLang="zh-CN" sz="2400" b="1" dirty="0">
              <a:solidFill>
                <a:srgbClr val="0000FF"/>
              </a:solidFill>
            </a:endParaRPr>
          </a:p>
        </p:txBody>
      </p:sp>
      <p:sp>
        <p:nvSpPr>
          <p:cNvPr id="30" name="ïSļïḓè"/>
          <p:cNvSpPr/>
          <p:nvPr/>
        </p:nvSpPr>
        <p:spPr>
          <a:xfrm>
            <a:off x="6241890" y="2411738"/>
            <a:ext cx="624349" cy="624349"/>
          </a:xfrm>
          <a:prstGeom prst="diamond">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Autofit/>
          </a:bodyPr>
          <a:lstStyle/>
          <a:p>
            <a:pPr algn="ctr"/>
            <a:r>
              <a:rPr lang="en-US" altLang="zh-CN" sz="2400" dirty="0">
                <a:solidFill>
                  <a:schemeClr val="bg1"/>
                </a:solidFill>
                <a:latin typeface="Impact" panose="020B0806030902050204" pitchFamily="34" charset="0"/>
              </a:rPr>
              <a:t>2</a:t>
            </a:r>
            <a:endParaRPr lang="en-US" altLang="zh-CN" sz="2400" dirty="0">
              <a:solidFill>
                <a:schemeClr val="bg1"/>
              </a:solidFill>
              <a:latin typeface="Impact" panose="020B0806030902050204" pitchFamily="34" charset="0"/>
            </a:endParaRPr>
          </a:p>
        </p:txBody>
      </p:sp>
      <p:sp>
        <p:nvSpPr>
          <p:cNvPr id="31" name="iŝļíďè"/>
          <p:cNvSpPr txBox="1"/>
          <p:nvPr/>
        </p:nvSpPr>
        <p:spPr>
          <a:xfrm>
            <a:off x="6860799" y="2512194"/>
            <a:ext cx="4659689" cy="430545"/>
          </a:xfrm>
          <a:prstGeom prst="rect">
            <a:avLst/>
          </a:prstGeom>
          <a:noFill/>
        </p:spPr>
        <p:txBody>
          <a:bodyPr wrap="square" lIns="91440" tIns="45720" rIns="91440" bIns="45720" anchor="b" anchorCtr="0">
            <a:noAutofit/>
          </a:bodyPr>
          <a:lstStyle/>
          <a:p>
            <a:r>
              <a:rPr lang="zh-CN" altLang="en-US" sz="2400" b="1" dirty="0">
                <a:solidFill>
                  <a:srgbClr val="0000FF"/>
                </a:solidFill>
              </a:rPr>
              <a:t>方便用户</a:t>
            </a:r>
            <a:endParaRPr lang="en-US" altLang="zh-CN" sz="2400" b="1" dirty="0">
              <a:solidFill>
                <a:srgbClr val="0000FF"/>
              </a:solidFill>
            </a:endParaRPr>
          </a:p>
        </p:txBody>
      </p:sp>
      <p:sp>
        <p:nvSpPr>
          <p:cNvPr id="33" name="ïśľiďe"/>
          <p:cNvSpPr/>
          <p:nvPr/>
        </p:nvSpPr>
        <p:spPr>
          <a:xfrm>
            <a:off x="6241892" y="1533162"/>
            <a:ext cx="624349" cy="624349"/>
          </a:xfrm>
          <a:prstGeom prst="diamond">
            <a:avLst/>
          </a:prstGeom>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Autofit/>
          </a:bodyPr>
          <a:lstStyle/>
          <a:p>
            <a:pPr algn="ctr"/>
            <a:r>
              <a:rPr lang="en-US" altLang="zh-CN" sz="2400" dirty="0">
                <a:solidFill>
                  <a:schemeClr val="bg1"/>
                </a:solidFill>
                <a:latin typeface="Impact" panose="020B0806030902050204" pitchFamily="34" charset="0"/>
              </a:rPr>
              <a:t>1</a:t>
            </a:r>
            <a:endParaRPr lang="en-US" altLang="zh-CN" sz="2400" dirty="0">
              <a:solidFill>
                <a:schemeClr val="bg1"/>
              </a:solidFill>
              <a:latin typeface="Impact" panose="020B0806030902050204" pitchFamily="34" charset="0"/>
            </a:endParaRPr>
          </a:p>
        </p:txBody>
      </p:sp>
      <p:sp>
        <p:nvSpPr>
          <p:cNvPr id="34" name="îṡ1ide"/>
          <p:cNvSpPr txBox="1"/>
          <p:nvPr/>
        </p:nvSpPr>
        <p:spPr>
          <a:xfrm>
            <a:off x="6860799" y="1607861"/>
            <a:ext cx="4659689" cy="430545"/>
          </a:xfrm>
          <a:prstGeom prst="rect">
            <a:avLst/>
          </a:prstGeom>
          <a:noFill/>
        </p:spPr>
        <p:txBody>
          <a:bodyPr wrap="square" lIns="91440" tIns="45720" rIns="91440" bIns="45720" anchor="b" anchorCtr="0">
            <a:noAutofit/>
          </a:bodyPr>
          <a:lstStyle/>
          <a:p>
            <a:r>
              <a:rPr lang="zh-CN" altLang="en-US" sz="2400" b="1" dirty="0">
                <a:solidFill>
                  <a:srgbClr val="0000FF"/>
                </a:solidFill>
              </a:rPr>
              <a:t>不断提高计算机资源利用率</a:t>
            </a:r>
            <a:endParaRPr lang="en-US" altLang="zh-CN" sz="2400" b="1" dirty="0">
              <a:solidFill>
                <a:srgbClr val="0000FF"/>
              </a:solidFill>
            </a:endParaRPr>
          </a:p>
        </p:txBody>
      </p:sp>
      <p:cxnSp>
        <p:nvCxnSpPr>
          <p:cNvPr id="36" name="直接连接符 35"/>
          <p:cNvCxnSpPr/>
          <p:nvPr/>
        </p:nvCxnSpPr>
        <p:spPr>
          <a:xfrm>
            <a:off x="6860799" y="2216515"/>
            <a:ext cx="4659689" cy="0"/>
          </a:xfrm>
          <a:prstGeom prst="line">
            <a:avLst/>
          </a:prstGeom>
          <a:ln w="3175" cap="rnd">
            <a:solidFill>
              <a:schemeClr val="bg1">
                <a:lumMod val="75000"/>
              </a:schemeClr>
            </a:solidFill>
            <a:round/>
          </a:ln>
        </p:spPr>
        <p:style>
          <a:lnRef idx="1">
            <a:schemeClr val="accent1"/>
          </a:lnRef>
          <a:fillRef idx="0">
            <a:schemeClr val="accent1"/>
          </a:fillRef>
          <a:effectRef idx="0">
            <a:schemeClr val="accent1"/>
          </a:effectRef>
          <a:fontRef idx="minor">
            <a:schemeClr val="tx1"/>
          </a:fontRef>
        </p:style>
      </p:cxnSp>
      <p:cxnSp>
        <p:nvCxnSpPr>
          <p:cNvPr id="37" name="直接连接符 36"/>
          <p:cNvCxnSpPr/>
          <p:nvPr/>
        </p:nvCxnSpPr>
        <p:spPr>
          <a:xfrm>
            <a:off x="6860799" y="3104616"/>
            <a:ext cx="4659689" cy="0"/>
          </a:xfrm>
          <a:prstGeom prst="line">
            <a:avLst/>
          </a:prstGeom>
          <a:ln w="3175" cap="rnd">
            <a:solidFill>
              <a:schemeClr val="bg1">
                <a:lumMod val="75000"/>
              </a:schemeClr>
            </a:solidFill>
            <a:round/>
          </a:ln>
        </p:spPr>
        <p:style>
          <a:lnRef idx="1">
            <a:schemeClr val="accent1"/>
          </a:lnRef>
          <a:fillRef idx="0">
            <a:schemeClr val="accent1"/>
          </a:fillRef>
          <a:effectRef idx="0">
            <a:schemeClr val="accent1"/>
          </a:effectRef>
          <a:fontRef idx="minor">
            <a:schemeClr val="tx1"/>
          </a:fontRef>
        </p:style>
      </p:cxnSp>
      <p:cxnSp>
        <p:nvCxnSpPr>
          <p:cNvPr id="38" name="直接连接符 37"/>
          <p:cNvCxnSpPr/>
          <p:nvPr/>
        </p:nvCxnSpPr>
        <p:spPr>
          <a:xfrm>
            <a:off x="6860799" y="3999966"/>
            <a:ext cx="4659689" cy="0"/>
          </a:xfrm>
          <a:prstGeom prst="line">
            <a:avLst/>
          </a:prstGeom>
          <a:ln w="3175" cap="rnd">
            <a:solidFill>
              <a:schemeClr val="bg1">
                <a:lumMod val="75000"/>
              </a:schemeClr>
            </a:solidFill>
            <a:round/>
          </a:ln>
        </p:spPr>
        <p:style>
          <a:lnRef idx="1">
            <a:schemeClr val="accent1"/>
          </a:lnRef>
          <a:fillRef idx="0">
            <a:schemeClr val="accent1"/>
          </a:fillRef>
          <a:effectRef idx="0">
            <a:schemeClr val="accent1"/>
          </a:effectRef>
          <a:fontRef idx="minor">
            <a:schemeClr val="tx1"/>
          </a:fontRef>
        </p:style>
      </p:cxnSp>
      <p:cxnSp>
        <p:nvCxnSpPr>
          <p:cNvPr id="39" name="直接连接符 38"/>
          <p:cNvCxnSpPr/>
          <p:nvPr/>
        </p:nvCxnSpPr>
        <p:spPr>
          <a:xfrm>
            <a:off x="6860799" y="4895316"/>
            <a:ext cx="4659689" cy="0"/>
          </a:xfrm>
          <a:prstGeom prst="line">
            <a:avLst/>
          </a:prstGeom>
          <a:ln w="3175" cap="rnd">
            <a:solidFill>
              <a:schemeClr val="bg1">
                <a:lumMod val="75000"/>
              </a:schemeClr>
            </a:solidFill>
            <a:round/>
          </a:ln>
        </p:spPr>
        <p:style>
          <a:lnRef idx="1">
            <a:schemeClr val="accent1"/>
          </a:lnRef>
          <a:fillRef idx="0">
            <a:schemeClr val="accent1"/>
          </a:fillRef>
          <a:effectRef idx="0">
            <a:schemeClr val="accent1"/>
          </a:effectRef>
          <a:fontRef idx="minor">
            <a:schemeClr val="tx1"/>
          </a:fontRef>
        </p:style>
      </p:cxnSp>
    </p:spTree>
  </p:cSld>
  <p:clrMapOvr>
    <a:masterClrMapping/>
  </p:clrMapOvr>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78668"/>
            <a:ext cx="7026275" cy="521970"/>
          </a:xfrm>
          <a:prstGeom prst="rect">
            <a:avLst/>
          </a:prstGeom>
        </p:spPr>
        <p:txBody>
          <a:bodyPr wrap="square">
            <a:spAutoFit/>
          </a:bodyPr>
          <a:lstStyle/>
          <a:p>
            <a:r>
              <a:rPr lang="zh-CN" altLang="en-US" sz="2800" b="1" dirty="0">
                <a:solidFill>
                  <a:srgbClr val="FF0000"/>
                </a:solidFill>
              </a:rPr>
              <a:t>操作系统</a:t>
            </a:r>
            <a:r>
              <a:rPr lang="zh-CN" altLang="en-US" sz="2800" b="1" dirty="0">
                <a:solidFill>
                  <a:srgbClr val="FF0000"/>
                </a:solidFill>
              </a:rPr>
              <a:t>的发展过程</a:t>
            </a:r>
            <a:endParaRPr lang="zh-CN" altLang="en-US" sz="2800" b="1" dirty="0">
              <a:solidFill>
                <a:srgbClr val="FF0000"/>
              </a:solidFill>
            </a:endParaRPr>
          </a:p>
        </p:txBody>
      </p:sp>
      <p:sp>
        <p:nvSpPr>
          <p:cNvPr id="61" name="iśḷíḑe"/>
          <p:cNvSpPr/>
          <p:nvPr/>
        </p:nvSpPr>
        <p:spPr>
          <a:xfrm>
            <a:off x="784302" y="1628059"/>
            <a:ext cx="774099" cy="774099"/>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Autofit/>
          </a:bodyPr>
          <a:lstStyle/>
          <a:p>
            <a:pPr algn="ctr" defTabSz="1218565">
              <a:defRPr/>
            </a:pPr>
            <a:r>
              <a:rPr lang="en-US" altLang="zh-CN" sz="2400" b="1" kern="0" dirty="0">
                <a:solidFill>
                  <a:prstClr val="white"/>
                </a:solidFill>
              </a:rPr>
              <a:t>01</a:t>
            </a:r>
            <a:endParaRPr lang="zh-CN" altLang="en-US" sz="2400" b="1" kern="0" dirty="0">
              <a:solidFill>
                <a:prstClr val="white"/>
              </a:solidFill>
            </a:endParaRPr>
          </a:p>
        </p:txBody>
      </p:sp>
      <p:sp>
        <p:nvSpPr>
          <p:cNvPr id="62" name="ïś1ïḑè"/>
          <p:cNvSpPr/>
          <p:nvPr/>
        </p:nvSpPr>
        <p:spPr>
          <a:xfrm>
            <a:off x="1490999" y="2611473"/>
            <a:ext cx="774099" cy="774099"/>
          </a:xfrm>
          <a:prstGeom prst="ellipse">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Autofit/>
          </a:bodyPr>
          <a:lstStyle/>
          <a:p>
            <a:pPr algn="ctr" defTabSz="1218565">
              <a:defRPr/>
            </a:pPr>
            <a:r>
              <a:rPr lang="en-US" altLang="zh-CN" sz="2400" b="1" kern="0" dirty="0">
                <a:solidFill>
                  <a:prstClr val="white"/>
                </a:solidFill>
              </a:rPr>
              <a:t>02</a:t>
            </a:r>
            <a:endParaRPr lang="zh-CN" altLang="en-US" sz="2400" b="1" kern="0" dirty="0">
              <a:solidFill>
                <a:prstClr val="white"/>
              </a:solidFill>
            </a:endParaRPr>
          </a:p>
        </p:txBody>
      </p:sp>
      <p:sp>
        <p:nvSpPr>
          <p:cNvPr id="83" name="iśḷíḑe"/>
          <p:cNvSpPr/>
          <p:nvPr/>
        </p:nvSpPr>
        <p:spPr>
          <a:xfrm>
            <a:off x="2214899" y="3369995"/>
            <a:ext cx="774099" cy="774099"/>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Autofit/>
          </a:bodyPr>
          <a:lstStyle/>
          <a:p>
            <a:pPr algn="ctr" defTabSz="1218565">
              <a:defRPr/>
            </a:pPr>
            <a:r>
              <a:rPr lang="en-US" altLang="zh-CN" sz="2400" b="1" kern="0" dirty="0">
                <a:solidFill>
                  <a:prstClr val="white"/>
                </a:solidFill>
              </a:rPr>
              <a:t>03</a:t>
            </a:r>
            <a:endParaRPr lang="zh-CN" altLang="en-US" sz="2400" b="1" kern="0" dirty="0">
              <a:solidFill>
                <a:prstClr val="white"/>
              </a:solidFill>
            </a:endParaRPr>
          </a:p>
        </p:txBody>
      </p:sp>
      <p:sp>
        <p:nvSpPr>
          <p:cNvPr id="84" name="ïś1ïḑè"/>
          <p:cNvSpPr/>
          <p:nvPr/>
        </p:nvSpPr>
        <p:spPr>
          <a:xfrm>
            <a:off x="2938799" y="4152251"/>
            <a:ext cx="774099" cy="774099"/>
          </a:xfrm>
          <a:prstGeom prst="ellipse">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Autofit/>
          </a:bodyPr>
          <a:lstStyle/>
          <a:p>
            <a:pPr algn="ctr" defTabSz="1218565">
              <a:defRPr/>
            </a:pPr>
            <a:r>
              <a:rPr lang="en-US" altLang="zh-CN" sz="2400" b="1" kern="0" dirty="0">
                <a:solidFill>
                  <a:prstClr val="white"/>
                </a:solidFill>
              </a:rPr>
              <a:t>04</a:t>
            </a:r>
            <a:endParaRPr lang="zh-CN" altLang="en-US" sz="2400" b="1" kern="0" dirty="0">
              <a:solidFill>
                <a:prstClr val="white"/>
              </a:solidFill>
            </a:endParaRPr>
          </a:p>
        </p:txBody>
      </p:sp>
      <p:sp>
        <p:nvSpPr>
          <p:cNvPr id="85" name="内容占位符 2"/>
          <p:cNvSpPr txBox="1"/>
          <p:nvPr/>
        </p:nvSpPr>
        <p:spPr>
          <a:xfrm>
            <a:off x="1734478" y="1548195"/>
            <a:ext cx="5168423" cy="1071193"/>
          </a:xfrm>
          <a:prstGeom prst="rect">
            <a:avLst/>
          </a:prstGeom>
        </p:spPr>
        <p:txBody>
          <a:bodyPr/>
          <a:lstStyle>
            <a:lvl1pPr marL="228600" indent="-228600" algn="l" defTabSz="914400" rtl="0" eaLnBrk="1" latinLnBrk="0" hangingPunct="1">
              <a:lnSpc>
                <a:spcPct val="90000"/>
              </a:lnSpc>
              <a:spcBef>
                <a:spcPts val="1000"/>
              </a:spcBef>
              <a:buFont typeface="Arial" panose="020B060402020209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9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9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9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9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marL="0" indent="0">
              <a:lnSpc>
                <a:spcPct val="132000"/>
              </a:lnSpc>
              <a:buNone/>
            </a:pPr>
            <a:r>
              <a:rPr lang="zh-CN" altLang="en-US" sz="2400" dirty="0"/>
              <a:t>无操作系统的计算机系统</a:t>
            </a:r>
            <a:endParaRPr lang="en-US" altLang="zh-CN" sz="2400" dirty="0"/>
          </a:p>
          <a:p>
            <a:pPr lvl="1">
              <a:lnSpc>
                <a:spcPct val="132000"/>
              </a:lnSpc>
              <a:buClr>
                <a:srgbClr val="0000FF"/>
              </a:buClr>
              <a:buFont typeface="Wingdings" panose="05000000000000000000" pitchFamily="2" charset="2"/>
              <a:buChar char="Ø"/>
            </a:pPr>
            <a:r>
              <a:rPr lang="zh-CN" altLang="en-US" sz="2200" dirty="0"/>
              <a:t>人工操作方式</a:t>
            </a:r>
            <a:endParaRPr lang="en-US" altLang="zh-CN" sz="2200" dirty="0"/>
          </a:p>
        </p:txBody>
      </p:sp>
      <p:sp>
        <p:nvSpPr>
          <p:cNvPr id="86" name="内容占位符 2"/>
          <p:cNvSpPr txBox="1"/>
          <p:nvPr/>
        </p:nvSpPr>
        <p:spPr>
          <a:xfrm>
            <a:off x="2441174" y="2842367"/>
            <a:ext cx="2573361" cy="365683"/>
          </a:xfrm>
          <a:prstGeom prst="rect">
            <a:avLst/>
          </a:prstGeom>
        </p:spPr>
        <p:txBody>
          <a:bodyPr/>
          <a:lstStyle>
            <a:lvl1pPr marL="228600" indent="-228600" algn="l" defTabSz="914400" rtl="0" eaLnBrk="1" latinLnBrk="0" hangingPunct="1">
              <a:lnSpc>
                <a:spcPct val="90000"/>
              </a:lnSpc>
              <a:spcBef>
                <a:spcPts val="1000"/>
              </a:spcBef>
              <a:buFont typeface="Arial" panose="020B060402020209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9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9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9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9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marL="0" indent="0">
              <a:buNone/>
            </a:pPr>
            <a:r>
              <a:rPr lang="zh-CN" altLang="en-US" sz="2400" dirty="0">
                <a:solidFill>
                  <a:srgbClr val="0000FF"/>
                </a:solidFill>
              </a:rPr>
              <a:t>单道批处理</a:t>
            </a:r>
            <a:r>
              <a:rPr lang="zh-CN" altLang="en-US" sz="2400" dirty="0"/>
              <a:t>系统</a:t>
            </a:r>
            <a:endParaRPr lang="zh-CN" altLang="en-US" sz="2400" dirty="0"/>
          </a:p>
        </p:txBody>
      </p:sp>
      <p:sp>
        <p:nvSpPr>
          <p:cNvPr id="87" name="内容占位符 2"/>
          <p:cNvSpPr txBox="1"/>
          <p:nvPr/>
        </p:nvSpPr>
        <p:spPr>
          <a:xfrm>
            <a:off x="3165075" y="3616608"/>
            <a:ext cx="2573360" cy="367437"/>
          </a:xfrm>
          <a:prstGeom prst="rect">
            <a:avLst/>
          </a:prstGeom>
        </p:spPr>
        <p:txBody>
          <a:bodyPr/>
          <a:lstStyle>
            <a:lvl1pPr marL="228600" indent="-228600" algn="l" defTabSz="914400" rtl="0" eaLnBrk="1" latinLnBrk="0" hangingPunct="1">
              <a:lnSpc>
                <a:spcPct val="90000"/>
              </a:lnSpc>
              <a:spcBef>
                <a:spcPts val="1000"/>
              </a:spcBef>
              <a:buFont typeface="Arial" panose="020B060402020209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9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9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9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9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marL="0" indent="0">
              <a:buNone/>
            </a:pPr>
            <a:r>
              <a:rPr lang="zh-CN" altLang="en-US" sz="2400" dirty="0">
                <a:solidFill>
                  <a:srgbClr val="0000FF"/>
                </a:solidFill>
              </a:rPr>
              <a:t>多道批处理</a:t>
            </a:r>
            <a:r>
              <a:rPr lang="zh-CN" altLang="en-US" sz="2400" dirty="0"/>
              <a:t>系统</a:t>
            </a:r>
            <a:endParaRPr lang="zh-CN" altLang="en-US" sz="2400" dirty="0"/>
          </a:p>
        </p:txBody>
      </p:sp>
      <p:sp>
        <p:nvSpPr>
          <p:cNvPr id="88" name="内容占位符 2"/>
          <p:cNvSpPr txBox="1"/>
          <p:nvPr/>
        </p:nvSpPr>
        <p:spPr>
          <a:xfrm>
            <a:off x="3888975" y="4416337"/>
            <a:ext cx="2290026" cy="343433"/>
          </a:xfrm>
          <a:prstGeom prst="rect">
            <a:avLst/>
          </a:prstGeom>
        </p:spPr>
        <p:txBody>
          <a:bodyPr/>
          <a:lstStyle>
            <a:lvl1pPr marL="228600" indent="-228600" algn="l" defTabSz="914400" rtl="0" eaLnBrk="1" latinLnBrk="0" hangingPunct="1">
              <a:lnSpc>
                <a:spcPct val="90000"/>
              </a:lnSpc>
              <a:spcBef>
                <a:spcPts val="1000"/>
              </a:spcBef>
              <a:buFont typeface="Arial" panose="020B060402020209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9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9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9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9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marL="0" indent="0">
              <a:buNone/>
            </a:pPr>
            <a:r>
              <a:rPr lang="zh-CN" altLang="en-US" sz="2400" dirty="0">
                <a:solidFill>
                  <a:srgbClr val="0000FF"/>
                </a:solidFill>
              </a:rPr>
              <a:t>分时</a:t>
            </a:r>
            <a:r>
              <a:rPr lang="zh-CN" altLang="en-US" sz="2400" dirty="0"/>
              <a:t>系统</a:t>
            </a:r>
            <a:endParaRPr lang="zh-CN" altLang="en-US" sz="2400" dirty="0"/>
          </a:p>
        </p:txBody>
      </p:sp>
      <p:sp>
        <p:nvSpPr>
          <p:cNvPr id="89" name="iśḷíḑe"/>
          <p:cNvSpPr/>
          <p:nvPr/>
        </p:nvSpPr>
        <p:spPr>
          <a:xfrm>
            <a:off x="3838776" y="5039408"/>
            <a:ext cx="774099" cy="774099"/>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Autofit/>
          </a:bodyPr>
          <a:lstStyle/>
          <a:p>
            <a:pPr algn="ctr" defTabSz="1218565">
              <a:defRPr/>
            </a:pPr>
            <a:r>
              <a:rPr lang="en-US" altLang="zh-CN" sz="2400" b="1" kern="0" dirty="0">
                <a:solidFill>
                  <a:prstClr val="white"/>
                </a:solidFill>
              </a:rPr>
              <a:t>05</a:t>
            </a:r>
            <a:endParaRPr lang="zh-CN" altLang="en-US" sz="2400" b="1" kern="0" dirty="0">
              <a:solidFill>
                <a:prstClr val="white"/>
              </a:solidFill>
            </a:endParaRPr>
          </a:p>
        </p:txBody>
      </p:sp>
      <p:sp>
        <p:nvSpPr>
          <p:cNvPr id="90" name="内容占位符 2"/>
          <p:cNvSpPr txBox="1"/>
          <p:nvPr/>
        </p:nvSpPr>
        <p:spPr>
          <a:xfrm>
            <a:off x="4788952" y="5296963"/>
            <a:ext cx="2290026" cy="367437"/>
          </a:xfrm>
          <a:prstGeom prst="rect">
            <a:avLst/>
          </a:prstGeom>
        </p:spPr>
        <p:txBody>
          <a:bodyPr/>
          <a:lstStyle>
            <a:lvl1pPr marL="228600" indent="-228600" algn="l" defTabSz="914400" rtl="0" eaLnBrk="1" latinLnBrk="0" hangingPunct="1">
              <a:lnSpc>
                <a:spcPct val="90000"/>
              </a:lnSpc>
              <a:spcBef>
                <a:spcPts val="1000"/>
              </a:spcBef>
              <a:buFont typeface="Arial" panose="020B060402020209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9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9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9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9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marL="0" indent="0">
              <a:buNone/>
            </a:pPr>
            <a:r>
              <a:rPr lang="zh-CN" altLang="en-US" sz="2400" dirty="0">
                <a:solidFill>
                  <a:srgbClr val="0000FF"/>
                </a:solidFill>
              </a:rPr>
              <a:t>实时</a:t>
            </a:r>
            <a:r>
              <a:rPr lang="zh-CN" altLang="en-US" sz="2400" dirty="0"/>
              <a:t>系统</a:t>
            </a:r>
            <a:endParaRPr lang="en-US" altLang="zh-CN" sz="2400" dirty="0"/>
          </a:p>
        </p:txBody>
      </p:sp>
      <p:sp>
        <p:nvSpPr>
          <p:cNvPr id="91" name="iśḷíḑe"/>
          <p:cNvSpPr/>
          <p:nvPr/>
        </p:nvSpPr>
        <p:spPr>
          <a:xfrm>
            <a:off x="7276648" y="1647506"/>
            <a:ext cx="774099" cy="774099"/>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Autofit/>
          </a:bodyPr>
          <a:lstStyle/>
          <a:p>
            <a:pPr algn="ctr" defTabSz="1218565">
              <a:defRPr/>
            </a:pPr>
            <a:r>
              <a:rPr lang="en-US" altLang="zh-CN" sz="2400" b="1" kern="0" dirty="0">
                <a:solidFill>
                  <a:prstClr val="white"/>
                </a:solidFill>
              </a:rPr>
              <a:t>06</a:t>
            </a:r>
            <a:endParaRPr lang="zh-CN" altLang="en-US" sz="2400" b="1" kern="0" dirty="0">
              <a:solidFill>
                <a:prstClr val="white"/>
              </a:solidFill>
            </a:endParaRPr>
          </a:p>
        </p:txBody>
      </p:sp>
      <p:sp>
        <p:nvSpPr>
          <p:cNvPr id="92" name="ïś1ïḑè"/>
          <p:cNvSpPr/>
          <p:nvPr/>
        </p:nvSpPr>
        <p:spPr>
          <a:xfrm>
            <a:off x="7276648" y="2740454"/>
            <a:ext cx="774099" cy="774099"/>
          </a:xfrm>
          <a:prstGeom prst="ellipse">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Autofit/>
          </a:bodyPr>
          <a:lstStyle/>
          <a:p>
            <a:pPr algn="ctr" defTabSz="1218565">
              <a:defRPr/>
            </a:pPr>
            <a:r>
              <a:rPr lang="en-US" altLang="zh-CN" sz="2400" b="1" kern="0" dirty="0">
                <a:solidFill>
                  <a:prstClr val="white"/>
                </a:solidFill>
              </a:rPr>
              <a:t>07</a:t>
            </a:r>
            <a:endParaRPr lang="zh-CN" altLang="en-US" sz="2400" b="1" kern="0" dirty="0">
              <a:solidFill>
                <a:prstClr val="white"/>
              </a:solidFill>
            </a:endParaRPr>
          </a:p>
        </p:txBody>
      </p:sp>
      <p:sp>
        <p:nvSpPr>
          <p:cNvPr id="93" name="iśḷíḑe"/>
          <p:cNvSpPr/>
          <p:nvPr/>
        </p:nvSpPr>
        <p:spPr>
          <a:xfrm>
            <a:off x="7276648" y="3833402"/>
            <a:ext cx="774099" cy="774099"/>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Autofit/>
          </a:bodyPr>
          <a:lstStyle/>
          <a:p>
            <a:pPr algn="ctr" defTabSz="1218565">
              <a:defRPr/>
            </a:pPr>
            <a:r>
              <a:rPr lang="en-US" altLang="zh-CN" sz="2400" b="1" kern="0" dirty="0">
                <a:solidFill>
                  <a:prstClr val="white"/>
                </a:solidFill>
              </a:rPr>
              <a:t>08</a:t>
            </a:r>
            <a:endParaRPr lang="zh-CN" altLang="en-US" sz="2400" b="1" kern="0" dirty="0">
              <a:solidFill>
                <a:prstClr val="white"/>
              </a:solidFill>
            </a:endParaRPr>
          </a:p>
        </p:txBody>
      </p:sp>
      <p:sp>
        <p:nvSpPr>
          <p:cNvPr id="94" name="ïś1ïḑè"/>
          <p:cNvSpPr/>
          <p:nvPr/>
        </p:nvSpPr>
        <p:spPr>
          <a:xfrm>
            <a:off x="7276648" y="4926350"/>
            <a:ext cx="774099" cy="774099"/>
          </a:xfrm>
          <a:prstGeom prst="ellipse">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Autofit/>
          </a:bodyPr>
          <a:lstStyle/>
          <a:p>
            <a:pPr algn="ctr" defTabSz="1218565">
              <a:defRPr/>
            </a:pPr>
            <a:r>
              <a:rPr lang="en-US" altLang="zh-CN" sz="2400" b="1" kern="0" dirty="0">
                <a:solidFill>
                  <a:prstClr val="white"/>
                </a:solidFill>
              </a:rPr>
              <a:t>09</a:t>
            </a:r>
            <a:endParaRPr lang="zh-CN" altLang="en-US" sz="2400" b="1" kern="0" dirty="0">
              <a:solidFill>
                <a:prstClr val="white"/>
              </a:solidFill>
            </a:endParaRPr>
          </a:p>
        </p:txBody>
      </p:sp>
      <p:sp>
        <p:nvSpPr>
          <p:cNvPr id="95" name="内容占位符 2"/>
          <p:cNvSpPr txBox="1"/>
          <p:nvPr/>
        </p:nvSpPr>
        <p:spPr>
          <a:xfrm>
            <a:off x="8226824" y="1746563"/>
            <a:ext cx="2015650" cy="344024"/>
          </a:xfrm>
          <a:prstGeom prst="rect">
            <a:avLst/>
          </a:prstGeom>
        </p:spPr>
        <p:txBody>
          <a:bodyPr/>
          <a:lstStyle>
            <a:lvl1pPr marL="228600" indent="-228600" algn="l" defTabSz="914400" rtl="0" eaLnBrk="1" latinLnBrk="0" hangingPunct="1">
              <a:lnSpc>
                <a:spcPct val="90000"/>
              </a:lnSpc>
              <a:spcBef>
                <a:spcPts val="1000"/>
              </a:spcBef>
              <a:buFont typeface="Arial" panose="020B060402020209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9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9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9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9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marL="0" indent="0">
              <a:buNone/>
            </a:pPr>
            <a:r>
              <a:rPr lang="zh-CN" altLang="en-US" sz="2400" dirty="0">
                <a:solidFill>
                  <a:srgbClr val="0000FF"/>
                </a:solidFill>
              </a:rPr>
              <a:t>微机</a:t>
            </a:r>
            <a:r>
              <a:rPr lang="zh-CN" altLang="en-US" sz="2400" dirty="0"/>
              <a:t>操作系统</a:t>
            </a:r>
            <a:endParaRPr lang="en-US" altLang="zh-CN" sz="2400" dirty="0"/>
          </a:p>
        </p:txBody>
      </p:sp>
      <p:sp>
        <p:nvSpPr>
          <p:cNvPr id="96" name="内容占位符 2"/>
          <p:cNvSpPr txBox="1"/>
          <p:nvPr/>
        </p:nvSpPr>
        <p:spPr>
          <a:xfrm>
            <a:off x="8226824" y="2871612"/>
            <a:ext cx="2508967" cy="365683"/>
          </a:xfrm>
          <a:prstGeom prst="rect">
            <a:avLst/>
          </a:prstGeom>
        </p:spPr>
        <p:txBody>
          <a:bodyPr/>
          <a:lstStyle>
            <a:lvl1pPr marL="228600" indent="-228600" algn="l" defTabSz="914400" rtl="0" eaLnBrk="1" latinLnBrk="0" hangingPunct="1">
              <a:lnSpc>
                <a:spcPct val="90000"/>
              </a:lnSpc>
              <a:spcBef>
                <a:spcPts val="1000"/>
              </a:spcBef>
              <a:buFont typeface="Arial" panose="020B060402020209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9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9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9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9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marL="0" indent="0">
              <a:buNone/>
            </a:pPr>
            <a:r>
              <a:rPr lang="zh-CN" altLang="en-US" sz="2400" dirty="0">
                <a:solidFill>
                  <a:srgbClr val="0000FF"/>
                </a:solidFill>
              </a:rPr>
              <a:t>嵌入式</a:t>
            </a:r>
            <a:r>
              <a:rPr lang="zh-CN" altLang="en-US" sz="2400" dirty="0"/>
              <a:t>操作系统</a:t>
            </a:r>
            <a:endParaRPr lang="en-US" altLang="zh-CN" sz="2400" dirty="0"/>
          </a:p>
        </p:txBody>
      </p:sp>
      <p:sp>
        <p:nvSpPr>
          <p:cNvPr id="97" name="内容占位符 2"/>
          <p:cNvSpPr txBox="1"/>
          <p:nvPr/>
        </p:nvSpPr>
        <p:spPr>
          <a:xfrm>
            <a:off x="8226824" y="4018320"/>
            <a:ext cx="2290026" cy="367437"/>
          </a:xfrm>
          <a:prstGeom prst="rect">
            <a:avLst/>
          </a:prstGeom>
        </p:spPr>
        <p:txBody>
          <a:bodyPr/>
          <a:lstStyle>
            <a:lvl1pPr marL="228600" indent="-228600" algn="l" defTabSz="914400" rtl="0" eaLnBrk="1" latinLnBrk="0" hangingPunct="1">
              <a:lnSpc>
                <a:spcPct val="90000"/>
              </a:lnSpc>
              <a:spcBef>
                <a:spcPts val="1000"/>
              </a:spcBef>
              <a:buFont typeface="Arial" panose="020B060402020209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9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9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9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9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marL="0" indent="0">
              <a:buNone/>
            </a:pPr>
            <a:r>
              <a:rPr lang="zh-CN" altLang="en-US" sz="2400" dirty="0">
                <a:solidFill>
                  <a:srgbClr val="0000FF"/>
                </a:solidFill>
              </a:rPr>
              <a:t>网络</a:t>
            </a:r>
            <a:r>
              <a:rPr lang="zh-CN" altLang="en-US" sz="2400" dirty="0"/>
              <a:t>操作系统</a:t>
            </a:r>
            <a:endParaRPr lang="en-US" altLang="zh-CN" sz="2400" dirty="0"/>
          </a:p>
        </p:txBody>
      </p:sp>
      <p:sp>
        <p:nvSpPr>
          <p:cNvPr id="98" name="内容占位符 2"/>
          <p:cNvSpPr txBox="1"/>
          <p:nvPr/>
        </p:nvSpPr>
        <p:spPr>
          <a:xfrm>
            <a:off x="8226824" y="5166782"/>
            <a:ext cx="2637756" cy="343433"/>
          </a:xfrm>
          <a:prstGeom prst="rect">
            <a:avLst/>
          </a:prstGeom>
        </p:spPr>
        <p:txBody>
          <a:bodyPr/>
          <a:lstStyle>
            <a:lvl1pPr marL="228600" indent="-228600" algn="l" defTabSz="914400" rtl="0" eaLnBrk="1" latinLnBrk="0" hangingPunct="1">
              <a:lnSpc>
                <a:spcPct val="90000"/>
              </a:lnSpc>
              <a:spcBef>
                <a:spcPts val="1000"/>
              </a:spcBef>
              <a:buFont typeface="Arial" panose="020B060402020209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9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9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9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9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marL="0" indent="0">
              <a:buNone/>
            </a:pPr>
            <a:r>
              <a:rPr lang="zh-CN" altLang="en-US" sz="2400" dirty="0">
                <a:solidFill>
                  <a:srgbClr val="0000FF"/>
                </a:solidFill>
              </a:rPr>
              <a:t>分布式</a:t>
            </a:r>
            <a:r>
              <a:rPr lang="zh-CN" altLang="en-US" sz="2400" dirty="0"/>
              <a:t>操作系统</a:t>
            </a:r>
            <a:endParaRPr lang="zh-CN" altLang="en-US" sz="2400" dirty="0"/>
          </a:p>
        </p:txBody>
      </p:sp>
      <p:sp>
        <p:nvSpPr>
          <p:cNvPr id="21" name="内容占位符 2"/>
          <p:cNvSpPr txBox="1"/>
          <p:nvPr/>
        </p:nvSpPr>
        <p:spPr>
          <a:xfrm>
            <a:off x="3986831" y="2088711"/>
            <a:ext cx="2410044" cy="569266"/>
          </a:xfrm>
          <a:prstGeom prst="rect">
            <a:avLst/>
          </a:prstGeom>
        </p:spPr>
        <p:txBody>
          <a:bodyPr/>
          <a:lstStyle>
            <a:lvl1pPr marL="228600" indent="-228600" algn="l" defTabSz="914400" rtl="0" eaLnBrk="1" latinLnBrk="0" hangingPunct="1">
              <a:lnSpc>
                <a:spcPct val="90000"/>
              </a:lnSpc>
              <a:spcBef>
                <a:spcPts val="1000"/>
              </a:spcBef>
              <a:buFont typeface="Arial" panose="020B060402020209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9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9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9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9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lvl="1">
              <a:lnSpc>
                <a:spcPct val="132000"/>
              </a:lnSpc>
              <a:buClr>
                <a:srgbClr val="0000FF"/>
              </a:buClr>
              <a:buFont typeface="Wingdings" panose="05000000000000000000" pitchFamily="2" charset="2"/>
              <a:buChar char="Ø"/>
            </a:pPr>
            <a:r>
              <a:rPr lang="zh-CN" altLang="en-US" sz="2200" dirty="0"/>
              <a:t>脱机</a:t>
            </a:r>
            <a:r>
              <a:rPr lang="en-US" altLang="zh-CN" sz="2200" dirty="0"/>
              <a:t>I/O</a:t>
            </a:r>
            <a:r>
              <a:rPr lang="zh-CN" altLang="en-US" sz="2200" dirty="0"/>
              <a:t>方式</a:t>
            </a:r>
            <a:endParaRPr lang="en-US" altLang="zh-CN" sz="2200" dirty="0"/>
          </a:p>
        </p:txBody>
      </p:sp>
    </p:spTree>
  </p:cSld>
  <p:clrMapOvr>
    <a:masterClrMapping/>
  </p:clrMapOvr>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78668"/>
            <a:ext cx="7026275" cy="523220"/>
          </a:xfrm>
          <a:prstGeom prst="rect">
            <a:avLst/>
          </a:prstGeom>
        </p:spPr>
        <p:txBody>
          <a:bodyPr wrap="square">
            <a:spAutoFit/>
          </a:bodyPr>
          <a:lstStyle/>
          <a:p>
            <a:r>
              <a:rPr lang="zh-CN" altLang="en-US" sz="2800" b="1" dirty="0">
                <a:solidFill>
                  <a:srgbClr val="FF0000"/>
                </a:solidFill>
              </a:rPr>
              <a:t>单道批处理系统</a:t>
            </a:r>
            <a:endParaRPr lang="zh-CN" altLang="en-US" sz="2800" b="1" dirty="0">
              <a:solidFill>
                <a:srgbClr val="FF0000"/>
              </a:solidFill>
            </a:endParaRPr>
          </a:p>
        </p:txBody>
      </p:sp>
      <p:grpSp>
        <p:nvGrpSpPr>
          <p:cNvPr id="6" name="272399" descr="本素材由iSlide™ 提供&#10;iSlide™尊重知识产权并注重保护用户享有的各项权利。郑重提醒您：&#10;iSlide™插件中提供的任何信息内容的所有权、知识产权归其原始权利人或权利受让人所有，您免费/购买获得的是信息内容的使用权，并受下述条款的约束；&#10;1. 您仅可以个人非商业用途使用该等信息内容，不可将信息内容的全部或部分用于出售，或以出租、出借、转让、分销、发布等其他任何方式供他人使用；&#10;2. 禁止在接入互联网或移动互联网的任何网站、平台、应用或程序上以任何方式为他人提供iSlide™插件资源内容的下载。&#10;The resource is supplied by iSlide™.&#10;iSlide™ respects all intellectual property rights and protects all the rights its users acquired.Solemnly remind you:&#10;The ownership and intellectual property of the resources supplied in iSlide Add-in belongs to its owner or the assignee of this ownership.you only acquired the usage of the resources supplied in iSlide Add-in, as well as respected the following restrain terms:&#10;1.You are only allowed to use such resource for personal and non-commercial aim, not allowed to use such resource or part of it for the sale; or rent, lend, transfer to others; or distribution or release it in any way.&#10;2.You are not permitted to provide the resource of iSlide Add-in in any website, platform, application access to the Internet or mobile Internet." title="iSlide™ 版权声明  COPYRIGHT NOTICE"/>
          <p:cNvGrpSpPr>
            <a:grpSpLocks noChangeAspect="1"/>
          </p:cNvGrpSpPr>
          <p:nvPr>
            <p:custDataLst>
              <p:tags r:id="rId1"/>
            </p:custDataLst>
          </p:nvPr>
        </p:nvGrpSpPr>
        <p:grpSpPr>
          <a:xfrm>
            <a:off x="660400" y="1128057"/>
            <a:ext cx="11531600" cy="5008286"/>
            <a:chOff x="660400" y="1128057"/>
            <a:chExt cx="11531600" cy="5008286"/>
          </a:xfrm>
        </p:grpSpPr>
        <p:sp>
          <p:nvSpPr>
            <p:cNvPr id="7" name="iṥlídè"/>
            <p:cNvSpPr/>
            <p:nvPr/>
          </p:nvSpPr>
          <p:spPr>
            <a:xfrm>
              <a:off x="6958245" y="1128057"/>
              <a:ext cx="5233755" cy="5008286"/>
            </a:xfrm>
            <a:prstGeom prst="rect">
              <a:avLst/>
            </a:prstGeom>
            <a:blipFill>
              <a:blip r:embed="rId2"/>
              <a:stretch>
                <a:fillRect t="-27413" b="-27272"/>
              </a:stretch>
            </a:blipFill>
            <a:ln w="28575">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a:bodyPr>
            <a:lstStyle/>
            <a:p>
              <a:pPr algn="ctr"/>
              <a:endParaRPr lang="zh-CN" altLang="en-US" dirty="0"/>
            </a:p>
          </p:txBody>
        </p:sp>
        <p:grpSp>
          <p:nvGrpSpPr>
            <p:cNvPr id="10" name="iṡļiḓe"/>
            <p:cNvGrpSpPr/>
            <p:nvPr/>
          </p:nvGrpSpPr>
          <p:grpSpPr>
            <a:xfrm>
              <a:off x="660400" y="1834087"/>
              <a:ext cx="6876351" cy="1254559"/>
              <a:chOff x="660400" y="1834087"/>
              <a:chExt cx="6876351" cy="1254559"/>
            </a:xfrm>
          </p:grpSpPr>
          <p:grpSp>
            <p:nvGrpSpPr>
              <p:cNvPr id="21" name="iSḻíḓè"/>
              <p:cNvGrpSpPr/>
              <p:nvPr/>
            </p:nvGrpSpPr>
            <p:grpSpPr>
              <a:xfrm>
                <a:off x="1530997" y="1834087"/>
                <a:ext cx="6005754" cy="1254559"/>
                <a:chOff x="1592242" y="1834087"/>
                <a:chExt cx="7574760" cy="1254559"/>
              </a:xfrm>
            </p:grpSpPr>
            <p:sp>
              <p:nvSpPr>
                <p:cNvPr id="25" name="îṧľîḋé"/>
                <p:cNvSpPr txBox="1"/>
                <p:nvPr/>
              </p:nvSpPr>
              <p:spPr>
                <a:xfrm>
                  <a:off x="1592242" y="1834087"/>
                  <a:ext cx="6293555" cy="389423"/>
                </a:xfrm>
                <a:prstGeom prst="rect">
                  <a:avLst/>
                </a:prstGeom>
                <a:noFill/>
              </p:spPr>
              <p:txBody>
                <a:bodyPr wrap="square" lIns="91440" tIns="45720" rIns="91440" bIns="45720" rtlCol="0" anchor="ctr" anchorCtr="0">
                  <a:no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r>
                    <a:rPr lang="zh-CN" altLang="en-US" sz="2800" dirty="0"/>
                    <a:t>处理过程：</a:t>
                  </a:r>
                  <a:endParaRPr lang="en-US" altLang="zh-CN" sz="2800" dirty="0"/>
                </a:p>
              </p:txBody>
            </p:sp>
            <p:sp>
              <p:nvSpPr>
                <p:cNvPr id="26" name="íşļîḓé"/>
                <p:cNvSpPr/>
                <p:nvPr/>
              </p:nvSpPr>
              <p:spPr bwMode="auto">
                <a:xfrm>
                  <a:off x="1592242" y="2277810"/>
                  <a:ext cx="7574760" cy="8108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t" anchorCtr="0">
                  <a:no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marL="342900" lvl="1" indent="-342900">
                    <a:lnSpc>
                      <a:spcPct val="132000"/>
                    </a:lnSpc>
                    <a:buClr>
                      <a:schemeClr val="accent4">
                        <a:lumMod val="40000"/>
                        <a:lumOff val="60000"/>
                      </a:schemeClr>
                    </a:buClr>
                    <a:buFont typeface="Wingdings" panose="05000000000000000000" pitchFamily="2" charset="2"/>
                    <a:buChar char="Ø"/>
                  </a:pPr>
                  <a:r>
                    <a:rPr lang="zh-CN" altLang="en-US" sz="2400" dirty="0"/>
                    <a:t>作业一个接一个地连续处理；</a:t>
                  </a:r>
                  <a:endParaRPr lang="en-US" altLang="zh-CN" sz="2400" dirty="0"/>
                </a:p>
                <a:p>
                  <a:pPr marL="0" lvl="1" indent="0">
                    <a:lnSpc>
                      <a:spcPct val="132000"/>
                    </a:lnSpc>
                    <a:buClr>
                      <a:schemeClr val="accent4">
                        <a:lumMod val="40000"/>
                        <a:lumOff val="60000"/>
                      </a:schemeClr>
                    </a:buClr>
                    <a:buFont typeface="Wingdings" panose="05000000000000000000" pitchFamily="2" charset="2"/>
                    <a:buNone/>
                  </a:pPr>
                  <a:endParaRPr lang="en-US" altLang="zh-CN" sz="2400" dirty="0"/>
                </a:p>
              </p:txBody>
            </p:sp>
          </p:grpSp>
          <p:grpSp>
            <p:nvGrpSpPr>
              <p:cNvPr id="22" name="ïS1íḋé"/>
              <p:cNvGrpSpPr/>
              <p:nvPr/>
            </p:nvGrpSpPr>
            <p:grpSpPr>
              <a:xfrm>
                <a:off x="660400" y="1860585"/>
                <a:ext cx="733394" cy="733394"/>
                <a:chOff x="660400" y="1860585"/>
                <a:chExt cx="733394" cy="733394"/>
              </a:xfrm>
            </p:grpSpPr>
            <p:sp>
              <p:nvSpPr>
                <p:cNvPr id="23" name="islîḋe"/>
                <p:cNvSpPr/>
                <p:nvPr/>
              </p:nvSpPr>
              <p:spPr>
                <a:xfrm>
                  <a:off x="660400" y="1860585"/>
                  <a:ext cx="733394" cy="733394"/>
                </a:xfrm>
                <a:prstGeom prst="ellipse">
                  <a:avLst/>
                </a:prstGeom>
                <a:solidFill>
                  <a:schemeClr val="accent1"/>
                </a:solidFill>
                <a:ln w="19050">
                  <a:solidFill>
                    <a:schemeClr val="bg1"/>
                  </a:solid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defTabSz="914400"/>
                  <a:endParaRPr lang="zh-CN" altLang="en-US" sz="1600" dirty="0">
                    <a:solidFill>
                      <a:schemeClr val="bg1"/>
                    </a:solidFill>
                  </a:endParaRPr>
                </a:p>
              </p:txBody>
            </p:sp>
            <p:sp>
              <p:nvSpPr>
                <p:cNvPr id="24" name="îŝlîďe"/>
                <p:cNvSpPr/>
                <p:nvPr/>
              </p:nvSpPr>
              <p:spPr>
                <a:xfrm>
                  <a:off x="797603" y="2045456"/>
                  <a:ext cx="381389" cy="346064"/>
                </a:xfrm>
                <a:custGeom>
                  <a:avLst/>
                  <a:gdLst>
                    <a:gd name="connsiteX0" fmla="*/ 116112 w 607919"/>
                    <a:gd name="connsiteY0" fmla="*/ 473652 h 551610"/>
                    <a:gd name="connsiteX1" fmla="*/ 118901 w 607919"/>
                    <a:gd name="connsiteY1" fmla="*/ 480423 h 551610"/>
                    <a:gd name="connsiteX2" fmla="*/ 118901 w 607919"/>
                    <a:gd name="connsiteY2" fmla="*/ 551610 h 551610"/>
                    <a:gd name="connsiteX3" fmla="*/ 55604 w 607919"/>
                    <a:gd name="connsiteY3" fmla="*/ 551610 h 551610"/>
                    <a:gd name="connsiteX4" fmla="*/ 55604 w 607919"/>
                    <a:gd name="connsiteY4" fmla="*/ 540851 h 551610"/>
                    <a:gd name="connsiteX5" fmla="*/ 65255 w 607919"/>
                    <a:gd name="connsiteY5" fmla="*/ 520583 h 551610"/>
                    <a:gd name="connsiteX6" fmla="*/ 83555 w 607919"/>
                    <a:gd name="connsiteY6" fmla="*/ 502317 h 551610"/>
                    <a:gd name="connsiteX7" fmla="*/ 109375 w 607919"/>
                    <a:gd name="connsiteY7" fmla="*/ 476545 h 551610"/>
                    <a:gd name="connsiteX8" fmla="*/ 116112 w 607919"/>
                    <a:gd name="connsiteY8" fmla="*/ 473652 h 551610"/>
                    <a:gd name="connsiteX9" fmla="*/ 199155 w 607919"/>
                    <a:gd name="connsiteY9" fmla="*/ 390799 h 551610"/>
                    <a:gd name="connsiteX10" fmla="*/ 201956 w 607919"/>
                    <a:gd name="connsiteY10" fmla="*/ 397632 h 551610"/>
                    <a:gd name="connsiteX11" fmla="*/ 201956 w 607919"/>
                    <a:gd name="connsiteY11" fmla="*/ 551610 h 551610"/>
                    <a:gd name="connsiteX12" fmla="*/ 145363 w 607919"/>
                    <a:gd name="connsiteY12" fmla="*/ 551610 h 551610"/>
                    <a:gd name="connsiteX13" fmla="*/ 145363 w 607919"/>
                    <a:gd name="connsiteY13" fmla="*/ 454170 h 551610"/>
                    <a:gd name="connsiteX14" fmla="*/ 154879 w 607919"/>
                    <a:gd name="connsiteY14" fmla="*/ 431030 h 551610"/>
                    <a:gd name="connsiteX15" fmla="*/ 192315 w 607919"/>
                    <a:gd name="connsiteY15" fmla="*/ 393630 h 551610"/>
                    <a:gd name="connsiteX16" fmla="*/ 199155 w 607919"/>
                    <a:gd name="connsiteY16" fmla="*/ 390799 h 551610"/>
                    <a:gd name="connsiteX17" fmla="*/ 231082 w 607919"/>
                    <a:gd name="connsiteY17" fmla="*/ 388245 h 551610"/>
                    <a:gd name="connsiteX18" fmla="*/ 237930 w 607919"/>
                    <a:gd name="connsiteY18" fmla="*/ 391091 h 551610"/>
                    <a:gd name="connsiteX19" fmla="*/ 266763 w 607919"/>
                    <a:gd name="connsiteY19" fmla="*/ 419867 h 551610"/>
                    <a:gd name="connsiteX20" fmla="*/ 275915 w 607919"/>
                    <a:gd name="connsiteY20" fmla="*/ 428875 h 551610"/>
                    <a:gd name="connsiteX21" fmla="*/ 284941 w 607919"/>
                    <a:gd name="connsiteY21" fmla="*/ 451520 h 551610"/>
                    <a:gd name="connsiteX22" fmla="*/ 284941 w 607919"/>
                    <a:gd name="connsiteY22" fmla="*/ 551610 h 551610"/>
                    <a:gd name="connsiteX23" fmla="*/ 228277 w 607919"/>
                    <a:gd name="connsiteY23" fmla="*/ 551610 h 551610"/>
                    <a:gd name="connsiteX24" fmla="*/ 228277 w 607919"/>
                    <a:gd name="connsiteY24" fmla="*/ 394969 h 551610"/>
                    <a:gd name="connsiteX25" fmla="*/ 231082 w 607919"/>
                    <a:gd name="connsiteY25" fmla="*/ 388245 h 551610"/>
                    <a:gd name="connsiteX26" fmla="*/ 365148 w 607919"/>
                    <a:gd name="connsiteY26" fmla="*/ 381336 h 551610"/>
                    <a:gd name="connsiteX27" fmla="*/ 367997 w 607919"/>
                    <a:gd name="connsiteY27" fmla="*/ 388122 h 551610"/>
                    <a:gd name="connsiteX28" fmla="*/ 367997 w 607919"/>
                    <a:gd name="connsiteY28" fmla="*/ 551610 h 551610"/>
                    <a:gd name="connsiteX29" fmla="*/ 311262 w 607919"/>
                    <a:gd name="connsiteY29" fmla="*/ 551610 h 551610"/>
                    <a:gd name="connsiteX30" fmla="*/ 311262 w 607919"/>
                    <a:gd name="connsiteY30" fmla="*/ 444661 h 551610"/>
                    <a:gd name="connsiteX31" fmla="*/ 316898 w 607919"/>
                    <a:gd name="connsiteY31" fmla="*/ 425523 h 551610"/>
                    <a:gd name="connsiteX32" fmla="*/ 322534 w 607919"/>
                    <a:gd name="connsiteY32" fmla="*/ 419894 h 551610"/>
                    <a:gd name="connsiteX33" fmla="*/ 358353 w 607919"/>
                    <a:gd name="connsiteY33" fmla="*/ 384120 h 551610"/>
                    <a:gd name="connsiteX34" fmla="*/ 365148 w 607919"/>
                    <a:gd name="connsiteY34" fmla="*/ 381336 h 551610"/>
                    <a:gd name="connsiteX35" fmla="*/ 448177 w 607919"/>
                    <a:gd name="connsiteY35" fmla="*/ 298352 h 551610"/>
                    <a:gd name="connsiteX36" fmla="*/ 450982 w 607919"/>
                    <a:gd name="connsiteY36" fmla="*/ 305139 h 551610"/>
                    <a:gd name="connsiteX37" fmla="*/ 450982 w 607919"/>
                    <a:gd name="connsiteY37" fmla="*/ 551610 h 551610"/>
                    <a:gd name="connsiteX38" fmla="*/ 394318 w 607919"/>
                    <a:gd name="connsiteY38" fmla="*/ 551610 h 551610"/>
                    <a:gd name="connsiteX39" fmla="*/ 394318 w 607919"/>
                    <a:gd name="connsiteY39" fmla="*/ 361815 h 551610"/>
                    <a:gd name="connsiteX40" fmla="*/ 403846 w 607919"/>
                    <a:gd name="connsiteY40" fmla="*/ 338669 h 551610"/>
                    <a:gd name="connsiteX41" fmla="*/ 441329 w 607919"/>
                    <a:gd name="connsiteY41" fmla="*/ 301136 h 551610"/>
                    <a:gd name="connsiteX42" fmla="*/ 448177 w 607919"/>
                    <a:gd name="connsiteY42" fmla="*/ 298352 h 551610"/>
                    <a:gd name="connsiteX43" fmla="*/ 527085 w 607919"/>
                    <a:gd name="connsiteY43" fmla="*/ 219452 h 551610"/>
                    <a:gd name="connsiteX44" fmla="*/ 529874 w 607919"/>
                    <a:gd name="connsiteY44" fmla="*/ 226177 h 551610"/>
                    <a:gd name="connsiteX45" fmla="*/ 529874 w 607919"/>
                    <a:gd name="connsiteY45" fmla="*/ 551610 h 551610"/>
                    <a:gd name="connsiteX46" fmla="*/ 477232 w 607919"/>
                    <a:gd name="connsiteY46" fmla="*/ 551610 h 551610"/>
                    <a:gd name="connsiteX47" fmla="*/ 477232 w 607919"/>
                    <a:gd name="connsiteY47" fmla="*/ 278727 h 551610"/>
                    <a:gd name="connsiteX48" fmla="*/ 486883 w 607919"/>
                    <a:gd name="connsiteY48" fmla="*/ 255580 h 551610"/>
                    <a:gd name="connsiteX49" fmla="*/ 520348 w 607919"/>
                    <a:gd name="connsiteY49" fmla="*/ 222298 h 551610"/>
                    <a:gd name="connsiteX50" fmla="*/ 527085 w 607919"/>
                    <a:gd name="connsiteY50" fmla="*/ 219452 h 551610"/>
                    <a:gd name="connsiteX51" fmla="*/ 387769 w 607919"/>
                    <a:gd name="connsiteY51" fmla="*/ 0 h 551610"/>
                    <a:gd name="connsiteX52" fmla="*/ 580729 w 607919"/>
                    <a:gd name="connsiteY52" fmla="*/ 0 h 551610"/>
                    <a:gd name="connsiteX53" fmla="*/ 607919 w 607919"/>
                    <a:gd name="connsiteY53" fmla="*/ 26022 h 551610"/>
                    <a:gd name="connsiteX54" fmla="*/ 607919 w 607919"/>
                    <a:gd name="connsiteY54" fmla="*/ 219812 h 551610"/>
                    <a:gd name="connsiteX55" fmla="*/ 598271 w 607919"/>
                    <a:gd name="connsiteY55" fmla="*/ 223815 h 551610"/>
                    <a:gd name="connsiteX56" fmla="*/ 530610 w 607919"/>
                    <a:gd name="connsiteY56" fmla="*/ 156258 h 551610"/>
                    <a:gd name="connsiteX57" fmla="*/ 304320 w 607919"/>
                    <a:gd name="connsiteY57" fmla="*/ 382325 h 551610"/>
                    <a:gd name="connsiteX58" fmla="*/ 285024 w 607919"/>
                    <a:gd name="connsiteY58" fmla="*/ 382325 h 551610"/>
                    <a:gd name="connsiteX59" fmla="*/ 216360 w 607919"/>
                    <a:gd name="connsiteY59" fmla="*/ 313767 h 551610"/>
                    <a:gd name="connsiteX60" fmla="*/ 94068 w 607919"/>
                    <a:gd name="connsiteY60" fmla="*/ 435996 h 551610"/>
                    <a:gd name="connsiteX61" fmla="*/ 17260 w 607919"/>
                    <a:gd name="connsiteY61" fmla="*/ 435996 h 551610"/>
                    <a:gd name="connsiteX62" fmla="*/ 15882 w 607919"/>
                    <a:gd name="connsiteY62" fmla="*/ 434745 h 551610"/>
                    <a:gd name="connsiteX63" fmla="*/ 15882 w 607919"/>
                    <a:gd name="connsiteY63" fmla="*/ 358055 h 551610"/>
                    <a:gd name="connsiteX64" fmla="*/ 206837 w 607919"/>
                    <a:gd name="connsiteY64" fmla="*/ 167267 h 551610"/>
                    <a:gd name="connsiteX65" fmla="*/ 226008 w 607919"/>
                    <a:gd name="connsiteY65" fmla="*/ 167267 h 551610"/>
                    <a:gd name="connsiteX66" fmla="*/ 294672 w 607919"/>
                    <a:gd name="connsiteY66" fmla="*/ 235701 h 551610"/>
                    <a:gd name="connsiteX67" fmla="*/ 424481 w 607919"/>
                    <a:gd name="connsiteY67" fmla="*/ 105965 h 551610"/>
                    <a:gd name="connsiteX68" fmla="*/ 452423 w 607919"/>
                    <a:gd name="connsiteY68" fmla="*/ 78192 h 551610"/>
                    <a:gd name="connsiteX69" fmla="*/ 383885 w 607919"/>
                    <a:gd name="connsiteY69" fmla="*/ 9633 h 551610"/>
                    <a:gd name="connsiteX70" fmla="*/ 387769 w 607919"/>
                    <a:gd name="connsiteY70" fmla="*/ 0 h 5516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Lst>
                  <a:rect l="l" t="t" r="r" b="b"/>
                  <a:pathLst>
                    <a:path w="607919" h="551610">
                      <a:moveTo>
                        <a:pt x="116112" y="473652"/>
                      </a:moveTo>
                      <a:cubicBezTo>
                        <a:pt x="117836" y="474356"/>
                        <a:pt x="118901" y="476670"/>
                        <a:pt x="118901" y="480423"/>
                      </a:cubicBezTo>
                      <a:lnTo>
                        <a:pt x="118901" y="551610"/>
                      </a:lnTo>
                      <a:lnTo>
                        <a:pt x="55604" y="551610"/>
                      </a:lnTo>
                      <a:lnTo>
                        <a:pt x="55604" y="540851"/>
                      </a:lnTo>
                      <a:cubicBezTo>
                        <a:pt x="55604" y="534971"/>
                        <a:pt x="59991" y="525838"/>
                        <a:pt x="65255" y="520583"/>
                      </a:cubicBezTo>
                      <a:lnTo>
                        <a:pt x="83555" y="502317"/>
                      </a:lnTo>
                      <a:lnTo>
                        <a:pt x="109375" y="476545"/>
                      </a:lnTo>
                      <a:cubicBezTo>
                        <a:pt x="112007" y="473855"/>
                        <a:pt x="114389" y="472948"/>
                        <a:pt x="116112" y="473652"/>
                      </a:cubicBezTo>
                      <a:close/>
                      <a:moveTo>
                        <a:pt x="199155" y="390799"/>
                      </a:moveTo>
                      <a:cubicBezTo>
                        <a:pt x="200892" y="391534"/>
                        <a:pt x="201956" y="393880"/>
                        <a:pt x="201956" y="397632"/>
                      </a:cubicBezTo>
                      <a:lnTo>
                        <a:pt x="201956" y="551610"/>
                      </a:lnTo>
                      <a:lnTo>
                        <a:pt x="145363" y="551610"/>
                      </a:lnTo>
                      <a:lnTo>
                        <a:pt x="145363" y="454170"/>
                      </a:lnTo>
                      <a:cubicBezTo>
                        <a:pt x="145363" y="446665"/>
                        <a:pt x="149620" y="436283"/>
                        <a:pt x="154879" y="431030"/>
                      </a:cubicBezTo>
                      <a:lnTo>
                        <a:pt x="192315" y="393630"/>
                      </a:lnTo>
                      <a:cubicBezTo>
                        <a:pt x="195007" y="390941"/>
                        <a:pt x="197417" y="390065"/>
                        <a:pt x="199155" y="390799"/>
                      </a:cubicBezTo>
                      <a:close/>
                      <a:moveTo>
                        <a:pt x="231082" y="388245"/>
                      </a:moveTo>
                      <a:cubicBezTo>
                        <a:pt x="232822" y="387525"/>
                        <a:pt x="235235" y="388401"/>
                        <a:pt x="237930" y="391091"/>
                      </a:cubicBezTo>
                      <a:lnTo>
                        <a:pt x="266763" y="419867"/>
                      </a:lnTo>
                      <a:lnTo>
                        <a:pt x="275915" y="428875"/>
                      </a:lnTo>
                      <a:cubicBezTo>
                        <a:pt x="280929" y="433879"/>
                        <a:pt x="284941" y="444013"/>
                        <a:pt x="284941" y="451520"/>
                      </a:cubicBezTo>
                      <a:lnTo>
                        <a:pt x="284941" y="551610"/>
                      </a:lnTo>
                      <a:lnTo>
                        <a:pt x="228277" y="551610"/>
                      </a:lnTo>
                      <a:lnTo>
                        <a:pt x="228277" y="394969"/>
                      </a:lnTo>
                      <a:cubicBezTo>
                        <a:pt x="228277" y="391278"/>
                        <a:pt x="229343" y="388964"/>
                        <a:pt x="231082" y="388245"/>
                      </a:cubicBezTo>
                      <a:close/>
                      <a:moveTo>
                        <a:pt x="365148" y="381336"/>
                      </a:moveTo>
                      <a:cubicBezTo>
                        <a:pt x="366901" y="382055"/>
                        <a:pt x="367997" y="384370"/>
                        <a:pt x="367997" y="388122"/>
                      </a:cubicBezTo>
                      <a:lnTo>
                        <a:pt x="367997" y="551610"/>
                      </a:lnTo>
                      <a:lnTo>
                        <a:pt x="311262" y="551610"/>
                      </a:lnTo>
                      <a:lnTo>
                        <a:pt x="311262" y="444661"/>
                      </a:lnTo>
                      <a:cubicBezTo>
                        <a:pt x="311262" y="437156"/>
                        <a:pt x="313767" y="428650"/>
                        <a:pt x="316898" y="425523"/>
                      </a:cubicBezTo>
                      <a:cubicBezTo>
                        <a:pt x="320029" y="422396"/>
                        <a:pt x="322534" y="419894"/>
                        <a:pt x="322534" y="419894"/>
                      </a:cubicBezTo>
                      <a:lnTo>
                        <a:pt x="358353" y="384120"/>
                      </a:lnTo>
                      <a:cubicBezTo>
                        <a:pt x="360983" y="381493"/>
                        <a:pt x="363394" y="380617"/>
                        <a:pt x="365148" y="381336"/>
                      </a:cubicBezTo>
                      <a:close/>
                      <a:moveTo>
                        <a:pt x="448177" y="298352"/>
                      </a:moveTo>
                      <a:cubicBezTo>
                        <a:pt x="449916" y="299071"/>
                        <a:pt x="450982" y="301386"/>
                        <a:pt x="450982" y="305139"/>
                      </a:cubicBezTo>
                      <a:lnTo>
                        <a:pt x="450982" y="551610"/>
                      </a:lnTo>
                      <a:lnTo>
                        <a:pt x="394318" y="551610"/>
                      </a:lnTo>
                      <a:lnTo>
                        <a:pt x="394318" y="361815"/>
                      </a:lnTo>
                      <a:cubicBezTo>
                        <a:pt x="394318" y="354308"/>
                        <a:pt x="398580" y="343924"/>
                        <a:pt x="403846" y="338669"/>
                      </a:cubicBezTo>
                      <a:lnTo>
                        <a:pt x="441329" y="301136"/>
                      </a:lnTo>
                      <a:cubicBezTo>
                        <a:pt x="444024" y="298508"/>
                        <a:pt x="446438" y="297633"/>
                        <a:pt x="448177" y="298352"/>
                      </a:cubicBezTo>
                      <a:close/>
                      <a:moveTo>
                        <a:pt x="527085" y="219452"/>
                      </a:moveTo>
                      <a:cubicBezTo>
                        <a:pt x="528809" y="220171"/>
                        <a:pt x="529874" y="222486"/>
                        <a:pt x="529874" y="226177"/>
                      </a:cubicBezTo>
                      <a:lnTo>
                        <a:pt x="529874" y="551610"/>
                      </a:lnTo>
                      <a:lnTo>
                        <a:pt x="477232" y="551610"/>
                      </a:lnTo>
                      <a:lnTo>
                        <a:pt x="477232" y="278727"/>
                      </a:lnTo>
                      <a:cubicBezTo>
                        <a:pt x="477232" y="271345"/>
                        <a:pt x="481494" y="260960"/>
                        <a:pt x="486883" y="255580"/>
                      </a:cubicBezTo>
                      <a:lnTo>
                        <a:pt x="520348" y="222298"/>
                      </a:lnTo>
                      <a:cubicBezTo>
                        <a:pt x="522980" y="219608"/>
                        <a:pt x="525362" y="218732"/>
                        <a:pt x="527085" y="219452"/>
                      </a:cubicBezTo>
                      <a:close/>
                      <a:moveTo>
                        <a:pt x="387769" y="0"/>
                      </a:moveTo>
                      <a:lnTo>
                        <a:pt x="580729" y="0"/>
                      </a:lnTo>
                      <a:cubicBezTo>
                        <a:pt x="594512" y="0"/>
                        <a:pt x="607919" y="12135"/>
                        <a:pt x="607919" y="26022"/>
                      </a:cubicBezTo>
                      <a:lnTo>
                        <a:pt x="607919" y="219812"/>
                      </a:lnTo>
                      <a:cubicBezTo>
                        <a:pt x="607919" y="227318"/>
                        <a:pt x="603534" y="229070"/>
                        <a:pt x="598271" y="223815"/>
                      </a:cubicBezTo>
                      <a:lnTo>
                        <a:pt x="530610" y="156258"/>
                      </a:lnTo>
                      <a:lnTo>
                        <a:pt x="304320" y="382325"/>
                      </a:lnTo>
                      <a:cubicBezTo>
                        <a:pt x="298932" y="387580"/>
                        <a:pt x="290412" y="387580"/>
                        <a:pt x="285024" y="382325"/>
                      </a:cubicBezTo>
                      <a:lnTo>
                        <a:pt x="216360" y="313767"/>
                      </a:lnTo>
                      <a:lnTo>
                        <a:pt x="94068" y="435996"/>
                      </a:lnTo>
                      <a:cubicBezTo>
                        <a:pt x="72767" y="457264"/>
                        <a:pt x="38435" y="457264"/>
                        <a:pt x="17260" y="435996"/>
                      </a:cubicBezTo>
                      <a:lnTo>
                        <a:pt x="15882" y="434745"/>
                      </a:lnTo>
                      <a:cubicBezTo>
                        <a:pt x="-5294" y="413477"/>
                        <a:pt x="-5294" y="379198"/>
                        <a:pt x="15882" y="358055"/>
                      </a:cubicBezTo>
                      <a:lnTo>
                        <a:pt x="206837" y="167267"/>
                      </a:lnTo>
                      <a:cubicBezTo>
                        <a:pt x="212100" y="161888"/>
                        <a:pt x="220745" y="161888"/>
                        <a:pt x="226008" y="167267"/>
                      </a:cubicBezTo>
                      <a:lnTo>
                        <a:pt x="294672" y="235701"/>
                      </a:lnTo>
                      <a:lnTo>
                        <a:pt x="424481" y="105965"/>
                      </a:lnTo>
                      <a:lnTo>
                        <a:pt x="452423" y="78192"/>
                      </a:lnTo>
                      <a:lnTo>
                        <a:pt x="383885" y="9633"/>
                      </a:lnTo>
                      <a:cubicBezTo>
                        <a:pt x="378497" y="4379"/>
                        <a:pt x="380376" y="0"/>
                        <a:pt x="387769" y="0"/>
                      </a:cubicBezTo>
                      <a:close/>
                    </a:path>
                  </a:pathLst>
                </a:custGeom>
                <a:solidFill>
                  <a:schemeClr val="bg1"/>
                </a:solidFill>
                <a:ln w="1270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fontScale="92500" lnSpcReduction="20000"/>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defTabSz="914400"/>
                  <a:endParaRPr lang="zh-CN" altLang="en-US" sz="2000" b="1" dirty="0">
                    <a:solidFill>
                      <a:schemeClr val="bg1"/>
                    </a:solidFill>
                  </a:endParaRPr>
                </a:p>
              </p:txBody>
            </p:sp>
          </p:grpSp>
        </p:grpSp>
        <p:grpSp>
          <p:nvGrpSpPr>
            <p:cNvPr id="11" name="iŝļïḓê"/>
            <p:cNvGrpSpPr/>
            <p:nvPr/>
          </p:nvGrpSpPr>
          <p:grpSpPr>
            <a:xfrm>
              <a:off x="660400" y="4251929"/>
              <a:ext cx="5882287" cy="1006003"/>
              <a:chOff x="660400" y="1860585"/>
              <a:chExt cx="5882287" cy="1006003"/>
            </a:xfrm>
          </p:grpSpPr>
          <p:grpSp>
            <p:nvGrpSpPr>
              <p:cNvPr id="13" name="ïṧļïḓe"/>
              <p:cNvGrpSpPr/>
              <p:nvPr/>
            </p:nvGrpSpPr>
            <p:grpSpPr>
              <a:xfrm>
                <a:off x="1539875" y="1889655"/>
                <a:ext cx="5002812" cy="976933"/>
                <a:chOff x="1603439" y="1889655"/>
                <a:chExt cx="6309799" cy="976933"/>
              </a:xfrm>
            </p:grpSpPr>
            <p:sp>
              <p:nvSpPr>
                <p:cNvPr id="18" name="ïšļíďè"/>
                <p:cNvSpPr txBox="1"/>
                <p:nvPr/>
              </p:nvSpPr>
              <p:spPr>
                <a:xfrm>
                  <a:off x="1603439" y="1889655"/>
                  <a:ext cx="6293555" cy="389423"/>
                </a:xfrm>
                <a:prstGeom prst="rect">
                  <a:avLst/>
                </a:prstGeom>
                <a:noFill/>
              </p:spPr>
              <p:txBody>
                <a:bodyPr wrap="square" lIns="91440" tIns="45720" rIns="91440" bIns="45720" rtlCol="0" anchor="ctr" anchorCtr="0">
                  <a:no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r>
                    <a:rPr lang="zh-CN" altLang="en-US" sz="2800" dirty="0">
                      <a:solidFill>
                        <a:srgbClr val="FF0000"/>
                      </a:solidFill>
                    </a:rPr>
                    <a:t>缺点：</a:t>
                  </a:r>
                  <a:endParaRPr lang="en-US" altLang="zh-CN" sz="2800" dirty="0"/>
                </a:p>
              </p:txBody>
            </p:sp>
            <p:sp>
              <p:nvSpPr>
                <p:cNvPr id="19" name="íşľíḑè"/>
                <p:cNvSpPr/>
                <p:nvPr/>
              </p:nvSpPr>
              <p:spPr bwMode="auto">
                <a:xfrm>
                  <a:off x="1619683" y="2384894"/>
                  <a:ext cx="6293555" cy="4816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t" anchorCtr="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marL="342900" lvl="1" indent="-342900">
                    <a:buFont typeface="Wingdings" panose="05000000000000000000" pitchFamily="2" charset="2"/>
                    <a:buChar char="Ø"/>
                  </a:pPr>
                  <a:r>
                    <a:rPr lang="zh-CN" altLang="en-US" sz="2400" dirty="0"/>
                    <a:t>系统资源得不到充分的利用。</a:t>
                  </a:r>
                  <a:endParaRPr lang="en-US" altLang="zh-CN" sz="2400" dirty="0"/>
                </a:p>
              </p:txBody>
            </p:sp>
          </p:grpSp>
          <p:grpSp>
            <p:nvGrpSpPr>
              <p:cNvPr id="15" name="ïŝľídè"/>
              <p:cNvGrpSpPr/>
              <p:nvPr/>
            </p:nvGrpSpPr>
            <p:grpSpPr>
              <a:xfrm>
                <a:off x="660400" y="1860585"/>
                <a:ext cx="733394" cy="733394"/>
                <a:chOff x="660400" y="1860585"/>
                <a:chExt cx="733394" cy="733394"/>
              </a:xfrm>
            </p:grpSpPr>
            <p:sp>
              <p:nvSpPr>
                <p:cNvPr id="16" name="ïṡľïde"/>
                <p:cNvSpPr/>
                <p:nvPr/>
              </p:nvSpPr>
              <p:spPr>
                <a:xfrm>
                  <a:off x="660400" y="1860585"/>
                  <a:ext cx="733394" cy="733394"/>
                </a:xfrm>
                <a:prstGeom prst="ellipse">
                  <a:avLst/>
                </a:prstGeom>
                <a:solidFill>
                  <a:schemeClr val="tx1">
                    <a:lumMod val="50000"/>
                    <a:lumOff val="50000"/>
                  </a:schemeClr>
                </a:solidFill>
                <a:ln w="19050">
                  <a:solidFill>
                    <a:schemeClr val="bg1"/>
                  </a:solid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defTabSz="914400"/>
                  <a:endParaRPr lang="zh-CN" altLang="en-US" sz="1600" dirty="0">
                    <a:solidFill>
                      <a:schemeClr val="bg1"/>
                    </a:solidFill>
                  </a:endParaRPr>
                </a:p>
              </p:txBody>
            </p:sp>
            <p:sp>
              <p:nvSpPr>
                <p:cNvPr id="17" name="ïšliḍe"/>
                <p:cNvSpPr/>
                <p:nvPr/>
              </p:nvSpPr>
              <p:spPr>
                <a:xfrm>
                  <a:off x="806481" y="2072090"/>
                  <a:ext cx="381389" cy="346064"/>
                </a:xfrm>
                <a:custGeom>
                  <a:avLst/>
                  <a:gdLst>
                    <a:gd name="connsiteX0" fmla="*/ 116112 w 607919"/>
                    <a:gd name="connsiteY0" fmla="*/ 473652 h 551610"/>
                    <a:gd name="connsiteX1" fmla="*/ 118901 w 607919"/>
                    <a:gd name="connsiteY1" fmla="*/ 480423 h 551610"/>
                    <a:gd name="connsiteX2" fmla="*/ 118901 w 607919"/>
                    <a:gd name="connsiteY2" fmla="*/ 551610 h 551610"/>
                    <a:gd name="connsiteX3" fmla="*/ 55604 w 607919"/>
                    <a:gd name="connsiteY3" fmla="*/ 551610 h 551610"/>
                    <a:gd name="connsiteX4" fmla="*/ 55604 w 607919"/>
                    <a:gd name="connsiteY4" fmla="*/ 540851 h 551610"/>
                    <a:gd name="connsiteX5" fmla="*/ 65255 w 607919"/>
                    <a:gd name="connsiteY5" fmla="*/ 520583 h 551610"/>
                    <a:gd name="connsiteX6" fmla="*/ 83555 w 607919"/>
                    <a:gd name="connsiteY6" fmla="*/ 502317 h 551610"/>
                    <a:gd name="connsiteX7" fmla="*/ 109375 w 607919"/>
                    <a:gd name="connsiteY7" fmla="*/ 476545 h 551610"/>
                    <a:gd name="connsiteX8" fmla="*/ 116112 w 607919"/>
                    <a:gd name="connsiteY8" fmla="*/ 473652 h 551610"/>
                    <a:gd name="connsiteX9" fmla="*/ 199155 w 607919"/>
                    <a:gd name="connsiteY9" fmla="*/ 390799 h 551610"/>
                    <a:gd name="connsiteX10" fmla="*/ 201956 w 607919"/>
                    <a:gd name="connsiteY10" fmla="*/ 397632 h 551610"/>
                    <a:gd name="connsiteX11" fmla="*/ 201956 w 607919"/>
                    <a:gd name="connsiteY11" fmla="*/ 551610 h 551610"/>
                    <a:gd name="connsiteX12" fmla="*/ 145363 w 607919"/>
                    <a:gd name="connsiteY12" fmla="*/ 551610 h 551610"/>
                    <a:gd name="connsiteX13" fmla="*/ 145363 w 607919"/>
                    <a:gd name="connsiteY13" fmla="*/ 454170 h 551610"/>
                    <a:gd name="connsiteX14" fmla="*/ 154879 w 607919"/>
                    <a:gd name="connsiteY14" fmla="*/ 431030 h 551610"/>
                    <a:gd name="connsiteX15" fmla="*/ 192315 w 607919"/>
                    <a:gd name="connsiteY15" fmla="*/ 393630 h 551610"/>
                    <a:gd name="connsiteX16" fmla="*/ 199155 w 607919"/>
                    <a:gd name="connsiteY16" fmla="*/ 390799 h 551610"/>
                    <a:gd name="connsiteX17" fmla="*/ 231082 w 607919"/>
                    <a:gd name="connsiteY17" fmla="*/ 388245 h 551610"/>
                    <a:gd name="connsiteX18" fmla="*/ 237930 w 607919"/>
                    <a:gd name="connsiteY18" fmla="*/ 391091 h 551610"/>
                    <a:gd name="connsiteX19" fmla="*/ 266763 w 607919"/>
                    <a:gd name="connsiteY19" fmla="*/ 419867 h 551610"/>
                    <a:gd name="connsiteX20" fmla="*/ 275915 w 607919"/>
                    <a:gd name="connsiteY20" fmla="*/ 428875 h 551610"/>
                    <a:gd name="connsiteX21" fmla="*/ 284941 w 607919"/>
                    <a:gd name="connsiteY21" fmla="*/ 451520 h 551610"/>
                    <a:gd name="connsiteX22" fmla="*/ 284941 w 607919"/>
                    <a:gd name="connsiteY22" fmla="*/ 551610 h 551610"/>
                    <a:gd name="connsiteX23" fmla="*/ 228277 w 607919"/>
                    <a:gd name="connsiteY23" fmla="*/ 551610 h 551610"/>
                    <a:gd name="connsiteX24" fmla="*/ 228277 w 607919"/>
                    <a:gd name="connsiteY24" fmla="*/ 394969 h 551610"/>
                    <a:gd name="connsiteX25" fmla="*/ 231082 w 607919"/>
                    <a:gd name="connsiteY25" fmla="*/ 388245 h 551610"/>
                    <a:gd name="connsiteX26" fmla="*/ 365148 w 607919"/>
                    <a:gd name="connsiteY26" fmla="*/ 381336 h 551610"/>
                    <a:gd name="connsiteX27" fmla="*/ 367997 w 607919"/>
                    <a:gd name="connsiteY27" fmla="*/ 388122 h 551610"/>
                    <a:gd name="connsiteX28" fmla="*/ 367997 w 607919"/>
                    <a:gd name="connsiteY28" fmla="*/ 551610 h 551610"/>
                    <a:gd name="connsiteX29" fmla="*/ 311262 w 607919"/>
                    <a:gd name="connsiteY29" fmla="*/ 551610 h 551610"/>
                    <a:gd name="connsiteX30" fmla="*/ 311262 w 607919"/>
                    <a:gd name="connsiteY30" fmla="*/ 444661 h 551610"/>
                    <a:gd name="connsiteX31" fmla="*/ 316898 w 607919"/>
                    <a:gd name="connsiteY31" fmla="*/ 425523 h 551610"/>
                    <a:gd name="connsiteX32" fmla="*/ 322534 w 607919"/>
                    <a:gd name="connsiteY32" fmla="*/ 419894 h 551610"/>
                    <a:gd name="connsiteX33" fmla="*/ 358353 w 607919"/>
                    <a:gd name="connsiteY33" fmla="*/ 384120 h 551610"/>
                    <a:gd name="connsiteX34" fmla="*/ 365148 w 607919"/>
                    <a:gd name="connsiteY34" fmla="*/ 381336 h 551610"/>
                    <a:gd name="connsiteX35" fmla="*/ 448177 w 607919"/>
                    <a:gd name="connsiteY35" fmla="*/ 298352 h 551610"/>
                    <a:gd name="connsiteX36" fmla="*/ 450982 w 607919"/>
                    <a:gd name="connsiteY36" fmla="*/ 305139 h 551610"/>
                    <a:gd name="connsiteX37" fmla="*/ 450982 w 607919"/>
                    <a:gd name="connsiteY37" fmla="*/ 551610 h 551610"/>
                    <a:gd name="connsiteX38" fmla="*/ 394318 w 607919"/>
                    <a:gd name="connsiteY38" fmla="*/ 551610 h 551610"/>
                    <a:gd name="connsiteX39" fmla="*/ 394318 w 607919"/>
                    <a:gd name="connsiteY39" fmla="*/ 361815 h 551610"/>
                    <a:gd name="connsiteX40" fmla="*/ 403846 w 607919"/>
                    <a:gd name="connsiteY40" fmla="*/ 338669 h 551610"/>
                    <a:gd name="connsiteX41" fmla="*/ 441329 w 607919"/>
                    <a:gd name="connsiteY41" fmla="*/ 301136 h 551610"/>
                    <a:gd name="connsiteX42" fmla="*/ 448177 w 607919"/>
                    <a:gd name="connsiteY42" fmla="*/ 298352 h 551610"/>
                    <a:gd name="connsiteX43" fmla="*/ 527085 w 607919"/>
                    <a:gd name="connsiteY43" fmla="*/ 219452 h 551610"/>
                    <a:gd name="connsiteX44" fmla="*/ 529874 w 607919"/>
                    <a:gd name="connsiteY44" fmla="*/ 226177 h 551610"/>
                    <a:gd name="connsiteX45" fmla="*/ 529874 w 607919"/>
                    <a:gd name="connsiteY45" fmla="*/ 551610 h 551610"/>
                    <a:gd name="connsiteX46" fmla="*/ 477232 w 607919"/>
                    <a:gd name="connsiteY46" fmla="*/ 551610 h 551610"/>
                    <a:gd name="connsiteX47" fmla="*/ 477232 w 607919"/>
                    <a:gd name="connsiteY47" fmla="*/ 278727 h 551610"/>
                    <a:gd name="connsiteX48" fmla="*/ 486883 w 607919"/>
                    <a:gd name="connsiteY48" fmla="*/ 255580 h 551610"/>
                    <a:gd name="connsiteX49" fmla="*/ 520348 w 607919"/>
                    <a:gd name="connsiteY49" fmla="*/ 222298 h 551610"/>
                    <a:gd name="connsiteX50" fmla="*/ 527085 w 607919"/>
                    <a:gd name="connsiteY50" fmla="*/ 219452 h 551610"/>
                    <a:gd name="connsiteX51" fmla="*/ 387769 w 607919"/>
                    <a:gd name="connsiteY51" fmla="*/ 0 h 551610"/>
                    <a:gd name="connsiteX52" fmla="*/ 580729 w 607919"/>
                    <a:gd name="connsiteY52" fmla="*/ 0 h 551610"/>
                    <a:gd name="connsiteX53" fmla="*/ 607919 w 607919"/>
                    <a:gd name="connsiteY53" fmla="*/ 26022 h 551610"/>
                    <a:gd name="connsiteX54" fmla="*/ 607919 w 607919"/>
                    <a:gd name="connsiteY54" fmla="*/ 219812 h 551610"/>
                    <a:gd name="connsiteX55" fmla="*/ 598271 w 607919"/>
                    <a:gd name="connsiteY55" fmla="*/ 223815 h 551610"/>
                    <a:gd name="connsiteX56" fmla="*/ 530610 w 607919"/>
                    <a:gd name="connsiteY56" fmla="*/ 156258 h 551610"/>
                    <a:gd name="connsiteX57" fmla="*/ 304320 w 607919"/>
                    <a:gd name="connsiteY57" fmla="*/ 382325 h 551610"/>
                    <a:gd name="connsiteX58" fmla="*/ 285024 w 607919"/>
                    <a:gd name="connsiteY58" fmla="*/ 382325 h 551610"/>
                    <a:gd name="connsiteX59" fmla="*/ 216360 w 607919"/>
                    <a:gd name="connsiteY59" fmla="*/ 313767 h 551610"/>
                    <a:gd name="connsiteX60" fmla="*/ 94068 w 607919"/>
                    <a:gd name="connsiteY60" fmla="*/ 435996 h 551610"/>
                    <a:gd name="connsiteX61" fmla="*/ 17260 w 607919"/>
                    <a:gd name="connsiteY61" fmla="*/ 435996 h 551610"/>
                    <a:gd name="connsiteX62" fmla="*/ 15882 w 607919"/>
                    <a:gd name="connsiteY62" fmla="*/ 434745 h 551610"/>
                    <a:gd name="connsiteX63" fmla="*/ 15882 w 607919"/>
                    <a:gd name="connsiteY63" fmla="*/ 358055 h 551610"/>
                    <a:gd name="connsiteX64" fmla="*/ 206837 w 607919"/>
                    <a:gd name="connsiteY64" fmla="*/ 167267 h 551610"/>
                    <a:gd name="connsiteX65" fmla="*/ 226008 w 607919"/>
                    <a:gd name="connsiteY65" fmla="*/ 167267 h 551610"/>
                    <a:gd name="connsiteX66" fmla="*/ 294672 w 607919"/>
                    <a:gd name="connsiteY66" fmla="*/ 235701 h 551610"/>
                    <a:gd name="connsiteX67" fmla="*/ 424481 w 607919"/>
                    <a:gd name="connsiteY67" fmla="*/ 105965 h 551610"/>
                    <a:gd name="connsiteX68" fmla="*/ 452423 w 607919"/>
                    <a:gd name="connsiteY68" fmla="*/ 78192 h 551610"/>
                    <a:gd name="connsiteX69" fmla="*/ 383885 w 607919"/>
                    <a:gd name="connsiteY69" fmla="*/ 9633 h 551610"/>
                    <a:gd name="connsiteX70" fmla="*/ 387769 w 607919"/>
                    <a:gd name="connsiteY70" fmla="*/ 0 h 5516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Lst>
                  <a:rect l="l" t="t" r="r" b="b"/>
                  <a:pathLst>
                    <a:path w="607919" h="551610">
                      <a:moveTo>
                        <a:pt x="116112" y="473652"/>
                      </a:moveTo>
                      <a:cubicBezTo>
                        <a:pt x="117836" y="474356"/>
                        <a:pt x="118901" y="476670"/>
                        <a:pt x="118901" y="480423"/>
                      </a:cubicBezTo>
                      <a:lnTo>
                        <a:pt x="118901" y="551610"/>
                      </a:lnTo>
                      <a:lnTo>
                        <a:pt x="55604" y="551610"/>
                      </a:lnTo>
                      <a:lnTo>
                        <a:pt x="55604" y="540851"/>
                      </a:lnTo>
                      <a:cubicBezTo>
                        <a:pt x="55604" y="534971"/>
                        <a:pt x="59991" y="525838"/>
                        <a:pt x="65255" y="520583"/>
                      </a:cubicBezTo>
                      <a:lnTo>
                        <a:pt x="83555" y="502317"/>
                      </a:lnTo>
                      <a:lnTo>
                        <a:pt x="109375" y="476545"/>
                      </a:lnTo>
                      <a:cubicBezTo>
                        <a:pt x="112007" y="473855"/>
                        <a:pt x="114389" y="472948"/>
                        <a:pt x="116112" y="473652"/>
                      </a:cubicBezTo>
                      <a:close/>
                      <a:moveTo>
                        <a:pt x="199155" y="390799"/>
                      </a:moveTo>
                      <a:cubicBezTo>
                        <a:pt x="200892" y="391534"/>
                        <a:pt x="201956" y="393880"/>
                        <a:pt x="201956" y="397632"/>
                      </a:cubicBezTo>
                      <a:lnTo>
                        <a:pt x="201956" y="551610"/>
                      </a:lnTo>
                      <a:lnTo>
                        <a:pt x="145363" y="551610"/>
                      </a:lnTo>
                      <a:lnTo>
                        <a:pt x="145363" y="454170"/>
                      </a:lnTo>
                      <a:cubicBezTo>
                        <a:pt x="145363" y="446665"/>
                        <a:pt x="149620" y="436283"/>
                        <a:pt x="154879" y="431030"/>
                      </a:cubicBezTo>
                      <a:lnTo>
                        <a:pt x="192315" y="393630"/>
                      </a:lnTo>
                      <a:cubicBezTo>
                        <a:pt x="195007" y="390941"/>
                        <a:pt x="197417" y="390065"/>
                        <a:pt x="199155" y="390799"/>
                      </a:cubicBezTo>
                      <a:close/>
                      <a:moveTo>
                        <a:pt x="231082" y="388245"/>
                      </a:moveTo>
                      <a:cubicBezTo>
                        <a:pt x="232822" y="387525"/>
                        <a:pt x="235235" y="388401"/>
                        <a:pt x="237930" y="391091"/>
                      </a:cubicBezTo>
                      <a:lnTo>
                        <a:pt x="266763" y="419867"/>
                      </a:lnTo>
                      <a:lnTo>
                        <a:pt x="275915" y="428875"/>
                      </a:lnTo>
                      <a:cubicBezTo>
                        <a:pt x="280929" y="433879"/>
                        <a:pt x="284941" y="444013"/>
                        <a:pt x="284941" y="451520"/>
                      </a:cubicBezTo>
                      <a:lnTo>
                        <a:pt x="284941" y="551610"/>
                      </a:lnTo>
                      <a:lnTo>
                        <a:pt x="228277" y="551610"/>
                      </a:lnTo>
                      <a:lnTo>
                        <a:pt x="228277" y="394969"/>
                      </a:lnTo>
                      <a:cubicBezTo>
                        <a:pt x="228277" y="391278"/>
                        <a:pt x="229343" y="388964"/>
                        <a:pt x="231082" y="388245"/>
                      </a:cubicBezTo>
                      <a:close/>
                      <a:moveTo>
                        <a:pt x="365148" y="381336"/>
                      </a:moveTo>
                      <a:cubicBezTo>
                        <a:pt x="366901" y="382055"/>
                        <a:pt x="367997" y="384370"/>
                        <a:pt x="367997" y="388122"/>
                      </a:cubicBezTo>
                      <a:lnTo>
                        <a:pt x="367997" y="551610"/>
                      </a:lnTo>
                      <a:lnTo>
                        <a:pt x="311262" y="551610"/>
                      </a:lnTo>
                      <a:lnTo>
                        <a:pt x="311262" y="444661"/>
                      </a:lnTo>
                      <a:cubicBezTo>
                        <a:pt x="311262" y="437156"/>
                        <a:pt x="313767" y="428650"/>
                        <a:pt x="316898" y="425523"/>
                      </a:cubicBezTo>
                      <a:cubicBezTo>
                        <a:pt x="320029" y="422396"/>
                        <a:pt x="322534" y="419894"/>
                        <a:pt x="322534" y="419894"/>
                      </a:cubicBezTo>
                      <a:lnTo>
                        <a:pt x="358353" y="384120"/>
                      </a:lnTo>
                      <a:cubicBezTo>
                        <a:pt x="360983" y="381493"/>
                        <a:pt x="363394" y="380617"/>
                        <a:pt x="365148" y="381336"/>
                      </a:cubicBezTo>
                      <a:close/>
                      <a:moveTo>
                        <a:pt x="448177" y="298352"/>
                      </a:moveTo>
                      <a:cubicBezTo>
                        <a:pt x="449916" y="299071"/>
                        <a:pt x="450982" y="301386"/>
                        <a:pt x="450982" y="305139"/>
                      </a:cubicBezTo>
                      <a:lnTo>
                        <a:pt x="450982" y="551610"/>
                      </a:lnTo>
                      <a:lnTo>
                        <a:pt x="394318" y="551610"/>
                      </a:lnTo>
                      <a:lnTo>
                        <a:pt x="394318" y="361815"/>
                      </a:lnTo>
                      <a:cubicBezTo>
                        <a:pt x="394318" y="354308"/>
                        <a:pt x="398580" y="343924"/>
                        <a:pt x="403846" y="338669"/>
                      </a:cubicBezTo>
                      <a:lnTo>
                        <a:pt x="441329" y="301136"/>
                      </a:lnTo>
                      <a:cubicBezTo>
                        <a:pt x="444024" y="298508"/>
                        <a:pt x="446438" y="297633"/>
                        <a:pt x="448177" y="298352"/>
                      </a:cubicBezTo>
                      <a:close/>
                      <a:moveTo>
                        <a:pt x="527085" y="219452"/>
                      </a:moveTo>
                      <a:cubicBezTo>
                        <a:pt x="528809" y="220171"/>
                        <a:pt x="529874" y="222486"/>
                        <a:pt x="529874" y="226177"/>
                      </a:cubicBezTo>
                      <a:lnTo>
                        <a:pt x="529874" y="551610"/>
                      </a:lnTo>
                      <a:lnTo>
                        <a:pt x="477232" y="551610"/>
                      </a:lnTo>
                      <a:lnTo>
                        <a:pt x="477232" y="278727"/>
                      </a:lnTo>
                      <a:cubicBezTo>
                        <a:pt x="477232" y="271345"/>
                        <a:pt x="481494" y="260960"/>
                        <a:pt x="486883" y="255580"/>
                      </a:cubicBezTo>
                      <a:lnTo>
                        <a:pt x="520348" y="222298"/>
                      </a:lnTo>
                      <a:cubicBezTo>
                        <a:pt x="522980" y="219608"/>
                        <a:pt x="525362" y="218732"/>
                        <a:pt x="527085" y="219452"/>
                      </a:cubicBezTo>
                      <a:close/>
                      <a:moveTo>
                        <a:pt x="387769" y="0"/>
                      </a:moveTo>
                      <a:lnTo>
                        <a:pt x="580729" y="0"/>
                      </a:lnTo>
                      <a:cubicBezTo>
                        <a:pt x="594512" y="0"/>
                        <a:pt x="607919" y="12135"/>
                        <a:pt x="607919" y="26022"/>
                      </a:cubicBezTo>
                      <a:lnTo>
                        <a:pt x="607919" y="219812"/>
                      </a:lnTo>
                      <a:cubicBezTo>
                        <a:pt x="607919" y="227318"/>
                        <a:pt x="603534" y="229070"/>
                        <a:pt x="598271" y="223815"/>
                      </a:cubicBezTo>
                      <a:lnTo>
                        <a:pt x="530610" y="156258"/>
                      </a:lnTo>
                      <a:lnTo>
                        <a:pt x="304320" y="382325"/>
                      </a:lnTo>
                      <a:cubicBezTo>
                        <a:pt x="298932" y="387580"/>
                        <a:pt x="290412" y="387580"/>
                        <a:pt x="285024" y="382325"/>
                      </a:cubicBezTo>
                      <a:lnTo>
                        <a:pt x="216360" y="313767"/>
                      </a:lnTo>
                      <a:lnTo>
                        <a:pt x="94068" y="435996"/>
                      </a:lnTo>
                      <a:cubicBezTo>
                        <a:pt x="72767" y="457264"/>
                        <a:pt x="38435" y="457264"/>
                        <a:pt x="17260" y="435996"/>
                      </a:cubicBezTo>
                      <a:lnTo>
                        <a:pt x="15882" y="434745"/>
                      </a:lnTo>
                      <a:cubicBezTo>
                        <a:pt x="-5294" y="413477"/>
                        <a:pt x="-5294" y="379198"/>
                        <a:pt x="15882" y="358055"/>
                      </a:cubicBezTo>
                      <a:lnTo>
                        <a:pt x="206837" y="167267"/>
                      </a:lnTo>
                      <a:cubicBezTo>
                        <a:pt x="212100" y="161888"/>
                        <a:pt x="220745" y="161888"/>
                        <a:pt x="226008" y="167267"/>
                      </a:cubicBezTo>
                      <a:lnTo>
                        <a:pt x="294672" y="235701"/>
                      </a:lnTo>
                      <a:lnTo>
                        <a:pt x="424481" y="105965"/>
                      </a:lnTo>
                      <a:lnTo>
                        <a:pt x="452423" y="78192"/>
                      </a:lnTo>
                      <a:lnTo>
                        <a:pt x="383885" y="9633"/>
                      </a:lnTo>
                      <a:cubicBezTo>
                        <a:pt x="378497" y="4379"/>
                        <a:pt x="380376" y="0"/>
                        <a:pt x="387769" y="0"/>
                      </a:cubicBezTo>
                      <a:close/>
                    </a:path>
                  </a:pathLst>
                </a:custGeom>
                <a:solidFill>
                  <a:schemeClr val="bg1"/>
                </a:solidFill>
                <a:ln w="1270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fontScale="92500" lnSpcReduction="20000"/>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defTabSz="914400"/>
                  <a:endParaRPr lang="zh-CN" altLang="en-US" sz="2000" b="1" dirty="0">
                    <a:solidFill>
                      <a:schemeClr val="bg1"/>
                    </a:solidFill>
                  </a:endParaRPr>
                </a:p>
              </p:txBody>
            </p:sp>
          </p:grpSp>
        </p:grpSp>
        <p:cxnSp>
          <p:nvCxnSpPr>
            <p:cNvPr id="12" name="直接连接符 11"/>
            <p:cNvCxnSpPr/>
            <p:nvPr/>
          </p:nvCxnSpPr>
          <p:spPr>
            <a:xfrm>
              <a:off x="660400" y="3632200"/>
              <a:ext cx="5400000" cy="0"/>
            </a:xfrm>
            <a:prstGeom prst="line">
              <a:avLst/>
            </a:prstGeom>
            <a:ln w="3175" cap="rnd">
              <a:solidFill>
                <a:schemeClr val="bg1">
                  <a:lumMod val="75000"/>
                </a:schemeClr>
              </a:solidFill>
              <a:round/>
            </a:ln>
          </p:spPr>
          <p:style>
            <a:lnRef idx="1">
              <a:schemeClr val="accent1"/>
            </a:lnRef>
            <a:fillRef idx="0">
              <a:schemeClr val="accent1"/>
            </a:fillRef>
            <a:effectRef idx="0">
              <a:schemeClr val="accent1"/>
            </a:effectRef>
            <a:fontRef idx="minor">
              <a:schemeClr val="tx1"/>
            </a:fontRef>
          </p:style>
        </p:cxnSp>
      </p:grpSp>
    </p:spTree>
  </p:cSld>
  <p:clrMapOvr>
    <a:masterClrMapping/>
  </p:clrMapOvr>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78668"/>
            <a:ext cx="7026275" cy="523220"/>
          </a:xfrm>
          <a:prstGeom prst="rect">
            <a:avLst/>
          </a:prstGeom>
        </p:spPr>
        <p:txBody>
          <a:bodyPr wrap="square">
            <a:spAutoFit/>
          </a:bodyPr>
          <a:lstStyle/>
          <a:p>
            <a:r>
              <a:rPr lang="zh-CN" altLang="en-US" sz="2800" b="1" dirty="0">
                <a:solidFill>
                  <a:srgbClr val="FF0000"/>
                </a:solidFill>
              </a:rPr>
              <a:t>多道批处理系统</a:t>
            </a:r>
            <a:endParaRPr lang="zh-CN" altLang="en-US" sz="2800" b="1" dirty="0">
              <a:solidFill>
                <a:srgbClr val="FF0000"/>
              </a:solidFill>
            </a:endParaRPr>
          </a:p>
        </p:txBody>
      </p:sp>
      <p:sp>
        <p:nvSpPr>
          <p:cNvPr id="16" name="íSľïdé"/>
          <p:cNvSpPr/>
          <p:nvPr/>
        </p:nvSpPr>
        <p:spPr>
          <a:xfrm>
            <a:off x="1906927" y="1924829"/>
            <a:ext cx="567702" cy="511936"/>
          </a:xfrm>
          <a:custGeom>
            <a:avLst/>
            <a:gdLst>
              <a:gd name="connsiteX0" fmla="*/ 521432 w 608344"/>
              <a:gd name="connsiteY0" fmla="*/ 370453 h 548582"/>
              <a:gd name="connsiteX1" fmla="*/ 465737 w 608344"/>
              <a:gd name="connsiteY1" fmla="*/ 425787 h 548582"/>
              <a:gd name="connsiteX2" fmla="*/ 442491 w 608344"/>
              <a:gd name="connsiteY2" fmla="*/ 402479 h 548582"/>
              <a:gd name="connsiteX3" fmla="*/ 418201 w 608344"/>
              <a:gd name="connsiteY3" fmla="*/ 426545 h 548582"/>
              <a:gd name="connsiteX4" fmla="*/ 441447 w 608344"/>
              <a:gd name="connsiteY4" fmla="*/ 449948 h 548582"/>
              <a:gd name="connsiteX5" fmla="*/ 465642 w 608344"/>
              <a:gd name="connsiteY5" fmla="*/ 474204 h 548582"/>
              <a:gd name="connsiteX6" fmla="*/ 489932 w 608344"/>
              <a:gd name="connsiteY6" fmla="*/ 450043 h 548582"/>
              <a:gd name="connsiteX7" fmla="*/ 545532 w 608344"/>
              <a:gd name="connsiteY7" fmla="*/ 394709 h 548582"/>
              <a:gd name="connsiteX8" fmla="*/ 481962 w 608344"/>
              <a:gd name="connsiteY8" fmla="*/ 296170 h 548582"/>
              <a:gd name="connsiteX9" fmla="*/ 608344 w 608344"/>
              <a:gd name="connsiteY9" fmla="*/ 422376 h 548582"/>
              <a:gd name="connsiteX10" fmla="*/ 481962 w 608344"/>
              <a:gd name="connsiteY10" fmla="*/ 548582 h 548582"/>
              <a:gd name="connsiteX11" fmla="*/ 355579 w 608344"/>
              <a:gd name="connsiteY11" fmla="*/ 422376 h 548582"/>
              <a:gd name="connsiteX12" fmla="*/ 481962 w 608344"/>
              <a:gd name="connsiteY12" fmla="*/ 296170 h 548582"/>
              <a:gd name="connsiteX13" fmla="*/ 255835 w 608344"/>
              <a:gd name="connsiteY13" fmla="*/ 446 h 548582"/>
              <a:gd name="connsiteX14" fmla="*/ 317801 w 608344"/>
              <a:gd name="connsiteY14" fmla="*/ 13616 h 548582"/>
              <a:gd name="connsiteX15" fmla="*/ 348072 w 608344"/>
              <a:gd name="connsiteY15" fmla="*/ 41661 h 548582"/>
              <a:gd name="connsiteX16" fmla="*/ 381190 w 608344"/>
              <a:gd name="connsiteY16" fmla="*/ 146831 h 548582"/>
              <a:gd name="connsiteX17" fmla="*/ 378913 w 608344"/>
              <a:gd name="connsiteY17" fmla="*/ 156211 h 548582"/>
              <a:gd name="connsiteX18" fmla="*/ 387833 w 608344"/>
              <a:gd name="connsiteY18" fmla="*/ 200458 h 548582"/>
              <a:gd name="connsiteX19" fmla="*/ 366387 w 608344"/>
              <a:gd name="connsiteY19" fmla="*/ 237694 h 548582"/>
              <a:gd name="connsiteX20" fmla="*/ 351393 w 608344"/>
              <a:gd name="connsiteY20" fmla="*/ 278720 h 548582"/>
              <a:gd name="connsiteX21" fmla="*/ 351393 w 608344"/>
              <a:gd name="connsiteY21" fmla="*/ 322873 h 548582"/>
              <a:gd name="connsiteX22" fmla="*/ 317611 w 608344"/>
              <a:gd name="connsiteY22" fmla="*/ 422358 h 548582"/>
              <a:gd name="connsiteX23" fmla="*/ 376635 w 608344"/>
              <a:gd name="connsiteY23" fmla="*/ 548088 h 548582"/>
              <a:gd name="connsiteX24" fmla="*/ 26855 w 608344"/>
              <a:gd name="connsiteY24" fmla="*/ 548088 h 548582"/>
              <a:gd name="connsiteX25" fmla="*/ 0 w 608344"/>
              <a:gd name="connsiteY25" fmla="*/ 521274 h 548582"/>
              <a:gd name="connsiteX26" fmla="*/ 0 w 608344"/>
              <a:gd name="connsiteY26" fmla="*/ 473806 h 548582"/>
              <a:gd name="connsiteX27" fmla="*/ 19453 w 608344"/>
              <a:gd name="connsiteY27" fmla="*/ 432969 h 548582"/>
              <a:gd name="connsiteX28" fmla="*/ 173751 w 608344"/>
              <a:gd name="connsiteY28" fmla="*/ 334242 h 548582"/>
              <a:gd name="connsiteX29" fmla="*/ 176408 w 608344"/>
              <a:gd name="connsiteY29" fmla="*/ 329884 h 548582"/>
              <a:gd name="connsiteX30" fmla="*/ 176408 w 608344"/>
              <a:gd name="connsiteY30" fmla="*/ 278720 h 548582"/>
              <a:gd name="connsiteX31" fmla="*/ 161320 w 608344"/>
              <a:gd name="connsiteY31" fmla="*/ 237694 h 548582"/>
              <a:gd name="connsiteX32" fmla="*/ 139969 w 608344"/>
              <a:gd name="connsiteY32" fmla="*/ 200458 h 548582"/>
              <a:gd name="connsiteX33" fmla="*/ 148320 w 608344"/>
              <a:gd name="connsiteY33" fmla="*/ 156211 h 548582"/>
              <a:gd name="connsiteX34" fmla="*/ 146042 w 608344"/>
              <a:gd name="connsiteY34" fmla="*/ 146736 h 548582"/>
              <a:gd name="connsiteX35" fmla="*/ 145758 w 608344"/>
              <a:gd name="connsiteY35" fmla="*/ 95099 h 548582"/>
              <a:gd name="connsiteX36" fmla="*/ 176029 w 608344"/>
              <a:gd name="connsiteY36" fmla="*/ 42135 h 548582"/>
              <a:gd name="connsiteX37" fmla="*/ 203928 w 608344"/>
              <a:gd name="connsiteY37" fmla="*/ 19017 h 548582"/>
              <a:gd name="connsiteX38" fmla="*/ 231162 w 608344"/>
              <a:gd name="connsiteY38" fmla="*/ 5089 h 548582"/>
              <a:gd name="connsiteX39" fmla="*/ 255835 w 608344"/>
              <a:gd name="connsiteY39" fmla="*/ 446 h 5485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608344" h="548582">
                <a:moveTo>
                  <a:pt x="521432" y="370453"/>
                </a:moveTo>
                <a:lnTo>
                  <a:pt x="465737" y="425787"/>
                </a:lnTo>
                <a:lnTo>
                  <a:pt x="442491" y="402479"/>
                </a:lnTo>
                <a:lnTo>
                  <a:pt x="418201" y="426545"/>
                </a:lnTo>
                <a:lnTo>
                  <a:pt x="441447" y="449948"/>
                </a:lnTo>
                <a:lnTo>
                  <a:pt x="465642" y="474204"/>
                </a:lnTo>
                <a:lnTo>
                  <a:pt x="489932" y="450043"/>
                </a:lnTo>
                <a:lnTo>
                  <a:pt x="545532" y="394709"/>
                </a:lnTo>
                <a:close/>
                <a:moveTo>
                  <a:pt x="481962" y="296170"/>
                </a:moveTo>
                <a:cubicBezTo>
                  <a:pt x="551795" y="296170"/>
                  <a:pt x="608344" y="352641"/>
                  <a:pt x="608344" y="422376"/>
                </a:cubicBezTo>
                <a:cubicBezTo>
                  <a:pt x="608344" y="492111"/>
                  <a:pt x="551795" y="548582"/>
                  <a:pt x="481962" y="548582"/>
                </a:cubicBezTo>
                <a:cubicBezTo>
                  <a:pt x="412129" y="548582"/>
                  <a:pt x="355579" y="492111"/>
                  <a:pt x="355579" y="422376"/>
                </a:cubicBezTo>
                <a:cubicBezTo>
                  <a:pt x="355579" y="352641"/>
                  <a:pt x="412129" y="296170"/>
                  <a:pt x="481962" y="296170"/>
                </a:cubicBezTo>
                <a:close/>
                <a:moveTo>
                  <a:pt x="255835" y="446"/>
                </a:moveTo>
                <a:cubicBezTo>
                  <a:pt x="282785" y="-1828"/>
                  <a:pt x="303187" y="4899"/>
                  <a:pt x="317801" y="13616"/>
                </a:cubicBezTo>
                <a:cubicBezTo>
                  <a:pt x="339721" y="25744"/>
                  <a:pt x="348072" y="41661"/>
                  <a:pt x="348072" y="41661"/>
                </a:cubicBezTo>
                <a:cubicBezTo>
                  <a:pt x="348072" y="41661"/>
                  <a:pt x="398176" y="45167"/>
                  <a:pt x="381190" y="146831"/>
                </a:cubicBezTo>
                <a:cubicBezTo>
                  <a:pt x="380621" y="149863"/>
                  <a:pt x="379862" y="153085"/>
                  <a:pt x="378913" y="156211"/>
                </a:cubicBezTo>
                <a:cubicBezTo>
                  <a:pt x="388592" y="156211"/>
                  <a:pt x="398271" y="163507"/>
                  <a:pt x="387833" y="200458"/>
                </a:cubicBezTo>
                <a:cubicBezTo>
                  <a:pt x="379672" y="229262"/>
                  <a:pt x="372080" y="237221"/>
                  <a:pt x="366387" y="237694"/>
                </a:cubicBezTo>
                <a:cubicBezTo>
                  <a:pt x="364394" y="250675"/>
                  <a:pt x="359175" y="265076"/>
                  <a:pt x="351393" y="278720"/>
                </a:cubicBezTo>
                <a:lnTo>
                  <a:pt x="351393" y="322873"/>
                </a:lnTo>
                <a:cubicBezTo>
                  <a:pt x="330232" y="350539"/>
                  <a:pt x="317611" y="385027"/>
                  <a:pt x="317611" y="422358"/>
                </a:cubicBezTo>
                <a:cubicBezTo>
                  <a:pt x="317611" y="472764"/>
                  <a:pt x="340480" y="518053"/>
                  <a:pt x="376635" y="548088"/>
                </a:cubicBezTo>
                <a:lnTo>
                  <a:pt x="26855" y="548088"/>
                </a:lnTo>
                <a:cubicBezTo>
                  <a:pt x="12052" y="548088"/>
                  <a:pt x="0" y="536055"/>
                  <a:pt x="0" y="521274"/>
                </a:cubicBezTo>
                <a:lnTo>
                  <a:pt x="0" y="473806"/>
                </a:lnTo>
                <a:cubicBezTo>
                  <a:pt x="0" y="457983"/>
                  <a:pt x="7212" y="443013"/>
                  <a:pt x="19453" y="432969"/>
                </a:cubicBezTo>
                <a:cubicBezTo>
                  <a:pt x="86638" y="377921"/>
                  <a:pt x="159043" y="341443"/>
                  <a:pt x="173751" y="334242"/>
                </a:cubicBezTo>
                <a:cubicBezTo>
                  <a:pt x="175365" y="333484"/>
                  <a:pt x="176408" y="331779"/>
                  <a:pt x="176408" y="329884"/>
                </a:cubicBezTo>
                <a:lnTo>
                  <a:pt x="176408" y="278720"/>
                </a:lnTo>
                <a:cubicBezTo>
                  <a:pt x="168437" y="265076"/>
                  <a:pt x="163313" y="250675"/>
                  <a:pt x="161320" y="237694"/>
                </a:cubicBezTo>
                <a:cubicBezTo>
                  <a:pt x="155627" y="237221"/>
                  <a:pt x="148035" y="229072"/>
                  <a:pt x="139969" y="200458"/>
                </a:cubicBezTo>
                <a:cubicBezTo>
                  <a:pt x="129531" y="164170"/>
                  <a:pt x="138925" y="156496"/>
                  <a:pt x="148320" y="156211"/>
                </a:cubicBezTo>
                <a:cubicBezTo>
                  <a:pt x="147371" y="153085"/>
                  <a:pt x="146612" y="149863"/>
                  <a:pt x="146042" y="146736"/>
                </a:cubicBezTo>
                <a:cubicBezTo>
                  <a:pt x="142436" y="128450"/>
                  <a:pt x="141487" y="111396"/>
                  <a:pt x="145758" y="95099"/>
                </a:cubicBezTo>
                <a:cubicBezTo>
                  <a:pt x="150787" y="73212"/>
                  <a:pt x="162744" y="55684"/>
                  <a:pt x="176029" y="42135"/>
                </a:cubicBezTo>
                <a:cubicBezTo>
                  <a:pt x="184379" y="33134"/>
                  <a:pt x="193869" y="25459"/>
                  <a:pt x="203928" y="19017"/>
                </a:cubicBezTo>
                <a:cubicBezTo>
                  <a:pt x="212183" y="13332"/>
                  <a:pt x="221293" y="8405"/>
                  <a:pt x="231162" y="5089"/>
                </a:cubicBezTo>
                <a:cubicBezTo>
                  <a:pt x="238849" y="2625"/>
                  <a:pt x="247105" y="825"/>
                  <a:pt x="255835" y="446"/>
                </a:cubicBezTo>
                <a:close/>
              </a:path>
            </a:pathLst>
          </a:custGeom>
          <a:solidFill>
            <a:schemeClr val="accent1"/>
          </a:solidFill>
          <a:ln>
            <a:no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91440" tIns="45720" rIns="91440" bIns="45720" numCol="1" spcCol="1270" anchor="ctr" anchorCtr="0">
            <a:norm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lvl="0" algn="ctr" defTabSz="977900">
              <a:lnSpc>
                <a:spcPct val="90000"/>
              </a:lnSpc>
              <a:spcBef>
                <a:spcPct val="0"/>
              </a:spcBef>
              <a:spcAft>
                <a:spcPct val="35000"/>
              </a:spcAft>
            </a:pPr>
            <a:endParaRPr lang="en-US" sz="2200" kern="1200"/>
          </a:p>
        </p:txBody>
      </p:sp>
      <p:sp>
        <p:nvSpPr>
          <p:cNvPr id="17" name="ïŝļíḓê"/>
          <p:cNvSpPr/>
          <p:nvPr/>
        </p:nvSpPr>
        <p:spPr bwMode="auto">
          <a:xfrm>
            <a:off x="8689292" y="2556677"/>
            <a:ext cx="556774" cy="553604"/>
          </a:xfrm>
          <a:custGeom>
            <a:avLst/>
            <a:gdLst>
              <a:gd name="T0" fmla="*/ 3682 w 4808"/>
              <a:gd name="T1" fmla="*/ 2763 h 4789"/>
              <a:gd name="T2" fmla="*/ 3420 w 4808"/>
              <a:gd name="T3" fmla="*/ 2703 h 4789"/>
              <a:gd name="T4" fmla="*/ 3026 w 4808"/>
              <a:gd name="T5" fmla="*/ 2392 h 4789"/>
              <a:gd name="T6" fmla="*/ 2818 w 4808"/>
              <a:gd name="T7" fmla="*/ 2517 h 4789"/>
              <a:gd name="T8" fmla="*/ 3219 w 4808"/>
              <a:gd name="T9" fmla="*/ 1876 h 4789"/>
              <a:gd name="T10" fmla="*/ 3609 w 4808"/>
              <a:gd name="T11" fmla="*/ 1953 h 4789"/>
              <a:gd name="T12" fmla="*/ 4553 w 4808"/>
              <a:gd name="T13" fmla="*/ 720 h 4789"/>
              <a:gd name="T14" fmla="*/ 4388 w 4808"/>
              <a:gd name="T15" fmla="*/ 680 h 4789"/>
              <a:gd name="T16" fmla="*/ 3872 w 4808"/>
              <a:gd name="T17" fmla="*/ 1161 h 4789"/>
              <a:gd name="T18" fmla="*/ 3859 w 4808"/>
              <a:gd name="T19" fmla="*/ 1160 h 4789"/>
              <a:gd name="T20" fmla="*/ 3491 w 4808"/>
              <a:gd name="T21" fmla="*/ 1099 h 4789"/>
              <a:gd name="T22" fmla="*/ 3432 w 4808"/>
              <a:gd name="T23" fmla="*/ 731 h 4789"/>
              <a:gd name="T24" fmla="*/ 3454 w 4808"/>
              <a:gd name="T25" fmla="*/ 658 h 4789"/>
              <a:gd name="T26" fmla="*/ 3938 w 4808"/>
              <a:gd name="T27" fmla="*/ 104 h 4789"/>
              <a:gd name="T28" fmla="*/ 3609 w 4808"/>
              <a:gd name="T29" fmla="*/ 0 h 4789"/>
              <a:gd name="T30" fmla="*/ 2710 w 4808"/>
              <a:gd name="T31" fmla="*/ 1369 h 4789"/>
              <a:gd name="T32" fmla="*/ 1300 w 4808"/>
              <a:gd name="T33" fmla="*/ 999 h 4789"/>
              <a:gd name="T34" fmla="*/ 1309 w 4808"/>
              <a:gd name="T35" fmla="*/ 892 h 4789"/>
              <a:gd name="T36" fmla="*/ 865 w 4808"/>
              <a:gd name="T37" fmla="*/ 294 h 4789"/>
              <a:gd name="T38" fmla="*/ 665 w 4808"/>
              <a:gd name="T39" fmla="*/ 298 h 4789"/>
              <a:gd name="T40" fmla="*/ 278 w 4808"/>
              <a:gd name="T41" fmla="*/ 787 h 4789"/>
              <a:gd name="T42" fmla="*/ 630 w 4808"/>
              <a:gd name="T43" fmla="*/ 1163 h 4789"/>
              <a:gd name="T44" fmla="*/ 926 w 4808"/>
              <a:gd name="T45" fmla="*/ 1291 h 4789"/>
              <a:gd name="T46" fmla="*/ 1018 w 4808"/>
              <a:gd name="T47" fmla="*/ 1282 h 4789"/>
              <a:gd name="T48" fmla="*/ 1485 w 4808"/>
              <a:gd name="T49" fmla="*/ 2594 h 4789"/>
              <a:gd name="T50" fmla="*/ 1037 w 4808"/>
              <a:gd name="T51" fmla="*/ 2572 h 4789"/>
              <a:gd name="T52" fmla="*/ 92 w 4808"/>
              <a:gd name="T53" fmla="*/ 3809 h 4789"/>
              <a:gd name="T54" fmla="*/ 186 w 4808"/>
              <a:gd name="T55" fmla="*/ 3882 h 4789"/>
              <a:gd name="T56" fmla="*/ 727 w 4808"/>
              <a:gd name="T57" fmla="*/ 3384 h 4789"/>
              <a:gd name="T58" fmla="*/ 789 w 4808"/>
              <a:gd name="T59" fmla="*/ 3371 h 4789"/>
              <a:gd name="T60" fmla="*/ 796 w 4808"/>
              <a:gd name="T61" fmla="*/ 3372 h 4789"/>
              <a:gd name="T62" fmla="*/ 1218 w 4808"/>
              <a:gd name="T63" fmla="*/ 3798 h 4789"/>
              <a:gd name="T64" fmla="*/ 1192 w 4808"/>
              <a:gd name="T65" fmla="*/ 3873 h 4789"/>
              <a:gd name="T66" fmla="*/ 707 w 4808"/>
              <a:gd name="T67" fmla="*/ 4427 h 4789"/>
              <a:gd name="T68" fmla="*/ 1037 w 4808"/>
              <a:gd name="T69" fmla="*/ 4531 h 4789"/>
              <a:gd name="T70" fmla="*/ 2016 w 4808"/>
              <a:gd name="T71" fmla="*/ 3551 h 4789"/>
              <a:gd name="T72" fmla="*/ 1994 w 4808"/>
              <a:gd name="T73" fmla="*/ 3103 h 4789"/>
              <a:gd name="T74" fmla="*/ 2535 w 4808"/>
              <a:gd name="T75" fmla="*/ 2799 h 4789"/>
              <a:gd name="T76" fmla="*/ 2410 w 4808"/>
              <a:gd name="T77" fmla="*/ 3007 h 4789"/>
              <a:gd name="T78" fmla="*/ 2721 w 4808"/>
              <a:gd name="T79" fmla="*/ 3401 h 4789"/>
              <a:gd name="T80" fmla="*/ 2781 w 4808"/>
              <a:gd name="T81" fmla="*/ 3663 h 4789"/>
              <a:gd name="T82" fmla="*/ 4013 w 4808"/>
              <a:gd name="T83" fmla="*/ 4789 h 4789"/>
              <a:gd name="T84" fmla="*/ 4734 w 4808"/>
              <a:gd name="T85" fmla="*/ 4173 h 4789"/>
              <a:gd name="T86" fmla="*/ 4734 w 4808"/>
              <a:gd name="T87" fmla="*/ 3815 h 47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4808" h="4789">
                <a:moveTo>
                  <a:pt x="4734" y="3815"/>
                </a:moveTo>
                <a:lnTo>
                  <a:pt x="3682" y="2763"/>
                </a:lnTo>
                <a:cubicBezTo>
                  <a:pt x="3634" y="2715"/>
                  <a:pt x="3570" y="2689"/>
                  <a:pt x="3502" y="2689"/>
                </a:cubicBezTo>
                <a:cubicBezTo>
                  <a:pt x="3474" y="2689"/>
                  <a:pt x="3446" y="2694"/>
                  <a:pt x="3420" y="2703"/>
                </a:cubicBezTo>
                <a:lnTo>
                  <a:pt x="3167" y="2450"/>
                </a:lnTo>
                <a:cubicBezTo>
                  <a:pt x="3130" y="2413"/>
                  <a:pt x="3079" y="2392"/>
                  <a:pt x="3026" y="2392"/>
                </a:cubicBezTo>
                <a:cubicBezTo>
                  <a:pt x="2972" y="2392"/>
                  <a:pt x="2922" y="2413"/>
                  <a:pt x="2884" y="2450"/>
                </a:cubicBezTo>
                <a:lnTo>
                  <a:pt x="2818" y="2517"/>
                </a:lnTo>
                <a:lnTo>
                  <a:pt x="2699" y="2398"/>
                </a:lnTo>
                <a:lnTo>
                  <a:pt x="3219" y="1876"/>
                </a:lnTo>
                <a:cubicBezTo>
                  <a:pt x="3340" y="1928"/>
                  <a:pt x="3472" y="1953"/>
                  <a:pt x="3609" y="1953"/>
                </a:cubicBezTo>
                <a:lnTo>
                  <a:pt x="3609" y="1953"/>
                </a:lnTo>
                <a:cubicBezTo>
                  <a:pt x="3870" y="1953"/>
                  <a:pt x="4116" y="1854"/>
                  <a:pt x="4301" y="1669"/>
                </a:cubicBezTo>
                <a:cubicBezTo>
                  <a:pt x="4549" y="1421"/>
                  <a:pt x="4646" y="1059"/>
                  <a:pt x="4553" y="720"/>
                </a:cubicBezTo>
                <a:cubicBezTo>
                  <a:pt x="4542" y="678"/>
                  <a:pt x="4502" y="648"/>
                  <a:pt x="4459" y="648"/>
                </a:cubicBezTo>
                <a:cubicBezTo>
                  <a:pt x="4441" y="648"/>
                  <a:pt x="4413" y="654"/>
                  <a:pt x="4388" y="680"/>
                </a:cubicBezTo>
                <a:cubicBezTo>
                  <a:pt x="4384" y="683"/>
                  <a:pt x="4034" y="1030"/>
                  <a:pt x="3918" y="1146"/>
                </a:cubicBezTo>
                <a:cubicBezTo>
                  <a:pt x="3906" y="1159"/>
                  <a:pt x="3885" y="1161"/>
                  <a:pt x="3872" y="1161"/>
                </a:cubicBezTo>
                <a:cubicBezTo>
                  <a:pt x="3864" y="1161"/>
                  <a:pt x="3859" y="1160"/>
                  <a:pt x="3859" y="1160"/>
                </a:cubicBezTo>
                <a:lnTo>
                  <a:pt x="3859" y="1160"/>
                </a:lnTo>
                <a:lnTo>
                  <a:pt x="3851" y="1159"/>
                </a:lnTo>
                <a:cubicBezTo>
                  <a:pt x="3707" y="1146"/>
                  <a:pt x="3535" y="1119"/>
                  <a:pt x="3491" y="1099"/>
                </a:cubicBezTo>
                <a:cubicBezTo>
                  <a:pt x="3470" y="1055"/>
                  <a:pt x="3445" y="879"/>
                  <a:pt x="3432" y="733"/>
                </a:cubicBezTo>
                <a:lnTo>
                  <a:pt x="3432" y="731"/>
                </a:lnTo>
                <a:lnTo>
                  <a:pt x="3429" y="727"/>
                </a:lnTo>
                <a:cubicBezTo>
                  <a:pt x="3428" y="720"/>
                  <a:pt x="3425" y="687"/>
                  <a:pt x="3454" y="658"/>
                </a:cubicBezTo>
                <a:cubicBezTo>
                  <a:pt x="3574" y="538"/>
                  <a:pt x="3905" y="204"/>
                  <a:pt x="3908" y="201"/>
                </a:cubicBezTo>
                <a:cubicBezTo>
                  <a:pt x="3936" y="173"/>
                  <a:pt x="3947" y="138"/>
                  <a:pt x="3938" y="104"/>
                </a:cubicBezTo>
                <a:cubicBezTo>
                  <a:pt x="3927" y="64"/>
                  <a:pt x="3893" y="42"/>
                  <a:pt x="3865" y="34"/>
                </a:cubicBezTo>
                <a:cubicBezTo>
                  <a:pt x="3782" y="11"/>
                  <a:pt x="3695" y="0"/>
                  <a:pt x="3609" y="0"/>
                </a:cubicBezTo>
                <a:cubicBezTo>
                  <a:pt x="3347" y="0"/>
                  <a:pt x="3101" y="102"/>
                  <a:pt x="2916" y="287"/>
                </a:cubicBezTo>
                <a:cubicBezTo>
                  <a:pt x="2624" y="579"/>
                  <a:pt x="2555" y="1011"/>
                  <a:pt x="2710" y="1369"/>
                </a:cubicBezTo>
                <a:lnTo>
                  <a:pt x="2190" y="1889"/>
                </a:lnTo>
                <a:lnTo>
                  <a:pt x="1300" y="999"/>
                </a:lnTo>
                <a:cubicBezTo>
                  <a:pt x="1300" y="998"/>
                  <a:pt x="1299" y="998"/>
                  <a:pt x="1299" y="997"/>
                </a:cubicBezTo>
                <a:cubicBezTo>
                  <a:pt x="1307" y="963"/>
                  <a:pt x="1311" y="928"/>
                  <a:pt x="1309" y="892"/>
                </a:cubicBezTo>
                <a:cubicBezTo>
                  <a:pt x="1305" y="788"/>
                  <a:pt x="1260" y="689"/>
                  <a:pt x="1182" y="611"/>
                </a:cubicBezTo>
                <a:lnTo>
                  <a:pt x="865" y="294"/>
                </a:lnTo>
                <a:cubicBezTo>
                  <a:pt x="858" y="288"/>
                  <a:pt x="821" y="253"/>
                  <a:pt x="766" y="253"/>
                </a:cubicBezTo>
                <a:cubicBezTo>
                  <a:pt x="740" y="253"/>
                  <a:pt x="702" y="261"/>
                  <a:pt x="665" y="298"/>
                </a:cubicBezTo>
                <a:lnTo>
                  <a:pt x="318" y="645"/>
                </a:lnTo>
                <a:cubicBezTo>
                  <a:pt x="277" y="685"/>
                  <a:pt x="263" y="737"/>
                  <a:pt x="278" y="787"/>
                </a:cubicBezTo>
                <a:cubicBezTo>
                  <a:pt x="288" y="820"/>
                  <a:pt x="308" y="842"/>
                  <a:pt x="314" y="848"/>
                </a:cubicBezTo>
                <a:lnTo>
                  <a:pt x="630" y="1163"/>
                </a:lnTo>
                <a:cubicBezTo>
                  <a:pt x="712" y="1246"/>
                  <a:pt x="817" y="1291"/>
                  <a:pt x="926" y="1291"/>
                </a:cubicBezTo>
                <a:lnTo>
                  <a:pt x="926" y="1291"/>
                </a:lnTo>
                <a:cubicBezTo>
                  <a:pt x="957" y="1291"/>
                  <a:pt x="987" y="1287"/>
                  <a:pt x="1016" y="1280"/>
                </a:cubicBezTo>
                <a:cubicBezTo>
                  <a:pt x="1017" y="1281"/>
                  <a:pt x="1017" y="1281"/>
                  <a:pt x="1018" y="1282"/>
                </a:cubicBezTo>
                <a:lnTo>
                  <a:pt x="1907" y="2171"/>
                </a:lnTo>
                <a:lnTo>
                  <a:pt x="1485" y="2594"/>
                </a:lnTo>
                <a:cubicBezTo>
                  <a:pt x="1466" y="2613"/>
                  <a:pt x="1449" y="2634"/>
                  <a:pt x="1435" y="2656"/>
                </a:cubicBezTo>
                <a:cubicBezTo>
                  <a:pt x="1311" y="2601"/>
                  <a:pt x="1176" y="2572"/>
                  <a:pt x="1037" y="2572"/>
                </a:cubicBezTo>
                <a:cubicBezTo>
                  <a:pt x="775" y="2572"/>
                  <a:pt x="529" y="2674"/>
                  <a:pt x="344" y="2859"/>
                </a:cubicBezTo>
                <a:cubicBezTo>
                  <a:pt x="96" y="3106"/>
                  <a:pt x="0" y="3471"/>
                  <a:pt x="92" y="3809"/>
                </a:cubicBezTo>
                <a:cubicBezTo>
                  <a:pt x="103" y="3852"/>
                  <a:pt x="143" y="3882"/>
                  <a:pt x="186" y="3882"/>
                </a:cubicBezTo>
                <a:lnTo>
                  <a:pt x="186" y="3882"/>
                </a:lnTo>
                <a:cubicBezTo>
                  <a:pt x="204" y="3882"/>
                  <a:pt x="232" y="3877"/>
                  <a:pt x="258" y="3851"/>
                </a:cubicBezTo>
                <a:cubicBezTo>
                  <a:pt x="261" y="3847"/>
                  <a:pt x="611" y="3500"/>
                  <a:pt x="727" y="3384"/>
                </a:cubicBezTo>
                <a:cubicBezTo>
                  <a:pt x="740" y="3372"/>
                  <a:pt x="762" y="3370"/>
                  <a:pt x="774" y="3370"/>
                </a:cubicBezTo>
                <a:cubicBezTo>
                  <a:pt x="783" y="3370"/>
                  <a:pt x="789" y="3371"/>
                  <a:pt x="789" y="3371"/>
                </a:cubicBezTo>
                <a:lnTo>
                  <a:pt x="789" y="3371"/>
                </a:lnTo>
                <a:lnTo>
                  <a:pt x="796" y="3372"/>
                </a:lnTo>
                <a:cubicBezTo>
                  <a:pt x="940" y="3385"/>
                  <a:pt x="1113" y="3411"/>
                  <a:pt x="1157" y="3431"/>
                </a:cubicBezTo>
                <a:cubicBezTo>
                  <a:pt x="1178" y="3475"/>
                  <a:pt x="1205" y="3652"/>
                  <a:pt x="1218" y="3798"/>
                </a:cubicBezTo>
                <a:lnTo>
                  <a:pt x="1219" y="3805"/>
                </a:lnTo>
                <a:cubicBezTo>
                  <a:pt x="1219" y="3805"/>
                  <a:pt x="1223" y="3842"/>
                  <a:pt x="1192" y="3873"/>
                </a:cubicBezTo>
                <a:cubicBezTo>
                  <a:pt x="1072" y="3993"/>
                  <a:pt x="741" y="4327"/>
                  <a:pt x="738" y="4330"/>
                </a:cubicBezTo>
                <a:cubicBezTo>
                  <a:pt x="710" y="4358"/>
                  <a:pt x="699" y="4393"/>
                  <a:pt x="707" y="4427"/>
                </a:cubicBezTo>
                <a:cubicBezTo>
                  <a:pt x="718" y="4467"/>
                  <a:pt x="752" y="4489"/>
                  <a:pt x="780" y="4497"/>
                </a:cubicBezTo>
                <a:cubicBezTo>
                  <a:pt x="864" y="4519"/>
                  <a:pt x="950" y="4531"/>
                  <a:pt x="1037" y="4531"/>
                </a:cubicBezTo>
                <a:cubicBezTo>
                  <a:pt x="1298" y="4531"/>
                  <a:pt x="1544" y="4429"/>
                  <a:pt x="1729" y="4244"/>
                </a:cubicBezTo>
                <a:cubicBezTo>
                  <a:pt x="1914" y="4059"/>
                  <a:pt x="2016" y="3813"/>
                  <a:pt x="2016" y="3551"/>
                </a:cubicBezTo>
                <a:cubicBezTo>
                  <a:pt x="2016" y="3412"/>
                  <a:pt x="1987" y="3277"/>
                  <a:pt x="1932" y="3153"/>
                </a:cubicBezTo>
                <a:cubicBezTo>
                  <a:pt x="1954" y="3139"/>
                  <a:pt x="1975" y="3122"/>
                  <a:pt x="1994" y="3103"/>
                </a:cubicBezTo>
                <a:lnTo>
                  <a:pt x="2417" y="2681"/>
                </a:lnTo>
                <a:lnTo>
                  <a:pt x="2535" y="2799"/>
                </a:lnTo>
                <a:lnTo>
                  <a:pt x="2469" y="2866"/>
                </a:lnTo>
                <a:cubicBezTo>
                  <a:pt x="2431" y="2904"/>
                  <a:pt x="2410" y="2954"/>
                  <a:pt x="2410" y="3007"/>
                </a:cubicBezTo>
                <a:cubicBezTo>
                  <a:pt x="2410" y="3061"/>
                  <a:pt x="2431" y="3111"/>
                  <a:pt x="2469" y="3149"/>
                </a:cubicBezTo>
                <a:lnTo>
                  <a:pt x="2721" y="3401"/>
                </a:lnTo>
                <a:cubicBezTo>
                  <a:pt x="2712" y="3427"/>
                  <a:pt x="2707" y="3455"/>
                  <a:pt x="2707" y="3484"/>
                </a:cubicBezTo>
                <a:cubicBezTo>
                  <a:pt x="2707" y="3552"/>
                  <a:pt x="2734" y="3615"/>
                  <a:pt x="2781" y="3663"/>
                </a:cubicBezTo>
                <a:lnTo>
                  <a:pt x="3834" y="4715"/>
                </a:lnTo>
                <a:cubicBezTo>
                  <a:pt x="3881" y="4763"/>
                  <a:pt x="3945" y="4789"/>
                  <a:pt x="4013" y="4789"/>
                </a:cubicBezTo>
                <a:cubicBezTo>
                  <a:pt x="4081" y="4789"/>
                  <a:pt x="4144" y="4763"/>
                  <a:pt x="4192" y="4715"/>
                </a:cubicBezTo>
                <a:lnTo>
                  <a:pt x="4734" y="4173"/>
                </a:lnTo>
                <a:cubicBezTo>
                  <a:pt x="4782" y="4126"/>
                  <a:pt x="4808" y="4062"/>
                  <a:pt x="4808" y="3994"/>
                </a:cubicBezTo>
                <a:cubicBezTo>
                  <a:pt x="4808" y="3926"/>
                  <a:pt x="4782" y="3863"/>
                  <a:pt x="4734" y="3815"/>
                </a:cubicBezTo>
                <a:close/>
              </a:path>
            </a:pathLst>
          </a:custGeom>
          <a:solidFill>
            <a:schemeClr val="accent1"/>
          </a:solidFill>
          <a:ln>
            <a:noFill/>
          </a:ln>
        </p:spPr>
        <p:txBody>
          <a:bodyPr wrap="square" lIns="91440" tIns="45720" rIns="91440" bIns="45720">
            <a:normAutofit/>
          </a:bodyPr>
          <a:lstStyle/>
          <a:p>
            <a:endParaRPr lang="zh-CN" altLang="en-US"/>
          </a:p>
        </p:txBody>
      </p:sp>
      <p:sp>
        <p:nvSpPr>
          <p:cNvPr id="18" name="îṧľîdé"/>
          <p:cNvSpPr/>
          <p:nvPr/>
        </p:nvSpPr>
        <p:spPr>
          <a:xfrm>
            <a:off x="3703687" y="1765549"/>
            <a:ext cx="4034934" cy="2095500"/>
          </a:xfrm>
          <a:prstGeom prst="leftRightRibbon">
            <a:avLst>
              <a:gd name="adj1" fmla="val 50000"/>
              <a:gd name="adj2" fmla="val 50000"/>
              <a:gd name="adj3" fmla="val 33333"/>
            </a:avLst>
          </a:prstGeom>
          <a:solidFill>
            <a:schemeClr val="bg1">
              <a:lumMod val="85000"/>
            </a:schemeClr>
          </a:solidFill>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txBody>
          <a:bodyPr/>
          <a:lstStyle/>
          <a:p>
            <a:endParaRPr lang="zh-CN" altLang="en-US"/>
          </a:p>
        </p:txBody>
      </p:sp>
      <p:sp>
        <p:nvSpPr>
          <p:cNvPr id="30" name="内容占位符 2"/>
          <p:cNvSpPr txBox="1"/>
          <p:nvPr/>
        </p:nvSpPr>
        <p:spPr>
          <a:xfrm>
            <a:off x="894703" y="2556677"/>
            <a:ext cx="4034934" cy="1730038"/>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9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9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9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9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9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marL="0" indent="0">
              <a:lnSpc>
                <a:spcPct val="132000"/>
              </a:lnSpc>
              <a:spcBef>
                <a:spcPts val="580"/>
              </a:spcBef>
              <a:buNone/>
              <a:defRPr/>
            </a:pPr>
            <a:r>
              <a:rPr lang="zh-CN" altLang="en-US" sz="2400" dirty="0"/>
              <a:t>多道批处理系统的概念</a:t>
            </a:r>
            <a:endParaRPr lang="en-US" altLang="zh-CN" sz="2400" dirty="0"/>
          </a:p>
          <a:p>
            <a:pPr marL="342900" lvl="1" indent="-342900">
              <a:lnSpc>
                <a:spcPct val="132000"/>
              </a:lnSpc>
              <a:spcBef>
                <a:spcPts val="370"/>
              </a:spcBef>
              <a:buClr>
                <a:srgbClr val="E71101"/>
              </a:buClr>
              <a:buSzPct val="60000"/>
              <a:buFont typeface="Wingdings" panose="05000000000000000000" pitchFamily="2" charset="2"/>
              <a:buChar char="Ø"/>
              <a:defRPr/>
            </a:pPr>
            <a:r>
              <a:rPr lang="zh-CN" altLang="en-US" sz="2400" dirty="0">
                <a:solidFill>
                  <a:schemeClr val="tx1">
                    <a:lumMod val="65000"/>
                    <a:lumOff val="35000"/>
                  </a:schemeClr>
                </a:solidFill>
              </a:rPr>
              <a:t>提高资源利用率和吞吐量</a:t>
            </a:r>
            <a:endParaRPr lang="en-US" altLang="zh-CN" sz="2400" dirty="0">
              <a:solidFill>
                <a:schemeClr val="tx1">
                  <a:lumMod val="65000"/>
                  <a:lumOff val="35000"/>
                </a:schemeClr>
              </a:solidFill>
            </a:endParaRPr>
          </a:p>
          <a:p>
            <a:pPr marL="0" lvl="1" indent="-342900">
              <a:lnSpc>
                <a:spcPct val="132000"/>
              </a:lnSpc>
              <a:spcBef>
                <a:spcPts val="370"/>
              </a:spcBef>
              <a:buClr>
                <a:srgbClr val="E71101"/>
              </a:buClr>
              <a:buSzPct val="60000"/>
              <a:buFont typeface="Wingdings" panose="05000000000000000000" pitchFamily="2" charset="2"/>
              <a:buChar char="Ø"/>
              <a:defRPr/>
            </a:pPr>
            <a:r>
              <a:rPr lang="zh-CN" altLang="en-US" sz="2400" dirty="0">
                <a:solidFill>
                  <a:schemeClr val="tx1">
                    <a:lumMod val="65000"/>
                    <a:lumOff val="35000"/>
                  </a:schemeClr>
                </a:solidFill>
                <a:sym typeface="+mn-ea"/>
              </a:rPr>
              <a:t>多道程序</a:t>
            </a:r>
            <a:r>
              <a:rPr lang="zh-CN" altLang="en-US" sz="2400" dirty="0">
                <a:solidFill>
                  <a:schemeClr val="tx1">
                    <a:lumMod val="65000"/>
                    <a:lumOff val="35000"/>
                  </a:schemeClr>
                </a:solidFill>
                <a:sym typeface="+mn-ea"/>
              </a:rPr>
              <a:t>同时运行</a:t>
            </a:r>
            <a:endParaRPr lang="zh-CN" altLang="en-US" sz="2400" dirty="0">
              <a:solidFill>
                <a:schemeClr val="tx1">
                  <a:lumMod val="65000"/>
                  <a:lumOff val="35000"/>
                </a:schemeClr>
              </a:solidFill>
            </a:endParaRPr>
          </a:p>
        </p:txBody>
      </p:sp>
      <p:sp>
        <p:nvSpPr>
          <p:cNvPr id="33" name="内容占位符 2"/>
          <p:cNvSpPr txBox="1"/>
          <p:nvPr/>
        </p:nvSpPr>
        <p:spPr>
          <a:xfrm>
            <a:off x="7696200" y="3235045"/>
            <a:ext cx="4062082" cy="2634803"/>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9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9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9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9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9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marL="0" indent="0">
              <a:lnSpc>
                <a:spcPct val="132000"/>
              </a:lnSpc>
              <a:spcBef>
                <a:spcPts val="580"/>
              </a:spcBef>
              <a:buNone/>
              <a:defRPr/>
            </a:pPr>
            <a:r>
              <a:rPr lang="zh-CN" altLang="en-US" sz="2400" dirty="0"/>
              <a:t>多道批处理系统的</a:t>
            </a:r>
            <a:r>
              <a:rPr lang="zh-CN" altLang="en-US" sz="2400" dirty="0">
                <a:solidFill>
                  <a:srgbClr val="FF0000"/>
                </a:solidFill>
              </a:rPr>
              <a:t>优缺点：</a:t>
            </a:r>
            <a:endParaRPr lang="en-US" altLang="zh-CN" sz="2400" dirty="0"/>
          </a:p>
          <a:p>
            <a:pPr marL="0" lvl="1" indent="-342900">
              <a:lnSpc>
                <a:spcPct val="132000"/>
              </a:lnSpc>
              <a:spcBef>
                <a:spcPts val="370"/>
              </a:spcBef>
              <a:buClr>
                <a:srgbClr val="E71101"/>
              </a:buClr>
              <a:buSzPct val="60000"/>
              <a:buFont typeface="Wingdings" panose="05000000000000000000" pitchFamily="2" charset="2"/>
              <a:buChar char="Ø"/>
              <a:defRPr/>
            </a:pPr>
            <a:r>
              <a:rPr lang="zh-CN" altLang="en-US" sz="2400" dirty="0">
                <a:solidFill>
                  <a:schemeClr val="tx1">
                    <a:lumMod val="65000"/>
                    <a:lumOff val="35000"/>
                  </a:schemeClr>
                </a:solidFill>
              </a:rPr>
              <a:t>资源利用率高</a:t>
            </a:r>
            <a:endParaRPr lang="en-US" altLang="zh-CN" sz="2400" dirty="0">
              <a:solidFill>
                <a:schemeClr val="tx1">
                  <a:lumMod val="65000"/>
                  <a:lumOff val="35000"/>
                </a:schemeClr>
              </a:solidFill>
            </a:endParaRPr>
          </a:p>
          <a:p>
            <a:pPr marL="0" lvl="1" indent="-342900">
              <a:lnSpc>
                <a:spcPct val="132000"/>
              </a:lnSpc>
              <a:spcBef>
                <a:spcPts val="370"/>
              </a:spcBef>
              <a:buClr>
                <a:srgbClr val="E71101"/>
              </a:buClr>
              <a:buSzPct val="60000"/>
              <a:buFont typeface="Wingdings" panose="05000000000000000000" pitchFamily="2" charset="2"/>
              <a:buChar char="Ø"/>
              <a:defRPr/>
            </a:pPr>
            <a:r>
              <a:rPr lang="zh-CN" altLang="en-US" sz="2400" dirty="0">
                <a:solidFill>
                  <a:schemeClr val="tx1">
                    <a:lumMod val="65000"/>
                    <a:lumOff val="35000"/>
                  </a:schemeClr>
                </a:solidFill>
              </a:rPr>
              <a:t>系统吞吐量大</a:t>
            </a:r>
            <a:endParaRPr lang="en-US" altLang="zh-CN" sz="2400" dirty="0">
              <a:solidFill>
                <a:schemeClr val="tx1">
                  <a:lumMod val="65000"/>
                  <a:lumOff val="35000"/>
                </a:schemeClr>
              </a:solidFill>
            </a:endParaRPr>
          </a:p>
          <a:p>
            <a:pPr marL="0" lvl="1" indent="-342900">
              <a:lnSpc>
                <a:spcPct val="132000"/>
              </a:lnSpc>
              <a:spcBef>
                <a:spcPts val="370"/>
              </a:spcBef>
              <a:buClr>
                <a:srgbClr val="E71101"/>
              </a:buClr>
              <a:buSzPct val="60000"/>
              <a:buFont typeface="Wingdings" panose="05000000000000000000" pitchFamily="2" charset="2"/>
              <a:buChar char="Ø"/>
              <a:defRPr/>
            </a:pPr>
            <a:r>
              <a:rPr lang="zh-CN" altLang="en-US" sz="2400" dirty="0">
                <a:solidFill>
                  <a:schemeClr val="tx1">
                    <a:lumMod val="65000"/>
                    <a:lumOff val="35000"/>
                  </a:schemeClr>
                </a:solidFill>
              </a:rPr>
              <a:t>平均周转时间长</a:t>
            </a:r>
            <a:endParaRPr lang="en-US" altLang="zh-CN" sz="2400" dirty="0">
              <a:solidFill>
                <a:schemeClr val="tx1">
                  <a:lumMod val="65000"/>
                  <a:lumOff val="35000"/>
                </a:schemeClr>
              </a:solidFill>
            </a:endParaRPr>
          </a:p>
          <a:p>
            <a:pPr marL="0" lvl="1" indent="-342900">
              <a:lnSpc>
                <a:spcPct val="132000"/>
              </a:lnSpc>
              <a:spcBef>
                <a:spcPts val="370"/>
              </a:spcBef>
              <a:buClr>
                <a:srgbClr val="E71101"/>
              </a:buClr>
              <a:buSzPct val="60000"/>
              <a:buFont typeface="Wingdings" panose="05000000000000000000" pitchFamily="2" charset="2"/>
              <a:buChar char="Ø"/>
              <a:defRPr/>
            </a:pPr>
            <a:r>
              <a:rPr lang="zh-CN" altLang="en-US" sz="2400" dirty="0">
                <a:solidFill>
                  <a:srgbClr val="FF0000"/>
                </a:solidFill>
              </a:rPr>
              <a:t>无交互能力</a:t>
            </a:r>
            <a:endParaRPr lang="zh-CN" altLang="en-US" sz="2400" dirty="0">
              <a:solidFill>
                <a:srgbClr val="FF0000"/>
              </a:solidFill>
            </a:endParaRPr>
          </a:p>
        </p:txBody>
      </p:sp>
    </p:spTree>
  </p:cSld>
  <p:clrMapOvr>
    <a:masterClrMapping/>
  </p:clrMapOvr>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78668"/>
            <a:ext cx="7026275" cy="523220"/>
          </a:xfrm>
          <a:prstGeom prst="rect">
            <a:avLst/>
          </a:prstGeom>
        </p:spPr>
        <p:txBody>
          <a:bodyPr wrap="square">
            <a:spAutoFit/>
          </a:bodyPr>
          <a:lstStyle/>
          <a:p>
            <a:r>
              <a:rPr lang="zh-CN" altLang="en-US" sz="2800" b="1" dirty="0">
                <a:solidFill>
                  <a:srgbClr val="FF0000"/>
                </a:solidFill>
              </a:rPr>
              <a:t>多道批处理系统</a:t>
            </a:r>
            <a:endParaRPr lang="zh-CN" altLang="en-US" sz="2800" b="1" dirty="0">
              <a:solidFill>
                <a:srgbClr val="FF0000"/>
              </a:solidFill>
            </a:endParaRPr>
          </a:p>
        </p:txBody>
      </p:sp>
      <p:grpSp>
        <p:nvGrpSpPr>
          <p:cNvPr id="4" name="组合 3"/>
          <p:cNvGrpSpPr/>
          <p:nvPr/>
        </p:nvGrpSpPr>
        <p:grpSpPr>
          <a:xfrm>
            <a:off x="1807335" y="1094093"/>
            <a:ext cx="9321800" cy="5575875"/>
            <a:chOff x="1807335" y="1094093"/>
            <a:chExt cx="9321800" cy="5575875"/>
          </a:xfrm>
        </p:grpSpPr>
        <p:sp>
          <p:nvSpPr>
            <p:cNvPr id="113" name="Line 2"/>
            <p:cNvSpPr>
              <a:spLocks noChangeShapeType="1"/>
            </p:cNvSpPr>
            <p:nvPr/>
          </p:nvSpPr>
          <p:spPr bwMode="auto">
            <a:xfrm>
              <a:off x="1807335" y="2894451"/>
              <a:ext cx="9144000" cy="0"/>
            </a:xfrm>
            <a:prstGeom prst="line">
              <a:avLst/>
            </a:prstGeom>
            <a:noFill/>
            <a:ln w="38100">
              <a:solidFill>
                <a:srgbClr val="FF0066"/>
              </a:solidFill>
              <a:round/>
            </a:ln>
            <a:extLst>
              <a:ext uri="{909E8E84-426E-40DD-AFC4-6F175D3DCCD1}">
                <a14:hiddenFill xmlns:a14="http://schemas.microsoft.com/office/drawing/2010/main">
                  <a:noFill/>
                </a14:hiddenFill>
              </a:ext>
            </a:extLst>
          </p:spPr>
          <p:txBody>
            <a:bodyPr lIns="92075" tIns="46038" rIns="92075" bIns="46038"/>
            <a:lstStyle/>
            <a:p>
              <a:endParaRPr lang="zh-CN" altLang="en-US"/>
            </a:p>
          </p:txBody>
        </p:sp>
        <p:sp>
          <p:nvSpPr>
            <p:cNvPr id="114" name="Line 3"/>
            <p:cNvSpPr>
              <a:spLocks noChangeShapeType="1"/>
            </p:cNvSpPr>
            <p:nvPr/>
          </p:nvSpPr>
          <p:spPr bwMode="auto">
            <a:xfrm>
              <a:off x="2569335" y="2769598"/>
              <a:ext cx="8001000" cy="0"/>
            </a:xfrm>
            <a:prstGeom prst="line">
              <a:avLst/>
            </a:prstGeom>
            <a:noFill/>
            <a:ln w="9525">
              <a:solidFill>
                <a:schemeClr val="tx2"/>
              </a:solidFill>
              <a:round/>
              <a:tailEnd type="triangle" w="med" len="med"/>
            </a:ln>
            <a:extLst>
              <a:ext uri="{909E8E84-426E-40DD-AFC4-6F175D3DCCD1}">
                <a14:hiddenFill xmlns:a14="http://schemas.microsoft.com/office/drawing/2010/main">
                  <a:noFill/>
                </a14:hiddenFill>
              </a:ext>
            </a:extLst>
          </p:spPr>
          <p:txBody>
            <a:bodyPr lIns="92075" tIns="46038" rIns="92075" bIns="46038"/>
            <a:lstStyle/>
            <a:p>
              <a:endParaRPr lang="zh-CN" altLang="en-US"/>
            </a:p>
          </p:txBody>
        </p:sp>
        <p:sp>
          <p:nvSpPr>
            <p:cNvPr id="115" name="Line 4"/>
            <p:cNvSpPr>
              <a:spLocks noChangeShapeType="1"/>
            </p:cNvSpPr>
            <p:nvPr/>
          </p:nvSpPr>
          <p:spPr bwMode="auto">
            <a:xfrm>
              <a:off x="2721735" y="1398893"/>
              <a:ext cx="838200" cy="0"/>
            </a:xfrm>
            <a:prstGeom prst="line">
              <a:avLst/>
            </a:prstGeom>
            <a:noFill/>
            <a:ln w="9525">
              <a:solidFill>
                <a:schemeClr val="tx2"/>
              </a:solidFill>
              <a:round/>
            </a:ln>
            <a:extLst>
              <a:ext uri="{909E8E84-426E-40DD-AFC4-6F175D3DCCD1}">
                <a14:hiddenFill xmlns:a14="http://schemas.microsoft.com/office/drawing/2010/main">
                  <a:noFill/>
                </a14:hiddenFill>
              </a:ext>
            </a:extLst>
          </p:spPr>
          <p:txBody>
            <a:bodyPr lIns="92075" tIns="46038" rIns="92075" bIns="46038"/>
            <a:lstStyle/>
            <a:p>
              <a:endParaRPr lang="zh-CN" altLang="en-US"/>
            </a:p>
          </p:txBody>
        </p:sp>
        <p:sp>
          <p:nvSpPr>
            <p:cNvPr id="116" name="Line 5"/>
            <p:cNvSpPr>
              <a:spLocks noChangeShapeType="1"/>
            </p:cNvSpPr>
            <p:nvPr/>
          </p:nvSpPr>
          <p:spPr bwMode="auto">
            <a:xfrm>
              <a:off x="3559935" y="1398893"/>
              <a:ext cx="0" cy="457200"/>
            </a:xfrm>
            <a:prstGeom prst="line">
              <a:avLst/>
            </a:prstGeom>
            <a:noFill/>
            <a:ln w="38100">
              <a:solidFill>
                <a:schemeClr val="tx2"/>
              </a:solidFill>
              <a:prstDash val="sysDot"/>
              <a:round/>
            </a:ln>
            <a:extLst>
              <a:ext uri="{909E8E84-426E-40DD-AFC4-6F175D3DCCD1}">
                <a14:hiddenFill xmlns:a14="http://schemas.microsoft.com/office/drawing/2010/main">
                  <a:noFill/>
                </a14:hiddenFill>
              </a:ext>
            </a:extLst>
          </p:spPr>
          <p:txBody>
            <a:bodyPr lIns="92075" tIns="46038" rIns="92075" bIns="46038"/>
            <a:lstStyle/>
            <a:p>
              <a:endParaRPr lang="zh-CN" altLang="en-US"/>
            </a:p>
          </p:txBody>
        </p:sp>
        <p:sp>
          <p:nvSpPr>
            <p:cNvPr id="117" name="Line 6"/>
            <p:cNvSpPr>
              <a:spLocks noChangeShapeType="1"/>
            </p:cNvSpPr>
            <p:nvPr/>
          </p:nvSpPr>
          <p:spPr bwMode="auto">
            <a:xfrm>
              <a:off x="3559935" y="1856093"/>
              <a:ext cx="609600" cy="0"/>
            </a:xfrm>
            <a:prstGeom prst="line">
              <a:avLst/>
            </a:prstGeom>
            <a:noFill/>
            <a:ln w="9525">
              <a:solidFill>
                <a:schemeClr val="tx2"/>
              </a:solidFill>
              <a:round/>
            </a:ln>
            <a:extLst>
              <a:ext uri="{909E8E84-426E-40DD-AFC4-6F175D3DCCD1}">
                <a14:hiddenFill xmlns:a14="http://schemas.microsoft.com/office/drawing/2010/main">
                  <a:noFill/>
                </a14:hiddenFill>
              </a:ext>
            </a:extLst>
          </p:spPr>
          <p:txBody>
            <a:bodyPr lIns="92075" tIns="46038" rIns="92075" bIns="46038"/>
            <a:lstStyle/>
            <a:p>
              <a:endParaRPr lang="zh-CN" altLang="en-US"/>
            </a:p>
          </p:txBody>
        </p:sp>
        <p:sp>
          <p:nvSpPr>
            <p:cNvPr id="118" name="Line 7"/>
            <p:cNvSpPr>
              <a:spLocks noChangeShapeType="1"/>
            </p:cNvSpPr>
            <p:nvPr/>
          </p:nvSpPr>
          <p:spPr bwMode="auto">
            <a:xfrm>
              <a:off x="4169535" y="1856093"/>
              <a:ext cx="0" cy="457200"/>
            </a:xfrm>
            <a:prstGeom prst="line">
              <a:avLst/>
            </a:prstGeom>
            <a:noFill/>
            <a:ln w="38100">
              <a:solidFill>
                <a:schemeClr val="tx2"/>
              </a:solidFill>
              <a:prstDash val="sysDot"/>
              <a:round/>
            </a:ln>
            <a:extLst>
              <a:ext uri="{909E8E84-426E-40DD-AFC4-6F175D3DCCD1}">
                <a14:hiddenFill xmlns:a14="http://schemas.microsoft.com/office/drawing/2010/main">
                  <a:noFill/>
                </a14:hiddenFill>
              </a:ext>
            </a:extLst>
          </p:spPr>
          <p:txBody>
            <a:bodyPr lIns="92075" tIns="46038" rIns="92075" bIns="46038"/>
            <a:lstStyle/>
            <a:p>
              <a:endParaRPr lang="zh-CN" altLang="en-US"/>
            </a:p>
          </p:txBody>
        </p:sp>
        <p:sp>
          <p:nvSpPr>
            <p:cNvPr id="119" name="Line 8"/>
            <p:cNvSpPr>
              <a:spLocks noChangeShapeType="1"/>
            </p:cNvSpPr>
            <p:nvPr/>
          </p:nvSpPr>
          <p:spPr bwMode="auto">
            <a:xfrm>
              <a:off x="4169535" y="2313293"/>
              <a:ext cx="1676400" cy="0"/>
            </a:xfrm>
            <a:prstGeom prst="line">
              <a:avLst/>
            </a:prstGeom>
            <a:noFill/>
            <a:ln w="38100">
              <a:solidFill>
                <a:srgbClr val="FFCC00"/>
              </a:solidFill>
              <a:round/>
            </a:ln>
            <a:extLst>
              <a:ext uri="{909E8E84-426E-40DD-AFC4-6F175D3DCCD1}">
                <a14:hiddenFill xmlns:a14="http://schemas.microsoft.com/office/drawing/2010/main">
                  <a:noFill/>
                </a14:hiddenFill>
              </a:ext>
            </a:extLst>
          </p:spPr>
          <p:txBody>
            <a:bodyPr lIns="92075" tIns="46038" rIns="92075" bIns="46038"/>
            <a:lstStyle/>
            <a:p>
              <a:endParaRPr lang="zh-CN" altLang="en-US"/>
            </a:p>
          </p:txBody>
        </p:sp>
        <p:sp>
          <p:nvSpPr>
            <p:cNvPr id="120" name="Line 9"/>
            <p:cNvSpPr>
              <a:spLocks noChangeShapeType="1"/>
            </p:cNvSpPr>
            <p:nvPr/>
          </p:nvSpPr>
          <p:spPr bwMode="auto">
            <a:xfrm flipV="1">
              <a:off x="5845935" y="1856093"/>
              <a:ext cx="0" cy="457200"/>
            </a:xfrm>
            <a:prstGeom prst="line">
              <a:avLst/>
            </a:prstGeom>
            <a:noFill/>
            <a:ln w="38100">
              <a:solidFill>
                <a:schemeClr val="tx2"/>
              </a:solidFill>
              <a:prstDash val="sysDot"/>
              <a:round/>
            </a:ln>
            <a:extLst>
              <a:ext uri="{909E8E84-426E-40DD-AFC4-6F175D3DCCD1}">
                <a14:hiddenFill xmlns:a14="http://schemas.microsoft.com/office/drawing/2010/main">
                  <a:noFill/>
                </a14:hiddenFill>
              </a:ext>
            </a:extLst>
          </p:spPr>
          <p:txBody>
            <a:bodyPr lIns="92075" tIns="46038" rIns="92075" bIns="46038"/>
            <a:lstStyle/>
            <a:p>
              <a:endParaRPr lang="zh-CN" altLang="en-US"/>
            </a:p>
          </p:txBody>
        </p:sp>
        <p:sp>
          <p:nvSpPr>
            <p:cNvPr id="121" name="Line 10"/>
            <p:cNvSpPr>
              <a:spLocks noChangeShapeType="1"/>
            </p:cNvSpPr>
            <p:nvPr/>
          </p:nvSpPr>
          <p:spPr bwMode="auto">
            <a:xfrm>
              <a:off x="5845935" y="1856093"/>
              <a:ext cx="609600" cy="0"/>
            </a:xfrm>
            <a:prstGeom prst="line">
              <a:avLst/>
            </a:prstGeom>
            <a:noFill/>
            <a:ln w="9525">
              <a:solidFill>
                <a:schemeClr val="tx2"/>
              </a:solidFill>
              <a:round/>
            </a:ln>
            <a:extLst>
              <a:ext uri="{909E8E84-426E-40DD-AFC4-6F175D3DCCD1}">
                <a14:hiddenFill xmlns:a14="http://schemas.microsoft.com/office/drawing/2010/main">
                  <a:noFill/>
                </a14:hiddenFill>
              </a:ext>
            </a:extLst>
          </p:spPr>
          <p:txBody>
            <a:bodyPr lIns="92075" tIns="46038" rIns="92075" bIns="46038"/>
            <a:lstStyle/>
            <a:p>
              <a:endParaRPr lang="zh-CN" altLang="en-US"/>
            </a:p>
          </p:txBody>
        </p:sp>
        <p:sp>
          <p:nvSpPr>
            <p:cNvPr id="122" name="Line 11"/>
            <p:cNvSpPr>
              <a:spLocks noChangeShapeType="1"/>
            </p:cNvSpPr>
            <p:nvPr/>
          </p:nvSpPr>
          <p:spPr bwMode="auto">
            <a:xfrm flipV="1">
              <a:off x="6455535" y="1398893"/>
              <a:ext cx="0" cy="457200"/>
            </a:xfrm>
            <a:prstGeom prst="line">
              <a:avLst/>
            </a:prstGeom>
            <a:noFill/>
            <a:ln w="38100">
              <a:solidFill>
                <a:schemeClr val="tx2"/>
              </a:solidFill>
              <a:prstDash val="sysDot"/>
              <a:round/>
            </a:ln>
            <a:extLst>
              <a:ext uri="{909E8E84-426E-40DD-AFC4-6F175D3DCCD1}">
                <a14:hiddenFill xmlns:a14="http://schemas.microsoft.com/office/drawing/2010/main">
                  <a:noFill/>
                </a14:hiddenFill>
              </a:ext>
            </a:extLst>
          </p:spPr>
          <p:txBody>
            <a:bodyPr lIns="92075" tIns="46038" rIns="92075" bIns="46038"/>
            <a:lstStyle/>
            <a:p>
              <a:endParaRPr lang="zh-CN" altLang="en-US"/>
            </a:p>
          </p:txBody>
        </p:sp>
        <p:sp>
          <p:nvSpPr>
            <p:cNvPr id="123" name="Line 12"/>
            <p:cNvSpPr>
              <a:spLocks noChangeShapeType="1"/>
            </p:cNvSpPr>
            <p:nvPr/>
          </p:nvSpPr>
          <p:spPr bwMode="auto">
            <a:xfrm>
              <a:off x="6455535" y="1398893"/>
              <a:ext cx="1066800" cy="0"/>
            </a:xfrm>
            <a:prstGeom prst="line">
              <a:avLst/>
            </a:prstGeom>
            <a:noFill/>
            <a:ln w="9525">
              <a:solidFill>
                <a:schemeClr val="tx2"/>
              </a:solidFill>
              <a:round/>
            </a:ln>
            <a:extLst>
              <a:ext uri="{909E8E84-426E-40DD-AFC4-6F175D3DCCD1}">
                <a14:hiddenFill xmlns:a14="http://schemas.microsoft.com/office/drawing/2010/main">
                  <a:noFill/>
                </a14:hiddenFill>
              </a:ext>
            </a:extLst>
          </p:spPr>
          <p:txBody>
            <a:bodyPr lIns="92075" tIns="46038" rIns="92075" bIns="46038"/>
            <a:lstStyle/>
            <a:p>
              <a:endParaRPr lang="zh-CN" altLang="en-US"/>
            </a:p>
          </p:txBody>
        </p:sp>
        <p:sp>
          <p:nvSpPr>
            <p:cNvPr id="124" name="Line 13"/>
            <p:cNvSpPr>
              <a:spLocks noChangeShapeType="1"/>
            </p:cNvSpPr>
            <p:nvPr/>
          </p:nvSpPr>
          <p:spPr bwMode="auto">
            <a:xfrm>
              <a:off x="7522335" y="1398893"/>
              <a:ext cx="0" cy="457200"/>
            </a:xfrm>
            <a:prstGeom prst="line">
              <a:avLst/>
            </a:prstGeom>
            <a:noFill/>
            <a:ln w="38100">
              <a:solidFill>
                <a:schemeClr val="tx2"/>
              </a:solidFill>
              <a:prstDash val="sysDot"/>
              <a:round/>
            </a:ln>
            <a:extLst>
              <a:ext uri="{909E8E84-426E-40DD-AFC4-6F175D3DCCD1}">
                <a14:hiddenFill xmlns:a14="http://schemas.microsoft.com/office/drawing/2010/main">
                  <a:noFill/>
                </a14:hiddenFill>
              </a:ext>
            </a:extLst>
          </p:spPr>
          <p:txBody>
            <a:bodyPr lIns="92075" tIns="46038" rIns="92075" bIns="46038"/>
            <a:lstStyle/>
            <a:p>
              <a:endParaRPr lang="zh-CN" altLang="en-US"/>
            </a:p>
          </p:txBody>
        </p:sp>
        <p:sp>
          <p:nvSpPr>
            <p:cNvPr id="125" name="Line 14"/>
            <p:cNvSpPr>
              <a:spLocks noChangeShapeType="1"/>
            </p:cNvSpPr>
            <p:nvPr/>
          </p:nvSpPr>
          <p:spPr bwMode="auto">
            <a:xfrm>
              <a:off x="7522335" y="1856093"/>
              <a:ext cx="762000" cy="0"/>
            </a:xfrm>
            <a:prstGeom prst="line">
              <a:avLst/>
            </a:prstGeom>
            <a:noFill/>
            <a:ln w="9525">
              <a:solidFill>
                <a:schemeClr val="tx2"/>
              </a:solidFill>
              <a:round/>
            </a:ln>
            <a:extLst>
              <a:ext uri="{909E8E84-426E-40DD-AFC4-6F175D3DCCD1}">
                <a14:hiddenFill xmlns:a14="http://schemas.microsoft.com/office/drawing/2010/main">
                  <a:noFill/>
                </a14:hiddenFill>
              </a:ext>
            </a:extLst>
          </p:spPr>
          <p:txBody>
            <a:bodyPr lIns="92075" tIns="46038" rIns="92075" bIns="46038"/>
            <a:lstStyle/>
            <a:p>
              <a:endParaRPr lang="zh-CN" altLang="en-US"/>
            </a:p>
          </p:txBody>
        </p:sp>
        <p:sp>
          <p:nvSpPr>
            <p:cNvPr id="126" name="Line 15"/>
            <p:cNvSpPr>
              <a:spLocks noChangeShapeType="1"/>
            </p:cNvSpPr>
            <p:nvPr/>
          </p:nvSpPr>
          <p:spPr bwMode="auto">
            <a:xfrm>
              <a:off x="8284335" y="1856093"/>
              <a:ext cx="0" cy="457200"/>
            </a:xfrm>
            <a:prstGeom prst="line">
              <a:avLst/>
            </a:prstGeom>
            <a:noFill/>
            <a:ln w="38100">
              <a:solidFill>
                <a:schemeClr val="tx2"/>
              </a:solidFill>
              <a:prstDash val="sysDot"/>
              <a:round/>
            </a:ln>
            <a:extLst>
              <a:ext uri="{909E8E84-426E-40DD-AFC4-6F175D3DCCD1}">
                <a14:hiddenFill xmlns:a14="http://schemas.microsoft.com/office/drawing/2010/main">
                  <a:noFill/>
                </a14:hiddenFill>
              </a:ext>
            </a:extLst>
          </p:spPr>
          <p:txBody>
            <a:bodyPr lIns="92075" tIns="46038" rIns="92075" bIns="46038"/>
            <a:lstStyle/>
            <a:p>
              <a:endParaRPr lang="zh-CN" altLang="en-US"/>
            </a:p>
          </p:txBody>
        </p:sp>
        <p:sp>
          <p:nvSpPr>
            <p:cNvPr id="127" name="Line 16"/>
            <p:cNvSpPr>
              <a:spLocks noChangeShapeType="1"/>
            </p:cNvSpPr>
            <p:nvPr/>
          </p:nvSpPr>
          <p:spPr bwMode="auto">
            <a:xfrm>
              <a:off x="8284335" y="2313293"/>
              <a:ext cx="1295400" cy="0"/>
            </a:xfrm>
            <a:prstGeom prst="line">
              <a:avLst/>
            </a:prstGeom>
            <a:noFill/>
            <a:ln w="38100">
              <a:solidFill>
                <a:srgbClr val="FFCC00"/>
              </a:solidFill>
              <a:round/>
            </a:ln>
            <a:extLst>
              <a:ext uri="{909E8E84-426E-40DD-AFC4-6F175D3DCCD1}">
                <a14:hiddenFill xmlns:a14="http://schemas.microsoft.com/office/drawing/2010/main">
                  <a:noFill/>
                </a14:hiddenFill>
              </a:ext>
            </a:extLst>
          </p:spPr>
          <p:txBody>
            <a:bodyPr lIns="92075" tIns="46038" rIns="92075" bIns="46038"/>
            <a:lstStyle/>
            <a:p>
              <a:endParaRPr lang="zh-CN" altLang="en-US"/>
            </a:p>
          </p:txBody>
        </p:sp>
        <p:sp>
          <p:nvSpPr>
            <p:cNvPr id="128" name="Line 17"/>
            <p:cNvSpPr>
              <a:spLocks noChangeShapeType="1"/>
            </p:cNvSpPr>
            <p:nvPr/>
          </p:nvSpPr>
          <p:spPr bwMode="auto">
            <a:xfrm flipV="1">
              <a:off x="9579735" y="1856093"/>
              <a:ext cx="0" cy="457200"/>
            </a:xfrm>
            <a:prstGeom prst="line">
              <a:avLst/>
            </a:prstGeom>
            <a:noFill/>
            <a:ln w="38100">
              <a:solidFill>
                <a:schemeClr val="tx2"/>
              </a:solidFill>
              <a:prstDash val="sysDot"/>
              <a:round/>
            </a:ln>
            <a:extLst>
              <a:ext uri="{909E8E84-426E-40DD-AFC4-6F175D3DCCD1}">
                <a14:hiddenFill xmlns:a14="http://schemas.microsoft.com/office/drawing/2010/main">
                  <a:noFill/>
                </a14:hiddenFill>
              </a:ext>
            </a:extLst>
          </p:spPr>
          <p:txBody>
            <a:bodyPr lIns="92075" tIns="46038" rIns="92075" bIns="46038"/>
            <a:lstStyle/>
            <a:p>
              <a:endParaRPr lang="zh-CN" altLang="en-US"/>
            </a:p>
          </p:txBody>
        </p:sp>
        <p:sp>
          <p:nvSpPr>
            <p:cNvPr id="129" name="Line 18"/>
            <p:cNvSpPr>
              <a:spLocks noChangeShapeType="1"/>
            </p:cNvSpPr>
            <p:nvPr/>
          </p:nvSpPr>
          <p:spPr bwMode="auto">
            <a:xfrm>
              <a:off x="9579735" y="1856093"/>
              <a:ext cx="381000" cy="0"/>
            </a:xfrm>
            <a:prstGeom prst="line">
              <a:avLst/>
            </a:prstGeom>
            <a:noFill/>
            <a:ln w="9525">
              <a:solidFill>
                <a:schemeClr val="tx2"/>
              </a:solidFill>
              <a:round/>
            </a:ln>
            <a:extLst>
              <a:ext uri="{909E8E84-426E-40DD-AFC4-6F175D3DCCD1}">
                <a14:hiddenFill xmlns:a14="http://schemas.microsoft.com/office/drawing/2010/main">
                  <a:noFill/>
                </a14:hiddenFill>
              </a:ext>
            </a:extLst>
          </p:spPr>
          <p:txBody>
            <a:bodyPr lIns="92075" tIns="46038" rIns="92075" bIns="46038"/>
            <a:lstStyle/>
            <a:p>
              <a:endParaRPr lang="zh-CN" altLang="en-US"/>
            </a:p>
          </p:txBody>
        </p:sp>
        <p:sp>
          <p:nvSpPr>
            <p:cNvPr id="130" name="Line 19"/>
            <p:cNvSpPr>
              <a:spLocks noChangeShapeType="1"/>
            </p:cNvSpPr>
            <p:nvPr/>
          </p:nvSpPr>
          <p:spPr bwMode="auto">
            <a:xfrm flipV="1">
              <a:off x="9960735" y="1398893"/>
              <a:ext cx="0" cy="457200"/>
            </a:xfrm>
            <a:prstGeom prst="line">
              <a:avLst/>
            </a:prstGeom>
            <a:noFill/>
            <a:ln w="38100">
              <a:solidFill>
                <a:schemeClr val="tx2"/>
              </a:solidFill>
              <a:prstDash val="sysDot"/>
              <a:round/>
            </a:ln>
            <a:extLst>
              <a:ext uri="{909E8E84-426E-40DD-AFC4-6F175D3DCCD1}">
                <a14:hiddenFill xmlns:a14="http://schemas.microsoft.com/office/drawing/2010/main">
                  <a:noFill/>
                </a14:hiddenFill>
              </a:ext>
            </a:extLst>
          </p:spPr>
          <p:txBody>
            <a:bodyPr lIns="92075" tIns="46038" rIns="92075" bIns="46038"/>
            <a:lstStyle/>
            <a:p>
              <a:endParaRPr lang="zh-CN" altLang="en-US"/>
            </a:p>
          </p:txBody>
        </p:sp>
        <p:sp>
          <p:nvSpPr>
            <p:cNvPr id="131" name="Line 20"/>
            <p:cNvSpPr>
              <a:spLocks noChangeShapeType="1"/>
            </p:cNvSpPr>
            <p:nvPr/>
          </p:nvSpPr>
          <p:spPr bwMode="auto">
            <a:xfrm>
              <a:off x="9960735" y="1398893"/>
              <a:ext cx="609600" cy="0"/>
            </a:xfrm>
            <a:prstGeom prst="line">
              <a:avLst/>
            </a:prstGeom>
            <a:noFill/>
            <a:ln w="9525">
              <a:solidFill>
                <a:schemeClr val="tx2"/>
              </a:solidFill>
              <a:round/>
            </a:ln>
            <a:extLst>
              <a:ext uri="{909E8E84-426E-40DD-AFC4-6F175D3DCCD1}">
                <a14:hiddenFill xmlns:a14="http://schemas.microsoft.com/office/drawing/2010/main">
                  <a:noFill/>
                </a14:hiddenFill>
              </a:ext>
            </a:extLst>
          </p:spPr>
          <p:txBody>
            <a:bodyPr lIns="92075" tIns="46038" rIns="92075" bIns="46038"/>
            <a:lstStyle/>
            <a:p>
              <a:endParaRPr lang="zh-CN" altLang="en-US"/>
            </a:p>
          </p:txBody>
        </p:sp>
        <p:sp>
          <p:nvSpPr>
            <p:cNvPr id="132" name="Text Box 21"/>
            <p:cNvSpPr txBox="1">
              <a:spLocks noChangeArrowheads="1"/>
            </p:cNvSpPr>
            <p:nvPr/>
          </p:nvSpPr>
          <p:spPr bwMode="auto">
            <a:xfrm>
              <a:off x="3483735" y="2464798"/>
              <a:ext cx="381000" cy="3084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ea typeface="宋体" pitchFamily="2" charset="-122"/>
                </a:defRPr>
              </a:lvl1pPr>
              <a:lvl2pPr marL="742950" indent="-285750">
                <a:spcBef>
                  <a:spcPts val="375"/>
                </a:spcBef>
                <a:buClr>
                  <a:schemeClr val="accent2"/>
                </a:buClr>
                <a:buSzPct val="85000"/>
                <a:buFont typeface="Wingdings" panose="05000000000000000000" pitchFamily="2" charset="2"/>
                <a:buChar char="Ø"/>
                <a:defRPr sz="2200">
                  <a:solidFill>
                    <a:schemeClr val="tx1"/>
                  </a:solidFill>
                  <a:latin typeface="Perpetua" panose="02020502060401020303" pitchFamily="18" charset="0"/>
                  <a:ea typeface="宋体" pitchFamily="2" charset="-122"/>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ea typeface="宋体" pitchFamily="2" charset="-122"/>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ea typeface="宋体" pitchFamily="2" charset="-122"/>
                </a:defRPr>
              </a:lvl4pPr>
              <a:lvl5pPr marL="2057400" indent="-228600">
                <a:spcBef>
                  <a:spcPts val="375"/>
                </a:spcBef>
                <a:buClr>
                  <a:srgbClr val="A28E6A"/>
                </a:buClr>
                <a:buChar char="o"/>
                <a:defRPr sz="2000">
                  <a:solidFill>
                    <a:schemeClr val="tx1"/>
                  </a:solidFill>
                  <a:latin typeface="Perpetua" panose="02020502060401020303" pitchFamily="18" charset="0"/>
                  <a:ea typeface="宋体" pitchFamily="2" charset="-122"/>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itchFamily="2" charset="-122"/>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itchFamily="2" charset="-122"/>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itchFamily="2" charset="-122"/>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itchFamily="2" charset="-122"/>
                </a:defRPr>
              </a:lvl9pPr>
            </a:lstStyle>
            <a:p>
              <a:pPr algn="ctr" eaLnBrk="1" hangingPunct="1">
                <a:spcBef>
                  <a:spcPct val="50000"/>
                </a:spcBef>
                <a:buClrTx/>
                <a:buSzTx/>
                <a:buFont typeface="Monotype Sorts" pitchFamily="2" charset="2"/>
                <a:buNone/>
              </a:pPr>
              <a:r>
                <a:rPr lang="en-US" altLang="zh-CN" sz="1400" b="1">
                  <a:latin typeface="+mn-ea"/>
                  <a:ea typeface="+mn-ea"/>
                </a:rPr>
                <a:t>t</a:t>
              </a:r>
              <a:r>
                <a:rPr lang="en-US" altLang="zh-CN" sz="1400" b="1" baseline="-25000">
                  <a:latin typeface="+mn-ea"/>
                  <a:ea typeface="+mn-ea"/>
                </a:rPr>
                <a:t>1</a:t>
              </a:r>
              <a:endParaRPr lang="en-US" altLang="zh-CN" sz="1400" b="1" baseline="-25000">
                <a:latin typeface="+mn-ea"/>
                <a:ea typeface="+mn-ea"/>
              </a:endParaRPr>
            </a:p>
          </p:txBody>
        </p:sp>
        <p:sp>
          <p:nvSpPr>
            <p:cNvPr id="133" name="Text Box 22"/>
            <p:cNvSpPr txBox="1">
              <a:spLocks noChangeArrowheads="1"/>
            </p:cNvSpPr>
            <p:nvPr/>
          </p:nvSpPr>
          <p:spPr bwMode="auto">
            <a:xfrm>
              <a:off x="4055235" y="2464798"/>
              <a:ext cx="381000" cy="3084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ea typeface="宋体" pitchFamily="2" charset="-122"/>
                </a:defRPr>
              </a:lvl1pPr>
              <a:lvl2pPr marL="742950" indent="-285750">
                <a:spcBef>
                  <a:spcPts val="375"/>
                </a:spcBef>
                <a:buClr>
                  <a:schemeClr val="accent2"/>
                </a:buClr>
                <a:buSzPct val="85000"/>
                <a:buFont typeface="Wingdings" panose="05000000000000000000" pitchFamily="2" charset="2"/>
                <a:buChar char="Ø"/>
                <a:defRPr sz="2200">
                  <a:solidFill>
                    <a:schemeClr val="tx1"/>
                  </a:solidFill>
                  <a:latin typeface="Perpetua" panose="02020502060401020303" pitchFamily="18" charset="0"/>
                  <a:ea typeface="宋体" pitchFamily="2" charset="-122"/>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ea typeface="宋体" pitchFamily="2" charset="-122"/>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ea typeface="宋体" pitchFamily="2" charset="-122"/>
                </a:defRPr>
              </a:lvl4pPr>
              <a:lvl5pPr marL="2057400" indent="-228600">
                <a:spcBef>
                  <a:spcPts val="375"/>
                </a:spcBef>
                <a:buClr>
                  <a:srgbClr val="A28E6A"/>
                </a:buClr>
                <a:buChar char="o"/>
                <a:defRPr sz="2000">
                  <a:solidFill>
                    <a:schemeClr val="tx1"/>
                  </a:solidFill>
                  <a:latin typeface="Perpetua" panose="02020502060401020303" pitchFamily="18" charset="0"/>
                  <a:ea typeface="宋体" pitchFamily="2" charset="-122"/>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itchFamily="2" charset="-122"/>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itchFamily="2" charset="-122"/>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itchFamily="2" charset="-122"/>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itchFamily="2" charset="-122"/>
                </a:defRPr>
              </a:lvl9pPr>
            </a:lstStyle>
            <a:p>
              <a:pPr eaLnBrk="1" hangingPunct="1">
                <a:spcBef>
                  <a:spcPct val="50000"/>
                </a:spcBef>
                <a:buClrTx/>
                <a:buSzTx/>
                <a:buFont typeface="Monotype Sorts" pitchFamily="2" charset="2"/>
                <a:buNone/>
              </a:pPr>
              <a:r>
                <a:rPr lang="en-US" altLang="zh-CN" sz="1400">
                  <a:latin typeface="+mn-ea"/>
                  <a:ea typeface="+mn-ea"/>
                </a:rPr>
                <a:t>t</a:t>
              </a:r>
              <a:r>
                <a:rPr lang="en-US" altLang="zh-CN" sz="1400" baseline="-25000">
                  <a:latin typeface="+mn-ea"/>
                  <a:ea typeface="+mn-ea"/>
                </a:rPr>
                <a:t>2</a:t>
              </a:r>
              <a:endParaRPr lang="en-US" altLang="zh-CN" sz="1400" baseline="-25000">
                <a:latin typeface="+mn-ea"/>
                <a:ea typeface="+mn-ea"/>
              </a:endParaRPr>
            </a:p>
          </p:txBody>
        </p:sp>
        <p:sp>
          <p:nvSpPr>
            <p:cNvPr id="134" name="Text Box 23"/>
            <p:cNvSpPr txBox="1">
              <a:spLocks noChangeArrowheads="1"/>
            </p:cNvSpPr>
            <p:nvPr/>
          </p:nvSpPr>
          <p:spPr bwMode="auto">
            <a:xfrm>
              <a:off x="5668135" y="2464798"/>
              <a:ext cx="381000" cy="3084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ea typeface="宋体" pitchFamily="2" charset="-122"/>
                </a:defRPr>
              </a:lvl1pPr>
              <a:lvl2pPr marL="742950" indent="-285750">
                <a:spcBef>
                  <a:spcPts val="375"/>
                </a:spcBef>
                <a:buClr>
                  <a:schemeClr val="accent2"/>
                </a:buClr>
                <a:buSzPct val="85000"/>
                <a:buFont typeface="Wingdings" panose="05000000000000000000" pitchFamily="2" charset="2"/>
                <a:buChar char="Ø"/>
                <a:defRPr sz="2200">
                  <a:solidFill>
                    <a:schemeClr val="tx1"/>
                  </a:solidFill>
                  <a:latin typeface="Perpetua" panose="02020502060401020303" pitchFamily="18" charset="0"/>
                  <a:ea typeface="宋体" pitchFamily="2" charset="-122"/>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ea typeface="宋体" pitchFamily="2" charset="-122"/>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ea typeface="宋体" pitchFamily="2" charset="-122"/>
                </a:defRPr>
              </a:lvl4pPr>
              <a:lvl5pPr marL="2057400" indent="-228600">
                <a:spcBef>
                  <a:spcPts val="375"/>
                </a:spcBef>
                <a:buClr>
                  <a:srgbClr val="A28E6A"/>
                </a:buClr>
                <a:buChar char="o"/>
                <a:defRPr sz="2000">
                  <a:solidFill>
                    <a:schemeClr val="tx1"/>
                  </a:solidFill>
                  <a:latin typeface="Perpetua" panose="02020502060401020303" pitchFamily="18" charset="0"/>
                  <a:ea typeface="宋体" pitchFamily="2" charset="-122"/>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itchFamily="2" charset="-122"/>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itchFamily="2" charset="-122"/>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itchFamily="2" charset="-122"/>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itchFamily="2" charset="-122"/>
                </a:defRPr>
              </a:lvl9pPr>
            </a:lstStyle>
            <a:p>
              <a:pPr eaLnBrk="1" hangingPunct="1">
                <a:spcBef>
                  <a:spcPct val="50000"/>
                </a:spcBef>
                <a:buClrTx/>
                <a:buSzTx/>
                <a:buFont typeface="Monotype Sorts" pitchFamily="2" charset="2"/>
                <a:buNone/>
              </a:pPr>
              <a:r>
                <a:rPr lang="en-US" altLang="zh-CN" sz="1400">
                  <a:latin typeface="+mn-ea"/>
                  <a:ea typeface="+mn-ea"/>
                </a:rPr>
                <a:t>t</a:t>
              </a:r>
              <a:r>
                <a:rPr lang="en-US" altLang="zh-CN" sz="1400" baseline="-25000">
                  <a:latin typeface="+mn-ea"/>
                  <a:ea typeface="+mn-ea"/>
                </a:rPr>
                <a:t>3</a:t>
              </a:r>
              <a:endParaRPr lang="en-US" altLang="zh-CN" sz="1400" baseline="-25000">
                <a:latin typeface="+mn-ea"/>
                <a:ea typeface="+mn-ea"/>
              </a:endParaRPr>
            </a:p>
          </p:txBody>
        </p:sp>
        <p:sp>
          <p:nvSpPr>
            <p:cNvPr id="135" name="Text Box 24"/>
            <p:cNvSpPr txBox="1">
              <a:spLocks noChangeArrowheads="1"/>
            </p:cNvSpPr>
            <p:nvPr/>
          </p:nvSpPr>
          <p:spPr bwMode="auto">
            <a:xfrm>
              <a:off x="6379335" y="2464798"/>
              <a:ext cx="381000" cy="3084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ea typeface="宋体" pitchFamily="2" charset="-122"/>
                </a:defRPr>
              </a:lvl1pPr>
              <a:lvl2pPr marL="742950" indent="-285750">
                <a:spcBef>
                  <a:spcPts val="375"/>
                </a:spcBef>
                <a:buClr>
                  <a:schemeClr val="accent2"/>
                </a:buClr>
                <a:buSzPct val="85000"/>
                <a:buFont typeface="Wingdings" panose="05000000000000000000" pitchFamily="2" charset="2"/>
                <a:buChar char="Ø"/>
                <a:defRPr sz="2200">
                  <a:solidFill>
                    <a:schemeClr val="tx1"/>
                  </a:solidFill>
                  <a:latin typeface="Perpetua" panose="02020502060401020303" pitchFamily="18" charset="0"/>
                  <a:ea typeface="宋体" pitchFamily="2" charset="-122"/>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ea typeface="宋体" pitchFamily="2" charset="-122"/>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ea typeface="宋体" pitchFamily="2" charset="-122"/>
                </a:defRPr>
              </a:lvl4pPr>
              <a:lvl5pPr marL="2057400" indent="-228600">
                <a:spcBef>
                  <a:spcPts val="375"/>
                </a:spcBef>
                <a:buClr>
                  <a:srgbClr val="A28E6A"/>
                </a:buClr>
                <a:buChar char="o"/>
                <a:defRPr sz="2000">
                  <a:solidFill>
                    <a:schemeClr val="tx1"/>
                  </a:solidFill>
                  <a:latin typeface="Perpetua" panose="02020502060401020303" pitchFamily="18" charset="0"/>
                  <a:ea typeface="宋体" pitchFamily="2" charset="-122"/>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itchFamily="2" charset="-122"/>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itchFamily="2" charset="-122"/>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itchFamily="2" charset="-122"/>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itchFamily="2" charset="-122"/>
                </a:defRPr>
              </a:lvl9pPr>
            </a:lstStyle>
            <a:p>
              <a:pPr eaLnBrk="1" hangingPunct="1">
                <a:spcBef>
                  <a:spcPct val="50000"/>
                </a:spcBef>
                <a:buClrTx/>
                <a:buSzTx/>
                <a:buFont typeface="Monotype Sorts" pitchFamily="2" charset="2"/>
                <a:buNone/>
              </a:pPr>
              <a:r>
                <a:rPr lang="en-US" altLang="zh-CN" sz="1400">
                  <a:latin typeface="+mn-ea"/>
                  <a:ea typeface="+mn-ea"/>
                </a:rPr>
                <a:t>t</a:t>
              </a:r>
              <a:r>
                <a:rPr lang="en-US" altLang="zh-CN" sz="1400" baseline="-25000">
                  <a:latin typeface="+mn-ea"/>
                  <a:ea typeface="+mn-ea"/>
                </a:rPr>
                <a:t>4</a:t>
              </a:r>
              <a:endParaRPr lang="en-US" altLang="zh-CN" sz="1400" baseline="-25000">
                <a:latin typeface="+mn-ea"/>
                <a:ea typeface="+mn-ea"/>
              </a:endParaRPr>
            </a:p>
          </p:txBody>
        </p:sp>
        <p:sp>
          <p:nvSpPr>
            <p:cNvPr id="136" name="Text Box 25"/>
            <p:cNvSpPr txBox="1">
              <a:spLocks noChangeArrowheads="1"/>
            </p:cNvSpPr>
            <p:nvPr/>
          </p:nvSpPr>
          <p:spPr bwMode="auto">
            <a:xfrm>
              <a:off x="7369935" y="2464798"/>
              <a:ext cx="381000" cy="3084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ea typeface="宋体" pitchFamily="2" charset="-122"/>
                </a:defRPr>
              </a:lvl1pPr>
              <a:lvl2pPr marL="742950" indent="-285750">
                <a:spcBef>
                  <a:spcPts val="375"/>
                </a:spcBef>
                <a:buClr>
                  <a:schemeClr val="accent2"/>
                </a:buClr>
                <a:buSzPct val="85000"/>
                <a:buFont typeface="Wingdings" panose="05000000000000000000" pitchFamily="2" charset="2"/>
                <a:buChar char="Ø"/>
                <a:defRPr sz="2200">
                  <a:solidFill>
                    <a:schemeClr val="tx1"/>
                  </a:solidFill>
                  <a:latin typeface="Perpetua" panose="02020502060401020303" pitchFamily="18" charset="0"/>
                  <a:ea typeface="宋体" pitchFamily="2" charset="-122"/>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ea typeface="宋体" pitchFamily="2" charset="-122"/>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ea typeface="宋体" pitchFamily="2" charset="-122"/>
                </a:defRPr>
              </a:lvl4pPr>
              <a:lvl5pPr marL="2057400" indent="-228600">
                <a:spcBef>
                  <a:spcPts val="375"/>
                </a:spcBef>
                <a:buClr>
                  <a:srgbClr val="A28E6A"/>
                </a:buClr>
                <a:buChar char="o"/>
                <a:defRPr sz="2000">
                  <a:solidFill>
                    <a:schemeClr val="tx1"/>
                  </a:solidFill>
                  <a:latin typeface="Perpetua" panose="02020502060401020303" pitchFamily="18" charset="0"/>
                  <a:ea typeface="宋体" pitchFamily="2" charset="-122"/>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itchFamily="2" charset="-122"/>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itchFamily="2" charset="-122"/>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itchFamily="2" charset="-122"/>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itchFamily="2" charset="-122"/>
                </a:defRPr>
              </a:lvl9pPr>
            </a:lstStyle>
            <a:p>
              <a:pPr eaLnBrk="1" hangingPunct="1">
                <a:spcBef>
                  <a:spcPct val="50000"/>
                </a:spcBef>
                <a:buClrTx/>
                <a:buSzTx/>
                <a:buFont typeface="Monotype Sorts" pitchFamily="2" charset="2"/>
                <a:buNone/>
              </a:pPr>
              <a:r>
                <a:rPr lang="en-US" altLang="zh-CN" sz="1400">
                  <a:latin typeface="+mn-ea"/>
                  <a:ea typeface="+mn-ea"/>
                </a:rPr>
                <a:t>t</a:t>
              </a:r>
              <a:r>
                <a:rPr lang="en-US" altLang="zh-CN" sz="1400" baseline="-25000">
                  <a:latin typeface="+mn-ea"/>
                  <a:ea typeface="+mn-ea"/>
                </a:rPr>
                <a:t>5</a:t>
              </a:r>
              <a:endParaRPr lang="en-US" altLang="zh-CN" sz="1400" baseline="-25000">
                <a:latin typeface="+mn-ea"/>
                <a:ea typeface="+mn-ea"/>
              </a:endParaRPr>
            </a:p>
          </p:txBody>
        </p:sp>
        <p:sp>
          <p:nvSpPr>
            <p:cNvPr id="137" name="Text Box 26"/>
            <p:cNvSpPr txBox="1">
              <a:spLocks noChangeArrowheads="1"/>
            </p:cNvSpPr>
            <p:nvPr/>
          </p:nvSpPr>
          <p:spPr bwMode="auto">
            <a:xfrm>
              <a:off x="8208135" y="2464798"/>
              <a:ext cx="381000" cy="3084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ea typeface="宋体" pitchFamily="2" charset="-122"/>
                </a:defRPr>
              </a:lvl1pPr>
              <a:lvl2pPr marL="742950" indent="-285750">
                <a:spcBef>
                  <a:spcPts val="375"/>
                </a:spcBef>
                <a:buClr>
                  <a:schemeClr val="accent2"/>
                </a:buClr>
                <a:buSzPct val="85000"/>
                <a:buFont typeface="Wingdings" panose="05000000000000000000" pitchFamily="2" charset="2"/>
                <a:buChar char="Ø"/>
                <a:defRPr sz="2200">
                  <a:solidFill>
                    <a:schemeClr val="tx1"/>
                  </a:solidFill>
                  <a:latin typeface="Perpetua" panose="02020502060401020303" pitchFamily="18" charset="0"/>
                  <a:ea typeface="宋体" pitchFamily="2" charset="-122"/>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ea typeface="宋体" pitchFamily="2" charset="-122"/>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ea typeface="宋体" pitchFamily="2" charset="-122"/>
                </a:defRPr>
              </a:lvl4pPr>
              <a:lvl5pPr marL="2057400" indent="-228600">
                <a:spcBef>
                  <a:spcPts val="375"/>
                </a:spcBef>
                <a:buClr>
                  <a:srgbClr val="A28E6A"/>
                </a:buClr>
                <a:buChar char="o"/>
                <a:defRPr sz="2000">
                  <a:solidFill>
                    <a:schemeClr val="tx1"/>
                  </a:solidFill>
                  <a:latin typeface="Perpetua" panose="02020502060401020303" pitchFamily="18" charset="0"/>
                  <a:ea typeface="宋体" pitchFamily="2" charset="-122"/>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itchFamily="2" charset="-122"/>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itchFamily="2" charset="-122"/>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itchFamily="2" charset="-122"/>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itchFamily="2" charset="-122"/>
                </a:defRPr>
              </a:lvl9pPr>
            </a:lstStyle>
            <a:p>
              <a:pPr eaLnBrk="1" hangingPunct="1">
                <a:spcBef>
                  <a:spcPct val="50000"/>
                </a:spcBef>
                <a:buClrTx/>
                <a:buSzTx/>
                <a:buFont typeface="Monotype Sorts" pitchFamily="2" charset="2"/>
                <a:buNone/>
              </a:pPr>
              <a:r>
                <a:rPr lang="en-US" altLang="zh-CN" sz="1400">
                  <a:latin typeface="+mn-ea"/>
                  <a:ea typeface="+mn-ea"/>
                </a:rPr>
                <a:t>t</a:t>
              </a:r>
              <a:r>
                <a:rPr lang="en-US" altLang="zh-CN" sz="1400" baseline="-25000">
                  <a:latin typeface="+mn-ea"/>
                  <a:ea typeface="+mn-ea"/>
                </a:rPr>
                <a:t>6</a:t>
              </a:r>
              <a:endParaRPr lang="en-US" altLang="zh-CN" sz="1400" baseline="-25000">
                <a:latin typeface="+mn-ea"/>
                <a:ea typeface="+mn-ea"/>
              </a:endParaRPr>
            </a:p>
          </p:txBody>
        </p:sp>
        <p:sp>
          <p:nvSpPr>
            <p:cNvPr id="138" name="Text Box 27"/>
            <p:cNvSpPr txBox="1">
              <a:spLocks noChangeArrowheads="1"/>
            </p:cNvSpPr>
            <p:nvPr/>
          </p:nvSpPr>
          <p:spPr bwMode="auto">
            <a:xfrm>
              <a:off x="9427335" y="2464798"/>
              <a:ext cx="381000" cy="3084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ea typeface="宋体" pitchFamily="2" charset="-122"/>
                </a:defRPr>
              </a:lvl1pPr>
              <a:lvl2pPr marL="742950" indent="-285750">
                <a:spcBef>
                  <a:spcPts val="375"/>
                </a:spcBef>
                <a:buClr>
                  <a:schemeClr val="accent2"/>
                </a:buClr>
                <a:buSzPct val="85000"/>
                <a:buFont typeface="Wingdings" panose="05000000000000000000" pitchFamily="2" charset="2"/>
                <a:buChar char="Ø"/>
                <a:defRPr sz="2200">
                  <a:solidFill>
                    <a:schemeClr val="tx1"/>
                  </a:solidFill>
                  <a:latin typeface="Perpetua" panose="02020502060401020303" pitchFamily="18" charset="0"/>
                  <a:ea typeface="宋体" pitchFamily="2" charset="-122"/>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ea typeface="宋体" pitchFamily="2" charset="-122"/>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ea typeface="宋体" pitchFamily="2" charset="-122"/>
                </a:defRPr>
              </a:lvl4pPr>
              <a:lvl5pPr marL="2057400" indent="-228600">
                <a:spcBef>
                  <a:spcPts val="375"/>
                </a:spcBef>
                <a:buClr>
                  <a:srgbClr val="A28E6A"/>
                </a:buClr>
                <a:buChar char="o"/>
                <a:defRPr sz="2000">
                  <a:solidFill>
                    <a:schemeClr val="tx1"/>
                  </a:solidFill>
                  <a:latin typeface="Perpetua" panose="02020502060401020303" pitchFamily="18" charset="0"/>
                  <a:ea typeface="宋体" pitchFamily="2" charset="-122"/>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itchFamily="2" charset="-122"/>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itchFamily="2" charset="-122"/>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itchFamily="2" charset="-122"/>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itchFamily="2" charset="-122"/>
                </a:defRPr>
              </a:lvl9pPr>
            </a:lstStyle>
            <a:p>
              <a:pPr eaLnBrk="1" hangingPunct="1">
                <a:spcBef>
                  <a:spcPct val="50000"/>
                </a:spcBef>
                <a:buClrTx/>
                <a:buSzTx/>
                <a:buFont typeface="Monotype Sorts" pitchFamily="2" charset="2"/>
                <a:buNone/>
              </a:pPr>
              <a:r>
                <a:rPr lang="en-US" altLang="zh-CN" sz="1400">
                  <a:latin typeface="+mn-ea"/>
                  <a:ea typeface="+mn-ea"/>
                </a:rPr>
                <a:t>t</a:t>
              </a:r>
              <a:r>
                <a:rPr lang="en-US" altLang="zh-CN" sz="1400" baseline="-25000">
                  <a:latin typeface="+mn-ea"/>
                  <a:ea typeface="+mn-ea"/>
                </a:rPr>
                <a:t>7</a:t>
              </a:r>
              <a:endParaRPr lang="en-US" altLang="zh-CN" sz="1400" baseline="-25000">
                <a:latin typeface="+mn-ea"/>
                <a:ea typeface="+mn-ea"/>
              </a:endParaRPr>
            </a:p>
          </p:txBody>
        </p:sp>
        <p:sp>
          <p:nvSpPr>
            <p:cNvPr id="139" name="Text Box 28"/>
            <p:cNvSpPr txBox="1">
              <a:spLocks noChangeArrowheads="1"/>
            </p:cNvSpPr>
            <p:nvPr/>
          </p:nvSpPr>
          <p:spPr bwMode="auto">
            <a:xfrm>
              <a:off x="9846435" y="2464798"/>
              <a:ext cx="381000" cy="3084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ea typeface="宋体" pitchFamily="2" charset="-122"/>
                </a:defRPr>
              </a:lvl1pPr>
              <a:lvl2pPr marL="742950" indent="-285750">
                <a:spcBef>
                  <a:spcPts val="375"/>
                </a:spcBef>
                <a:buClr>
                  <a:schemeClr val="accent2"/>
                </a:buClr>
                <a:buSzPct val="85000"/>
                <a:buFont typeface="Wingdings" panose="05000000000000000000" pitchFamily="2" charset="2"/>
                <a:buChar char="Ø"/>
                <a:defRPr sz="2200">
                  <a:solidFill>
                    <a:schemeClr val="tx1"/>
                  </a:solidFill>
                  <a:latin typeface="Perpetua" panose="02020502060401020303" pitchFamily="18" charset="0"/>
                  <a:ea typeface="宋体" pitchFamily="2" charset="-122"/>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ea typeface="宋体" pitchFamily="2" charset="-122"/>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ea typeface="宋体" pitchFamily="2" charset="-122"/>
                </a:defRPr>
              </a:lvl4pPr>
              <a:lvl5pPr marL="2057400" indent="-228600">
                <a:spcBef>
                  <a:spcPts val="375"/>
                </a:spcBef>
                <a:buClr>
                  <a:srgbClr val="A28E6A"/>
                </a:buClr>
                <a:buChar char="o"/>
                <a:defRPr sz="2000">
                  <a:solidFill>
                    <a:schemeClr val="tx1"/>
                  </a:solidFill>
                  <a:latin typeface="Perpetua" panose="02020502060401020303" pitchFamily="18" charset="0"/>
                  <a:ea typeface="宋体" pitchFamily="2" charset="-122"/>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itchFamily="2" charset="-122"/>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itchFamily="2" charset="-122"/>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itchFamily="2" charset="-122"/>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itchFamily="2" charset="-122"/>
                </a:defRPr>
              </a:lvl9pPr>
            </a:lstStyle>
            <a:p>
              <a:pPr eaLnBrk="1" hangingPunct="1">
                <a:spcBef>
                  <a:spcPct val="50000"/>
                </a:spcBef>
                <a:buClrTx/>
                <a:buSzTx/>
                <a:buFont typeface="Monotype Sorts" pitchFamily="2" charset="2"/>
                <a:buNone/>
              </a:pPr>
              <a:r>
                <a:rPr lang="en-US" altLang="zh-CN" sz="1400">
                  <a:latin typeface="+mn-ea"/>
                  <a:ea typeface="+mn-ea"/>
                </a:rPr>
                <a:t>t</a:t>
              </a:r>
              <a:r>
                <a:rPr lang="en-US" altLang="zh-CN" sz="1400" baseline="-25000">
                  <a:latin typeface="+mn-ea"/>
                  <a:ea typeface="+mn-ea"/>
                </a:rPr>
                <a:t>8</a:t>
              </a:r>
              <a:endParaRPr lang="en-US" altLang="zh-CN" sz="1400" baseline="-25000">
                <a:latin typeface="+mn-ea"/>
                <a:ea typeface="+mn-ea"/>
              </a:endParaRPr>
            </a:p>
          </p:txBody>
        </p:sp>
        <p:sp>
          <p:nvSpPr>
            <p:cNvPr id="140" name="Text Box 29"/>
            <p:cNvSpPr txBox="1">
              <a:spLocks noChangeArrowheads="1"/>
            </p:cNvSpPr>
            <p:nvPr/>
          </p:nvSpPr>
          <p:spPr bwMode="auto">
            <a:xfrm>
              <a:off x="1807335" y="1246493"/>
              <a:ext cx="914400" cy="3084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ea typeface="宋体" pitchFamily="2" charset="-122"/>
                </a:defRPr>
              </a:lvl1pPr>
              <a:lvl2pPr marL="742950" indent="-285750">
                <a:spcBef>
                  <a:spcPts val="375"/>
                </a:spcBef>
                <a:buClr>
                  <a:schemeClr val="accent2"/>
                </a:buClr>
                <a:buSzPct val="85000"/>
                <a:buFont typeface="Wingdings" panose="05000000000000000000" pitchFamily="2" charset="2"/>
                <a:buChar char="Ø"/>
                <a:defRPr sz="2200">
                  <a:solidFill>
                    <a:schemeClr val="tx1"/>
                  </a:solidFill>
                  <a:latin typeface="Perpetua" panose="02020502060401020303" pitchFamily="18" charset="0"/>
                  <a:ea typeface="宋体" pitchFamily="2" charset="-122"/>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ea typeface="宋体" pitchFamily="2" charset="-122"/>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ea typeface="宋体" pitchFamily="2" charset="-122"/>
                </a:defRPr>
              </a:lvl4pPr>
              <a:lvl5pPr marL="2057400" indent="-228600">
                <a:spcBef>
                  <a:spcPts val="375"/>
                </a:spcBef>
                <a:buClr>
                  <a:srgbClr val="A28E6A"/>
                </a:buClr>
                <a:buChar char="o"/>
                <a:defRPr sz="2000">
                  <a:solidFill>
                    <a:schemeClr val="tx1"/>
                  </a:solidFill>
                  <a:latin typeface="Perpetua" panose="02020502060401020303" pitchFamily="18" charset="0"/>
                  <a:ea typeface="宋体" pitchFamily="2" charset="-122"/>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itchFamily="2" charset="-122"/>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itchFamily="2" charset="-122"/>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itchFamily="2" charset="-122"/>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itchFamily="2" charset="-122"/>
                </a:defRPr>
              </a:lvl9pPr>
            </a:lstStyle>
            <a:p>
              <a:pPr algn="ctr" eaLnBrk="1" hangingPunct="1">
                <a:spcBef>
                  <a:spcPct val="50000"/>
                </a:spcBef>
                <a:buClrTx/>
                <a:buSzTx/>
                <a:buFont typeface="Monotype Sorts" pitchFamily="2" charset="2"/>
                <a:buNone/>
              </a:pPr>
              <a:r>
                <a:rPr lang="zh-CN" altLang="en-US" sz="1400" b="1">
                  <a:latin typeface="+mn-ea"/>
                  <a:ea typeface="+mn-ea"/>
                </a:rPr>
                <a:t>用户程序</a:t>
              </a:r>
              <a:endParaRPr lang="zh-CN" altLang="en-US" sz="1400" b="1">
                <a:latin typeface="+mn-ea"/>
                <a:ea typeface="+mn-ea"/>
              </a:endParaRPr>
            </a:p>
          </p:txBody>
        </p:sp>
        <p:sp>
          <p:nvSpPr>
            <p:cNvPr id="141" name="Text Box 30"/>
            <p:cNvSpPr txBox="1">
              <a:spLocks noChangeArrowheads="1"/>
            </p:cNvSpPr>
            <p:nvPr/>
          </p:nvSpPr>
          <p:spPr bwMode="auto">
            <a:xfrm>
              <a:off x="1807335" y="1703693"/>
              <a:ext cx="914400" cy="3084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ea typeface="宋体" pitchFamily="2" charset="-122"/>
                </a:defRPr>
              </a:lvl1pPr>
              <a:lvl2pPr marL="742950" indent="-285750">
                <a:spcBef>
                  <a:spcPts val="375"/>
                </a:spcBef>
                <a:buClr>
                  <a:schemeClr val="accent2"/>
                </a:buClr>
                <a:buSzPct val="85000"/>
                <a:buFont typeface="Wingdings" panose="05000000000000000000" pitchFamily="2" charset="2"/>
                <a:buChar char="Ø"/>
                <a:defRPr sz="2200">
                  <a:solidFill>
                    <a:schemeClr val="tx1"/>
                  </a:solidFill>
                  <a:latin typeface="Perpetua" panose="02020502060401020303" pitchFamily="18" charset="0"/>
                  <a:ea typeface="宋体" pitchFamily="2" charset="-122"/>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ea typeface="宋体" pitchFamily="2" charset="-122"/>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ea typeface="宋体" pitchFamily="2" charset="-122"/>
                </a:defRPr>
              </a:lvl4pPr>
              <a:lvl5pPr marL="2057400" indent="-228600">
                <a:spcBef>
                  <a:spcPts val="375"/>
                </a:spcBef>
                <a:buClr>
                  <a:srgbClr val="A28E6A"/>
                </a:buClr>
                <a:buChar char="o"/>
                <a:defRPr sz="2000">
                  <a:solidFill>
                    <a:schemeClr val="tx1"/>
                  </a:solidFill>
                  <a:latin typeface="Perpetua" panose="02020502060401020303" pitchFamily="18" charset="0"/>
                  <a:ea typeface="宋体" pitchFamily="2" charset="-122"/>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itchFamily="2" charset="-122"/>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itchFamily="2" charset="-122"/>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itchFamily="2" charset="-122"/>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itchFamily="2" charset="-122"/>
                </a:defRPr>
              </a:lvl9pPr>
            </a:lstStyle>
            <a:p>
              <a:pPr algn="ctr" eaLnBrk="1" hangingPunct="1">
                <a:spcBef>
                  <a:spcPct val="50000"/>
                </a:spcBef>
                <a:buClrTx/>
                <a:buSzTx/>
                <a:buFont typeface="Monotype Sorts" pitchFamily="2" charset="2"/>
                <a:buNone/>
              </a:pPr>
              <a:r>
                <a:rPr lang="zh-CN" altLang="en-US" sz="1400" b="1" dirty="0">
                  <a:latin typeface="+mn-ea"/>
                  <a:ea typeface="+mn-ea"/>
                </a:rPr>
                <a:t>监督程序</a:t>
              </a:r>
              <a:endParaRPr lang="zh-CN" altLang="en-US" sz="1400" b="1" dirty="0">
                <a:latin typeface="+mn-ea"/>
                <a:ea typeface="+mn-ea"/>
              </a:endParaRPr>
            </a:p>
          </p:txBody>
        </p:sp>
        <p:sp>
          <p:nvSpPr>
            <p:cNvPr id="142" name="Text Box 31"/>
            <p:cNvSpPr txBox="1">
              <a:spLocks noChangeArrowheads="1"/>
            </p:cNvSpPr>
            <p:nvPr/>
          </p:nvSpPr>
          <p:spPr bwMode="auto">
            <a:xfrm>
              <a:off x="1807335" y="2160893"/>
              <a:ext cx="914400" cy="3084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ea typeface="宋体" pitchFamily="2" charset="-122"/>
                </a:defRPr>
              </a:lvl1pPr>
              <a:lvl2pPr marL="742950" indent="-285750">
                <a:spcBef>
                  <a:spcPts val="375"/>
                </a:spcBef>
                <a:buClr>
                  <a:schemeClr val="accent2"/>
                </a:buClr>
                <a:buSzPct val="85000"/>
                <a:buFont typeface="Wingdings" panose="05000000000000000000" pitchFamily="2" charset="2"/>
                <a:buChar char="Ø"/>
                <a:defRPr sz="2200">
                  <a:solidFill>
                    <a:schemeClr val="tx1"/>
                  </a:solidFill>
                  <a:latin typeface="Perpetua" panose="02020502060401020303" pitchFamily="18" charset="0"/>
                  <a:ea typeface="宋体" pitchFamily="2" charset="-122"/>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ea typeface="宋体" pitchFamily="2" charset="-122"/>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ea typeface="宋体" pitchFamily="2" charset="-122"/>
                </a:defRPr>
              </a:lvl4pPr>
              <a:lvl5pPr marL="2057400" indent="-228600">
                <a:spcBef>
                  <a:spcPts val="375"/>
                </a:spcBef>
                <a:buClr>
                  <a:srgbClr val="A28E6A"/>
                </a:buClr>
                <a:buChar char="o"/>
                <a:defRPr sz="2000">
                  <a:solidFill>
                    <a:schemeClr val="tx1"/>
                  </a:solidFill>
                  <a:latin typeface="Perpetua" panose="02020502060401020303" pitchFamily="18" charset="0"/>
                  <a:ea typeface="宋体" pitchFamily="2" charset="-122"/>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itchFamily="2" charset="-122"/>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itchFamily="2" charset="-122"/>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itchFamily="2" charset="-122"/>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itchFamily="2" charset="-122"/>
                </a:defRPr>
              </a:lvl9pPr>
            </a:lstStyle>
            <a:p>
              <a:pPr algn="ctr" eaLnBrk="1" hangingPunct="1">
                <a:spcBef>
                  <a:spcPct val="50000"/>
                </a:spcBef>
                <a:buClrTx/>
                <a:buSzTx/>
                <a:buFont typeface="Monotype Sorts" pitchFamily="2" charset="2"/>
                <a:buNone/>
              </a:pPr>
              <a:r>
                <a:rPr lang="en-US" altLang="zh-CN" sz="1400" b="1" dirty="0">
                  <a:latin typeface="+mn-ea"/>
                  <a:ea typeface="+mn-ea"/>
                </a:rPr>
                <a:t>I/O</a:t>
              </a:r>
              <a:r>
                <a:rPr lang="zh-CN" altLang="en-US" sz="1400" b="1" dirty="0">
                  <a:latin typeface="+mn-ea"/>
                  <a:ea typeface="+mn-ea"/>
                </a:rPr>
                <a:t>操作</a:t>
              </a:r>
              <a:endParaRPr lang="zh-CN" altLang="en-US" sz="1400" b="1" dirty="0">
                <a:latin typeface="+mn-ea"/>
                <a:ea typeface="+mn-ea"/>
              </a:endParaRPr>
            </a:p>
          </p:txBody>
        </p:sp>
        <p:sp>
          <p:nvSpPr>
            <p:cNvPr id="143" name="Text Box 34"/>
            <p:cNvSpPr txBox="1">
              <a:spLocks noChangeArrowheads="1"/>
            </p:cNvSpPr>
            <p:nvPr/>
          </p:nvSpPr>
          <p:spPr bwMode="auto">
            <a:xfrm>
              <a:off x="5845935" y="2160892"/>
              <a:ext cx="914400" cy="3084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ea typeface="宋体" pitchFamily="2" charset="-122"/>
                </a:defRPr>
              </a:lvl1pPr>
              <a:lvl2pPr marL="742950" indent="-285750">
                <a:spcBef>
                  <a:spcPts val="375"/>
                </a:spcBef>
                <a:buClr>
                  <a:schemeClr val="accent2"/>
                </a:buClr>
                <a:buSzPct val="85000"/>
                <a:buFont typeface="Wingdings" panose="05000000000000000000" pitchFamily="2" charset="2"/>
                <a:buChar char="Ø"/>
                <a:defRPr sz="2200">
                  <a:solidFill>
                    <a:schemeClr val="tx1"/>
                  </a:solidFill>
                  <a:latin typeface="Perpetua" panose="02020502060401020303" pitchFamily="18" charset="0"/>
                  <a:ea typeface="宋体" pitchFamily="2" charset="-122"/>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ea typeface="宋体" pitchFamily="2" charset="-122"/>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ea typeface="宋体" pitchFamily="2" charset="-122"/>
                </a:defRPr>
              </a:lvl4pPr>
              <a:lvl5pPr marL="2057400" indent="-228600">
                <a:spcBef>
                  <a:spcPts val="375"/>
                </a:spcBef>
                <a:buClr>
                  <a:srgbClr val="A28E6A"/>
                </a:buClr>
                <a:buChar char="o"/>
                <a:defRPr sz="2000">
                  <a:solidFill>
                    <a:schemeClr val="tx1"/>
                  </a:solidFill>
                  <a:latin typeface="Perpetua" panose="02020502060401020303" pitchFamily="18" charset="0"/>
                  <a:ea typeface="宋体" pitchFamily="2" charset="-122"/>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itchFamily="2" charset="-122"/>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itchFamily="2" charset="-122"/>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itchFamily="2" charset="-122"/>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itchFamily="2" charset="-122"/>
                </a:defRPr>
              </a:lvl9pPr>
            </a:lstStyle>
            <a:p>
              <a:pPr algn="ctr" eaLnBrk="1" hangingPunct="1">
                <a:spcBef>
                  <a:spcPct val="50000"/>
                </a:spcBef>
                <a:buClrTx/>
                <a:buSzTx/>
                <a:buFont typeface="Monotype Sorts" pitchFamily="2" charset="2"/>
                <a:buNone/>
              </a:pPr>
              <a:r>
                <a:rPr lang="zh-CN" altLang="en-US" sz="1400" b="1" dirty="0">
                  <a:latin typeface="+mn-ea"/>
                  <a:ea typeface="+mn-ea"/>
                </a:rPr>
                <a:t>结束中断</a:t>
              </a:r>
              <a:endParaRPr lang="zh-CN" altLang="en-US" sz="1400" b="1" dirty="0">
                <a:latin typeface="+mn-ea"/>
                <a:ea typeface="+mn-ea"/>
              </a:endParaRPr>
            </a:p>
          </p:txBody>
        </p:sp>
        <p:sp>
          <p:nvSpPr>
            <p:cNvPr id="144" name="Text Box 35"/>
            <p:cNvSpPr txBox="1">
              <a:spLocks noChangeArrowheads="1"/>
            </p:cNvSpPr>
            <p:nvPr/>
          </p:nvSpPr>
          <p:spPr bwMode="auto">
            <a:xfrm>
              <a:off x="5464935" y="1551293"/>
              <a:ext cx="914400" cy="3084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ea typeface="宋体" pitchFamily="2" charset="-122"/>
                </a:defRPr>
              </a:lvl1pPr>
              <a:lvl2pPr marL="742950" indent="-285750">
                <a:spcBef>
                  <a:spcPts val="375"/>
                </a:spcBef>
                <a:buClr>
                  <a:schemeClr val="accent2"/>
                </a:buClr>
                <a:buSzPct val="85000"/>
                <a:buFont typeface="Wingdings" panose="05000000000000000000" pitchFamily="2" charset="2"/>
                <a:buChar char="Ø"/>
                <a:defRPr sz="2200">
                  <a:solidFill>
                    <a:schemeClr val="tx1"/>
                  </a:solidFill>
                  <a:latin typeface="Perpetua" panose="02020502060401020303" pitchFamily="18" charset="0"/>
                  <a:ea typeface="宋体" pitchFamily="2" charset="-122"/>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ea typeface="宋体" pitchFamily="2" charset="-122"/>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ea typeface="宋体" pitchFamily="2" charset="-122"/>
                </a:defRPr>
              </a:lvl4pPr>
              <a:lvl5pPr marL="2057400" indent="-228600">
                <a:spcBef>
                  <a:spcPts val="375"/>
                </a:spcBef>
                <a:buClr>
                  <a:srgbClr val="A28E6A"/>
                </a:buClr>
                <a:buChar char="o"/>
                <a:defRPr sz="2000">
                  <a:solidFill>
                    <a:schemeClr val="tx1"/>
                  </a:solidFill>
                  <a:latin typeface="Perpetua" panose="02020502060401020303" pitchFamily="18" charset="0"/>
                  <a:ea typeface="宋体" pitchFamily="2" charset="-122"/>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itchFamily="2" charset="-122"/>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itchFamily="2" charset="-122"/>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itchFamily="2" charset="-122"/>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itchFamily="2" charset="-122"/>
                </a:defRPr>
              </a:lvl9pPr>
            </a:lstStyle>
            <a:p>
              <a:pPr algn="ctr" eaLnBrk="1" hangingPunct="1">
                <a:spcBef>
                  <a:spcPct val="50000"/>
                </a:spcBef>
                <a:buClrTx/>
                <a:buSzTx/>
                <a:buFont typeface="Monotype Sorts" pitchFamily="2" charset="2"/>
                <a:buNone/>
              </a:pPr>
              <a:r>
                <a:rPr lang="en-US" altLang="zh-CN" sz="1400" b="1">
                  <a:latin typeface="+mn-ea"/>
                  <a:ea typeface="+mn-ea"/>
                </a:rPr>
                <a:t>I/O</a:t>
              </a:r>
              <a:r>
                <a:rPr lang="zh-CN" altLang="en-US" sz="1400" b="1">
                  <a:latin typeface="+mn-ea"/>
                  <a:ea typeface="+mn-ea"/>
                </a:rPr>
                <a:t>完成</a:t>
              </a:r>
              <a:endParaRPr lang="zh-CN" altLang="en-US" sz="1400" b="1">
                <a:latin typeface="+mn-ea"/>
                <a:ea typeface="+mn-ea"/>
              </a:endParaRPr>
            </a:p>
          </p:txBody>
        </p:sp>
        <p:sp>
          <p:nvSpPr>
            <p:cNvPr id="145" name="Text Box 36"/>
            <p:cNvSpPr txBox="1">
              <a:spLocks noChangeArrowheads="1"/>
            </p:cNvSpPr>
            <p:nvPr/>
          </p:nvSpPr>
          <p:spPr bwMode="auto">
            <a:xfrm>
              <a:off x="7255635" y="1094093"/>
              <a:ext cx="1219202" cy="3084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075" tIns="46038" rIns="92075" bIns="46038">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ea typeface="宋体" pitchFamily="2" charset="-122"/>
                </a:defRPr>
              </a:lvl1pPr>
              <a:lvl2pPr marL="742950" indent="-285750">
                <a:spcBef>
                  <a:spcPts val="375"/>
                </a:spcBef>
                <a:buClr>
                  <a:schemeClr val="accent2"/>
                </a:buClr>
                <a:buSzPct val="85000"/>
                <a:buFont typeface="Wingdings" panose="05000000000000000000" pitchFamily="2" charset="2"/>
                <a:buChar char="Ø"/>
                <a:defRPr sz="2200">
                  <a:solidFill>
                    <a:schemeClr val="tx1"/>
                  </a:solidFill>
                  <a:latin typeface="Perpetua" panose="02020502060401020303" pitchFamily="18" charset="0"/>
                  <a:ea typeface="宋体" pitchFamily="2" charset="-122"/>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ea typeface="宋体" pitchFamily="2" charset="-122"/>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ea typeface="宋体" pitchFamily="2" charset="-122"/>
                </a:defRPr>
              </a:lvl4pPr>
              <a:lvl5pPr marL="2057400" indent="-228600">
                <a:spcBef>
                  <a:spcPts val="375"/>
                </a:spcBef>
                <a:buClr>
                  <a:srgbClr val="A28E6A"/>
                </a:buClr>
                <a:buChar char="o"/>
                <a:defRPr sz="2000">
                  <a:solidFill>
                    <a:schemeClr val="tx1"/>
                  </a:solidFill>
                  <a:latin typeface="Perpetua" panose="02020502060401020303" pitchFamily="18" charset="0"/>
                  <a:ea typeface="宋体" pitchFamily="2" charset="-122"/>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itchFamily="2" charset="-122"/>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itchFamily="2" charset="-122"/>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itchFamily="2" charset="-122"/>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itchFamily="2" charset="-122"/>
                </a:defRPr>
              </a:lvl9pPr>
            </a:lstStyle>
            <a:p>
              <a:pPr algn="ctr" eaLnBrk="1" hangingPunct="1">
                <a:spcBef>
                  <a:spcPct val="50000"/>
                </a:spcBef>
                <a:buClrTx/>
                <a:buSzTx/>
                <a:buFont typeface="Monotype Sorts" pitchFamily="2" charset="2"/>
                <a:buNone/>
              </a:pPr>
              <a:r>
                <a:rPr lang="en-US" altLang="zh-CN" sz="1400" b="1" dirty="0">
                  <a:latin typeface="+mn-ea"/>
                  <a:ea typeface="+mn-ea"/>
                </a:rPr>
                <a:t>I/O</a:t>
              </a:r>
              <a:r>
                <a:rPr lang="zh-CN" altLang="en-US" sz="1400" b="1" dirty="0">
                  <a:latin typeface="+mn-ea"/>
                  <a:ea typeface="+mn-ea"/>
                </a:rPr>
                <a:t>中断请求</a:t>
              </a:r>
              <a:endParaRPr lang="zh-CN" altLang="en-US" sz="1400" b="1" dirty="0">
                <a:latin typeface="+mn-ea"/>
                <a:ea typeface="+mn-ea"/>
              </a:endParaRPr>
            </a:p>
          </p:txBody>
        </p:sp>
        <p:sp>
          <p:nvSpPr>
            <p:cNvPr id="146" name="Text Box 37"/>
            <p:cNvSpPr txBox="1">
              <a:spLocks noChangeArrowheads="1"/>
            </p:cNvSpPr>
            <p:nvPr/>
          </p:nvSpPr>
          <p:spPr bwMode="auto">
            <a:xfrm>
              <a:off x="7941435" y="1551293"/>
              <a:ext cx="914400" cy="3084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ea typeface="宋体" pitchFamily="2" charset="-122"/>
                </a:defRPr>
              </a:lvl1pPr>
              <a:lvl2pPr marL="742950" indent="-285750">
                <a:spcBef>
                  <a:spcPts val="375"/>
                </a:spcBef>
                <a:buClr>
                  <a:schemeClr val="accent2"/>
                </a:buClr>
                <a:buSzPct val="85000"/>
                <a:buFont typeface="Wingdings" panose="05000000000000000000" pitchFamily="2" charset="2"/>
                <a:buChar char="Ø"/>
                <a:defRPr sz="2200">
                  <a:solidFill>
                    <a:schemeClr val="tx1"/>
                  </a:solidFill>
                  <a:latin typeface="Perpetua" panose="02020502060401020303" pitchFamily="18" charset="0"/>
                  <a:ea typeface="宋体" pitchFamily="2" charset="-122"/>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ea typeface="宋体" pitchFamily="2" charset="-122"/>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ea typeface="宋体" pitchFamily="2" charset="-122"/>
                </a:defRPr>
              </a:lvl4pPr>
              <a:lvl5pPr marL="2057400" indent="-228600">
                <a:spcBef>
                  <a:spcPts val="375"/>
                </a:spcBef>
                <a:buClr>
                  <a:srgbClr val="A28E6A"/>
                </a:buClr>
                <a:buChar char="o"/>
                <a:defRPr sz="2000">
                  <a:solidFill>
                    <a:schemeClr val="tx1"/>
                  </a:solidFill>
                  <a:latin typeface="Perpetua" panose="02020502060401020303" pitchFamily="18" charset="0"/>
                  <a:ea typeface="宋体" pitchFamily="2" charset="-122"/>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itchFamily="2" charset="-122"/>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itchFamily="2" charset="-122"/>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itchFamily="2" charset="-122"/>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itchFamily="2" charset="-122"/>
                </a:defRPr>
              </a:lvl9pPr>
            </a:lstStyle>
            <a:p>
              <a:pPr algn="ctr" eaLnBrk="1" hangingPunct="1">
                <a:spcBef>
                  <a:spcPct val="50000"/>
                </a:spcBef>
                <a:buClrTx/>
                <a:buSzTx/>
                <a:buFont typeface="Monotype Sorts" pitchFamily="2" charset="2"/>
                <a:buNone/>
              </a:pPr>
              <a:r>
                <a:rPr lang="zh-CN" altLang="en-US" sz="1400" b="1">
                  <a:latin typeface="+mn-ea"/>
                  <a:ea typeface="+mn-ea"/>
                </a:rPr>
                <a:t>启动</a:t>
              </a:r>
              <a:r>
                <a:rPr lang="en-US" altLang="zh-CN" sz="1400" b="1">
                  <a:latin typeface="+mn-ea"/>
                  <a:ea typeface="+mn-ea"/>
                </a:rPr>
                <a:t>I/O</a:t>
              </a:r>
              <a:endParaRPr lang="en-US" altLang="zh-CN" sz="1400" b="1">
                <a:latin typeface="+mn-ea"/>
                <a:ea typeface="+mn-ea"/>
              </a:endParaRPr>
            </a:p>
          </p:txBody>
        </p:sp>
        <p:sp>
          <p:nvSpPr>
            <p:cNvPr id="147" name="Text Box 38"/>
            <p:cNvSpPr txBox="1">
              <a:spLocks noChangeArrowheads="1"/>
            </p:cNvSpPr>
            <p:nvPr/>
          </p:nvSpPr>
          <p:spPr bwMode="auto">
            <a:xfrm>
              <a:off x="9123071" y="1540520"/>
              <a:ext cx="838200" cy="3084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ea typeface="宋体" pitchFamily="2" charset="-122"/>
                </a:defRPr>
              </a:lvl1pPr>
              <a:lvl2pPr marL="742950" indent="-285750">
                <a:spcBef>
                  <a:spcPts val="375"/>
                </a:spcBef>
                <a:buClr>
                  <a:schemeClr val="accent2"/>
                </a:buClr>
                <a:buSzPct val="85000"/>
                <a:buFont typeface="Wingdings" panose="05000000000000000000" pitchFamily="2" charset="2"/>
                <a:buChar char="Ø"/>
                <a:defRPr sz="2200">
                  <a:solidFill>
                    <a:schemeClr val="tx1"/>
                  </a:solidFill>
                  <a:latin typeface="Perpetua" panose="02020502060401020303" pitchFamily="18" charset="0"/>
                  <a:ea typeface="宋体" pitchFamily="2" charset="-122"/>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ea typeface="宋体" pitchFamily="2" charset="-122"/>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ea typeface="宋体" pitchFamily="2" charset="-122"/>
                </a:defRPr>
              </a:lvl4pPr>
              <a:lvl5pPr marL="2057400" indent="-228600">
                <a:spcBef>
                  <a:spcPts val="375"/>
                </a:spcBef>
                <a:buClr>
                  <a:srgbClr val="A28E6A"/>
                </a:buClr>
                <a:buChar char="o"/>
                <a:defRPr sz="2000">
                  <a:solidFill>
                    <a:schemeClr val="tx1"/>
                  </a:solidFill>
                  <a:latin typeface="Perpetua" panose="02020502060401020303" pitchFamily="18" charset="0"/>
                  <a:ea typeface="宋体" pitchFamily="2" charset="-122"/>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itchFamily="2" charset="-122"/>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itchFamily="2" charset="-122"/>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itchFamily="2" charset="-122"/>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itchFamily="2" charset="-122"/>
                </a:defRPr>
              </a:lvl9pPr>
            </a:lstStyle>
            <a:p>
              <a:pPr algn="ctr" eaLnBrk="1" hangingPunct="1">
                <a:spcBef>
                  <a:spcPct val="50000"/>
                </a:spcBef>
                <a:buClrTx/>
                <a:buSzTx/>
                <a:buFont typeface="Monotype Sorts" pitchFamily="2" charset="2"/>
                <a:buNone/>
              </a:pPr>
              <a:r>
                <a:rPr lang="en-US" altLang="zh-CN" sz="1400" b="1" dirty="0">
                  <a:latin typeface="+mn-ea"/>
                  <a:ea typeface="+mn-ea"/>
                </a:rPr>
                <a:t>I/O</a:t>
              </a:r>
              <a:r>
                <a:rPr lang="zh-CN" altLang="en-US" sz="1400" b="1" dirty="0">
                  <a:latin typeface="+mn-ea"/>
                  <a:ea typeface="+mn-ea"/>
                </a:rPr>
                <a:t>完成</a:t>
              </a:r>
              <a:endParaRPr lang="zh-CN" altLang="en-US" sz="1400" b="1" dirty="0">
                <a:latin typeface="+mn-ea"/>
                <a:ea typeface="+mn-ea"/>
              </a:endParaRPr>
            </a:p>
          </p:txBody>
        </p:sp>
        <p:sp>
          <p:nvSpPr>
            <p:cNvPr id="148" name="Text Box 39"/>
            <p:cNvSpPr txBox="1">
              <a:spLocks noChangeArrowheads="1"/>
            </p:cNvSpPr>
            <p:nvPr/>
          </p:nvSpPr>
          <p:spPr bwMode="auto">
            <a:xfrm>
              <a:off x="3636135" y="1551293"/>
              <a:ext cx="914400" cy="3084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ea typeface="宋体" pitchFamily="2" charset="-122"/>
                </a:defRPr>
              </a:lvl1pPr>
              <a:lvl2pPr marL="742950" indent="-285750">
                <a:spcBef>
                  <a:spcPts val="375"/>
                </a:spcBef>
                <a:buClr>
                  <a:schemeClr val="accent2"/>
                </a:buClr>
                <a:buSzPct val="85000"/>
                <a:buFont typeface="Wingdings" panose="05000000000000000000" pitchFamily="2" charset="2"/>
                <a:buChar char="Ø"/>
                <a:defRPr sz="2200">
                  <a:solidFill>
                    <a:schemeClr val="tx1"/>
                  </a:solidFill>
                  <a:latin typeface="Perpetua" panose="02020502060401020303" pitchFamily="18" charset="0"/>
                  <a:ea typeface="宋体" pitchFamily="2" charset="-122"/>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ea typeface="宋体" pitchFamily="2" charset="-122"/>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ea typeface="宋体" pitchFamily="2" charset="-122"/>
                </a:defRPr>
              </a:lvl4pPr>
              <a:lvl5pPr marL="2057400" indent="-228600">
                <a:spcBef>
                  <a:spcPts val="375"/>
                </a:spcBef>
                <a:buClr>
                  <a:srgbClr val="A28E6A"/>
                </a:buClr>
                <a:buChar char="o"/>
                <a:defRPr sz="2000">
                  <a:solidFill>
                    <a:schemeClr val="tx1"/>
                  </a:solidFill>
                  <a:latin typeface="Perpetua" panose="02020502060401020303" pitchFamily="18" charset="0"/>
                  <a:ea typeface="宋体" pitchFamily="2" charset="-122"/>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itchFamily="2" charset="-122"/>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itchFamily="2" charset="-122"/>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itchFamily="2" charset="-122"/>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itchFamily="2" charset="-122"/>
                </a:defRPr>
              </a:lvl9pPr>
            </a:lstStyle>
            <a:p>
              <a:pPr algn="ctr" eaLnBrk="1" hangingPunct="1">
                <a:spcBef>
                  <a:spcPct val="50000"/>
                </a:spcBef>
                <a:buClrTx/>
                <a:buSzTx/>
                <a:buFont typeface="Monotype Sorts" pitchFamily="2" charset="2"/>
                <a:buNone/>
              </a:pPr>
              <a:r>
                <a:rPr lang="zh-CN" altLang="en-US" sz="1400" b="1">
                  <a:latin typeface="+mn-ea"/>
                  <a:ea typeface="+mn-ea"/>
                </a:rPr>
                <a:t>启动</a:t>
              </a:r>
              <a:r>
                <a:rPr lang="en-US" altLang="zh-CN" sz="1400" b="1">
                  <a:latin typeface="+mn-ea"/>
                  <a:ea typeface="+mn-ea"/>
                </a:rPr>
                <a:t>I/O</a:t>
              </a:r>
              <a:endParaRPr lang="en-US" altLang="zh-CN" sz="1400" b="1">
                <a:latin typeface="+mn-ea"/>
                <a:ea typeface="+mn-ea"/>
              </a:endParaRPr>
            </a:p>
          </p:txBody>
        </p:sp>
        <p:sp>
          <p:nvSpPr>
            <p:cNvPr id="149" name="Text Box 40"/>
            <p:cNvSpPr txBox="1">
              <a:spLocks noChangeArrowheads="1"/>
            </p:cNvSpPr>
            <p:nvPr/>
          </p:nvSpPr>
          <p:spPr bwMode="auto">
            <a:xfrm>
              <a:off x="3026534" y="1094093"/>
              <a:ext cx="1333499" cy="3084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075" tIns="46038" rIns="92075" bIns="46038">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ea typeface="宋体" pitchFamily="2" charset="-122"/>
                </a:defRPr>
              </a:lvl1pPr>
              <a:lvl2pPr marL="742950" indent="-285750">
                <a:spcBef>
                  <a:spcPts val="375"/>
                </a:spcBef>
                <a:buClr>
                  <a:schemeClr val="accent2"/>
                </a:buClr>
                <a:buSzPct val="85000"/>
                <a:buFont typeface="Wingdings" panose="05000000000000000000" pitchFamily="2" charset="2"/>
                <a:buChar char="Ø"/>
                <a:defRPr sz="2200">
                  <a:solidFill>
                    <a:schemeClr val="tx1"/>
                  </a:solidFill>
                  <a:latin typeface="Perpetua" panose="02020502060401020303" pitchFamily="18" charset="0"/>
                  <a:ea typeface="宋体" pitchFamily="2" charset="-122"/>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ea typeface="宋体" pitchFamily="2" charset="-122"/>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ea typeface="宋体" pitchFamily="2" charset="-122"/>
                </a:defRPr>
              </a:lvl4pPr>
              <a:lvl5pPr marL="2057400" indent="-228600">
                <a:spcBef>
                  <a:spcPts val="375"/>
                </a:spcBef>
                <a:buClr>
                  <a:srgbClr val="A28E6A"/>
                </a:buClr>
                <a:buChar char="o"/>
                <a:defRPr sz="2000">
                  <a:solidFill>
                    <a:schemeClr val="tx1"/>
                  </a:solidFill>
                  <a:latin typeface="Perpetua" panose="02020502060401020303" pitchFamily="18" charset="0"/>
                  <a:ea typeface="宋体" pitchFamily="2" charset="-122"/>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itchFamily="2" charset="-122"/>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itchFamily="2" charset="-122"/>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itchFamily="2" charset="-122"/>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itchFamily="2" charset="-122"/>
                </a:defRPr>
              </a:lvl9pPr>
            </a:lstStyle>
            <a:p>
              <a:pPr algn="ctr" eaLnBrk="1" hangingPunct="1">
                <a:spcBef>
                  <a:spcPct val="50000"/>
                </a:spcBef>
                <a:buClrTx/>
                <a:buSzTx/>
                <a:buFont typeface="Monotype Sorts" pitchFamily="2" charset="2"/>
                <a:buNone/>
              </a:pPr>
              <a:r>
                <a:rPr lang="en-US" altLang="zh-CN" sz="1400" b="1" dirty="0">
                  <a:latin typeface="+mn-ea"/>
                  <a:ea typeface="+mn-ea"/>
                </a:rPr>
                <a:t>I/O</a:t>
              </a:r>
              <a:r>
                <a:rPr lang="zh-CN" altLang="en-US" sz="1400" b="1" dirty="0">
                  <a:latin typeface="+mn-ea"/>
                  <a:ea typeface="+mn-ea"/>
                </a:rPr>
                <a:t>中断请求</a:t>
              </a:r>
              <a:endParaRPr lang="zh-CN" altLang="en-US" sz="1400" b="1" baseline="-25000" dirty="0">
                <a:latin typeface="+mn-ea"/>
                <a:ea typeface="+mn-ea"/>
              </a:endParaRPr>
            </a:p>
          </p:txBody>
        </p:sp>
        <p:sp>
          <p:nvSpPr>
            <p:cNvPr id="150" name="Line 41"/>
            <p:cNvSpPr>
              <a:spLocks noChangeShapeType="1"/>
            </p:cNvSpPr>
            <p:nvPr/>
          </p:nvSpPr>
          <p:spPr bwMode="auto">
            <a:xfrm>
              <a:off x="2645535" y="5915081"/>
              <a:ext cx="8001000" cy="0"/>
            </a:xfrm>
            <a:prstGeom prst="line">
              <a:avLst/>
            </a:prstGeom>
            <a:noFill/>
            <a:ln w="9525">
              <a:solidFill>
                <a:schemeClr val="tx2"/>
              </a:solidFill>
              <a:round/>
              <a:tailEnd type="triangle" w="med" len="med"/>
            </a:ln>
            <a:extLst>
              <a:ext uri="{909E8E84-426E-40DD-AFC4-6F175D3DCCD1}">
                <a14:hiddenFill xmlns:a14="http://schemas.microsoft.com/office/drawing/2010/main">
                  <a:noFill/>
                </a14:hiddenFill>
              </a:ext>
            </a:extLst>
          </p:spPr>
          <p:txBody>
            <a:bodyPr lIns="92075" tIns="46038" rIns="92075" bIns="46038"/>
            <a:lstStyle/>
            <a:p>
              <a:endParaRPr lang="zh-CN" altLang="en-US"/>
            </a:p>
          </p:txBody>
        </p:sp>
        <p:sp>
          <p:nvSpPr>
            <p:cNvPr id="151" name="Line 42"/>
            <p:cNvSpPr>
              <a:spLocks noChangeShapeType="1"/>
            </p:cNvSpPr>
            <p:nvPr/>
          </p:nvSpPr>
          <p:spPr bwMode="auto">
            <a:xfrm>
              <a:off x="2721735" y="3694550"/>
              <a:ext cx="838200" cy="0"/>
            </a:xfrm>
            <a:prstGeom prst="line">
              <a:avLst/>
            </a:prstGeom>
            <a:noFill/>
            <a:ln w="38100">
              <a:solidFill>
                <a:srgbClr val="FFCC00"/>
              </a:solidFill>
              <a:round/>
            </a:ln>
            <a:extLst>
              <a:ext uri="{909E8E84-426E-40DD-AFC4-6F175D3DCCD1}">
                <a14:hiddenFill xmlns:a14="http://schemas.microsoft.com/office/drawing/2010/main">
                  <a:noFill/>
                </a14:hiddenFill>
              </a:ext>
            </a:extLst>
          </p:spPr>
          <p:txBody>
            <a:bodyPr lIns="92075" tIns="46038" rIns="92075" bIns="46038"/>
            <a:lstStyle/>
            <a:p>
              <a:endParaRPr lang="zh-CN" altLang="en-US"/>
            </a:p>
          </p:txBody>
        </p:sp>
        <p:sp>
          <p:nvSpPr>
            <p:cNvPr id="152" name="Line 44"/>
            <p:cNvSpPr>
              <a:spLocks noChangeShapeType="1"/>
            </p:cNvSpPr>
            <p:nvPr/>
          </p:nvSpPr>
          <p:spPr bwMode="auto">
            <a:xfrm>
              <a:off x="3940935" y="4227950"/>
              <a:ext cx="762000" cy="0"/>
            </a:xfrm>
            <a:prstGeom prst="line">
              <a:avLst/>
            </a:prstGeom>
            <a:noFill/>
            <a:ln w="38100">
              <a:solidFill>
                <a:srgbClr val="FFCC00"/>
              </a:solidFill>
              <a:round/>
            </a:ln>
            <a:extLst>
              <a:ext uri="{909E8E84-426E-40DD-AFC4-6F175D3DCCD1}">
                <a14:hiddenFill xmlns:a14="http://schemas.microsoft.com/office/drawing/2010/main">
                  <a:noFill/>
                </a14:hiddenFill>
              </a:ext>
            </a:extLst>
          </p:spPr>
          <p:txBody>
            <a:bodyPr lIns="92075" tIns="46038" rIns="92075" bIns="46038"/>
            <a:lstStyle/>
            <a:p>
              <a:endParaRPr lang="zh-CN" altLang="en-US"/>
            </a:p>
          </p:txBody>
        </p:sp>
        <p:sp>
          <p:nvSpPr>
            <p:cNvPr id="153" name="Line 45"/>
            <p:cNvSpPr>
              <a:spLocks noChangeShapeType="1"/>
            </p:cNvSpPr>
            <p:nvPr/>
          </p:nvSpPr>
          <p:spPr bwMode="auto">
            <a:xfrm>
              <a:off x="3559935" y="3694550"/>
              <a:ext cx="0" cy="2057400"/>
            </a:xfrm>
            <a:prstGeom prst="line">
              <a:avLst/>
            </a:prstGeom>
            <a:noFill/>
            <a:ln w="38100">
              <a:solidFill>
                <a:schemeClr val="tx2"/>
              </a:solidFill>
              <a:prstDash val="sysDot"/>
              <a:round/>
            </a:ln>
            <a:extLst>
              <a:ext uri="{909E8E84-426E-40DD-AFC4-6F175D3DCCD1}">
                <a14:hiddenFill xmlns:a14="http://schemas.microsoft.com/office/drawing/2010/main">
                  <a:noFill/>
                </a14:hiddenFill>
              </a:ext>
            </a:extLst>
          </p:spPr>
          <p:txBody>
            <a:bodyPr lIns="92075" tIns="46038" rIns="92075" bIns="46038"/>
            <a:lstStyle/>
            <a:p>
              <a:endParaRPr lang="zh-CN" altLang="en-US"/>
            </a:p>
          </p:txBody>
        </p:sp>
        <p:sp>
          <p:nvSpPr>
            <p:cNvPr id="154" name="Line 46"/>
            <p:cNvSpPr>
              <a:spLocks noChangeShapeType="1"/>
            </p:cNvSpPr>
            <p:nvPr/>
          </p:nvSpPr>
          <p:spPr bwMode="auto">
            <a:xfrm>
              <a:off x="3559935" y="5751950"/>
              <a:ext cx="381000" cy="0"/>
            </a:xfrm>
            <a:prstGeom prst="line">
              <a:avLst/>
            </a:prstGeom>
            <a:noFill/>
            <a:ln w="9525">
              <a:solidFill>
                <a:schemeClr val="tx2"/>
              </a:solidFill>
              <a:round/>
            </a:ln>
            <a:extLst>
              <a:ext uri="{909E8E84-426E-40DD-AFC4-6F175D3DCCD1}">
                <a14:hiddenFill xmlns:a14="http://schemas.microsoft.com/office/drawing/2010/main">
                  <a:noFill/>
                </a14:hiddenFill>
              </a:ext>
            </a:extLst>
          </p:spPr>
          <p:txBody>
            <a:bodyPr lIns="92075" tIns="46038" rIns="92075" bIns="46038"/>
            <a:lstStyle/>
            <a:p>
              <a:endParaRPr lang="zh-CN" altLang="en-US"/>
            </a:p>
          </p:txBody>
        </p:sp>
        <p:sp>
          <p:nvSpPr>
            <p:cNvPr id="155" name="Line 47"/>
            <p:cNvSpPr>
              <a:spLocks noChangeShapeType="1"/>
            </p:cNvSpPr>
            <p:nvPr/>
          </p:nvSpPr>
          <p:spPr bwMode="auto">
            <a:xfrm flipV="1">
              <a:off x="3940935" y="3694550"/>
              <a:ext cx="0" cy="2057400"/>
            </a:xfrm>
            <a:prstGeom prst="line">
              <a:avLst/>
            </a:prstGeom>
            <a:noFill/>
            <a:ln w="38100">
              <a:solidFill>
                <a:schemeClr val="tx2"/>
              </a:solidFill>
              <a:prstDash val="sysDot"/>
              <a:round/>
            </a:ln>
            <a:extLst>
              <a:ext uri="{909E8E84-426E-40DD-AFC4-6F175D3DCCD1}">
                <a14:hiddenFill xmlns:a14="http://schemas.microsoft.com/office/drawing/2010/main">
                  <a:noFill/>
                </a14:hiddenFill>
              </a:ext>
            </a:extLst>
          </p:spPr>
          <p:txBody>
            <a:bodyPr lIns="92075" tIns="46038" rIns="92075" bIns="46038"/>
            <a:lstStyle/>
            <a:p>
              <a:endParaRPr lang="zh-CN" altLang="en-US"/>
            </a:p>
          </p:txBody>
        </p:sp>
        <p:sp>
          <p:nvSpPr>
            <p:cNvPr id="156" name="Line 48"/>
            <p:cNvSpPr>
              <a:spLocks noChangeShapeType="1"/>
            </p:cNvSpPr>
            <p:nvPr/>
          </p:nvSpPr>
          <p:spPr bwMode="auto">
            <a:xfrm>
              <a:off x="3940935" y="3694550"/>
              <a:ext cx="3810000" cy="0"/>
            </a:xfrm>
            <a:prstGeom prst="line">
              <a:avLst/>
            </a:prstGeom>
            <a:noFill/>
            <a:ln w="9525">
              <a:solidFill>
                <a:schemeClr val="tx2"/>
              </a:solidFill>
              <a:round/>
            </a:ln>
            <a:extLst>
              <a:ext uri="{909E8E84-426E-40DD-AFC4-6F175D3DCCD1}">
                <a14:hiddenFill xmlns:a14="http://schemas.microsoft.com/office/drawing/2010/main">
                  <a:noFill/>
                </a14:hiddenFill>
              </a:ext>
            </a:extLst>
          </p:spPr>
          <p:txBody>
            <a:bodyPr lIns="92075" tIns="46038" rIns="92075" bIns="46038"/>
            <a:lstStyle/>
            <a:p>
              <a:endParaRPr lang="zh-CN" altLang="en-US"/>
            </a:p>
          </p:txBody>
        </p:sp>
        <p:sp>
          <p:nvSpPr>
            <p:cNvPr id="157" name="Line 49"/>
            <p:cNvSpPr>
              <a:spLocks noChangeShapeType="1"/>
            </p:cNvSpPr>
            <p:nvPr/>
          </p:nvSpPr>
          <p:spPr bwMode="auto">
            <a:xfrm>
              <a:off x="4702935" y="4227950"/>
              <a:ext cx="0" cy="1524000"/>
            </a:xfrm>
            <a:prstGeom prst="line">
              <a:avLst/>
            </a:prstGeom>
            <a:noFill/>
            <a:ln w="38100">
              <a:solidFill>
                <a:schemeClr val="tx2"/>
              </a:solidFill>
              <a:prstDash val="sysDot"/>
              <a:round/>
            </a:ln>
            <a:extLst>
              <a:ext uri="{909E8E84-426E-40DD-AFC4-6F175D3DCCD1}">
                <a14:hiddenFill xmlns:a14="http://schemas.microsoft.com/office/drawing/2010/main">
                  <a:noFill/>
                </a14:hiddenFill>
              </a:ext>
            </a:extLst>
          </p:spPr>
          <p:txBody>
            <a:bodyPr lIns="92075" tIns="46038" rIns="92075" bIns="46038"/>
            <a:lstStyle/>
            <a:p>
              <a:endParaRPr lang="zh-CN" altLang="en-US"/>
            </a:p>
          </p:txBody>
        </p:sp>
        <p:sp>
          <p:nvSpPr>
            <p:cNvPr id="158" name="Line 50"/>
            <p:cNvSpPr>
              <a:spLocks noChangeShapeType="1"/>
            </p:cNvSpPr>
            <p:nvPr/>
          </p:nvSpPr>
          <p:spPr bwMode="auto">
            <a:xfrm>
              <a:off x="4702935" y="5751950"/>
              <a:ext cx="381000" cy="0"/>
            </a:xfrm>
            <a:prstGeom prst="line">
              <a:avLst/>
            </a:prstGeom>
            <a:noFill/>
            <a:ln w="9525">
              <a:solidFill>
                <a:schemeClr val="tx2"/>
              </a:solidFill>
              <a:round/>
            </a:ln>
            <a:extLst>
              <a:ext uri="{909E8E84-426E-40DD-AFC4-6F175D3DCCD1}">
                <a14:hiddenFill xmlns:a14="http://schemas.microsoft.com/office/drawing/2010/main">
                  <a:noFill/>
                </a14:hiddenFill>
              </a:ext>
            </a:extLst>
          </p:spPr>
          <p:txBody>
            <a:bodyPr lIns="92075" tIns="46038" rIns="92075" bIns="46038"/>
            <a:lstStyle/>
            <a:p>
              <a:endParaRPr lang="zh-CN" altLang="en-US"/>
            </a:p>
          </p:txBody>
        </p:sp>
        <p:sp>
          <p:nvSpPr>
            <p:cNvPr id="159" name="Line 51"/>
            <p:cNvSpPr>
              <a:spLocks noChangeShapeType="1"/>
            </p:cNvSpPr>
            <p:nvPr/>
          </p:nvSpPr>
          <p:spPr bwMode="auto">
            <a:xfrm flipV="1">
              <a:off x="5083935" y="4227950"/>
              <a:ext cx="0" cy="1524000"/>
            </a:xfrm>
            <a:prstGeom prst="line">
              <a:avLst/>
            </a:prstGeom>
            <a:noFill/>
            <a:ln w="38100">
              <a:solidFill>
                <a:schemeClr val="tx2"/>
              </a:solidFill>
              <a:prstDash val="sysDot"/>
              <a:round/>
            </a:ln>
            <a:extLst>
              <a:ext uri="{909E8E84-426E-40DD-AFC4-6F175D3DCCD1}">
                <a14:hiddenFill xmlns:a14="http://schemas.microsoft.com/office/drawing/2010/main">
                  <a:noFill/>
                </a14:hiddenFill>
              </a:ext>
            </a:extLst>
          </p:spPr>
          <p:txBody>
            <a:bodyPr lIns="92075" tIns="46038" rIns="92075" bIns="46038"/>
            <a:lstStyle/>
            <a:p>
              <a:endParaRPr lang="zh-CN" altLang="en-US"/>
            </a:p>
          </p:txBody>
        </p:sp>
        <p:sp>
          <p:nvSpPr>
            <p:cNvPr id="160" name="Line 52"/>
            <p:cNvSpPr>
              <a:spLocks noChangeShapeType="1"/>
            </p:cNvSpPr>
            <p:nvPr/>
          </p:nvSpPr>
          <p:spPr bwMode="auto">
            <a:xfrm>
              <a:off x="5083935" y="4227950"/>
              <a:ext cx="4267200"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14:hiddenLine>
              </a:ext>
            </a:extLst>
          </p:spPr>
          <p:txBody>
            <a:bodyPr lIns="92075" tIns="46038" rIns="92075" bIns="46038"/>
            <a:lstStyle/>
            <a:p>
              <a:endParaRPr lang="zh-CN" altLang="en-US"/>
            </a:p>
          </p:txBody>
        </p:sp>
        <p:sp>
          <p:nvSpPr>
            <p:cNvPr id="161" name="Line 53"/>
            <p:cNvSpPr>
              <a:spLocks noChangeShapeType="1"/>
            </p:cNvSpPr>
            <p:nvPr/>
          </p:nvSpPr>
          <p:spPr bwMode="auto">
            <a:xfrm>
              <a:off x="5083935" y="4761350"/>
              <a:ext cx="914400" cy="0"/>
            </a:xfrm>
            <a:prstGeom prst="line">
              <a:avLst/>
            </a:prstGeom>
            <a:noFill/>
            <a:ln w="38100">
              <a:solidFill>
                <a:srgbClr val="FFCC00"/>
              </a:solidFill>
              <a:round/>
            </a:ln>
            <a:extLst>
              <a:ext uri="{909E8E84-426E-40DD-AFC4-6F175D3DCCD1}">
                <a14:hiddenFill xmlns:a14="http://schemas.microsoft.com/office/drawing/2010/main">
                  <a:noFill/>
                </a14:hiddenFill>
              </a:ext>
            </a:extLst>
          </p:spPr>
          <p:txBody>
            <a:bodyPr lIns="92075" tIns="46038" rIns="92075" bIns="46038"/>
            <a:lstStyle/>
            <a:p>
              <a:endParaRPr lang="zh-CN" altLang="en-US"/>
            </a:p>
          </p:txBody>
        </p:sp>
        <p:sp>
          <p:nvSpPr>
            <p:cNvPr id="162" name="Line 54"/>
            <p:cNvSpPr>
              <a:spLocks noChangeShapeType="1"/>
            </p:cNvSpPr>
            <p:nvPr/>
          </p:nvSpPr>
          <p:spPr bwMode="auto">
            <a:xfrm>
              <a:off x="5998335" y="4761350"/>
              <a:ext cx="0" cy="990600"/>
            </a:xfrm>
            <a:prstGeom prst="line">
              <a:avLst/>
            </a:prstGeom>
            <a:noFill/>
            <a:ln w="38100">
              <a:solidFill>
                <a:schemeClr val="tx2"/>
              </a:solidFill>
              <a:prstDash val="sysDot"/>
              <a:round/>
            </a:ln>
            <a:extLst>
              <a:ext uri="{909E8E84-426E-40DD-AFC4-6F175D3DCCD1}">
                <a14:hiddenFill xmlns:a14="http://schemas.microsoft.com/office/drawing/2010/main">
                  <a:noFill/>
                </a14:hiddenFill>
              </a:ext>
            </a:extLst>
          </p:spPr>
          <p:txBody>
            <a:bodyPr lIns="92075" tIns="46038" rIns="92075" bIns="46038"/>
            <a:lstStyle/>
            <a:p>
              <a:endParaRPr lang="zh-CN" altLang="en-US"/>
            </a:p>
          </p:txBody>
        </p:sp>
        <p:sp>
          <p:nvSpPr>
            <p:cNvPr id="163" name="Line 55"/>
            <p:cNvSpPr>
              <a:spLocks noChangeShapeType="1"/>
            </p:cNvSpPr>
            <p:nvPr/>
          </p:nvSpPr>
          <p:spPr bwMode="auto">
            <a:xfrm>
              <a:off x="5998335" y="5751950"/>
              <a:ext cx="381000" cy="0"/>
            </a:xfrm>
            <a:prstGeom prst="line">
              <a:avLst/>
            </a:prstGeom>
            <a:noFill/>
            <a:ln w="9525">
              <a:solidFill>
                <a:schemeClr val="tx2"/>
              </a:solidFill>
              <a:round/>
            </a:ln>
            <a:extLst>
              <a:ext uri="{909E8E84-426E-40DD-AFC4-6F175D3DCCD1}">
                <a14:hiddenFill xmlns:a14="http://schemas.microsoft.com/office/drawing/2010/main">
                  <a:noFill/>
                </a14:hiddenFill>
              </a:ext>
            </a:extLst>
          </p:spPr>
          <p:txBody>
            <a:bodyPr lIns="92075" tIns="46038" rIns="92075" bIns="46038"/>
            <a:lstStyle/>
            <a:p>
              <a:endParaRPr lang="zh-CN" altLang="en-US"/>
            </a:p>
          </p:txBody>
        </p:sp>
        <p:sp>
          <p:nvSpPr>
            <p:cNvPr id="164" name="Line 56"/>
            <p:cNvSpPr>
              <a:spLocks noChangeShapeType="1"/>
            </p:cNvSpPr>
            <p:nvPr/>
          </p:nvSpPr>
          <p:spPr bwMode="auto">
            <a:xfrm>
              <a:off x="6379335" y="4761350"/>
              <a:ext cx="0" cy="990600"/>
            </a:xfrm>
            <a:prstGeom prst="line">
              <a:avLst/>
            </a:prstGeom>
            <a:noFill/>
            <a:ln w="38100">
              <a:solidFill>
                <a:schemeClr val="tx2"/>
              </a:solidFill>
              <a:prstDash val="sysDot"/>
              <a:round/>
            </a:ln>
            <a:extLst>
              <a:ext uri="{909E8E84-426E-40DD-AFC4-6F175D3DCCD1}">
                <a14:hiddenFill xmlns:a14="http://schemas.microsoft.com/office/drawing/2010/main">
                  <a:noFill/>
                </a14:hiddenFill>
              </a:ext>
            </a:extLst>
          </p:spPr>
          <p:txBody>
            <a:bodyPr lIns="92075" tIns="46038" rIns="92075" bIns="46038"/>
            <a:lstStyle/>
            <a:p>
              <a:endParaRPr lang="zh-CN" altLang="en-US"/>
            </a:p>
          </p:txBody>
        </p:sp>
        <p:sp>
          <p:nvSpPr>
            <p:cNvPr id="165" name="Line 57"/>
            <p:cNvSpPr>
              <a:spLocks noChangeShapeType="1"/>
            </p:cNvSpPr>
            <p:nvPr/>
          </p:nvSpPr>
          <p:spPr bwMode="auto">
            <a:xfrm>
              <a:off x="6379335" y="4761350"/>
              <a:ext cx="2667000" cy="0"/>
            </a:xfrm>
            <a:prstGeom prst="line">
              <a:avLst/>
            </a:prstGeom>
            <a:noFill/>
            <a:ln w="9525">
              <a:solidFill>
                <a:schemeClr val="tx2"/>
              </a:solidFill>
              <a:round/>
            </a:ln>
            <a:extLst>
              <a:ext uri="{909E8E84-426E-40DD-AFC4-6F175D3DCCD1}">
                <a14:hiddenFill xmlns:a14="http://schemas.microsoft.com/office/drawing/2010/main">
                  <a:noFill/>
                </a14:hiddenFill>
              </a:ext>
            </a:extLst>
          </p:spPr>
          <p:txBody>
            <a:bodyPr lIns="92075" tIns="46038" rIns="92075" bIns="46038"/>
            <a:lstStyle/>
            <a:p>
              <a:endParaRPr lang="zh-CN" altLang="en-US"/>
            </a:p>
          </p:txBody>
        </p:sp>
        <p:sp>
          <p:nvSpPr>
            <p:cNvPr id="166" name="Line 58"/>
            <p:cNvSpPr>
              <a:spLocks noChangeShapeType="1"/>
            </p:cNvSpPr>
            <p:nvPr/>
          </p:nvSpPr>
          <p:spPr bwMode="auto">
            <a:xfrm>
              <a:off x="6379335" y="5370950"/>
              <a:ext cx="1295400" cy="0"/>
            </a:xfrm>
            <a:prstGeom prst="line">
              <a:avLst/>
            </a:prstGeom>
            <a:noFill/>
            <a:ln w="38100">
              <a:solidFill>
                <a:srgbClr val="FFCC00"/>
              </a:solidFill>
              <a:round/>
            </a:ln>
            <a:extLst>
              <a:ext uri="{909E8E84-426E-40DD-AFC4-6F175D3DCCD1}">
                <a14:hiddenFill xmlns:a14="http://schemas.microsoft.com/office/drawing/2010/main">
                  <a:noFill/>
                </a14:hiddenFill>
              </a:ext>
            </a:extLst>
          </p:spPr>
          <p:txBody>
            <a:bodyPr lIns="92075" tIns="46038" rIns="92075" bIns="46038"/>
            <a:lstStyle/>
            <a:p>
              <a:endParaRPr lang="zh-CN" altLang="en-US"/>
            </a:p>
          </p:txBody>
        </p:sp>
        <p:sp>
          <p:nvSpPr>
            <p:cNvPr id="167" name="Line 59"/>
            <p:cNvSpPr>
              <a:spLocks noChangeShapeType="1"/>
            </p:cNvSpPr>
            <p:nvPr/>
          </p:nvSpPr>
          <p:spPr bwMode="auto">
            <a:xfrm>
              <a:off x="7674735" y="5370950"/>
              <a:ext cx="0" cy="457200"/>
            </a:xfrm>
            <a:prstGeom prst="line">
              <a:avLst/>
            </a:prstGeom>
            <a:noFill/>
            <a:ln w="38100">
              <a:solidFill>
                <a:schemeClr val="tx2"/>
              </a:solidFill>
              <a:prstDash val="sysDot"/>
              <a:round/>
            </a:ln>
            <a:extLst>
              <a:ext uri="{909E8E84-426E-40DD-AFC4-6F175D3DCCD1}">
                <a14:hiddenFill xmlns:a14="http://schemas.microsoft.com/office/drawing/2010/main">
                  <a:noFill/>
                </a14:hiddenFill>
              </a:ext>
            </a:extLst>
          </p:spPr>
          <p:txBody>
            <a:bodyPr lIns="92075" tIns="46038" rIns="92075" bIns="46038"/>
            <a:lstStyle/>
            <a:p>
              <a:endParaRPr lang="zh-CN" altLang="en-US"/>
            </a:p>
          </p:txBody>
        </p:sp>
        <p:sp>
          <p:nvSpPr>
            <p:cNvPr id="168" name="Line 60"/>
            <p:cNvSpPr>
              <a:spLocks noChangeShapeType="1"/>
            </p:cNvSpPr>
            <p:nvPr/>
          </p:nvSpPr>
          <p:spPr bwMode="auto">
            <a:xfrm>
              <a:off x="7674735" y="5828150"/>
              <a:ext cx="381000" cy="0"/>
            </a:xfrm>
            <a:prstGeom prst="line">
              <a:avLst/>
            </a:prstGeom>
            <a:noFill/>
            <a:ln w="9525">
              <a:solidFill>
                <a:schemeClr val="tx2"/>
              </a:solidFill>
              <a:round/>
            </a:ln>
            <a:extLst>
              <a:ext uri="{909E8E84-426E-40DD-AFC4-6F175D3DCCD1}">
                <a14:hiddenFill xmlns:a14="http://schemas.microsoft.com/office/drawing/2010/main">
                  <a:noFill/>
                </a14:hiddenFill>
              </a:ext>
            </a:extLst>
          </p:spPr>
          <p:txBody>
            <a:bodyPr lIns="92075" tIns="46038" rIns="92075" bIns="46038"/>
            <a:lstStyle/>
            <a:p>
              <a:endParaRPr lang="zh-CN" altLang="en-US"/>
            </a:p>
          </p:txBody>
        </p:sp>
        <p:sp>
          <p:nvSpPr>
            <p:cNvPr id="169" name="Line 61"/>
            <p:cNvSpPr>
              <a:spLocks noChangeShapeType="1"/>
            </p:cNvSpPr>
            <p:nvPr/>
          </p:nvSpPr>
          <p:spPr bwMode="auto">
            <a:xfrm flipV="1">
              <a:off x="8055735" y="5370950"/>
              <a:ext cx="0" cy="457200"/>
            </a:xfrm>
            <a:prstGeom prst="line">
              <a:avLst/>
            </a:prstGeom>
            <a:noFill/>
            <a:ln w="38100">
              <a:solidFill>
                <a:schemeClr val="tx2"/>
              </a:solidFill>
              <a:prstDash val="sysDot"/>
              <a:round/>
            </a:ln>
            <a:extLst>
              <a:ext uri="{909E8E84-426E-40DD-AFC4-6F175D3DCCD1}">
                <a14:hiddenFill xmlns:a14="http://schemas.microsoft.com/office/drawing/2010/main">
                  <a:noFill/>
                </a14:hiddenFill>
              </a:ext>
            </a:extLst>
          </p:spPr>
          <p:txBody>
            <a:bodyPr lIns="92075" tIns="46038" rIns="92075" bIns="46038"/>
            <a:lstStyle/>
            <a:p>
              <a:endParaRPr lang="zh-CN" altLang="en-US"/>
            </a:p>
          </p:txBody>
        </p:sp>
        <p:sp>
          <p:nvSpPr>
            <p:cNvPr id="170" name="Line 62"/>
            <p:cNvSpPr>
              <a:spLocks noChangeShapeType="1"/>
            </p:cNvSpPr>
            <p:nvPr/>
          </p:nvSpPr>
          <p:spPr bwMode="auto">
            <a:xfrm>
              <a:off x="8055735" y="5370950"/>
              <a:ext cx="2133600" cy="0"/>
            </a:xfrm>
            <a:prstGeom prst="line">
              <a:avLst/>
            </a:prstGeom>
            <a:noFill/>
            <a:ln w="9525">
              <a:solidFill>
                <a:schemeClr val="tx2"/>
              </a:solidFill>
              <a:round/>
            </a:ln>
            <a:extLst>
              <a:ext uri="{909E8E84-426E-40DD-AFC4-6F175D3DCCD1}">
                <a14:hiddenFill xmlns:a14="http://schemas.microsoft.com/office/drawing/2010/main">
                  <a:noFill/>
                </a14:hiddenFill>
              </a:ext>
            </a:extLst>
          </p:spPr>
          <p:txBody>
            <a:bodyPr lIns="92075" tIns="46038" rIns="92075" bIns="46038"/>
            <a:lstStyle/>
            <a:p>
              <a:endParaRPr lang="zh-CN" altLang="en-US"/>
            </a:p>
          </p:txBody>
        </p:sp>
        <p:sp>
          <p:nvSpPr>
            <p:cNvPr id="171" name="Line 63"/>
            <p:cNvSpPr>
              <a:spLocks noChangeShapeType="1"/>
            </p:cNvSpPr>
            <p:nvPr/>
          </p:nvSpPr>
          <p:spPr bwMode="auto">
            <a:xfrm>
              <a:off x="9427335" y="4761350"/>
              <a:ext cx="914400" cy="0"/>
            </a:xfrm>
            <a:prstGeom prst="line">
              <a:avLst/>
            </a:prstGeom>
            <a:noFill/>
            <a:ln w="38100">
              <a:solidFill>
                <a:srgbClr val="FFCC00"/>
              </a:solidFill>
              <a:round/>
            </a:ln>
            <a:extLst>
              <a:ext uri="{909E8E84-426E-40DD-AFC4-6F175D3DCCD1}">
                <a14:hiddenFill xmlns:a14="http://schemas.microsoft.com/office/drawing/2010/main">
                  <a:noFill/>
                </a14:hiddenFill>
              </a:ext>
            </a:extLst>
          </p:spPr>
          <p:txBody>
            <a:bodyPr lIns="92075" tIns="46038" rIns="92075" bIns="46038"/>
            <a:lstStyle/>
            <a:p>
              <a:endParaRPr lang="zh-CN" altLang="en-US"/>
            </a:p>
          </p:txBody>
        </p:sp>
        <p:sp>
          <p:nvSpPr>
            <p:cNvPr id="172" name="Line 64"/>
            <p:cNvSpPr>
              <a:spLocks noChangeShapeType="1"/>
            </p:cNvSpPr>
            <p:nvPr/>
          </p:nvSpPr>
          <p:spPr bwMode="auto">
            <a:xfrm>
              <a:off x="5083935" y="4227950"/>
              <a:ext cx="4191000" cy="0"/>
            </a:xfrm>
            <a:prstGeom prst="line">
              <a:avLst/>
            </a:prstGeom>
            <a:noFill/>
            <a:ln w="9525">
              <a:solidFill>
                <a:schemeClr val="tx2"/>
              </a:solidFill>
              <a:round/>
            </a:ln>
            <a:extLst>
              <a:ext uri="{909E8E84-426E-40DD-AFC4-6F175D3DCCD1}">
                <a14:hiddenFill xmlns:a14="http://schemas.microsoft.com/office/drawing/2010/main">
                  <a:noFill/>
                </a14:hiddenFill>
              </a:ext>
            </a:extLst>
          </p:spPr>
          <p:txBody>
            <a:bodyPr lIns="92075" tIns="46038" rIns="92075" bIns="46038"/>
            <a:lstStyle/>
            <a:p>
              <a:endParaRPr lang="zh-CN" altLang="en-US"/>
            </a:p>
          </p:txBody>
        </p:sp>
        <p:sp>
          <p:nvSpPr>
            <p:cNvPr id="173" name="Line 65"/>
            <p:cNvSpPr>
              <a:spLocks noChangeShapeType="1"/>
            </p:cNvSpPr>
            <p:nvPr/>
          </p:nvSpPr>
          <p:spPr bwMode="auto">
            <a:xfrm>
              <a:off x="8665335" y="3694550"/>
              <a:ext cx="762000" cy="0"/>
            </a:xfrm>
            <a:prstGeom prst="line">
              <a:avLst/>
            </a:prstGeom>
            <a:noFill/>
            <a:ln w="38100">
              <a:solidFill>
                <a:srgbClr val="FFCC00"/>
              </a:solidFill>
              <a:round/>
            </a:ln>
            <a:extLst>
              <a:ext uri="{909E8E84-426E-40DD-AFC4-6F175D3DCCD1}">
                <a14:hiddenFill xmlns:a14="http://schemas.microsoft.com/office/drawing/2010/main">
                  <a:noFill/>
                </a14:hiddenFill>
              </a:ext>
            </a:extLst>
          </p:spPr>
          <p:txBody>
            <a:bodyPr lIns="92075" tIns="46038" rIns="92075" bIns="46038"/>
            <a:lstStyle/>
            <a:p>
              <a:endParaRPr lang="zh-CN" altLang="en-US"/>
            </a:p>
          </p:txBody>
        </p:sp>
        <p:sp>
          <p:nvSpPr>
            <p:cNvPr id="174" name="Line 66"/>
            <p:cNvSpPr>
              <a:spLocks noChangeShapeType="1"/>
            </p:cNvSpPr>
            <p:nvPr/>
          </p:nvSpPr>
          <p:spPr bwMode="auto">
            <a:xfrm>
              <a:off x="9427335" y="3694550"/>
              <a:ext cx="0" cy="1066800"/>
            </a:xfrm>
            <a:prstGeom prst="line">
              <a:avLst/>
            </a:prstGeom>
            <a:noFill/>
            <a:ln w="38100">
              <a:solidFill>
                <a:schemeClr val="tx2"/>
              </a:solidFill>
              <a:prstDash val="sysDot"/>
              <a:round/>
            </a:ln>
            <a:extLst>
              <a:ext uri="{909E8E84-426E-40DD-AFC4-6F175D3DCCD1}">
                <a14:hiddenFill xmlns:a14="http://schemas.microsoft.com/office/drawing/2010/main">
                  <a:noFill/>
                </a14:hiddenFill>
              </a:ext>
            </a:extLst>
          </p:spPr>
          <p:txBody>
            <a:bodyPr lIns="92075" tIns="46038" rIns="92075" bIns="46038"/>
            <a:lstStyle/>
            <a:p>
              <a:endParaRPr lang="zh-CN" altLang="en-US"/>
            </a:p>
          </p:txBody>
        </p:sp>
        <p:sp>
          <p:nvSpPr>
            <p:cNvPr id="175" name="Text Box 67"/>
            <p:cNvSpPr txBox="1">
              <a:spLocks noChangeArrowheads="1"/>
            </p:cNvSpPr>
            <p:nvPr/>
          </p:nvSpPr>
          <p:spPr bwMode="auto">
            <a:xfrm>
              <a:off x="1807335" y="3542150"/>
              <a:ext cx="685800" cy="3084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075" tIns="46038" rIns="92075" bIns="46038">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ea typeface="宋体" pitchFamily="2" charset="-122"/>
                </a:defRPr>
              </a:lvl1pPr>
              <a:lvl2pPr marL="742950" indent="-285750">
                <a:spcBef>
                  <a:spcPts val="375"/>
                </a:spcBef>
                <a:buClr>
                  <a:schemeClr val="accent2"/>
                </a:buClr>
                <a:buSzPct val="85000"/>
                <a:buFont typeface="Wingdings" panose="05000000000000000000" pitchFamily="2" charset="2"/>
                <a:buChar char="Ø"/>
                <a:defRPr sz="2200">
                  <a:solidFill>
                    <a:schemeClr val="tx1"/>
                  </a:solidFill>
                  <a:latin typeface="Perpetua" panose="02020502060401020303" pitchFamily="18" charset="0"/>
                  <a:ea typeface="宋体" pitchFamily="2" charset="-122"/>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ea typeface="宋体" pitchFamily="2" charset="-122"/>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ea typeface="宋体" pitchFamily="2" charset="-122"/>
                </a:defRPr>
              </a:lvl4pPr>
              <a:lvl5pPr marL="2057400" indent="-228600">
                <a:spcBef>
                  <a:spcPts val="375"/>
                </a:spcBef>
                <a:buClr>
                  <a:srgbClr val="A28E6A"/>
                </a:buClr>
                <a:buChar char="o"/>
                <a:defRPr sz="2000">
                  <a:solidFill>
                    <a:schemeClr val="tx1"/>
                  </a:solidFill>
                  <a:latin typeface="Perpetua" panose="02020502060401020303" pitchFamily="18" charset="0"/>
                  <a:ea typeface="宋体" pitchFamily="2" charset="-122"/>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itchFamily="2" charset="-122"/>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itchFamily="2" charset="-122"/>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itchFamily="2" charset="-122"/>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itchFamily="2" charset="-122"/>
                </a:defRPr>
              </a:lvl9pPr>
            </a:lstStyle>
            <a:p>
              <a:pPr algn="ctr" eaLnBrk="1" hangingPunct="1">
                <a:spcBef>
                  <a:spcPct val="50000"/>
                </a:spcBef>
                <a:buClrTx/>
                <a:buSzTx/>
                <a:buFont typeface="Monotype Sorts" pitchFamily="2" charset="2"/>
                <a:buNone/>
              </a:pPr>
              <a:r>
                <a:rPr lang="zh-CN" altLang="en-US" sz="1400" b="1" dirty="0">
                  <a:latin typeface="+mn-ea"/>
                  <a:ea typeface="+mn-ea"/>
                </a:rPr>
                <a:t>程序</a:t>
              </a:r>
              <a:r>
                <a:rPr lang="en-US" altLang="zh-CN" sz="1400" b="1" dirty="0">
                  <a:latin typeface="+mn-ea"/>
                  <a:ea typeface="+mn-ea"/>
                </a:rPr>
                <a:t>A</a:t>
              </a:r>
              <a:endParaRPr lang="en-US" altLang="zh-CN" sz="1400" b="1" dirty="0">
                <a:latin typeface="+mn-ea"/>
                <a:ea typeface="+mn-ea"/>
              </a:endParaRPr>
            </a:p>
          </p:txBody>
        </p:sp>
        <p:sp>
          <p:nvSpPr>
            <p:cNvPr id="176" name="Text Box 70"/>
            <p:cNvSpPr txBox="1">
              <a:spLocks noChangeArrowheads="1"/>
            </p:cNvSpPr>
            <p:nvPr/>
          </p:nvSpPr>
          <p:spPr bwMode="auto">
            <a:xfrm>
              <a:off x="1807335" y="4075550"/>
              <a:ext cx="685800" cy="3084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075" tIns="46038" rIns="92075" bIns="46038">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ea typeface="宋体" pitchFamily="2" charset="-122"/>
                </a:defRPr>
              </a:lvl1pPr>
              <a:lvl2pPr marL="742950" indent="-285750">
                <a:spcBef>
                  <a:spcPts val="375"/>
                </a:spcBef>
                <a:buClr>
                  <a:schemeClr val="accent2"/>
                </a:buClr>
                <a:buSzPct val="85000"/>
                <a:buFont typeface="Wingdings" panose="05000000000000000000" pitchFamily="2" charset="2"/>
                <a:buChar char="Ø"/>
                <a:defRPr sz="2200">
                  <a:solidFill>
                    <a:schemeClr val="tx1"/>
                  </a:solidFill>
                  <a:latin typeface="Perpetua" panose="02020502060401020303" pitchFamily="18" charset="0"/>
                  <a:ea typeface="宋体" pitchFamily="2" charset="-122"/>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ea typeface="宋体" pitchFamily="2" charset="-122"/>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ea typeface="宋体" pitchFamily="2" charset="-122"/>
                </a:defRPr>
              </a:lvl4pPr>
              <a:lvl5pPr marL="2057400" indent="-228600">
                <a:spcBef>
                  <a:spcPts val="375"/>
                </a:spcBef>
                <a:buClr>
                  <a:srgbClr val="A28E6A"/>
                </a:buClr>
                <a:buChar char="o"/>
                <a:defRPr sz="2000">
                  <a:solidFill>
                    <a:schemeClr val="tx1"/>
                  </a:solidFill>
                  <a:latin typeface="Perpetua" panose="02020502060401020303" pitchFamily="18" charset="0"/>
                  <a:ea typeface="宋体" pitchFamily="2" charset="-122"/>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itchFamily="2" charset="-122"/>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itchFamily="2" charset="-122"/>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itchFamily="2" charset="-122"/>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itchFamily="2" charset="-122"/>
                </a:defRPr>
              </a:lvl9pPr>
            </a:lstStyle>
            <a:p>
              <a:pPr algn="ctr" eaLnBrk="1" hangingPunct="1">
                <a:spcBef>
                  <a:spcPct val="50000"/>
                </a:spcBef>
                <a:buClrTx/>
                <a:buSzTx/>
                <a:buFont typeface="Monotype Sorts" pitchFamily="2" charset="2"/>
                <a:buNone/>
              </a:pPr>
              <a:r>
                <a:rPr lang="zh-CN" altLang="en-US" sz="1400" b="1" dirty="0">
                  <a:latin typeface="+mn-ea"/>
                  <a:ea typeface="+mn-ea"/>
                </a:rPr>
                <a:t>程序</a:t>
              </a:r>
              <a:r>
                <a:rPr lang="en-US" altLang="zh-CN" sz="1400" b="1" dirty="0">
                  <a:latin typeface="+mn-ea"/>
                  <a:ea typeface="+mn-ea"/>
                </a:rPr>
                <a:t>B</a:t>
              </a:r>
              <a:endParaRPr lang="en-US" altLang="zh-CN" sz="1400" b="1" dirty="0">
                <a:latin typeface="+mn-ea"/>
                <a:ea typeface="+mn-ea"/>
              </a:endParaRPr>
            </a:p>
          </p:txBody>
        </p:sp>
        <p:sp>
          <p:nvSpPr>
            <p:cNvPr id="177" name="Text Box 71"/>
            <p:cNvSpPr txBox="1">
              <a:spLocks noChangeArrowheads="1"/>
            </p:cNvSpPr>
            <p:nvPr/>
          </p:nvSpPr>
          <p:spPr bwMode="auto">
            <a:xfrm>
              <a:off x="1807335" y="4608950"/>
              <a:ext cx="685800" cy="3084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075" tIns="46038" rIns="92075" bIns="46038">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ea typeface="宋体" pitchFamily="2" charset="-122"/>
                </a:defRPr>
              </a:lvl1pPr>
              <a:lvl2pPr marL="742950" indent="-285750">
                <a:spcBef>
                  <a:spcPts val="375"/>
                </a:spcBef>
                <a:buClr>
                  <a:schemeClr val="accent2"/>
                </a:buClr>
                <a:buSzPct val="85000"/>
                <a:buFont typeface="Wingdings" panose="05000000000000000000" pitchFamily="2" charset="2"/>
                <a:buChar char="Ø"/>
                <a:defRPr sz="2200">
                  <a:solidFill>
                    <a:schemeClr val="tx1"/>
                  </a:solidFill>
                  <a:latin typeface="Perpetua" panose="02020502060401020303" pitchFamily="18" charset="0"/>
                  <a:ea typeface="宋体" pitchFamily="2" charset="-122"/>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ea typeface="宋体" pitchFamily="2" charset="-122"/>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ea typeface="宋体" pitchFamily="2" charset="-122"/>
                </a:defRPr>
              </a:lvl4pPr>
              <a:lvl5pPr marL="2057400" indent="-228600">
                <a:spcBef>
                  <a:spcPts val="375"/>
                </a:spcBef>
                <a:buClr>
                  <a:srgbClr val="A28E6A"/>
                </a:buClr>
                <a:buChar char="o"/>
                <a:defRPr sz="2000">
                  <a:solidFill>
                    <a:schemeClr val="tx1"/>
                  </a:solidFill>
                  <a:latin typeface="Perpetua" panose="02020502060401020303" pitchFamily="18" charset="0"/>
                  <a:ea typeface="宋体" pitchFamily="2" charset="-122"/>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itchFamily="2" charset="-122"/>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itchFamily="2" charset="-122"/>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itchFamily="2" charset="-122"/>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itchFamily="2" charset="-122"/>
                </a:defRPr>
              </a:lvl9pPr>
            </a:lstStyle>
            <a:p>
              <a:pPr algn="ctr" eaLnBrk="1" hangingPunct="1">
                <a:spcBef>
                  <a:spcPct val="50000"/>
                </a:spcBef>
                <a:buClrTx/>
                <a:buSzTx/>
                <a:buFont typeface="Monotype Sorts" pitchFamily="2" charset="2"/>
                <a:buNone/>
              </a:pPr>
              <a:r>
                <a:rPr lang="zh-CN" altLang="en-US" sz="1400" b="1">
                  <a:latin typeface="+mn-ea"/>
                  <a:ea typeface="+mn-ea"/>
                </a:rPr>
                <a:t>程序</a:t>
              </a:r>
              <a:r>
                <a:rPr lang="en-US" altLang="zh-CN" sz="1400" b="1">
                  <a:latin typeface="+mn-ea"/>
                  <a:ea typeface="+mn-ea"/>
                </a:rPr>
                <a:t>C</a:t>
              </a:r>
              <a:endParaRPr lang="en-US" altLang="zh-CN" sz="1400" b="1">
                <a:latin typeface="+mn-ea"/>
                <a:ea typeface="+mn-ea"/>
              </a:endParaRPr>
            </a:p>
          </p:txBody>
        </p:sp>
        <p:sp>
          <p:nvSpPr>
            <p:cNvPr id="178" name="Text Box 72"/>
            <p:cNvSpPr txBox="1">
              <a:spLocks noChangeArrowheads="1"/>
            </p:cNvSpPr>
            <p:nvPr/>
          </p:nvSpPr>
          <p:spPr bwMode="auto">
            <a:xfrm>
              <a:off x="1807335" y="5142350"/>
              <a:ext cx="762000" cy="3084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075" tIns="46038" rIns="92075" bIns="46038">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ea typeface="宋体" pitchFamily="2" charset="-122"/>
                </a:defRPr>
              </a:lvl1pPr>
              <a:lvl2pPr marL="742950" indent="-285750">
                <a:spcBef>
                  <a:spcPts val="375"/>
                </a:spcBef>
                <a:buClr>
                  <a:schemeClr val="accent2"/>
                </a:buClr>
                <a:buSzPct val="85000"/>
                <a:buFont typeface="Wingdings" panose="05000000000000000000" pitchFamily="2" charset="2"/>
                <a:buChar char="Ø"/>
                <a:defRPr sz="2200">
                  <a:solidFill>
                    <a:schemeClr val="tx1"/>
                  </a:solidFill>
                  <a:latin typeface="Perpetua" panose="02020502060401020303" pitchFamily="18" charset="0"/>
                  <a:ea typeface="宋体" pitchFamily="2" charset="-122"/>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ea typeface="宋体" pitchFamily="2" charset="-122"/>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ea typeface="宋体" pitchFamily="2" charset="-122"/>
                </a:defRPr>
              </a:lvl4pPr>
              <a:lvl5pPr marL="2057400" indent="-228600">
                <a:spcBef>
                  <a:spcPts val="375"/>
                </a:spcBef>
                <a:buClr>
                  <a:srgbClr val="A28E6A"/>
                </a:buClr>
                <a:buChar char="o"/>
                <a:defRPr sz="2000">
                  <a:solidFill>
                    <a:schemeClr val="tx1"/>
                  </a:solidFill>
                  <a:latin typeface="Perpetua" panose="02020502060401020303" pitchFamily="18" charset="0"/>
                  <a:ea typeface="宋体" pitchFamily="2" charset="-122"/>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itchFamily="2" charset="-122"/>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itchFamily="2" charset="-122"/>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itchFamily="2" charset="-122"/>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itchFamily="2" charset="-122"/>
                </a:defRPr>
              </a:lvl9pPr>
            </a:lstStyle>
            <a:p>
              <a:pPr algn="ctr" eaLnBrk="1" hangingPunct="1">
                <a:spcBef>
                  <a:spcPct val="50000"/>
                </a:spcBef>
                <a:buClrTx/>
                <a:buSzTx/>
                <a:buFont typeface="Monotype Sorts" pitchFamily="2" charset="2"/>
                <a:buNone/>
              </a:pPr>
              <a:r>
                <a:rPr lang="zh-CN" altLang="en-US" sz="1400" b="1" dirty="0">
                  <a:latin typeface="+mn-ea"/>
                  <a:ea typeface="+mn-ea"/>
                </a:rPr>
                <a:t>程序</a:t>
              </a:r>
              <a:r>
                <a:rPr lang="en-US" altLang="zh-CN" sz="1400" b="1" dirty="0">
                  <a:latin typeface="+mn-ea"/>
                  <a:ea typeface="+mn-ea"/>
                </a:rPr>
                <a:t>D</a:t>
              </a:r>
              <a:endParaRPr lang="en-US" altLang="zh-CN" sz="1400" b="1" dirty="0">
                <a:latin typeface="+mn-ea"/>
                <a:ea typeface="+mn-ea"/>
              </a:endParaRPr>
            </a:p>
          </p:txBody>
        </p:sp>
        <p:sp>
          <p:nvSpPr>
            <p:cNvPr id="179" name="Text Box 73"/>
            <p:cNvSpPr txBox="1">
              <a:spLocks noChangeArrowheads="1"/>
            </p:cNvSpPr>
            <p:nvPr/>
          </p:nvSpPr>
          <p:spPr bwMode="auto">
            <a:xfrm>
              <a:off x="1807335" y="5599550"/>
              <a:ext cx="990600" cy="3084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075" tIns="46038" rIns="92075" bIns="46038">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ea typeface="宋体" pitchFamily="2" charset="-122"/>
                </a:defRPr>
              </a:lvl1pPr>
              <a:lvl2pPr marL="742950" indent="-285750">
                <a:spcBef>
                  <a:spcPts val="375"/>
                </a:spcBef>
                <a:buClr>
                  <a:schemeClr val="accent2"/>
                </a:buClr>
                <a:buSzPct val="85000"/>
                <a:buFont typeface="Wingdings" panose="05000000000000000000" pitchFamily="2" charset="2"/>
                <a:buChar char="Ø"/>
                <a:defRPr sz="2200">
                  <a:solidFill>
                    <a:schemeClr val="tx1"/>
                  </a:solidFill>
                  <a:latin typeface="Perpetua" panose="02020502060401020303" pitchFamily="18" charset="0"/>
                  <a:ea typeface="宋体" pitchFamily="2" charset="-122"/>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ea typeface="宋体" pitchFamily="2" charset="-122"/>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ea typeface="宋体" pitchFamily="2" charset="-122"/>
                </a:defRPr>
              </a:lvl4pPr>
              <a:lvl5pPr marL="2057400" indent="-228600">
                <a:spcBef>
                  <a:spcPts val="375"/>
                </a:spcBef>
                <a:buClr>
                  <a:srgbClr val="A28E6A"/>
                </a:buClr>
                <a:buChar char="o"/>
                <a:defRPr sz="2000">
                  <a:solidFill>
                    <a:schemeClr val="tx1"/>
                  </a:solidFill>
                  <a:latin typeface="Perpetua" panose="02020502060401020303" pitchFamily="18" charset="0"/>
                  <a:ea typeface="宋体" pitchFamily="2" charset="-122"/>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itchFamily="2" charset="-122"/>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itchFamily="2" charset="-122"/>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itchFamily="2" charset="-122"/>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itchFamily="2" charset="-122"/>
                </a:defRPr>
              </a:lvl9pPr>
            </a:lstStyle>
            <a:p>
              <a:pPr algn="ctr" eaLnBrk="1" hangingPunct="1">
                <a:spcBef>
                  <a:spcPct val="50000"/>
                </a:spcBef>
                <a:buClrTx/>
                <a:buSzTx/>
                <a:buFont typeface="Monotype Sorts" pitchFamily="2" charset="2"/>
                <a:buNone/>
              </a:pPr>
              <a:r>
                <a:rPr lang="zh-CN" altLang="en-US" sz="1400" b="1" dirty="0">
                  <a:latin typeface="+mn-ea"/>
                  <a:ea typeface="+mn-ea"/>
                </a:rPr>
                <a:t>调度程序</a:t>
              </a:r>
              <a:endParaRPr lang="zh-CN" altLang="en-US" sz="1400" b="1" dirty="0">
                <a:latin typeface="+mn-ea"/>
                <a:ea typeface="+mn-ea"/>
              </a:endParaRPr>
            </a:p>
          </p:txBody>
        </p:sp>
        <p:sp>
          <p:nvSpPr>
            <p:cNvPr id="180" name="Text Box 74"/>
            <p:cNvSpPr txBox="1">
              <a:spLocks noChangeArrowheads="1"/>
            </p:cNvSpPr>
            <p:nvPr/>
          </p:nvSpPr>
          <p:spPr bwMode="auto">
            <a:xfrm>
              <a:off x="2595093" y="3401555"/>
              <a:ext cx="736600" cy="3084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075" tIns="46038" rIns="92075" bIns="46038">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ea typeface="宋体" pitchFamily="2" charset="-122"/>
                </a:defRPr>
              </a:lvl1pPr>
              <a:lvl2pPr marL="742950" indent="-285750">
                <a:spcBef>
                  <a:spcPts val="375"/>
                </a:spcBef>
                <a:buClr>
                  <a:schemeClr val="accent2"/>
                </a:buClr>
                <a:buSzPct val="85000"/>
                <a:buFont typeface="Wingdings" panose="05000000000000000000" pitchFamily="2" charset="2"/>
                <a:buChar char="Ø"/>
                <a:defRPr sz="2200">
                  <a:solidFill>
                    <a:schemeClr val="tx1"/>
                  </a:solidFill>
                  <a:latin typeface="Perpetua" panose="02020502060401020303" pitchFamily="18" charset="0"/>
                  <a:ea typeface="宋体" pitchFamily="2" charset="-122"/>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ea typeface="宋体" pitchFamily="2" charset="-122"/>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ea typeface="宋体" pitchFamily="2" charset="-122"/>
                </a:defRPr>
              </a:lvl4pPr>
              <a:lvl5pPr marL="2057400" indent="-228600">
                <a:spcBef>
                  <a:spcPts val="375"/>
                </a:spcBef>
                <a:buClr>
                  <a:srgbClr val="A28E6A"/>
                </a:buClr>
                <a:buChar char="o"/>
                <a:defRPr sz="2000">
                  <a:solidFill>
                    <a:schemeClr val="tx1"/>
                  </a:solidFill>
                  <a:latin typeface="Perpetua" panose="02020502060401020303" pitchFamily="18" charset="0"/>
                  <a:ea typeface="宋体" pitchFamily="2" charset="-122"/>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itchFamily="2" charset="-122"/>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itchFamily="2" charset="-122"/>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itchFamily="2" charset="-122"/>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itchFamily="2" charset="-122"/>
                </a:defRPr>
              </a:lvl9pPr>
            </a:lstStyle>
            <a:p>
              <a:pPr algn="ctr" eaLnBrk="1" hangingPunct="1">
                <a:spcBef>
                  <a:spcPct val="50000"/>
                </a:spcBef>
                <a:buClrTx/>
                <a:buSzTx/>
                <a:buFont typeface="Monotype Sorts" pitchFamily="2" charset="2"/>
                <a:buNone/>
              </a:pPr>
              <a:r>
                <a:rPr lang="zh-CN" altLang="en-US" sz="1400" b="1" dirty="0">
                  <a:latin typeface="+mn-ea"/>
                  <a:ea typeface="+mn-ea"/>
                </a:rPr>
                <a:t>程序</a:t>
              </a:r>
              <a:r>
                <a:rPr lang="en-US" altLang="zh-CN" sz="1400" b="1" dirty="0">
                  <a:latin typeface="+mn-ea"/>
                  <a:ea typeface="+mn-ea"/>
                </a:rPr>
                <a:t>A</a:t>
              </a:r>
              <a:endParaRPr lang="en-US" altLang="zh-CN" sz="1400" b="1" dirty="0">
                <a:latin typeface="+mn-ea"/>
                <a:ea typeface="+mn-ea"/>
              </a:endParaRPr>
            </a:p>
          </p:txBody>
        </p:sp>
        <p:sp>
          <p:nvSpPr>
            <p:cNvPr id="181" name="Text Box 75"/>
            <p:cNvSpPr txBox="1">
              <a:spLocks noChangeArrowheads="1"/>
            </p:cNvSpPr>
            <p:nvPr/>
          </p:nvSpPr>
          <p:spPr bwMode="auto">
            <a:xfrm>
              <a:off x="3255135" y="3211592"/>
              <a:ext cx="1371600" cy="3084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075" tIns="46038" rIns="92075" bIns="46038">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ea typeface="宋体" pitchFamily="2" charset="-122"/>
                </a:defRPr>
              </a:lvl1pPr>
              <a:lvl2pPr marL="742950" indent="-285750">
                <a:spcBef>
                  <a:spcPts val="375"/>
                </a:spcBef>
                <a:buClr>
                  <a:schemeClr val="accent2"/>
                </a:buClr>
                <a:buSzPct val="85000"/>
                <a:buFont typeface="Wingdings" panose="05000000000000000000" pitchFamily="2" charset="2"/>
                <a:buChar char="Ø"/>
                <a:defRPr sz="2200">
                  <a:solidFill>
                    <a:schemeClr val="tx1"/>
                  </a:solidFill>
                  <a:latin typeface="Perpetua" panose="02020502060401020303" pitchFamily="18" charset="0"/>
                  <a:ea typeface="宋体" pitchFamily="2" charset="-122"/>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ea typeface="宋体" pitchFamily="2" charset="-122"/>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ea typeface="宋体" pitchFamily="2" charset="-122"/>
                </a:defRPr>
              </a:lvl4pPr>
              <a:lvl5pPr marL="2057400" indent="-228600">
                <a:spcBef>
                  <a:spcPts val="375"/>
                </a:spcBef>
                <a:buClr>
                  <a:srgbClr val="A28E6A"/>
                </a:buClr>
                <a:buChar char="o"/>
                <a:defRPr sz="2000">
                  <a:solidFill>
                    <a:schemeClr val="tx1"/>
                  </a:solidFill>
                  <a:latin typeface="Perpetua" panose="02020502060401020303" pitchFamily="18" charset="0"/>
                  <a:ea typeface="宋体" pitchFamily="2" charset="-122"/>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itchFamily="2" charset="-122"/>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itchFamily="2" charset="-122"/>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itchFamily="2" charset="-122"/>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itchFamily="2" charset="-122"/>
                </a:defRPr>
              </a:lvl9pPr>
            </a:lstStyle>
            <a:p>
              <a:pPr algn="ctr" eaLnBrk="1" hangingPunct="1">
                <a:spcBef>
                  <a:spcPct val="50000"/>
                </a:spcBef>
                <a:buClrTx/>
                <a:buSzTx/>
                <a:buFont typeface="Monotype Sorts" pitchFamily="2" charset="2"/>
                <a:buNone/>
              </a:pPr>
              <a:r>
                <a:rPr lang="zh-CN" altLang="en-US" sz="1400" b="1" dirty="0">
                  <a:latin typeface="+mn-ea"/>
                  <a:ea typeface="+mn-ea"/>
                </a:rPr>
                <a:t>程序</a:t>
              </a:r>
              <a:r>
                <a:rPr lang="en-US" altLang="zh-CN" sz="1400" b="1" dirty="0">
                  <a:latin typeface="+mn-ea"/>
                  <a:ea typeface="+mn-ea"/>
                </a:rPr>
                <a:t>A I/O</a:t>
              </a:r>
              <a:r>
                <a:rPr lang="zh-CN" altLang="en-US" sz="1400" b="1" dirty="0">
                  <a:latin typeface="+mn-ea"/>
                  <a:ea typeface="+mn-ea"/>
                </a:rPr>
                <a:t>请求</a:t>
              </a:r>
              <a:endParaRPr lang="zh-CN" altLang="en-US" sz="1400" b="1" dirty="0">
                <a:latin typeface="+mn-ea"/>
                <a:ea typeface="+mn-ea"/>
              </a:endParaRPr>
            </a:p>
          </p:txBody>
        </p:sp>
        <p:sp>
          <p:nvSpPr>
            <p:cNvPr id="182" name="Line 76"/>
            <p:cNvSpPr>
              <a:spLocks noChangeShapeType="1"/>
            </p:cNvSpPr>
            <p:nvPr/>
          </p:nvSpPr>
          <p:spPr bwMode="auto">
            <a:xfrm>
              <a:off x="3559935" y="3465950"/>
              <a:ext cx="0" cy="228600"/>
            </a:xfrm>
            <a:prstGeom prst="line">
              <a:avLst/>
            </a:prstGeom>
            <a:noFill/>
            <a:ln w="9525">
              <a:solidFill>
                <a:schemeClr val="tx2"/>
              </a:solidFill>
              <a:round/>
              <a:tailEnd type="triangle" w="med" len="med"/>
            </a:ln>
            <a:extLst>
              <a:ext uri="{909E8E84-426E-40DD-AFC4-6F175D3DCCD1}">
                <a14:hiddenFill xmlns:a14="http://schemas.microsoft.com/office/drawing/2010/main">
                  <a:noFill/>
                </a14:hiddenFill>
              </a:ext>
            </a:extLst>
          </p:spPr>
          <p:txBody>
            <a:bodyPr lIns="92075" tIns="46038" rIns="92075" bIns="46038"/>
            <a:lstStyle/>
            <a:p>
              <a:endParaRPr lang="zh-CN" altLang="en-US"/>
            </a:p>
          </p:txBody>
        </p:sp>
        <p:sp>
          <p:nvSpPr>
            <p:cNvPr id="183" name="Text Box 77"/>
            <p:cNvSpPr txBox="1">
              <a:spLocks noChangeArrowheads="1"/>
            </p:cNvSpPr>
            <p:nvPr/>
          </p:nvSpPr>
          <p:spPr bwMode="auto">
            <a:xfrm>
              <a:off x="4017134" y="3923150"/>
              <a:ext cx="685799" cy="3084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075" tIns="46038" rIns="92075" bIns="46038">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ea typeface="宋体" pitchFamily="2" charset="-122"/>
                </a:defRPr>
              </a:lvl1pPr>
              <a:lvl2pPr marL="742950" indent="-285750">
                <a:spcBef>
                  <a:spcPts val="375"/>
                </a:spcBef>
                <a:buClr>
                  <a:schemeClr val="accent2"/>
                </a:buClr>
                <a:buSzPct val="85000"/>
                <a:buFont typeface="Wingdings" panose="05000000000000000000" pitchFamily="2" charset="2"/>
                <a:buChar char="Ø"/>
                <a:defRPr sz="2200">
                  <a:solidFill>
                    <a:schemeClr val="tx1"/>
                  </a:solidFill>
                  <a:latin typeface="Perpetua" panose="02020502060401020303" pitchFamily="18" charset="0"/>
                  <a:ea typeface="宋体" pitchFamily="2" charset="-122"/>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ea typeface="宋体" pitchFamily="2" charset="-122"/>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ea typeface="宋体" pitchFamily="2" charset="-122"/>
                </a:defRPr>
              </a:lvl4pPr>
              <a:lvl5pPr marL="2057400" indent="-228600">
                <a:spcBef>
                  <a:spcPts val="375"/>
                </a:spcBef>
                <a:buClr>
                  <a:srgbClr val="A28E6A"/>
                </a:buClr>
                <a:buChar char="o"/>
                <a:defRPr sz="2000">
                  <a:solidFill>
                    <a:schemeClr val="tx1"/>
                  </a:solidFill>
                  <a:latin typeface="Perpetua" panose="02020502060401020303" pitchFamily="18" charset="0"/>
                  <a:ea typeface="宋体" pitchFamily="2" charset="-122"/>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itchFamily="2" charset="-122"/>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itchFamily="2" charset="-122"/>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itchFamily="2" charset="-122"/>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itchFamily="2" charset="-122"/>
                </a:defRPr>
              </a:lvl9pPr>
            </a:lstStyle>
            <a:p>
              <a:pPr algn="ctr" eaLnBrk="1" hangingPunct="1">
                <a:spcBef>
                  <a:spcPct val="50000"/>
                </a:spcBef>
                <a:buClrTx/>
                <a:buSzTx/>
                <a:buFont typeface="Monotype Sorts" pitchFamily="2" charset="2"/>
                <a:buNone/>
              </a:pPr>
              <a:r>
                <a:rPr lang="zh-CN" altLang="en-US" sz="1400" b="1" dirty="0">
                  <a:latin typeface="+mn-ea"/>
                  <a:ea typeface="+mn-ea"/>
                </a:rPr>
                <a:t>程序</a:t>
              </a:r>
              <a:r>
                <a:rPr lang="en-US" altLang="zh-CN" sz="1400" b="1" dirty="0">
                  <a:latin typeface="+mn-ea"/>
                  <a:ea typeface="+mn-ea"/>
                </a:rPr>
                <a:t>B</a:t>
              </a:r>
              <a:endParaRPr lang="en-US" altLang="zh-CN" sz="1400" b="1" dirty="0">
                <a:latin typeface="+mn-ea"/>
                <a:ea typeface="+mn-ea"/>
              </a:endParaRPr>
            </a:p>
          </p:txBody>
        </p:sp>
        <p:sp>
          <p:nvSpPr>
            <p:cNvPr id="184" name="Text Box 78"/>
            <p:cNvSpPr txBox="1">
              <a:spLocks noChangeArrowheads="1"/>
            </p:cNvSpPr>
            <p:nvPr/>
          </p:nvSpPr>
          <p:spPr bwMode="auto">
            <a:xfrm>
              <a:off x="4474335" y="3694550"/>
              <a:ext cx="1397000" cy="3084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075" tIns="46038" rIns="92075" bIns="46038">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ea typeface="宋体" pitchFamily="2" charset="-122"/>
                </a:defRPr>
              </a:lvl1pPr>
              <a:lvl2pPr marL="742950" indent="-285750">
                <a:spcBef>
                  <a:spcPts val="375"/>
                </a:spcBef>
                <a:buClr>
                  <a:schemeClr val="accent2"/>
                </a:buClr>
                <a:buSzPct val="85000"/>
                <a:buFont typeface="Wingdings" panose="05000000000000000000" pitchFamily="2" charset="2"/>
                <a:buChar char="Ø"/>
                <a:defRPr sz="2200">
                  <a:solidFill>
                    <a:schemeClr val="tx1"/>
                  </a:solidFill>
                  <a:latin typeface="Perpetua" panose="02020502060401020303" pitchFamily="18" charset="0"/>
                  <a:ea typeface="宋体" pitchFamily="2" charset="-122"/>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ea typeface="宋体" pitchFamily="2" charset="-122"/>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ea typeface="宋体" pitchFamily="2" charset="-122"/>
                </a:defRPr>
              </a:lvl4pPr>
              <a:lvl5pPr marL="2057400" indent="-228600">
                <a:spcBef>
                  <a:spcPts val="375"/>
                </a:spcBef>
                <a:buClr>
                  <a:srgbClr val="A28E6A"/>
                </a:buClr>
                <a:buChar char="o"/>
                <a:defRPr sz="2000">
                  <a:solidFill>
                    <a:schemeClr val="tx1"/>
                  </a:solidFill>
                  <a:latin typeface="Perpetua" panose="02020502060401020303" pitchFamily="18" charset="0"/>
                  <a:ea typeface="宋体" pitchFamily="2" charset="-122"/>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itchFamily="2" charset="-122"/>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itchFamily="2" charset="-122"/>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itchFamily="2" charset="-122"/>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itchFamily="2" charset="-122"/>
                </a:defRPr>
              </a:lvl9pPr>
            </a:lstStyle>
            <a:p>
              <a:pPr algn="ctr" eaLnBrk="1" hangingPunct="1">
                <a:spcBef>
                  <a:spcPct val="50000"/>
                </a:spcBef>
                <a:buClrTx/>
                <a:buSzTx/>
                <a:buFont typeface="Monotype Sorts" pitchFamily="2" charset="2"/>
                <a:buNone/>
              </a:pPr>
              <a:r>
                <a:rPr lang="zh-CN" altLang="en-US" sz="1400" b="1" dirty="0">
                  <a:latin typeface="+mn-ea"/>
                  <a:ea typeface="+mn-ea"/>
                </a:rPr>
                <a:t>程序</a:t>
              </a:r>
              <a:r>
                <a:rPr lang="en-US" altLang="zh-CN" sz="1400" b="1" dirty="0">
                  <a:latin typeface="+mn-ea"/>
                  <a:ea typeface="+mn-ea"/>
                </a:rPr>
                <a:t>B I/O</a:t>
              </a:r>
              <a:r>
                <a:rPr lang="zh-CN" altLang="en-US" sz="1400" b="1" dirty="0">
                  <a:latin typeface="+mn-ea"/>
                  <a:ea typeface="+mn-ea"/>
                </a:rPr>
                <a:t>请求</a:t>
              </a:r>
              <a:endParaRPr lang="zh-CN" altLang="en-US" sz="1400" b="1" dirty="0">
                <a:latin typeface="+mn-ea"/>
                <a:ea typeface="+mn-ea"/>
              </a:endParaRPr>
            </a:p>
          </p:txBody>
        </p:sp>
        <p:sp>
          <p:nvSpPr>
            <p:cNvPr id="185" name="Line 79"/>
            <p:cNvSpPr>
              <a:spLocks noChangeShapeType="1"/>
            </p:cNvSpPr>
            <p:nvPr/>
          </p:nvSpPr>
          <p:spPr bwMode="auto">
            <a:xfrm>
              <a:off x="4702935" y="3999350"/>
              <a:ext cx="0" cy="228600"/>
            </a:xfrm>
            <a:prstGeom prst="line">
              <a:avLst/>
            </a:prstGeom>
            <a:noFill/>
            <a:ln w="9525">
              <a:solidFill>
                <a:schemeClr val="tx2"/>
              </a:solidFill>
              <a:round/>
              <a:tailEnd type="triangle" w="med" len="med"/>
            </a:ln>
            <a:extLst>
              <a:ext uri="{909E8E84-426E-40DD-AFC4-6F175D3DCCD1}">
                <a14:hiddenFill xmlns:a14="http://schemas.microsoft.com/office/drawing/2010/main">
                  <a:noFill/>
                </a14:hiddenFill>
              </a:ext>
            </a:extLst>
          </p:spPr>
          <p:txBody>
            <a:bodyPr lIns="92075" tIns="46038" rIns="92075" bIns="46038"/>
            <a:lstStyle/>
            <a:p>
              <a:endParaRPr lang="zh-CN" altLang="en-US"/>
            </a:p>
          </p:txBody>
        </p:sp>
        <p:sp>
          <p:nvSpPr>
            <p:cNvPr id="186" name="Text Box 80"/>
            <p:cNvSpPr txBox="1">
              <a:spLocks noChangeArrowheads="1"/>
            </p:cNvSpPr>
            <p:nvPr/>
          </p:nvSpPr>
          <p:spPr bwMode="auto">
            <a:xfrm>
              <a:off x="5236335" y="4456550"/>
              <a:ext cx="685800" cy="3084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075" tIns="46038" rIns="92075" bIns="46038">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ea typeface="宋体" pitchFamily="2" charset="-122"/>
                </a:defRPr>
              </a:lvl1pPr>
              <a:lvl2pPr marL="742950" indent="-285750">
                <a:spcBef>
                  <a:spcPts val="375"/>
                </a:spcBef>
                <a:buClr>
                  <a:schemeClr val="accent2"/>
                </a:buClr>
                <a:buSzPct val="85000"/>
                <a:buFont typeface="Wingdings" panose="05000000000000000000" pitchFamily="2" charset="2"/>
                <a:buChar char="Ø"/>
                <a:defRPr sz="2200">
                  <a:solidFill>
                    <a:schemeClr val="tx1"/>
                  </a:solidFill>
                  <a:latin typeface="Perpetua" panose="02020502060401020303" pitchFamily="18" charset="0"/>
                  <a:ea typeface="宋体" pitchFamily="2" charset="-122"/>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ea typeface="宋体" pitchFamily="2" charset="-122"/>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ea typeface="宋体" pitchFamily="2" charset="-122"/>
                </a:defRPr>
              </a:lvl4pPr>
              <a:lvl5pPr marL="2057400" indent="-228600">
                <a:spcBef>
                  <a:spcPts val="375"/>
                </a:spcBef>
                <a:buClr>
                  <a:srgbClr val="A28E6A"/>
                </a:buClr>
                <a:buChar char="o"/>
                <a:defRPr sz="2000">
                  <a:solidFill>
                    <a:schemeClr val="tx1"/>
                  </a:solidFill>
                  <a:latin typeface="Perpetua" panose="02020502060401020303" pitchFamily="18" charset="0"/>
                  <a:ea typeface="宋体" pitchFamily="2" charset="-122"/>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itchFamily="2" charset="-122"/>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itchFamily="2" charset="-122"/>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itchFamily="2" charset="-122"/>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itchFamily="2" charset="-122"/>
                </a:defRPr>
              </a:lvl9pPr>
            </a:lstStyle>
            <a:p>
              <a:pPr algn="ctr" eaLnBrk="1" hangingPunct="1">
                <a:spcBef>
                  <a:spcPct val="50000"/>
                </a:spcBef>
                <a:buClrTx/>
                <a:buSzTx/>
                <a:buFont typeface="Monotype Sorts" pitchFamily="2" charset="2"/>
                <a:buNone/>
              </a:pPr>
              <a:r>
                <a:rPr lang="zh-CN" altLang="en-US" sz="1400" b="1" dirty="0">
                  <a:latin typeface="+mn-ea"/>
                  <a:ea typeface="+mn-ea"/>
                </a:rPr>
                <a:t>程序</a:t>
              </a:r>
              <a:r>
                <a:rPr lang="en-US" altLang="zh-CN" sz="1400" b="1" dirty="0">
                  <a:latin typeface="+mn-ea"/>
                  <a:ea typeface="+mn-ea"/>
                </a:rPr>
                <a:t>C</a:t>
              </a:r>
              <a:endParaRPr lang="en-US" altLang="zh-CN" sz="1400" b="1" dirty="0">
                <a:latin typeface="+mn-ea"/>
                <a:ea typeface="+mn-ea"/>
              </a:endParaRPr>
            </a:p>
          </p:txBody>
        </p:sp>
        <p:sp>
          <p:nvSpPr>
            <p:cNvPr id="187" name="Text Box 81"/>
            <p:cNvSpPr txBox="1">
              <a:spLocks noChangeArrowheads="1"/>
            </p:cNvSpPr>
            <p:nvPr/>
          </p:nvSpPr>
          <p:spPr bwMode="auto">
            <a:xfrm>
              <a:off x="5464934" y="4227950"/>
              <a:ext cx="1447797" cy="3084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075" tIns="46038" rIns="92075" bIns="46038">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ea typeface="宋体" pitchFamily="2" charset="-122"/>
                </a:defRPr>
              </a:lvl1pPr>
              <a:lvl2pPr marL="742950" indent="-285750">
                <a:spcBef>
                  <a:spcPts val="375"/>
                </a:spcBef>
                <a:buClr>
                  <a:schemeClr val="accent2"/>
                </a:buClr>
                <a:buSzPct val="85000"/>
                <a:buFont typeface="Wingdings" panose="05000000000000000000" pitchFamily="2" charset="2"/>
                <a:buChar char="Ø"/>
                <a:defRPr sz="2200">
                  <a:solidFill>
                    <a:schemeClr val="tx1"/>
                  </a:solidFill>
                  <a:latin typeface="Perpetua" panose="02020502060401020303" pitchFamily="18" charset="0"/>
                  <a:ea typeface="宋体" pitchFamily="2" charset="-122"/>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ea typeface="宋体" pitchFamily="2" charset="-122"/>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ea typeface="宋体" pitchFamily="2" charset="-122"/>
                </a:defRPr>
              </a:lvl4pPr>
              <a:lvl5pPr marL="2057400" indent="-228600">
                <a:spcBef>
                  <a:spcPts val="375"/>
                </a:spcBef>
                <a:buClr>
                  <a:srgbClr val="A28E6A"/>
                </a:buClr>
                <a:buChar char="o"/>
                <a:defRPr sz="2000">
                  <a:solidFill>
                    <a:schemeClr val="tx1"/>
                  </a:solidFill>
                  <a:latin typeface="Perpetua" panose="02020502060401020303" pitchFamily="18" charset="0"/>
                  <a:ea typeface="宋体" pitchFamily="2" charset="-122"/>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itchFamily="2" charset="-122"/>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itchFamily="2" charset="-122"/>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itchFamily="2" charset="-122"/>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itchFamily="2" charset="-122"/>
                </a:defRPr>
              </a:lvl9pPr>
            </a:lstStyle>
            <a:p>
              <a:pPr algn="ctr" eaLnBrk="1" hangingPunct="1">
                <a:spcBef>
                  <a:spcPct val="50000"/>
                </a:spcBef>
                <a:buClrTx/>
                <a:buSzTx/>
                <a:buFont typeface="Monotype Sorts" pitchFamily="2" charset="2"/>
                <a:buNone/>
              </a:pPr>
              <a:r>
                <a:rPr lang="zh-CN" altLang="en-US" sz="1400" b="1" dirty="0">
                  <a:latin typeface="+mn-ea"/>
                  <a:ea typeface="+mn-ea"/>
                </a:rPr>
                <a:t>程序</a:t>
              </a:r>
              <a:r>
                <a:rPr lang="en-US" altLang="zh-CN" sz="1400" b="1" dirty="0">
                  <a:latin typeface="+mn-ea"/>
                  <a:ea typeface="+mn-ea"/>
                </a:rPr>
                <a:t>C I/O</a:t>
              </a:r>
              <a:r>
                <a:rPr lang="zh-CN" altLang="en-US" sz="1400" b="1" dirty="0">
                  <a:latin typeface="+mn-ea"/>
                  <a:ea typeface="+mn-ea"/>
                </a:rPr>
                <a:t>请求</a:t>
              </a:r>
              <a:endParaRPr lang="zh-CN" altLang="en-US" sz="1400" b="1" dirty="0">
                <a:latin typeface="+mn-ea"/>
                <a:ea typeface="+mn-ea"/>
              </a:endParaRPr>
            </a:p>
          </p:txBody>
        </p:sp>
        <p:sp>
          <p:nvSpPr>
            <p:cNvPr id="188" name="Line 82"/>
            <p:cNvSpPr>
              <a:spLocks noChangeShapeType="1"/>
            </p:cNvSpPr>
            <p:nvPr/>
          </p:nvSpPr>
          <p:spPr bwMode="auto">
            <a:xfrm>
              <a:off x="5998335" y="4380350"/>
              <a:ext cx="0" cy="381000"/>
            </a:xfrm>
            <a:prstGeom prst="line">
              <a:avLst/>
            </a:prstGeom>
            <a:noFill/>
            <a:ln w="9525">
              <a:solidFill>
                <a:schemeClr val="tx2"/>
              </a:solidFill>
              <a:round/>
              <a:tailEnd type="triangle" w="med" len="med"/>
            </a:ln>
            <a:extLst>
              <a:ext uri="{909E8E84-426E-40DD-AFC4-6F175D3DCCD1}">
                <a14:hiddenFill xmlns:a14="http://schemas.microsoft.com/office/drawing/2010/main">
                  <a:noFill/>
                </a14:hiddenFill>
              </a:ext>
            </a:extLst>
          </p:spPr>
          <p:txBody>
            <a:bodyPr lIns="92075" tIns="46038" rIns="92075" bIns="46038"/>
            <a:lstStyle/>
            <a:p>
              <a:endParaRPr lang="zh-CN" altLang="en-US"/>
            </a:p>
          </p:txBody>
        </p:sp>
        <p:sp>
          <p:nvSpPr>
            <p:cNvPr id="189" name="Text Box 83"/>
            <p:cNvSpPr txBox="1">
              <a:spLocks noChangeArrowheads="1"/>
            </p:cNvSpPr>
            <p:nvPr/>
          </p:nvSpPr>
          <p:spPr bwMode="auto">
            <a:xfrm>
              <a:off x="6912734" y="4761350"/>
              <a:ext cx="1422401" cy="3084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075" tIns="46038" rIns="92075" bIns="46038">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ea typeface="宋体" pitchFamily="2" charset="-122"/>
                </a:defRPr>
              </a:lvl1pPr>
              <a:lvl2pPr marL="742950" indent="-285750">
                <a:spcBef>
                  <a:spcPts val="375"/>
                </a:spcBef>
                <a:buClr>
                  <a:schemeClr val="accent2"/>
                </a:buClr>
                <a:buSzPct val="85000"/>
                <a:buFont typeface="Wingdings" panose="05000000000000000000" pitchFamily="2" charset="2"/>
                <a:buChar char="Ø"/>
                <a:defRPr sz="2200">
                  <a:solidFill>
                    <a:schemeClr val="tx1"/>
                  </a:solidFill>
                  <a:latin typeface="Perpetua" panose="02020502060401020303" pitchFamily="18" charset="0"/>
                  <a:ea typeface="宋体" pitchFamily="2" charset="-122"/>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ea typeface="宋体" pitchFamily="2" charset="-122"/>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ea typeface="宋体" pitchFamily="2" charset="-122"/>
                </a:defRPr>
              </a:lvl4pPr>
              <a:lvl5pPr marL="2057400" indent="-228600">
                <a:spcBef>
                  <a:spcPts val="375"/>
                </a:spcBef>
                <a:buClr>
                  <a:srgbClr val="A28E6A"/>
                </a:buClr>
                <a:buChar char="o"/>
                <a:defRPr sz="2000">
                  <a:solidFill>
                    <a:schemeClr val="tx1"/>
                  </a:solidFill>
                  <a:latin typeface="Perpetua" panose="02020502060401020303" pitchFamily="18" charset="0"/>
                  <a:ea typeface="宋体" pitchFamily="2" charset="-122"/>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itchFamily="2" charset="-122"/>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itchFamily="2" charset="-122"/>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itchFamily="2" charset="-122"/>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itchFamily="2" charset="-122"/>
                </a:defRPr>
              </a:lvl9pPr>
            </a:lstStyle>
            <a:p>
              <a:pPr algn="ctr" eaLnBrk="1" hangingPunct="1">
                <a:spcBef>
                  <a:spcPct val="50000"/>
                </a:spcBef>
                <a:buClrTx/>
                <a:buSzTx/>
                <a:buFont typeface="Monotype Sorts" pitchFamily="2" charset="2"/>
                <a:buNone/>
              </a:pPr>
              <a:r>
                <a:rPr lang="zh-CN" altLang="en-US" sz="1400" b="1" dirty="0">
                  <a:latin typeface="+mn-ea"/>
                  <a:ea typeface="+mn-ea"/>
                </a:rPr>
                <a:t>程序</a:t>
              </a:r>
              <a:r>
                <a:rPr lang="en-US" altLang="zh-CN" sz="1400" b="1" dirty="0">
                  <a:latin typeface="+mn-ea"/>
                  <a:ea typeface="+mn-ea"/>
                </a:rPr>
                <a:t>D I/O</a:t>
              </a:r>
              <a:r>
                <a:rPr lang="zh-CN" altLang="en-US" sz="1400" b="1" dirty="0">
                  <a:latin typeface="+mn-ea"/>
                  <a:ea typeface="+mn-ea"/>
                </a:rPr>
                <a:t>请求</a:t>
              </a:r>
              <a:endParaRPr lang="zh-CN" altLang="en-US" sz="1400" b="1" dirty="0">
                <a:latin typeface="+mn-ea"/>
                <a:ea typeface="+mn-ea"/>
              </a:endParaRPr>
            </a:p>
          </p:txBody>
        </p:sp>
        <p:sp>
          <p:nvSpPr>
            <p:cNvPr id="190" name="Line 84"/>
            <p:cNvSpPr>
              <a:spLocks noChangeShapeType="1"/>
            </p:cNvSpPr>
            <p:nvPr/>
          </p:nvSpPr>
          <p:spPr bwMode="auto">
            <a:xfrm>
              <a:off x="7674735" y="5066150"/>
              <a:ext cx="0" cy="304800"/>
            </a:xfrm>
            <a:prstGeom prst="line">
              <a:avLst/>
            </a:prstGeom>
            <a:noFill/>
            <a:ln w="9525">
              <a:solidFill>
                <a:schemeClr val="tx2"/>
              </a:solidFill>
              <a:round/>
              <a:tailEnd type="triangle" w="med" len="med"/>
            </a:ln>
            <a:extLst>
              <a:ext uri="{909E8E84-426E-40DD-AFC4-6F175D3DCCD1}">
                <a14:hiddenFill xmlns:a14="http://schemas.microsoft.com/office/drawing/2010/main">
                  <a:noFill/>
                </a14:hiddenFill>
              </a:ext>
            </a:extLst>
          </p:spPr>
          <p:txBody>
            <a:bodyPr lIns="92075" tIns="46038" rIns="92075" bIns="46038"/>
            <a:lstStyle/>
            <a:p>
              <a:endParaRPr lang="zh-CN" altLang="en-US"/>
            </a:p>
          </p:txBody>
        </p:sp>
        <p:sp>
          <p:nvSpPr>
            <p:cNvPr id="191" name="Text Box 87"/>
            <p:cNvSpPr txBox="1">
              <a:spLocks noChangeArrowheads="1"/>
            </p:cNvSpPr>
            <p:nvPr/>
          </p:nvSpPr>
          <p:spPr bwMode="auto">
            <a:xfrm>
              <a:off x="6531735" y="5066150"/>
              <a:ext cx="723900" cy="3084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075" tIns="46038" rIns="92075" bIns="46038">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ea typeface="宋体" pitchFamily="2" charset="-122"/>
                </a:defRPr>
              </a:lvl1pPr>
              <a:lvl2pPr marL="742950" indent="-285750">
                <a:spcBef>
                  <a:spcPts val="375"/>
                </a:spcBef>
                <a:buClr>
                  <a:schemeClr val="accent2"/>
                </a:buClr>
                <a:buSzPct val="85000"/>
                <a:buFont typeface="Wingdings" panose="05000000000000000000" pitchFamily="2" charset="2"/>
                <a:buChar char="Ø"/>
                <a:defRPr sz="2200">
                  <a:solidFill>
                    <a:schemeClr val="tx1"/>
                  </a:solidFill>
                  <a:latin typeface="Perpetua" panose="02020502060401020303" pitchFamily="18" charset="0"/>
                  <a:ea typeface="宋体" pitchFamily="2" charset="-122"/>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ea typeface="宋体" pitchFamily="2" charset="-122"/>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ea typeface="宋体" pitchFamily="2" charset="-122"/>
                </a:defRPr>
              </a:lvl4pPr>
              <a:lvl5pPr marL="2057400" indent="-228600">
                <a:spcBef>
                  <a:spcPts val="375"/>
                </a:spcBef>
                <a:buClr>
                  <a:srgbClr val="A28E6A"/>
                </a:buClr>
                <a:buChar char="o"/>
                <a:defRPr sz="2000">
                  <a:solidFill>
                    <a:schemeClr val="tx1"/>
                  </a:solidFill>
                  <a:latin typeface="Perpetua" panose="02020502060401020303" pitchFamily="18" charset="0"/>
                  <a:ea typeface="宋体" pitchFamily="2" charset="-122"/>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itchFamily="2" charset="-122"/>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itchFamily="2" charset="-122"/>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itchFamily="2" charset="-122"/>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itchFamily="2" charset="-122"/>
                </a:defRPr>
              </a:lvl9pPr>
            </a:lstStyle>
            <a:p>
              <a:pPr algn="ctr" eaLnBrk="1" hangingPunct="1">
                <a:spcBef>
                  <a:spcPct val="50000"/>
                </a:spcBef>
                <a:buClrTx/>
                <a:buSzTx/>
                <a:buFont typeface="Monotype Sorts" pitchFamily="2" charset="2"/>
                <a:buNone/>
              </a:pPr>
              <a:r>
                <a:rPr lang="zh-CN" altLang="en-US" sz="1400" b="1" dirty="0">
                  <a:latin typeface="+mn-ea"/>
                  <a:ea typeface="+mn-ea"/>
                </a:rPr>
                <a:t>程序</a:t>
              </a:r>
              <a:r>
                <a:rPr lang="en-US" altLang="zh-CN" sz="1400" b="1" dirty="0">
                  <a:latin typeface="+mn-ea"/>
                  <a:ea typeface="+mn-ea"/>
                </a:rPr>
                <a:t>D</a:t>
              </a:r>
              <a:endParaRPr lang="en-US" altLang="zh-CN" sz="1400" b="1" dirty="0">
                <a:latin typeface="+mn-ea"/>
                <a:ea typeface="+mn-ea"/>
              </a:endParaRPr>
            </a:p>
          </p:txBody>
        </p:sp>
        <p:sp>
          <p:nvSpPr>
            <p:cNvPr id="192" name="Line 88"/>
            <p:cNvSpPr>
              <a:spLocks noChangeShapeType="1"/>
            </p:cNvSpPr>
            <p:nvPr/>
          </p:nvSpPr>
          <p:spPr bwMode="auto">
            <a:xfrm>
              <a:off x="8055735" y="5370950"/>
              <a:ext cx="609600" cy="0"/>
            </a:xfrm>
            <a:prstGeom prst="line">
              <a:avLst/>
            </a:prstGeom>
            <a:noFill/>
            <a:ln w="38100">
              <a:solidFill>
                <a:schemeClr val="tx2"/>
              </a:solidFill>
              <a:round/>
            </a:ln>
            <a:extLst>
              <a:ext uri="{909E8E84-426E-40DD-AFC4-6F175D3DCCD1}">
                <a14:hiddenFill xmlns:a14="http://schemas.microsoft.com/office/drawing/2010/main">
                  <a:noFill/>
                </a14:hiddenFill>
              </a:ext>
            </a:extLst>
          </p:spPr>
          <p:txBody>
            <a:bodyPr lIns="92075" tIns="46038" rIns="92075" bIns="46038"/>
            <a:lstStyle/>
            <a:p>
              <a:endParaRPr lang="zh-CN" altLang="en-US"/>
            </a:p>
          </p:txBody>
        </p:sp>
        <p:sp>
          <p:nvSpPr>
            <p:cNvPr id="193" name="Line 89"/>
            <p:cNvSpPr>
              <a:spLocks noChangeShapeType="1"/>
            </p:cNvSpPr>
            <p:nvPr/>
          </p:nvSpPr>
          <p:spPr bwMode="auto">
            <a:xfrm>
              <a:off x="8665335" y="3694550"/>
              <a:ext cx="0" cy="1676400"/>
            </a:xfrm>
            <a:prstGeom prst="line">
              <a:avLst/>
            </a:prstGeom>
            <a:noFill/>
            <a:ln w="38100">
              <a:solidFill>
                <a:schemeClr val="tx2"/>
              </a:solidFill>
              <a:prstDash val="sysDot"/>
              <a:round/>
            </a:ln>
            <a:extLst>
              <a:ext uri="{909E8E84-426E-40DD-AFC4-6F175D3DCCD1}">
                <a14:hiddenFill xmlns:a14="http://schemas.microsoft.com/office/drawing/2010/main">
                  <a:noFill/>
                </a14:hiddenFill>
              </a:ext>
            </a:extLst>
          </p:spPr>
          <p:txBody>
            <a:bodyPr lIns="92075" tIns="46038" rIns="92075" bIns="46038"/>
            <a:lstStyle/>
            <a:p>
              <a:endParaRPr lang="zh-CN" altLang="en-US"/>
            </a:p>
          </p:txBody>
        </p:sp>
        <p:sp>
          <p:nvSpPr>
            <p:cNvPr id="194" name="Text Box 90"/>
            <p:cNvSpPr txBox="1">
              <a:spLocks noChangeArrowheads="1"/>
            </p:cNvSpPr>
            <p:nvPr/>
          </p:nvSpPr>
          <p:spPr bwMode="auto">
            <a:xfrm>
              <a:off x="8436734" y="3237350"/>
              <a:ext cx="1625599" cy="3084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075" tIns="46038" rIns="92075" bIns="46038">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ea typeface="宋体" pitchFamily="2" charset="-122"/>
                </a:defRPr>
              </a:lvl1pPr>
              <a:lvl2pPr marL="742950" indent="-285750">
                <a:spcBef>
                  <a:spcPts val="375"/>
                </a:spcBef>
                <a:buClr>
                  <a:schemeClr val="accent2"/>
                </a:buClr>
                <a:buSzPct val="85000"/>
                <a:buFont typeface="Wingdings" panose="05000000000000000000" pitchFamily="2" charset="2"/>
                <a:buChar char="Ø"/>
                <a:defRPr sz="2200">
                  <a:solidFill>
                    <a:schemeClr val="tx1"/>
                  </a:solidFill>
                  <a:latin typeface="Perpetua" panose="02020502060401020303" pitchFamily="18" charset="0"/>
                  <a:ea typeface="宋体" pitchFamily="2" charset="-122"/>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ea typeface="宋体" pitchFamily="2" charset="-122"/>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ea typeface="宋体" pitchFamily="2" charset="-122"/>
                </a:defRPr>
              </a:lvl4pPr>
              <a:lvl5pPr marL="2057400" indent="-228600">
                <a:spcBef>
                  <a:spcPts val="375"/>
                </a:spcBef>
                <a:buClr>
                  <a:srgbClr val="A28E6A"/>
                </a:buClr>
                <a:buChar char="o"/>
                <a:defRPr sz="2000">
                  <a:solidFill>
                    <a:schemeClr val="tx1"/>
                  </a:solidFill>
                  <a:latin typeface="Perpetua" panose="02020502060401020303" pitchFamily="18" charset="0"/>
                  <a:ea typeface="宋体" pitchFamily="2" charset="-122"/>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itchFamily="2" charset="-122"/>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itchFamily="2" charset="-122"/>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itchFamily="2" charset="-122"/>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itchFamily="2" charset="-122"/>
                </a:defRPr>
              </a:lvl9pPr>
            </a:lstStyle>
            <a:p>
              <a:pPr algn="ctr" eaLnBrk="1" hangingPunct="1">
                <a:spcBef>
                  <a:spcPct val="50000"/>
                </a:spcBef>
                <a:buClrTx/>
                <a:buSzTx/>
                <a:buFont typeface="Monotype Sorts" pitchFamily="2" charset="2"/>
                <a:buNone/>
              </a:pPr>
              <a:r>
                <a:rPr lang="zh-CN" altLang="en-US" sz="1400" b="1" dirty="0">
                  <a:latin typeface="+mn-ea"/>
                  <a:ea typeface="+mn-ea"/>
                </a:rPr>
                <a:t>程序</a:t>
              </a:r>
              <a:r>
                <a:rPr lang="en-US" altLang="zh-CN" sz="1400" b="1" dirty="0">
                  <a:latin typeface="+mn-ea"/>
                  <a:ea typeface="+mn-ea"/>
                </a:rPr>
                <a:t>A </a:t>
              </a:r>
              <a:r>
                <a:rPr lang="zh-CN" altLang="en-US" sz="1400" b="1" dirty="0">
                  <a:latin typeface="+mn-ea"/>
                  <a:ea typeface="+mn-ea"/>
                </a:rPr>
                <a:t>被再次调度</a:t>
              </a:r>
              <a:endParaRPr lang="zh-CN" altLang="en-US" sz="1400" b="1" dirty="0">
                <a:latin typeface="+mn-ea"/>
                <a:ea typeface="+mn-ea"/>
              </a:endParaRPr>
            </a:p>
          </p:txBody>
        </p:sp>
        <p:sp>
          <p:nvSpPr>
            <p:cNvPr id="195" name="Line 91"/>
            <p:cNvSpPr>
              <a:spLocks noChangeShapeType="1"/>
            </p:cNvSpPr>
            <p:nvPr/>
          </p:nvSpPr>
          <p:spPr bwMode="auto">
            <a:xfrm>
              <a:off x="8665335" y="3389750"/>
              <a:ext cx="0" cy="304800"/>
            </a:xfrm>
            <a:prstGeom prst="line">
              <a:avLst/>
            </a:prstGeom>
            <a:noFill/>
            <a:ln w="9525">
              <a:solidFill>
                <a:schemeClr val="tx2"/>
              </a:solidFill>
              <a:round/>
              <a:tailEnd type="triangle" w="med" len="med"/>
            </a:ln>
            <a:extLst>
              <a:ext uri="{909E8E84-426E-40DD-AFC4-6F175D3DCCD1}">
                <a14:hiddenFill xmlns:a14="http://schemas.microsoft.com/office/drawing/2010/main">
                  <a:noFill/>
                </a14:hiddenFill>
              </a:ext>
            </a:extLst>
          </p:spPr>
          <p:txBody>
            <a:bodyPr lIns="92075" tIns="46038" rIns="92075" bIns="46038"/>
            <a:lstStyle/>
            <a:p>
              <a:endParaRPr lang="zh-CN" altLang="en-US"/>
            </a:p>
          </p:txBody>
        </p:sp>
        <p:sp>
          <p:nvSpPr>
            <p:cNvPr id="196" name="Line 92"/>
            <p:cNvSpPr>
              <a:spLocks noChangeShapeType="1"/>
            </p:cNvSpPr>
            <p:nvPr/>
          </p:nvSpPr>
          <p:spPr bwMode="auto">
            <a:xfrm>
              <a:off x="9427335" y="3465950"/>
              <a:ext cx="0" cy="228600"/>
            </a:xfrm>
            <a:prstGeom prst="line">
              <a:avLst/>
            </a:prstGeom>
            <a:noFill/>
            <a:ln w="9525">
              <a:solidFill>
                <a:schemeClr val="tx2"/>
              </a:solidFill>
              <a:round/>
              <a:tailEnd type="triangle" w="med" len="med"/>
            </a:ln>
            <a:extLst>
              <a:ext uri="{909E8E84-426E-40DD-AFC4-6F175D3DCCD1}">
                <a14:hiddenFill xmlns:a14="http://schemas.microsoft.com/office/drawing/2010/main">
                  <a:noFill/>
                </a14:hiddenFill>
              </a:ext>
            </a:extLst>
          </p:spPr>
          <p:txBody>
            <a:bodyPr lIns="92075" tIns="46038" rIns="92075" bIns="46038"/>
            <a:lstStyle/>
            <a:p>
              <a:endParaRPr lang="zh-CN" altLang="en-US"/>
            </a:p>
          </p:txBody>
        </p:sp>
        <p:sp>
          <p:nvSpPr>
            <p:cNvPr id="197" name="Text Box 93"/>
            <p:cNvSpPr txBox="1">
              <a:spLocks noChangeArrowheads="1"/>
            </p:cNvSpPr>
            <p:nvPr/>
          </p:nvSpPr>
          <p:spPr bwMode="auto">
            <a:xfrm>
              <a:off x="9427335" y="3542150"/>
              <a:ext cx="1320796" cy="3084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075" tIns="46038" rIns="92075" bIns="46038">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ea typeface="宋体" pitchFamily="2" charset="-122"/>
                </a:defRPr>
              </a:lvl1pPr>
              <a:lvl2pPr marL="742950" indent="-285750">
                <a:spcBef>
                  <a:spcPts val="375"/>
                </a:spcBef>
                <a:buClr>
                  <a:schemeClr val="accent2"/>
                </a:buClr>
                <a:buSzPct val="85000"/>
                <a:buFont typeface="Wingdings" panose="05000000000000000000" pitchFamily="2" charset="2"/>
                <a:buChar char="Ø"/>
                <a:defRPr sz="2200">
                  <a:solidFill>
                    <a:schemeClr val="tx1"/>
                  </a:solidFill>
                  <a:latin typeface="Perpetua" panose="02020502060401020303" pitchFamily="18" charset="0"/>
                  <a:ea typeface="宋体" pitchFamily="2" charset="-122"/>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ea typeface="宋体" pitchFamily="2" charset="-122"/>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ea typeface="宋体" pitchFamily="2" charset="-122"/>
                </a:defRPr>
              </a:lvl4pPr>
              <a:lvl5pPr marL="2057400" indent="-228600">
                <a:spcBef>
                  <a:spcPts val="375"/>
                </a:spcBef>
                <a:buClr>
                  <a:srgbClr val="A28E6A"/>
                </a:buClr>
                <a:buChar char="o"/>
                <a:defRPr sz="2000">
                  <a:solidFill>
                    <a:schemeClr val="tx1"/>
                  </a:solidFill>
                  <a:latin typeface="Perpetua" panose="02020502060401020303" pitchFamily="18" charset="0"/>
                  <a:ea typeface="宋体" pitchFamily="2" charset="-122"/>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itchFamily="2" charset="-122"/>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itchFamily="2" charset="-122"/>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itchFamily="2" charset="-122"/>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itchFamily="2" charset="-122"/>
                </a:defRPr>
              </a:lvl9pPr>
            </a:lstStyle>
            <a:p>
              <a:pPr algn="ctr" eaLnBrk="1" hangingPunct="1">
                <a:spcBef>
                  <a:spcPct val="50000"/>
                </a:spcBef>
                <a:buClrTx/>
                <a:buSzTx/>
                <a:buFont typeface="Monotype Sorts" pitchFamily="2" charset="2"/>
                <a:buNone/>
              </a:pPr>
              <a:r>
                <a:rPr lang="zh-CN" altLang="en-US" sz="1400" b="1" dirty="0">
                  <a:latin typeface="+mn-ea"/>
                  <a:ea typeface="+mn-ea"/>
                </a:rPr>
                <a:t>程序</a:t>
              </a:r>
              <a:r>
                <a:rPr lang="en-US" altLang="zh-CN" sz="1400" b="1" dirty="0">
                  <a:latin typeface="+mn-ea"/>
                  <a:ea typeface="+mn-ea"/>
                </a:rPr>
                <a:t>A </a:t>
              </a:r>
              <a:r>
                <a:rPr lang="zh-CN" altLang="en-US" sz="1400" b="1" dirty="0">
                  <a:latin typeface="+mn-ea"/>
                  <a:ea typeface="+mn-ea"/>
                </a:rPr>
                <a:t>完成</a:t>
              </a:r>
              <a:endParaRPr lang="zh-CN" altLang="en-US" sz="1400" b="1" dirty="0">
                <a:latin typeface="+mn-ea"/>
                <a:ea typeface="+mn-ea"/>
              </a:endParaRPr>
            </a:p>
          </p:txBody>
        </p:sp>
        <p:sp>
          <p:nvSpPr>
            <p:cNvPr id="198" name="Text Box 94"/>
            <p:cNvSpPr txBox="1">
              <a:spLocks noChangeArrowheads="1"/>
            </p:cNvSpPr>
            <p:nvPr/>
          </p:nvSpPr>
          <p:spPr bwMode="auto">
            <a:xfrm>
              <a:off x="9503535" y="4456550"/>
              <a:ext cx="1625600" cy="3084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075" tIns="46038" rIns="92075" bIns="46038">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ea typeface="宋体" pitchFamily="2" charset="-122"/>
                </a:defRPr>
              </a:lvl1pPr>
              <a:lvl2pPr marL="742950" indent="-285750">
                <a:spcBef>
                  <a:spcPts val="375"/>
                </a:spcBef>
                <a:buClr>
                  <a:schemeClr val="accent2"/>
                </a:buClr>
                <a:buSzPct val="85000"/>
                <a:buFont typeface="Wingdings" panose="05000000000000000000" pitchFamily="2" charset="2"/>
                <a:buChar char="Ø"/>
                <a:defRPr sz="2200">
                  <a:solidFill>
                    <a:schemeClr val="tx1"/>
                  </a:solidFill>
                  <a:latin typeface="Perpetua" panose="02020502060401020303" pitchFamily="18" charset="0"/>
                  <a:ea typeface="宋体" pitchFamily="2" charset="-122"/>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ea typeface="宋体" pitchFamily="2" charset="-122"/>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ea typeface="宋体" pitchFamily="2" charset="-122"/>
                </a:defRPr>
              </a:lvl4pPr>
              <a:lvl5pPr marL="2057400" indent="-228600">
                <a:spcBef>
                  <a:spcPts val="375"/>
                </a:spcBef>
                <a:buClr>
                  <a:srgbClr val="A28E6A"/>
                </a:buClr>
                <a:buChar char="o"/>
                <a:defRPr sz="2000">
                  <a:solidFill>
                    <a:schemeClr val="tx1"/>
                  </a:solidFill>
                  <a:latin typeface="Perpetua" panose="02020502060401020303" pitchFamily="18" charset="0"/>
                  <a:ea typeface="宋体" pitchFamily="2" charset="-122"/>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itchFamily="2" charset="-122"/>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itchFamily="2" charset="-122"/>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itchFamily="2" charset="-122"/>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itchFamily="2" charset="-122"/>
                </a:defRPr>
              </a:lvl9pPr>
            </a:lstStyle>
            <a:p>
              <a:pPr algn="ctr" eaLnBrk="1" hangingPunct="1">
                <a:spcBef>
                  <a:spcPct val="50000"/>
                </a:spcBef>
                <a:buClrTx/>
                <a:buSzTx/>
                <a:buFont typeface="Monotype Sorts" pitchFamily="2" charset="2"/>
                <a:buNone/>
              </a:pPr>
              <a:r>
                <a:rPr lang="zh-CN" altLang="en-US" sz="1400" b="1" dirty="0">
                  <a:latin typeface="+mn-ea"/>
                  <a:ea typeface="+mn-ea"/>
                </a:rPr>
                <a:t>程序</a:t>
              </a:r>
              <a:r>
                <a:rPr lang="en-US" altLang="zh-CN" sz="1400" b="1" dirty="0">
                  <a:latin typeface="+mn-ea"/>
                  <a:ea typeface="+mn-ea"/>
                </a:rPr>
                <a:t>C </a:t>
              </a:r>
              <a:r>
                <a:rPr lang="zh-CN" altLang="en-US" sz="1400" b="1" dirty="0">
                  <a:latin typeface="+mn-ea"/>
                  <a:ea typeface="+mn-ea"/>
                </a:rPr>
                <a:t>被再次调度</a:t>
              </a:r>
              <a:endParaRPr lang="zh-CN" altLang="en-US" sz="1400" b="1" dirty="0">
                <a:latin typeface="+mn-ea"/>
                <a:ea typeface="+mn-ea"/>
              </a:endParaRPr>
            </a:p>
          </p:txBody>
        </p:sp>
        <p:sp>
          <p:nvSpPr>
            <p:cNvPr id="199" name="Line 95"/>
            <p:cNvSpPr>
              <a:spLocks noChangeShapeType="1"/>
            </p:cNvSpPr>
            <p:nvPr/>
          </p:nvSpPr>
          <p:spPr bwMode="auto">
            <a:xfrm>
              <a:off x="9427335" y="4532750"/>
              <a:ext cx="0" cy="228600"/>
            </a:xfrm>
            <a:prstGeom prst="line">
              <a:avLst/>
            </a:prstGeom>
            <a:noFill/>
            <a:ln w="9525">
              <a:solidFill>
                <a:schemeClr val="tx2"/>
              </a:solidFill>
              <a:round/>
              <a:tailEnd type="triangle" w="med" len="med"/>
            </a:ln>
            <a:extLst>
              <a:ext uri="{909E8E84-426E-40DD-AFC4-6F175D3DCCD1}">
                <a14:hiddenFill xmlns:a14="http://schemas.microsoft.com/office/drawing/2010/main">
                  <a:noFill/>
                </a14:hiddenFill>
              </a:ext>
            </a:extLst>
          </p:spPr>
          <p:txBody>
            <a:bodyPr lIns="92075" tIns="46038" rIns="92075" bIns="46038"/>
            <a:lstStyle/>
            <a:p>
              <a:endParaRPr lang="zh-CN" altLang="en-US"/>
            </a:p>
          </p:txBody>
        </p:sp>
        <p:sp>
          <p:nvSpPr>
            <p:cNvPr id="200" name="Line 96"/>
            <p:cNvSpPr>
              <a:spLocks noChangeShapeType="1"/>
            </p:cNvSpPr>
            <p:nvPr/>
          </p:nvSpPr>
          <p:spPr bwMode="auto">
            <a:xfrm>
              <a:off x="7750935" y="3465950"/>
              <a:ext cx="0" cy="228600"/>
            </a:xfrm>
            <a:prstGeom prst="line">
              <a:avLst/>
            </a:prstGeom>
            <a:noFill/>
            <a:ln w="9525">
              <a:solidFill>
                <a:schemeClr val="tx2"/>
              </a:solidFill>
              <a:round/>
              <a:tailEnd type="triangle" w="med" len="med"/>
            </a:ln>
            <a:extLst>
              <a:ext uri="{909E8E84-426E-40DD-AFC4-6F175D3DCCD1}">
                <a14:hiddenFill xmlns:a14="http://schemas.microsoft.com/office/drawing/2010/main">
                  <a:noFill/>
                </a14:hiddenFill>
              </a:ext>
            </a:extLst>
          </p:spPr>
          <p:txBody>
            <a:bodyPr lIns="92075" tIns="46038" rIns="92075" bIns="46038"/>
            <a:lstStyle/>
            <a:p>
              <a:endParaRPr lang="zh-CN" altLang="en-US"/>
            </a:p>
          </p:txBody>
        </p:sp>
        <p:sp>
          <p:nvSpPr>
            <p:cNvPr id="201" name="Text Box 97"/>
            <p:cNvSpPr txBox="1">
              <a:spLocks noChangeArrowheads="1"/>
            </p:cNvSpPr>
            <p:nvPr/>
          </p:nvSpPr>
          <p:spPr bwMode="auto">
            <a:xfrm>
              <a:off x="6912731" y="3211950"/>
              <a:ext cx="1422404" cy="3084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075" tIns="46038" rIns="92075" bIns="46038">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ea typeface="宋体" pitchFamily="2" charset="-122"/>
                </a:defRPr>
              </a:lvl1pPr>
              <a:lvl2pPr marL="742950" indent="-285750">
                <a:spcBef>
                  <a:spcPts val="375"/>
                </a:spcBef>
                <a:buClr>
                  <a:schemeClr val="accent2"/>
                </a:buClr>
                <a:buSzPct val="85000"/>
                <a:buFont typeface="Wingdings" panose="05000000000000000000" pitchFamily="2" charset="2"/>
                <a:buChar char="Ø"/>
                <a:defRPr sz="2200">
                  <a:solidFill>
                    <a:schemeClr val="tx1"/>
                  </a:solidFill>
                  <a:latin typeface="Perpetua" panose="02020502060401020303" pitchFamily="18" charset="0"/>
                  <a:ea typeface="宋体" pitchFamily="2" charset="-122"/>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ea typeface="宋体" pitchFamily="2" charset="-122"/>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ea typeface="宋体" pitchFamily="2" charset="-122"/>
                </a:defRPr>
              </a:lvl4pPr>
              <a:lvl5pPr marL="2057400" indent="-228600">
                <a:spcBef>
                  <a:spcPts val="375"/>
                </a:spcBef>
                <a:buClr>
                  <a:srgbClr val="A28E6A"/>
                </a:buClr>
                <a:buChar char="o"/>
                <a:defRPr sz="2000">
                  <a:solidFill>
                    <a:schemeClr val="tx1"/>
                  </a:solidFill>
                  <a:latin typeface="Perpetua" panose="02020502060401020303" pitchFamily="18" charset="0"/>
                  <a:ea typeface="宋体" pitchFamily="2" charset="-122"/>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itchFamily="2" charset="-122"/>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itchFamily="2" charset="-122"/>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itchFamily="2" charset="-122"/>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itchFamily="2" charset="-122"/>
                </a:defRPr>
              </a:lvl9pPr>
            </a:lstStyle>
            <a:p>
              <a:pPr algn="ctr" eaLnBrk="1" hangingPunct="1">
                <a:spcBef>
                  <a:spcPct val="50000"/>
                </a:spcBef>
                <a:buClrTx/>
                <a:buSzTx/>
                <a:buFont typeface="Monotype Sorts" pitchFamily="2" charset="2"/>
                <a:buNone/>
              </a:pPr>
              <a:r>
                <a:rPr lang="zh-CN" altLang="en-US" sz="1400" b="1" dirty="0">
                  <a:latin typeface="+mn-ea"/>
                  <a:ea typeface="+mn-ea"/>
                </a:rPr>
                <a:t>程序</a:t>
              </a:r>
              <a:r>
                <a:rPr lang="en-US" altLang="zh-CN" sz="1400" b="1" dirty="0">
                  <a:latin typeface="+mn-ea"/>
                  <a:ea typeface="+mn-ea"/>
                </a:rPr>
                <a:t>A I/O</a:t>
              </a:r>
              <a:r>
                <a:rPr lang="zh-CN" altLang="en-US" sz="1400" b="1" dirty="0">
                  <a:latin typeface="+mn-ea"/>
                  <a:ea typeface="+mn-ea"/>
                </a:rPr>
                <a:t>完成</a:t>
              </a:r>
              <a:endParaRPr lang="zh-CN" altLang="en-US" sz="1400" b="1" dirty="0">
                <a:latin typeface="+mn-ea"/>
                <a:ea typeface="+mn-ea"/>
              </a:endParaRPr>
            </a:p>
          </p:txBody>
        </p:sp>
        <p:sp>
          <p:nvSpPr>
            <p:cNvPr id="202" name="Text Box 98"/>
            <p:cNvSpPr txBox="1">
              <a:spLocks noChangeArrowheads="1"/>
            </p:cNvSpPr>
            <p:nvPr/>
          </p:nvSpPr>
          <p:spPr bwMode="auto">
            <a:xfrm>
              <a:off x="7827135" y="5561987"/>
              <a:ext cx="1295400" cy="3084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ea typeface="宋体" pitchFamily="2" charset="-122"/>
                </a:defRPr>
              </a:lvl1pPr>
              <a:lvl2pPr marL="742950" indent="-285750">
                <a:spcBef>
                  <a:spcPts val="375"/>
                </a:spcBef>
                <a:buClr>
                  <a:schemeClr val="accent2"/>
                </a:buClr>
                <a:buSzPct val="85000"/>
                <a:buFont typeface="Wingdings" panose="05000000000000000000" pitchFamily="2" charset="2"/>
                <a:buChar char="Ø"/>
                <a:defRPr sz="2200">
                  <a:solidFill>
                    <a:schemeClr val="tx1"/>
                  </a:solidFill>
                  <a:latin typeface="Perpetua" panose="02020502060401020303" pitchFamily="18" charset="0"/>
                  <a:ea typeface="宋体" pitchFamily="2" charset="-122"/>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ea typeface="宋体" pitchFamily="2" charset="-122"/>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ea typeface="宋体" pitchFamily="2" charset="-122"/>
                </a:defRPr>
              </a:lvl4pPr>
              <a:lvl5pPr marL="2057400" indent="-228600">
                <a:spcBef>
                  <a:spcPts val="375"/>
                </a:spcBef>
                <a:buClr>
                  <a:srgbClr val="A28E6A"/>
                </a:buClr>
                <a:buChar char="o"/>
                <a:defRPr sz="2000">
                  <a:solidFill>
                    <a:schemeClr val="tx1"/>
                  </a:solidFill>
                  <a:latin typeface="Perpetua" panose="02020502060401020303" pitchFamily="18" charset="0"/>
                  <a:ea typeface="宋体" pitchFamily="2" charset="-122"/>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itchFamily="2" charset="-122"/>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itchFamily="2" charset="-122"/>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itchFamily="2" charset="-122"/>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itchFamily="2" charset="-122"/>
                </a:defRPr>
              </a:lvl9pPr>
            </a:lstStyle>
            <a:p>
              <a:pPr algn="ctr" eaLnBrk="1" hangingPunct="1">
                <a:spcBef>
                  <a:spcPct val="50000"/>
                </a:spcBef>
                <a:buClrTx/>
                <a:buSzTx/>
                <a:buFont typeface="Monotype Sorts" pitchFamily="2" charset="2"/>
                <a:buNone/>
              </a:pPr>
              <a:r>
                <a:rPr lang="en-US" altLang="zh-CN" sz="1400" b="1">
                  <a:latin typeface="+mn-ea"/>
                  <a:ea typeface="+mn-ea"/>
                </a:rPr>
                <a:t>CPU</a:t>
              </a:r>
              <a:r>
                <a:rPr lang="zh-CN" altLang="en-US" sz="1400" b="1">
                  <a:latin typeface="+mn-ea"/>
                  <a:ea typeface="+mn-ea"/>
                </a:rPr>
                <a:t>空闲</a:t>
              </a:r>
              <a:endParaRPr lang="zh-CN" altLang="en-US" sz="1400" b="1">
                <a:latin typeface="+mn-ea"/>
                <a:ea typeface="+mn-ea"/>
              </a:endParaRPr>
            </a:p>
          </p:txBody>
        </p:sp>
        <p:sp>
          <p:nvSpPr>
            <p:cNvPr id="203" name="Line 99"/>
            <p:cNvSpPr>
              <a:spLocks noChangeShapeType="1"/>
            </p:cNvSpPr>
            <p:nvPr/>
          </p:nvSpPr>
          <p:spPr bwMode="auto">
            <a:xfrm flipV="1">
              <a:off x="8436735" y="5370950"/>
              <a:ext cx="0" cy="228600"/>
            </a:xfrm>
            <a:prstGeom prst="line">
              <a:avLst/>
            </a:prstGeom>
            <a:noFill/>
            <a:ln w="9525">
              <a:solidFill>
                <a:srgbClr val="E71101"/>
              </a:solidFill>
              <a:round/>
              <a:tailEnd type="triangle" w="med" len="med"/>
            </a:ln>
            <a:extLst>
              <a:ext uri="{909E8E84-426E-40DD-AFC4-6F175D3DCCD1}">
                <a14:hiddenFill xmlns:a14="http://schemas.microsoft.com/office/drawing/2010/main">
                  <a:noFill/>
                </a14:hiddenFill>
              </a:ext>
            </a:extLst>
          </p:spPr>
          <p:txBody>
            <a:bodyPr lIns="92075" tIns="46038" rIns="92075" bIns="46038"/>
            <a:lstStyle/>
            <a:p>
              <a:endParaRPr lang="zh-CN" altLang="en-US"/>
            </a:p>
          </p:txBody>
        </p:sp>
        <p:sp>
          <p:nvSpPr>
            <p:cNvPr id="204" name="Text Box 100"/>
            <p:cNvSpPr txBox="1">
              <a:spLocks noChangeArrowheads="1"/>
            </p:cNvSpPr>
            <p:nvPr/>
          </p:nvSpPr>
          <p:spPr bwMode="auto">
            <a:xfrm>
              <a:off x="8589135" y="3770750"/>
              <a:ext cx="1473198" cy="3084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075" tIns="46038" rIns="92075" bIns="46038">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ea typeface="宋体" pitchFamily="2" charset="-122"/>
                </a:defRPr>
              </a:lvl1pPr>
              <a:lvl2pPr marL="742950" indent="-285750">
                <a:spcBef>
                  <a:spcPts val="375"/>
                </a:spcBef>
                <a:buClr>
                  <a:schemeClr val="accent2"/>
                </a:buClr>
                <a:buSzPct val="85000"/>
                <a:buFont typeface="Wingdings" panose="05000000000000000000" pitchFamily="2" charset="2"/>
                <a:buChar char="Ø"/>
                <a:defRPr sz="2200">
                  <a:solidFill>
                    <a:schemeClr val="tx1"/>
                  </a:solidFill>
                  <a:latin typeface="Perpetua" panose="02020502060401020303" pitchFamily="18" charset="0"/>
                  <a:ea typeface="宋体" pitchFamily="2" charset="-122"/>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ea typeface="宋体" pitchFamily="2" charset="-122"/>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ea typeface="宋体" pitchFamily="2" charset="-122"/>
                </a:defRPr>
              </a:lvl4pPr>
              <a:lvl5pPr marL="2057400" indent="-228600">
                <a:spcBef>
                  <a:spcPts val="375"/>
                </a:spcBef>
                <a:buClr>
                  <a:srgbClr val="A28E6A"/>
                </a:buClr>
                <a:buChar char="o"/>
                <a:defRPr sz="2000">
                  <a:solidFill>
                    <a:schemeClr val="tx1"/>
                  </a:solidFill>
                  <a:latin typeface="Perpetua" panose="02020502060401020303" pitchFamily="18" charset="0"/>
                  <a:ea typeface="宋体" pitchFamily="2" charset="-122"/>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itchFamily="2" charset="-122"/>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itchFamily="2" charset="-122"/>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itchFamily="2" charset="-122"/>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itchFamily="2" charset="-122"/>
                </a:defRPr>
              </a:lvl9pPr>
            </a:lstStyle>
            <a:p>
              <a:pPr algn="ctr" eaLnBrk="1" hangingPunct="1">
                <a:spcBef>
                  <a:spcPct val="50000"/>
                </a:spcBef>
                <a:buClrTx/>
                <a:buSzTx/>
                <a:buFont typeface="Monotype Sorts" pitchFamily="2" charset="2"/>
                <a:buNone/>
              </a:pPr>
              <a:r>
                <a:rPr lang="zh-CN" altLang="en-US" sz="1400" b="1" dirty="0">
                  <a:latin typeface="+mn-ea"/>
                  <a:ea typeface="+mn-ea"/>
                </a:rPr>
                <a:t>程序</a:t>
              </a:r>
              <a:r>
                <a:rPr lang="en-US" altLang="zh-CN" sz="1400" b="1" dirty="0">
                  <a:latin typeface="+mn-ea"/>
                  <a:ea typeface="+mn-ea"/>
                </a:rPr>
                <a:t>B I/O</a:t>
              </a:r>
              <a:r>
                <a:rPr lang="zh-CN" altLang="en-US" sz="1400" b="1" dirty="0">
                  <a:latin typeface="+mn-ea"/>
                  <a:ea typeface="+mn-ea"/>
                </a:rPr>
                <a:t>完成</a:t>
              </a:r>
              <a:endParaRPr lang="zh-CN" altLang="en-US" sz="1400" b="1" dirty="0">
                <a:latin typeface="+mn-ea"/>
                <a:ea typeface="+mn-ea"/>
              </a:endParaRPr>
            </a:p>
          </p:txBody>
        </p:sp>
        <p:sp>
          <p:nvSpPr>
            <p:cNvPr id="205" name="Text Box 101"/>
            <p:cNvSpPr txBox="1">
              <a:spLocks noChangeArrowheads="1"/>
            </p:cNvSpPr>
            <p:nvPr/>
          </p:nvSpPr>
          <p:spPr bwMode="auto">
            <a:xfrm>
              <a:off x="8055735" y="4304150"/>
              <a:ext cx="1447800" cy="3084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075" tIns="46038" rIns="92075" bIns="46038">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ea typeface="宋体" pitchFamily="2" charset="-122"/>
                </a:defRPr>
              </a:lvl1pPr>
              <a:lvl2pPr marL="742950" indent="-285750">
                <a:spcBef>
                  <a:spcPts val="375"/>
                </a:spcBef>
                <a:buClr>
                  <a:schemeClr val="accent2"/>
                </a:buClr>
                <a:buSzPct val="85000"/>
                <a:buFont typeface="Wingdings" panose="05000000000000000000" pitchFamily="2" charset="2"/>
                <a:buChar char="Ø"/>
                <a:defRPr sz="2200">
                  <a:solidFill>
                    <a:schemeClr val="tx1"/>
                  </a:solidFill>
                  <a:latin typeface="Perpetua" panose="02020502060401020303" pitchFamily="18" charset="0"/>
                  <a:ea typeface="宋体" pitchFamily="2" charset="-122"/>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ea typeface="宋体" pitchFamily="2" charset="-122"/>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ea typeface="宋体" pitchFamily="2" charset="-122"/>
                </a:defRPr>
              </a:lvl4pPr>
              <a:lvl5pPr marL="2057400" indent="-228600">
                <a:spcBef>
                  <a:spcPts val="375"/>
                </a:spcBef>
                <a:buClr>
                  <a:srgbClr val="A28E6A"/>
                </a:buClr>
                <a:buChar char="o"/>
                <a:defRPr sz="2000">
                  <a:solidFill>
                    <a:schemeClr val="tx1"/>
                  </a:solidFill>
                  <a:latin typeface="Perpetua" panose="02020502060401020303" pitchFamily="18" charset="0"/>
                  <a:ea typeface="宋体" pitchFamily="2" charset="-122"/>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itchFamily="2" charset="-122"/>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itchFamily="2" charset="-122"/>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itchFamily="2" charset="-122"/>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itchFamily="2" charset="-122"/>
                </a:defRPr>
              </a:lvl9pPr>
            </a:lstStyle>
            <a:p>
              <a:pPr algn="ctr" eaLnBrk="1" hangingPunct="1">
                <a:spcBef>
                  <a:spcPct val="50000"/>
                </a:spcBef>
                <a:buClrTx/>
                <a:buSzTx/>
                <a:buFont typeface="Monotype Sorts" pitchFamily="2" charset="2"/>
                <a:buNone/>
              </a:pPr>
              <a:r>
                <a:rPr lang="zh-CN" altLang="en-US" sz="1400" b="1" dirty="0">
                  <a:latin typeface="+mn-ea"/>
                  <a:ea typeface="+mn-ea"/>
                </a:rPr>
                <a:t>程序</a:t>
              </a:r>
              <a:r>
                <a:rPr lang="en-US" altLang="zh-CN" sz="1400" b="1" dirty="0">
                  <a:latin typeface="+mn-ea"/>
                  <a:ea typeface="+mn-ea"/>
                </a:rPr>
                <a:t>C I/O</a:t>
              </a:r>
              <a:r>
                <a:rPr lang="zh-CN" altLang="en-US" sz="1400" b="1" dirty="0">
                  <a:latin typeface="+mn-ea"/>
                  <a:ea typeface="+mn-ea"/>
                </a:rPr>
                <a:t>完成</a:t>
              </a:r>
              <a:endParaRPr lang="zh-CN" altLang="en-US" sz="1400" b="1" dirty="0">
                <a:latin typeface="+mn-ea"/>
                <a:ea typeface="+mn-ea"/>
              </a:endParaRPr>
            </a:p>
          </p:txBody>
        </p:sp>
        <p:sp>
          <p:nvSpPr>
            <p:cNvPr id="206" name="Line 102"/>
            <p:cNvSpPr>
              <a:spLocks noChangeShapeType="1"/>
            </p:cNvSpPr>
            <p:nvPr/>
          </p:nvSpPr>
          <p:spPr bwMode="auto">
            <a:xfrm>
              <a:off x="9046335" y="4532750"/>
              <a:ext cx="0" cy="228600"/>
            </a:xfrm>
            <a:prstGeom prst="line">
              <a:avLst/>
            </a:prstGeom>
            <a:noFill/>
            <a:ln w="9525">
              <a:solidFill>
                <a:schemeClr val="tx2"/>
              </a:solidFill>
              <a:round/>
              <a:tailEnd type="triangle" w="med" len="med"/>
            </a:ln>
            <a:extLst>
              <a:ext uri="{909E8E84-426E-40DD-AFC4-6F175D3DCCD1}">
                <a14:hiddenFill xmlns:a14="http://schemas.microsoft.com/office/drawing/2010/main">
                  <a:noFill/>
                </a14:hiddenFill>
              </a:ext>
            </a:extLst>
          </p:spPr>
          <p:txBody>
            <a:bodyPr lIns="92075" tIns="46038" rIns="92075" bIns="46038"/>
            <a:lstStyle/>
            <a:p>
              <a:endParaRPr lang="zh-CN" altLang="en-US"/>
            </a:p>
          </p:txBody>
        </p:sp>
        <p:sp>
          <p:nvSpPr>
            <p:cNvPr id="207" name="Line 103"/>
            <p:cNvSpPr>
              <a:spLocks noChangeShapeType="1"/>
            </p:cNvSpPr>
            <p:nvPr/>
          </p:nvSpPr>
          <p:spPr bwMode="auto">
            <a:xfrm>
              <a:off x="9274935" y="3923150"/>
              <a:ext cx="0" cy="304800"/>
            </a:xfrm>
            <a:prstGeom prst="line">
              <a:avLst/>
            </a:prstGeom>
            <a:noFill/>
            <a:ln w="9525">
              <a:solidFill>
                <a:schemeClr val="tx2"/>
              </a:solidFill>
              <a:round/>
              <a:tailEnd type="triangle" w="med" len="med"/>
            </a:ln>
            <a:extLst>
              <a:ext uri="{909E8E84-426E-40DD-AFC4-6F175D3DCCD1}">
                <a14:hiddenFill xmlns:a14="http://schemas.microsoft.com/office/drawing/2010/main">
                  <a:noFill/>
                </a14:hiddenFill>
              </a:ext>
            </a:extLst>
          </p:spPr>
          <p:txBody>
            <a:bodyPr lIns="92075" tIns="46038" rIns="92075" bIns="46038"/>
            <a:lstStyle/>
            <a:p>
              <a:endParaRPr lang="zh-CN" altLang="en-US"/>
            </a:p>
          </p:txBody>
        </p:sp>
        <p:sp>
          <p:nvSpPr>
            <p:cNvPr id="208" name="Text Box 105"/>
            <p:cNvSpPr txBox="1">
              <a:spLocks noChangeArrowheads="1"/>
            </p:cNvSpPr>
            <p:nvPr/>
          </p:nvSpPr>
          <p:spPr bwMode="auto">
            <a:xfrm>
              <a:off x="7615347" y="2958019"/>
              <a:ext cx="1905000" cy="3084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ea typeface="宋体" pitchFamily="2" charset="-122"/>
                </a:defRPr>
              </a:lvl1pPr>
              <a:lvl2pPr marL="742950" indent="-285750">
                <a:spcBef>
                  <a:spcPts val="375"/>
                </a:spcBef>
                <a:buClr>
                  <a:schemeClr val="accent2"/>
                </a:buClr>
                <a:buSzPct val="85000"/>
                <a:buFont typeface="Wingdings" panose="05000000000000000000" pitchFamily="2" charset="2"/>
                <a:buChar char="Ø"/>
                <a:defRPr sz="2200">
                  <a:solidFill>
                    <a:schemeClr val="tx1"/>
                  </a:solidFill>
                  <a:latin typeface="Perpetua" panose="02020502060401020303" pitchFamily="18" charset="0"/>
                  <a:ea typeface="宋体" pitchFamily="2" charset="-122"/>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ea typeface="宋体" pitchFamily="2" charset="-122"/>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ea typeface="宋体" pitchFamily="2" charset="-122"/>
                </a:defRPr>
              </a:lvl4pPr>
              <a:lvl5pPr marL="2057400" indent="-228600">
                <a:spcBef>
                  <a:spcPts val="375"/>
                </a:spcBef>
                <a:buClr>
                  <a:srgbClr val="A28E6A"/>
                </a:buClr>
                <a:buChar char="o"/>
                <a:defRPr sz="2000">
                  <a:solidFill>
                    <a:schemeClr val="tx1"/>
                  </a:solidFill>
                  <a:latin typeface="Perpetua" panose="02020502060401020303" pitchFamily="18" charset="0"/>
                  <a:ea typeface="宋体" pitchFamily="2" charset="-122"/>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itchFamily="2" charset="-122"/>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itchFamily="2" charset="-122"/>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itchFamily="2" charset="-122"/>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itchFamily="2" charset="-122"/>
                </a:defRPr>
              </a:lvl9pPr>
            </a:lstStyle>
            <a:p>
              <a:pPr eaLnBrk="1" hangingPunct="1">
                <a:spcBef>
                  <a:spcPct val="50000"/>
                </a:spcBef>
                <a:buClrTx/>
                <a:buSzTx/>
                <a:buFont typeface="Monotype Sorts" pitchFamily="2" charset="2"/>
                <a:buNone/>
              </a:pPr>
              <a:r>
                <a:rPr lang="en-US" altLang="zh-CN" sz="1400" dirty="0">
                  <a:solidFill>
                    <a:srgbClr val="FF0000"/>
                  </a:solidFill>
                  <a:latin typeface="+mn-ea"/>
                  <a:ea typeface="+mn-ea"/>
                </a:rPr>
                <a:t>I/O</a:t>
              </a:r>
              <a:r>
                <a:rPr lang="zh-CN" altLang="en-US" sz="1400" dirty="0">
                  <a:solidFill>
                    <a:srgbClr val="FF0000"/>
                  </a:solidFill>
                  <a:latin typeface="+mn-ea"/>
                  <a:ea typeface="+mn-ea"/>
                </a:rPr>
                <a:t>占的时间比例很大</a:t>
              </a:r>
              <a:endParaRPr lang="zh-CN" altLang="en-US" sz="1400" baseline="-25000" dirty="0">
                <a:solidFill>
                  <a:srgbClr val="FF0000"/>
                </a:solidFill>
                <a:latin typeface="+mn-ea"/>
                <a:ea typeface="+mn-ea"/>
              </a:endParaRPr>
            </a:p>
          </p:txBody>
        </p:sp>
        <p:sp>
          <p:nvSpPr>
            <p:cNvPr id="209" name="Text Box 106"/>
            <p:cNvSpPr txBox="1">
              <a:spLocks noChangeArrowheads="1"/>
            </p:cNvSpPr>
            <p:nvPr/>
          </p:nvSpPr>
          <p:spPr bwMode="auto">
            <a:xfrm>
              <a:off x="9655935" y="4227950"/>
              <a:ext cx="1295400" cy="3084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ea typeface="宋体" pitchFamily="2" charset="-122"/>
                </a:defRPr>
              </a:lvl1pPr>
              <a:lvl2pPr marL="742950" indent="-285750">
                <a:spcBef>
                  <a:spcPts val="375"/>
                </a:spcBef>
                <a:buClr>
                  <a:schemeClr val="accent2"/>
                </a:buClr>
                <a:buSzPct val="85000"/>
                <a:buFont typeface="Wingdings" panose="05000000000000000000" pitchFamily="2" charset="2"/>
                <a:buChar char="Ø"/>
                <a:defRPr sz="2200">
                  <a:solidFill>
                    <a:schemeClr val="tx1"/>
                  </a:solidFill>
                  <a:latin typeface="Perpetua" panose="02020502060401020303" pitchFamily="18" charset="0"/>
                  <a:ea typeface="宋体" pitchFamily="2" charset="-122"/>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ea typeface="宋体" pitchFamily="2" charset="-122"/>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ea typeface="宋体" pitchFamily="2" charset="-122"/>
                </a:defRPr>
              </a:lvl4pPr>
              <a:lvl5pPr marL="2057400" indent="-228600">
                <a:spcBef>
                  <a:spcPts val="375"/>
                </a:spcBef>
                <a:buClr>
                  <a:srgbClr val="A28E6A"/>
                </a:buClr>
                <a:buChar char="o"/>
                <a:defRPr sz="2000">
                  <a:solidFill>
                    <a:schemeClr val="tx1"/>
                  </a:solidFill>
                  <a:latin typeface="Perpetua" panose="02020502060401020303" pitchFamily="18" charset="0"/>
                  <a:ea typeface="宋体" pitchFamily="2" charset="-122"/>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itchFamily="2" charset="-122"/>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itchFamily="2" charset="-122"/>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itchFamily="2" charset="-122"/>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itchFamily="2" charset="-122"/>
                </a:defRPr>
              </a:lvl9pPr>
            </a:lstStyle>
            <a:p>
              <a:pPr eaLnBrk="1" hangingPunct="1">
                <a:spcBef>
                  <a:spcPct val="50000"/>
                </a:spcBef>
                <a:buClrTx/>
                <a:buSzTx/>
                <a:buFont typeface="Monotype Sorts" pitchFamily="2" charset="2"/>
                <a:buNone/>
              </a:pPr>
              <a:r>
                <a:rPr lang="zh-CN" altLang="en-US" sz="1400" dirty="0">
                  <a:solidFill>
                    <a:srgbClr val="FF0000"/>
                  </a:solidFill>
                  <a:latin typeface="+mn-ea"/>
                  <a:ea typeface="+mn-ea"/>
                </a:rPr>
                <a:t>在</a:t>
              </a:r>
              <a:r>
                <a:rPr lang="en-US" altLang="zh-CN" sz="1400" dirty="0">
                  <a:solidFill>
                    <a:srgbClr val="FF0000"/>
                  </a:solidFill>
                  <a:latin typeface="+mn-ea"/>
                  <a:ea typeface="+mn-ea"/>
                </a:rPr>
                <a:t>A</a:t>
              </a:r>
              <a:r>
                <a:rPr lang="zh-CN" altLang="en-US" sz="1400" dirty="0">
                  <a:solidFill>
                    <a:srgbClr val="FF0000"/>
                  </a:solidFill>
                  <a:latin typeface="+mn-ea"/>
                  <a:ea typeface="+mn-ea"/>
                </a:rPr>
                <a:t>完成后！！</a:t>
              </a:r>
              <a:endParaRPr lang="zh-CN" altLang="en-US" sz="1400" baseline="-25000" dirty="0">
                <a:solidFill>
                  <a:srgbClr val="FF0000"/>
                </a:solidFill>
                <a:latin typeface="+mn-ea"/>
                <a:ea typeface="+mn-ea"/>
              </a:endParaRPr>
            </a:p>
          </p:txBody>
        </p:sp>
        <p:sp>
          <p:nvSpPr>
            <p:cNvPr id="210" name="Text Box 104"/>
            <p:cNvSpPr txBox="1">
              <a:spLocks noChangeArrowheads="1"/>
            </p:cNvSpPr>
            <p:nvPr/>
          </p:nvSpPr>
          <p:spPr bwMode="auto">
            <a:xfrm>
              <a:off x="3614938" y="5961943"/>
              <a:ext cx="5334000" cy="708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ea typeface="宋体" pitchFamily="2" charset="-122"/>
                </a:defRPr>
              </a:lvl1pPr>
              <a:lvl2pPr marL="742950" indent="-285750">
                <a:spcBef>
                  <a:spcPts val="375"/>
                </a:spcBef>
                <a:buClr>
                  <a:schemeClr val="accent2"/>
                </a:buClr>
                <a:buSzPct val="85000"/>
                <a:buFont typeface="Wingdings" panose="05000000000000000000" pitchFamily="2" charset="2"/>
                <a:buChar char="Ø"/>
                <a:defRPr sz="2200">
                  <a:solidFill>
                    <a:schemeClr val="tx1"/>
                  </a:solidFill>
                  <a:latin typeface="Perpetua" panose="02020502060401020303" pitchFamily="18" charset="0"/>
                  <a:ea typeface="宋体" pitchFamily="2" charset="-122"/>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ea typeface="宋体" pitchFamily="2" charset="-122"/>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ea typeface="宋体" pitchFamily="2" charset="-122"/>
                </a:defRPr>
              </a:lvl4pPr>
              <a:lvl5pPr marL="2057400" indent="-228600">
                <a:spcBef>
                  <a:spcPts val="375"/>
                </a:spcBef>
                <a:buClr>
                  <a:srgbClr val="A28E6A"/>
                </a:buClr>
                <a:buChar char="o"/>
                <a:defRPr sz="2000">
                  <a:solidFill>
                    <a:schemeClr val="tx1"/>
                  </a:solidFill>
                  <a:latin typeface="Perpetua" panose="02020502060401020303" pitchFamily="18" charset="0"/>
                  <a:ea typeface="宋体" pitchFamily="2" charset="-122"/>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itchFamily="2" charset="-122"/>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itchFamily="2" charset="-122"/>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itchFamily="2" charset="-122"/>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itchFamily="2" charset="-122"/>
                </a:defRPr>
              </a:lvl9pPr>
            </a:lstStyle>
            <a:p>
              <a:pPr algn="ctr" eaLnBrk="1" hangingPunct="1">
                <a:spcBef>
                  <a:spcPct val="50000"/>
                </a:spcBef>
                <a:buClrTx/>
                <a:buSzTx/>
                <a:buFont typeface="Monotype Sorts" pitchFamily="2" charset="2"/>
                <a:buNone/>
              </a:pPr>
              <a:r>
                <a:rPr lang="zh-CN" altLang="en-US" sz="1600" b="1" dirty="0">
                  <a:solidFill>
                    <a:srgbClr val="0000FF"/>
                  </a:solidFill>
                  <a:latin typeface="+mn-ea"/>
                  <a:ea typeface="+mn-ea"/>
                </a:rPr>
                <a:t>单道和多道程序运行情况图</a:t>
              </a:r>
              <a:endParaRPr lang="zh-CN" altLang="en-US" sz="1600" b="1" dirty="0">
                <a:solidFill>
                  <a:srgbClr val="0000FF"/>
                </a:solidFill>
                <a:latin typeface="+mn-ea"/>
                <a:ea typeface="+mn-ea"/>
              </a:endParaRPr>
            </a:p>
            <a:p>
              <a:pPr algn="ctr" eaLnBrk="1" hangingPunct="1">
                <a:spcBef>
                  <a:spcPct val="50000"/>
                </a:spcBef>
                <a:buClrTx/>
                <a:buSzTx/>
                <a:buFont typeface="Monotype Sorts" pitchFamily="2" charset="2"/>
                <a:buNone/>
              </a:pPr>
              <a:r>
                <a:rPr lang="zh-CN" altLang="en-US" sz="1600" b="1" dirty="0">
                  <a:solidFill>
                    <a:schemeClr val="bg1"/>
                  </a:solidFill>
                  <a:latin typeface="+mn-ea"/>
                  <a:ea typeface="+mn-ea"/>
                </a:rPr>
                <a:t>（</a:t>
              </a:r>
              <a:r>
                <a:rPr lang="en-US" altLang="zh-CN" sz="1600" b="1" dirty="0">
                  <a:solidFill>
                    <a:schemeClr val="bg1"/>
                  </a:solidFill>
                  <a:latin typeface="+mn-ea"/>
                  <a:ea typeface="+mn-ea"/>
                </a:rPr>
                <a:t>a</a:t>
              </a:r>
              <a:r>
                <a:rPr lang="zh-CN" altLang="en-US" sz="1600" b="1" dirty="0">
                  <a:solidFill>
                    <a:schemeClr val="bg1"/>
                  </a:solidFill>
                  <a:latin typeface="+mn-ea"/>
                  <a:ea typeface="+mn-ea"/>
                </a:rPr>
                <a:t>）单道程序运行情况；（</a:t>
              </a:r>
              <a:r>
                <a:rPr lang="en-US" altLang="zh-CN" sz="1600" b="1" dirty="0">
                  <a:solidFill>
                    <a:schemeClr val="bg1"/>
                  </a:solidFill>
                  <a:latin typeface="+mn-ea"/>
                  <a:ea typeface="+mn-ea"/>
                </a:rPr>
                <a:t>b</a:t>
              </a:r>
              <a:r>
                <a:rPr lang="zh-CN" altLang="en-US" sz="1600" b="1" dirty="0">
                  <a:solidFill>
                    <a:schemeClr val="bg1"/>
                  </a:solidFill>
                  <a:latin typeface="+mn-ea"/>
                  <a:ea typeface="+mn-ea"/>
                </a:rPr>
                <a:t>）四道程序运行情况</a:t>
              </a:r>
              <a:endParaRPr lang="zh-CN" altLang="en-US" sz="1600" b="1" dirty="0">
                <a:solidFill>
                  <a:schemeClr val="bg1"/>
                </a:solidFill>
                <a:latin typeface="+mn-ea"/>
                <a:ea typeface="+mn-ea"/>
              </a:endParaRPr>
            </a:p>
          </p:txBody>
        </p:sp>
      </p:grpSp>
    </p:spTree>
  </p:cSld>
  <p:clrMapOvr>
    <a:masterClrMapping/>
  </p:clrMapOvr>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78668"/>
            <a:ext cx="7026275" cy="523220"/>
          </a:xfrm>
          <a:prstGeom prst="rect">
            <a:avLst/>
          </a:prstGeom>
        </p:spPr>
        <p:txBody>
          <a:bodyPr wrap="square">
            <a:spAutoFit/>
          </a:bodyPr>
          <a:lstStyle/>
          <a:p>
            <a:r>
              <a:rPr lang="zh-CN" altLang="en-US" sz="2800" b="1" dirty="0">
                <a:solidFill>
                  <a:srgbClr val="FF0000"/>
                </a:solidFill>
              </a:rPr>
              <a:t>多道批处理系统需要解决的问题</a:t>
            </a:r>
            <a:endParaRPr lang="zh-CN" altLang="en-US" sz="2800" b="1" dirty="0">
              <a:solidFill>
                <a:srgbClr val="FF0000"/>
              </a:solidFill>
            </a:endParaRPr>
          </a:p>
        </p:txBody>
      </p:sp>
      <p:grpSp>
        <p:nvGrpSpPr>
          <p:cNvPr id="7" name="224405" descr="本素材由iSlide™ 提供&#10;iSlide™尊重知识产权并注重保护用户享有的各项权利。郑重提醒您：&#10;iSlide™插件中提供的任何信息内容的所有权、知识产权归其原始权利人或权利受让人所有，您免费/购买获得的是信息内容的使用权，并受下述条款的约束；&#10;1. 您仅可以个人非商业用途使用该等信息内容，不可将信息内容的全部或部分用于出售，或以出租、出借、转让、分销、发布等其他任何方式供他人使用；&#10;2. 禁止在接入互联网或移动互联网的任何网站、平台、应用或程序上以任何方式为他人提供iSlide™插件资源内容的下载。&#10;The resource is supplied by iSlide™.&#10;iSlide™ respects all intellectual property rights and protects all the rights its users acquired.Solemnly remind you:&#10;The ownership and intellectual property of the resources supplied in iSlide Add-in belongs to its owner or the assignee of this ownership.you only acquired the usage of the resources supplied in iSlide Add-in, as well as respected the following restrain terms:&#10;1.You are only allowed to use such resource for personal and non-commercial aim, not allowed to use such resource or part of it for the sale; or rent, lend, transfer to others; or distribution or release it in any way.&#10;2.You are not permitted to provide the resource of iSlide Add-in in any website, platform, application access to the Internet or mobile Internet." title="iSlide™ 版权声明  COPYRIGHT NOTICE"/>
          <p:cNvGrpSpPr>
            <a:grpSpLocks noChangeAspect="1"/>
          </p:cNvGrpSpPr>
          <p:nvPr>
            <p:custDataLst>
              <p:tags r:id="rId1"/>
            </p:custDataLst>
          </p:nvPr>
        </p:nvGrpSpPr>
        <p:grpSpPr>
          <a:xfrm>
            <a:off x="532660" y="1763071"/>
            <a:ext cx="10986239" cy="3733544"/>
            <a:chOff x="527899" y="1557009"/>
            <a:chExt cx="10986239" cy="3733544"/>
          </a:xfrm>
        </p:grpSpPr>
        <p:sp>
          <p:nvSpPr>
            <p:cNvPr id="8" name="íśḷíḋé"/>
            <p:cNvSpPr/>
            <p:nvPr/>
          </p:nvSpPr>
          <p:spPr bwMode="auto">
            <a:xfrm>
              <a:off x="4801181" y="2133141"/>
              <a:ext cx="2589100" cy="2588226"/>
            </a:xfrm>
            <a:prstGeom prst="ellipse">
              <a:avLst/>
            </a:prstGeom>
            <a:blipFill>
              <a:blip r:embed="rId2"/>
              <a:stretch>
                <a:fillRect l="-25098" r="-24851"/>
              </a:stretch>
            </a:blipFill>
            <a:ln w="57150">
              <a:solidFill>
                <a:schemeClr val="bg1">
                  <a:lumMod val="95000"/>
                </a:schemeClr>
              </a:solid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p>
              <a:pPr algn="ctr"/>
              <a:endParaRPr lang="en-US" sz="2800" b="1">
                <a:solidFill>
                  <a:schemeClr val="lt1"/>
                </a:solidFill>
              </a:endParaRPr>
            </a:p>
          </p:txBody>
        </p:sp>
        <p:sp>
          <p:nvSpPr>
            <p:cNvPr id="9" name="ïSlïďè"/>
            <p:cNvSpPr/>
            <p:nvPr/>
          </p:nvSpPr>
          <p:spPr bwMode="auto">
            <a:xfrm>
              <a:off x="4955845" y="2290426"/>
              <a:ext cx="343408" cy="342533"/>
            </a:xfrm>
            <a:custGeom>
              <a:avLst/>
              <a:gdLst>
                <a:gd name="T0" fmla="*/ 777 w 863"/>
                <a:gd name="T1" fmla="*/ 460 h 861"/>
                <a:gd name="T2" fmla="*/ 505 w 863"/>
                <a:gd name="T3" fmla="*/ 427 h 861"/>
                <a:gd name="T4" fmla="*/ 75 w 863"/>
                <a:gd name="T5" fmla="*/ 0 h 861"/>
                <a:gd name="T6" fmla="*/ 0 w 863"/>
                <a:gd name="T7" fmla="*/ 75 h 861"/>
                <a:gd name="T8" fmla="*/ 430 w 863"/>
                <a:gd name="T9" fmla="*/ 503 h 861"/>
                <a:gd name="T10" fmla="*/ 463 w 863"/>
                <a:gd name="T11" fmla="*/ 774 h 861"/>
                <a:gd name="T12" fmla="*/ 777 w 863"/>
                <a:gd name="T13" fmla="*/ 774 h 861"/>
                <a:gd name="T14" fmla="*/ 777 w 863"/>
                <a:gd name="T15" fmla="*/ 460 h 86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863" h="861">
                  <a:moveTo>
                    <a:pt x="777" y="460"/>
                  </a:moveTo>
                  <a:cubicBezTo>
                    <a:pt x="703" y="386"/>
                    <a:pt x="590" y="376"/>
                    <a:pt x="505" y="427"/>
                  </a:cubicBezTo>
                  <a:cubicBezTo>
                    <a:pt x="75" y="0"/>
                    <a:pt x="75" y="0"/>
                    <a:pt x="75" y="0"/>
                  </a:cubicBezTo>
                  <a:cubicBezTo>
                    <a:pt x="0" y="75"/>
                    <a:pt x="0" y="75"/>
                    <a:pt x="0" y="75"/>
                  </a:cubicBezTo>
                  <a:cubicBezTo>
                    <a:pt x="430" y="503"/>
                    <a:pt x="430" y="503"/>
                    <a:pt x="430" y="503"/>
                  </a:cubicBezTo>
                  <a:cubicBezTo>
                    <a:pt x="378" y="588"/>
                    <a:pt x="389" y="700"/>
                    <a:pt x="463" y="774"/>
                  </a:cubicBezTo>
                  <a:cubicBezTo>
                    <a:pt x="549" y="861"/>
                    <a:pt x="690" y="861"/>
                    <a:pt x="777" y="774"/>
                  </a:cubicBezTo>
                  <a:cubicBezTo>
                    <a:pt x="863" y="687"/>
                    <a:pt x="863" y="547"/>
                    <a:pt x="777" y="460"/>
                  </a:cubicBezTo>
                  <a:close/>
                </a:path>
              </a:pathLst>
            </a:custGeom>
            <a:solidFill>
              <a:schemeClr val="accent1"/>
            </a:solidFill>
            <a:ln>
              <a:noFill/>
            </a:ln>
          </p:spPr>
          <p:txBody>
            <a:bodyPr vert="horz" wrap="square" lIns="91440" tIns="45720" rIns="91440" bIns="45720" numCol="1" anchor="t" anchorCtr="0" compatLnSpc="1">
              <a:normAutofit lnSpcReduction="10000"/>
            </a:bodyPr>
            <a:lstStyle/>
            <a:p>
              <a:endParaRPr lang="en-US"/>
            </a:p>
          </p:txBody>
        </p:sp>
        <p:sp>
          <p:nvSpPr>
            <p:cNvPr id="10" name="îśľïḓê"/>
            <p:cNvSpPr/>
            <p:nvPr/>
          </p:nvSpPr>
          <p:spPr bwMode="auto">
            <a:xfrm>
              <a:off x="4523309" y="3361717"/>
              <a:ext cx="394089" cy="176509"/>
            </a:xfrm>
            <a:custGeom>
              <a:avLst/>
              <a:gdLst>
                <a:gd name="T0" fmla="*/ 770 w 992"/>
                <a:gd name="T1" fmla="*/ 0 h 444"/>
                <a:gd name="T2" fmla="*/ 555 w 992"/>
                <a:gd name="T3" fmla="*/ 169 h 444"/>
                <a:gd name="T4" fmla="*/ 0 w 992"/>
                <a:gd name="T5" fmla="*/ 169 h 444"/>
                <a:gd name="T6" fmla="*/ 0 w 992"/>
                <a:gd name="T7" fmla="*/ 275 h 444"/>
                <a:gd name="T8" fmla="*/ 555 w 992"/>
                <a:gd name="T9" fmla="*/ 275 h 444"/>
                <a:gd name="T10" fmla="*/ 770 w 992"/>
                <a:gd name="T11" fmla="*/ 444 h 444"/>
                <a:gd name="T12" fmla="*/ 992 w 992"/>
                <a:gd name="T13" fmla="*/ 222 h 444"/>
                <a:gd name="T14" fmla="*/ 770 w 992"/>
                <a:gd name="T15" fmla="*/ 0 h 44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992" h="444">
                  <a:moveTo>
                    <a:pt x="770" y="0"/>
                  </a:moveTo>
                  <a:cubicBezTo>
                    <a:pt x="666" y="0"/>
                    <a:pt x="578" y="72"/>
                    <a:pt x="555" y="169"/>
                  </a:cubicBezTo>
                  <a:cubicBezTo>
                    <a:pt x="0" y="169"/>
                    <a:pt x="0" y="169"/>
                    <a:pt x="0" y="169"/>
                  </a:cubicBezTo>
                  <a:cubicBezTo>
                    <a:pt x="0" y="275"/>
                    <a:pt x="0" y="275"/>
                    <a:pt x="0" y="275"/>
                  </a:cubicBezTo>
                  <a:cubicBezTo>
                    <a:pt x="555" y="275"/>
                    <a:pt x="555" y="275"/>
                    <a:pt x="555" y="275"/>
                  </a:cubicBezTo>
                  <a:cubicBezTo>
                    <a:pt x="578" y="372"/>
                    <a:pt x="666" y="444"/>
                    <a:pt x="770" y="444"/>
                  </a:cubicBezTo>
                  <a:cubicBezTo>
                    <a:pt x="892" y="444"/>
                    <a:pt x="992" y="344"/>
                    <a:pt x="992" y="222"/>
                  </a:cubicBezTo>
                  <a:cubicBezTo>
                    <a:pt x="992" y="99"/>
                    <a:pt x="892" y="0"/>
                    <a:pt x="770" y="0"/>
                  </a:cubicBezTo>
                  <a:close/>
                </a:path>
              </a:pathLst>
            </a:custGeom>
            <a:solidFill>
              <a:schemeClr val="accent6"/>
            </a:solidFill>
            <a:ln>
              <a:noFill/>
            </a:ln>
          </p:spPr>
          <p:txBody>
            <a:bodyPr vert="horz" wrap="square" lIns="91440" tIns="45720" rIns="91440" bIns="45720" numCol="1" anchor="t" anchorCtr="0" compatLnSpc="1">
              <a:normAutofit fontScale="32500" lnSpcReduction="20000"/>
            </a:bodyPr>
            <a:lstStyle/>
            <a:p>
              <a:endParaRPr lang="en-US"/>
            </a:p>
          </p:txBody>
        </p:sp>
        <p:sp>
          <p:nvSpPr>
            <p:cNvPr id="11" name="ïSlíďé"/>
            <p:cNvSpPr/>
            <p:nvPr/>
          </p:nvSpPr>
          <p:spPr bwMode="auto">
            <a:xfrm>
              <a:off x="4225048" y="1557009"/>
              <a:ext cx="846430" cy="846430"/>
            </a:xfrm>
            <a:prstGeom prst="ellipse">
              <a:avLst/>
            </a:prstGeom>
            <a:solidFill>
              <a:schemeClr val="accent1"/>
            </a:solidFill>
            <a:ln>
              <a:noFill/>
            </a:ln>
          </p:spPr>
          <p:txBody>
            <a:bodyPr vert="horz" wrap="square" lIns="91440" tIns="45720" rIns="91440" bIns="45720" numCol="1" anchor="t" anchorCtr="0" compatLnSpc="1">
              <a:normAutofit/>
            </a:bodyPr>
            <a:lstStyle/>
            <a:p>
              <a:endParaRPr lang="en-US"/>
            </a:p>
          </p:txBody>
        </p:sp>
        <p:sp>
          <p:nvSpPr>
            <p:cNvPr id="12" name="îSḷîḑê"/>
            <p:cNvSpPr/>
            <p:nvPr/>
          </p:nvSpPr>
          <p:spPr bwMode="auto">
            <a:xfrm>
              <a:off x="3622073" y="2998796"/>
              <a:ext cx="847397" cy="846430"/>
            </a:xfrm>
            <a:prstGeom prst="ellipse">
              <a:avLst/>
            </a:prstGeom>
            <a:solidFill>
              <a:schemeClr val="accent6"/>
            </a:solidFill>
            <a:ln>
              <a:noFill/>
            </a:ln>
          </p:spPr>
          <p:txBody>
            <a:bodyPr vert="horz" wrap="square" lIns="91440" tIns="45720" rIns="91440" bIns="45720" numCol="1" anchor="t" anchorCtr="0" compatLnSpc="1">
              <a:normAutofit/>
            </a:bodyPr>
            <a:lstStyle/>
            <a:p>
              <a:endParaRPr lang="en-US"/>
            </a:p>
          </p:txBody>
        </p:sp>
        <p:sp>
          <p:nvSpPr>
            <p:cNvPr id="14" name="îṣlîḑê"/>
            <p:cNvSpPr/>
            <p:nvPr/>
          </p:nvSpPr>
          <p:spPr bwMode="auto">
            <a:xfrm>
              <a:off x="4945359" y="4227664"/>
              <a:ext cx="352146" cy="352146"/>
            </a:xfrm>
            <a:custGeom>
              <a:avLst/>
              <a:gdLst>
                <a:gd name="T0" fmla="*/ 797 w 884"/>
                <a:gd name="T1" fmla="*/ 87 h 886"/>
                <a:gd name="T2" fmla="*/ 483 w 884"/>
                <a:gd name="T3" fmla="*/ 87 h 886"/>
                <a:gd name="T4" fmla="*/ 450 w 884"/>
                <a:gd name="T5" fmla="*/ 358 h 886"/>
                <a:gd name="T6" fmla="*/ 0 w 884"/>
                <a:gd name="T7" fmla="*/ 811 h 886"/>
                <a:gd name="T8" fmla="*/ 75 w 884"/>
                <a:gd name="T9" fmla="*/ 886 h 886"/>
                <a:gd name="T10" fmla="*/ 525 w 884"/>
                <a:gd name="T11" fmla="*/ 434 h 886"/>
                <a:gd name="T12" fmla="*/ 797 w 884"/>
                <a:gd name="T13" fmla="*/ 401 h 886"/>
                <a:gd name="T14" fmla="*/ 797 w 884"/>
                <a:gd name="T15" fmla="*/ 87 h 88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884" h="886">
                  <a:moveTo>
                    <a:pt x="797" y="87"/>
                  </a:moveTo>
                  <a:cubicBezTo>
                    <a:pt x="710" y="0"/>
                    <a:pt x="570" y="0"/>
                    <a:pt x="483" y="87"/>
                  </a:cubicBezTo>
                  <a:cubicBezTo>
                    <a:pt x="409" y="161"/>
                    <a:pt x="399" y="273"/>
                    <a:pt x="450" y="358"/>
                  </a:cubicBezTo>
                  <a:cubicBezTo>
                    <a:pt x="0" y="811"/>
                    <a:pt x="0" y="811"/>
                    <a:pt x="0" y="811"/>
                  </a:cubicBezTo>
                  <a:cubicBezTo>
                    <a:pt x="75" y="886"/>
                    <a:pt x="75" y="886"/>
                    <a:pt x="75" y="886"/>
                  </a:cubicBezTo>
                  <a:cubicBezTo>
                    <a:pt x="525" y="434"/>
                    <a:pt x="525" y="434"/>
                    <a:pt x="525" y="434"/>
                  </a:cubicBezTo>
                  <a:cubicBezTo>
                    <a:pt x="611" y="485"/>
                    <a:pt x="723" y="475"/>
                    <a:pt x="797" y="401"/>
                  </a:cubicBezTo>
                  <a:cubicBezTo>
                    <a:pt x="884" y="314"/>
                    <a:pt x="884" y="174"/>
                    <a:pt x="797" y="87"/>
                  </a:cubicBezTo>
                  <a:close/>
                </a:path>
              </a:pathLst>
            </a:custGeom>
            <a:solidFill>
              <a:schemeClr val="accent5"/>
            </a:solidFill>
            <a:ln>
              <a:noFill/>
            </a:ln>
          </p:spPr>
          <p:txBody>
            <a:bodyPr vert="horz" wrap="square" lIns="91440" tIns="45720" rIns="91440" bIns="45720" numCol="1" anchor="t" anchorCtr="0" compatLnSpc="1">
              <a:normAutofit lnSpcReduction="10000"/>
            </a:bodyPr>
            <a:lstStyle/>
            <a:p>
              <a:endParaRPr lang="en-US"/>
            </a:p>
          </p:txBody>
        </p:sp>
        <p:sp>
          <p:nvSpPr>
            <p:cNvPr id="15" name="ï$ľîḓé"/>
            <p:cNvSpPr/>
            <p:nvPr/>
          </p:nvSpPr>
          <p:spPr bwMode="auto">
            <a:xfrm flipH="1">
              <a:off x="6892749" y="2290426"/>
              <a:ext cx="343408" cy="342533"/>
            </a:xfrm>
            <a:custGeom>
              <a:avLst/>
              <a:gdLst>
                <a:gd name="T0" fmla="*/ 777 w 863"/>
                <a:gd name="T1" fmla="*/ 460 h 861"/>
                <a:gd name="T2" fmla="*/ 505 w 863"/>
                <a:gd name="T3" fmla="*/ 427 h 861"/>
                <a:gd name="T4" fmla="*/ 75 w 863"/>
                <a:gd name="T5" fmla="*/ 0 h 861"/>
                <a:gd name="T6" fmla="*/ 0 w 863"/>
                <a:gd name="T7" fmla="*/ 75 h 861"/>
                <a:gd name="T8" fmla="*/ 430 w 863"/>
                <a:gd name="T9" fmla="*/ 503 h 861"/>
                <a:gd name="T10" fmla="*/ 463 w 863"/>
                <a:gd name="T11" fmla="*/ 774 h 861"/>
                <a:gd name="T12" fmla="*/ 777 w 863"/>
                <a:gd name="T13" fmla="*/ 774 h 861"/>
                <a:gd name="T14" fmla="*/ 777 w 863"/>
                <a:gd name="T15" fmla="*/ 460 h 86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863" h="861">
                  <a:moveTo>
                    <a:pt x="777" y="460"/>
                  </a:moveTo>
                  <a:cubicBezTo>
                    <a:pt x="703" y="386"/>
                    <a:pt x="590" y="376"/>
                    <a:pt x="505" y="427"/>
                  </a:cubicBezTo>
                  <a:cubicBezTo>
                    <a:pt x="75" y="0"/>
                    <a:pt x="75" y="0"/>
                    <a:pt x="75" y="0"/>
                  </a:cubicBezTo>
                  <a:cubicBezTo>
                    <a:pt x="0" y="75"/>
                    <a:pt x="0" y="75"/>
                    <a:pt x="0" y="75"/>
                  </a:cubicBezTo>
                  <a:cubicBezTo>
                    <a:pt x="430" y="503"/>
                    <a:pt x="430" y="503"/>
                    <a:pt x="430" y="503"/>
                  </a:cubicBezTo>
                  <a:cubicBezTo>
                    <a:pt x="378" y="588"/>
                    <a:pt x="389" y="700"/>
                    <a:pt x="463" y="774"/>
                  </a:cubicBezTo>
                  <a:cubicBezTo>
                    <a:pt x="549" y="861"/>
                    <a:pt x="690" y="861"/>
                    <a:pt x="777" y="774"/>
                  </a:cubicBezTo>
                  <a:cubicBezTo>
                    <a:pt x="863" y="687"/>
                    <a:pt x="863" y="547"/>
                    <a:pt x="777" y="460"/>
                  </a:cubicBezTo>
                  <a:close/>
                </a:path>
              </a:pathLst>
            </a:custGeom>
            <a:solidFill>
              <a:schemeClr val="accent2"/>
            </a:solidFill>
            <a:ln>
              <a:noFill/>
            </a:ln>
          </p:spPr>
          <p:txBody>
            <a:bodyPr vert="horz" wrap="square" lIns="91440" tIns="45720" rIns="91440" bIns="45720" numCol="1" anchor="t" anchorCtr="0" compatLnSpc="1">
              <a:normAutofit lnSpcReduction="10000"/>
            </a:bodyPr>
            <a:lstStyle/>
            <a:p>
              <a:endParaRPr lang="en-US"/>
            </a:p>
          </p:txBody>
        </p:sp>
        <p:sp>
          <p:nvSpPr>
            <p:cNvPr id="16" name="isḷiḋé"/>
            <p:cNvSpPr/>
            <p:nvPr/>
          </p:nvSpPr>
          <p:spPr bwMode="auto">
            <a:xfrm flipH="1">
              <a:off x="7274604" y="3361717"/>
              <a:ext cx="394089" cy="176509"/>
            </a:xfrm>
            <a:custGeom>
              <a:avLst/>
              <a:gdLst>
                <a:gd name="T0" fmla="*/ 770 w 992"/>
                <a:gd name="T1" fmla="*/ 0 h 444"/>
                <a:gd name="T2" fmla="*/ 555 w 992"/>
                <a:gd name="T3" fmla="*/ 169 h 444"/>
                <a:gd name="T4" fmla="*/ 0 w 992"/>
                <a:gd name="T5" fmla="*/ 169 h 444"/>
                <a:gd name="T6" fmla="*/ 0 w 992"/>
                <a:gd name="T7" fmla="*/ 275 h 444"/>
                <a:gd name="T8" fmla="*/ 555 w 992"/>
                <a:gd name="T9" fmla="*/ 275 h 444"/>
                <a:gd name="T10" fmla="*/ 770 w 992"/>
                <a:gd name="T11" fmla="*/ 444 h 444"/>
                <a:gd name="T12" fmla="*/ 992 w 992"/>
                <a:gd name="T13" fmla="*/ 222 h 444"/>
                <a:gd name="T14" fmla="*/ 770 w 992"/>
                <a:gd name="T15" fmla="*/ 0 h 44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992" h="444">
                  <a:moveTo>
                    <a:pt x="770" y="0"/>
                  </a:moveTo>
                  <a:cubicBezTo>
                    <a:pt x="666" y="0"/>
                    <a:pt x="578" y="72"/>
                    <a:pt x="555" y="169"/>
                  </a:cubicBezTo>
                  <a:cubicBezTo>
                    <a:pt x="0" y="169"/>
                    <a:pt x="0" y="169"/>
                    <a:pt x="0" y="169"/>
                  </a:cubicBezTo>
                  <a:cubicBezTo>
                    <a:pt x="0" y="275"/>
                    <a:pt x="0" y="275"/>
                    <a:pt x="0" y="275"/>
                  </a:cubicBezTo>
                  <a:cubicBezTo>
                    <a:pt x="555" y="275"/>
                    <a:pt x="555" y="275"/>
                    <a:pt x="555" y="275"/>
                  </a:cubicBezTo>
                  <a:cubicBezTo>
                    <a:pt x="578" y="372"/>
                    <a:pt x="666" y="444"/>
                    <a:pt x="770" y="444"/>
                  </a:cubicBezTo>
                  <a:cubicBezTo>
                    <a:pt x="892" y="444"/>
                    <a:pt x="992" y="344"/>
                    <a:pt x="992" y="222"/>
                  </a:cubicBezTo>
                  <a:cubicBezTo>
                    <a:pt x="992" y="99"/>
                    <a:pt x="892" y="0"/>
                    <a:pt x="770" y="0"/>
                  </a:cubicBezTo>
                  <a:close/>
                </a:path>
              </a:pathLst>
            </a:custGeom>
            <a:solidFill>
              <a:schemeClr val="accent3"/>
            </a:solidFill>
            <a:ln>
              <a:noFill/>
            </a:ln>
          </p:spPr>
          <p:txBody>
            <a:bodyPr vert="horz" wrap="square" lIns="91440" tIns="45720" rIns="91440" bIns="45720" numCol="1" anchor="t" anchorCtr="0" compatLnSpc="1">
              <a:normAutofit fontScale="32500" lnSpcReduction="20000"/>
            </a:bodyPr>
            <a:lstStyle/>
            <a:p>
              <a:endParaRPr lang="en-US"/>
            </a:p>
          </p:txBody>
        </p:sp>
        <p:sp>
          <p:nvSpPr>
            <p:cNvPr id="17" name="îśḻiďé"/>
            <p:cNvSpPr/>
            <p:nvPr/>
          </p:nvSpPr>
          <p:spPr bwMode="auto">
            <a:xfrm>
              <a:off x="7109163" y="1557009"/>
              <a:ext cx="846430" cy="846430"/>
            </a:xfrm>
            <a:prstGeom prst="ellipse">
              <a:avLst/>
            </a:prstGeom>
            <a:solidFill>
              <a:schemeClr val="accent2"/>
            </a:solidFill>
            <a:ln>
              <a:noFill/>
            </a:ln>
          </p:spPr>
          <p:txBody>
            <a:bodyPr vert="horz" wrap="square" lIns="91440" tIns="45720" rIns="91440" bIns="45720" numCol="1" anchor="t" anchorCtr="0" compatLnSpc="1">
              <a:normAutofit/>
            </a:bodyPr>
            <a:lstStyle/>
            <a:p>
              <a:endParaRPr lang="en-US"/>
            </a:p>
          </p:txBody>
        </p:sp>
        <p:sp>
          <p:nvSpPr>
            <p:cNvPr id="18" name="išľiďe"/>
            <p:cNvSpPr/>
            <p:nvPr/>
          </p:nvSpPr>
          <p:spPr bwMode="auto">
            <a:xfrm>
              <a:off x="7712046" y="2998796"/>
              <a:ext cx="847397" cy="846430"/>
            </a:xfrm>
            <a:prstGeom prst="ellipse">
              <a:avLst/>
            </a:prstGeom>
            <a:solidFill>
              <a:schemeClr val="accent3"/>
            </a:solidFill>
            <a:ln>
              <a:noFill/>
            </a:ln>
          </p:spPr>
          <p:txBody>
            <a:bodyPr vert="horz" wrap="square" lIns="91440" tIns="45720" rIns="91440" bIns="45720" numCol="1" anchor="t" anchorCtr="0" compatLnSpc="1">
              <a:normAutofit/>
            </a:bodyPr>
            <a:lstStyle/>
            <a:p>
              <a:endParaRPr lang="en-US"/>
            </a:p>
          </p:txBody>
        </p:sp>
        <p:sp>
          <p:nvSpPr>
            <p:cNvPr id="19" name="ïṡľíḍè"/>
            <p:cNvSpPr/>
            <p:nvPr/>
          </p:nvSpPr>
          <p:spPr bwMode="auto">
            <a:xfrm flipH="1">
              <a:off x="6894497" y="4227664"/>
              <a:ext cx="352146" cy="352146"/>
            </a:xfrm>
            <a:custGeom>
              <a:avLst/>
              <a:gdLst>
                <a:gd name="T0" fmla="*/ 797 w 884"/>
                <a:gd name="T1" fmla="*/ 87 h 886"/>
                <a:gd name="T2" fmla="*/ 483 w 884"/>
                <a:gd name="T3" fmla="*/ 87 h 886"/>
                <a:gd name="T4" fmla="*/ 450 w 884"/>
                <a:gd name="T5" fmla="*/ 358 h 886"/>
                <a:gd name="T6" fmla="*/ 0 w 884"/>
                <a:gd name="T7" fmla="*/ 811 h 886"/>
                <a:gd name="T8" fmla="*/ 75 w 884"/>
                <a:gd name="T9" fmla="*/ 886 h 886"/>
                <a:gd name="T10" fmla="*/ 525 w 884"/>
                <a:gd name="T11" fmla="*/ 434 h 886"/>
                <a:gd name="T12" fmla="*/ 797 w 884"/>
                <a:gd name="T13" fmla="*/ 401 h 886"/>
                <a:gd name="T14" fmla="*/ 797 w 884"/>
                <a:gd name="T15" fmla="*/ 87 h 88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884" h="886">
                  <a:moveTo>
                    <a:pt x="797" y="87"/>
                  </a:moveTo>
                  <a:cubicBezTo>
                    <a:pt x="710" y="0"/>
                    <a:pt x="570" y="0"/>
                    <a:pt x="483" y="87"/>
                  </a:cubicBezTo>
                  <a:cubicBezTo>
                    <a:pt x="409" y="161"/>
                    <a:pt x="399" y="273"/>
                    <a:pt x="450" y="358"/>
                  </a:cubicBezTo>
                  <a:cubicBezTo>
                    <a:pt x="0" y="811"/>
                    <a:pt x="0" y="811"/>
                    <a:pt x="0" y="811"/>
                  </a:cubicBezTo>
                  <a:cubicBezTo>
                    <a:pt x="75" y="886"/>
                    <a:pt x="75" y="886"/>
                    <a:pt x="75" y="886"/>
                  </a:cubicBezTo>
                  <a:cubicBezTo>
                    <a:pt x="525" y="434"/>
                    <a:pt x="525" y="434"/>
                    <a:pt x="525" y="434"/>
                  </a:cubicBezTo>
                  <a:cubicBezTo>
                    <a:pt x="611" y="485"/>
                    <a:pt x="723" y="475"/>
                    <a:pt x="797" y="401"/>
                  </a:cubicBezTo>
                  <a:cubicBezTo>
                    <a:pt x="884" y="314"/>
                    <a:pt x="884" y="174"/>
                    <a:pt x="797" y="87"/>
                  </a:cubicBezTo>
                  <a:close/>
                </a:path>
              </a:pathLst>
            </a:custGeom>
            <a:solidFill>
              <a:schemeClr val="accent4"/>
            </a:solidFill>
            <a:ln>
              <a:noFill/>
            </a:ln>
          </p:spPr>
          <p:txBody>
            <a:bodyPr vert="horz" wrap="square" lIns="91440" tIns="45720" rIns="91440" bIns="45720" numCol="1" anchor="t" anchorCtr="0" compatLnSpc="1">
              <a:normAutofit lnSpcReduction="10000"/>
            </a:bodyPr>
            <a:lstStyle/>
            <a:p>
              <a:endParaRPr lang="en-US"/>
            </a:p>
          </p:txBody>
        </p:sp>
        <p:sp>
          <p:nvSpPr>
            <p:cNvPr id="21" name="isḷídé"/>
            <p:cNvSpPr/>
            <p:nvPr/>
          </p:nvSpPr>
          <p:spPr bwMode="auto">
            <a:xfrm>
              <a:off x="4220680" y="4443157"/>
              <a:ext cx="846430" cy="847396"/>
            </a:xfrm>
            <a:prstGeom prst="ellipse">
              <a:avLst/>
            </a:prstGeom>
            <a:solidFill>
              <a:schemeClr val="accent5"/>
            </a:solidFill>
            <a:ln>
              <a:noFill/>
            </a:ln>
          </p:spPr>
          <p:txBody>
            <a:bodyPr vert="horz" wrap="square" lIns="91440" tIns="45720" rIns="91440" bIns="45720" numCol="1" anchor="t" anchorCtr="0" compatLnSpc="1">
              <a:normAutofit/>
            </a:bodyPr>
            <a:lstStyle/>
            <a:p>
              <a:endParaRPr lang="en-US"/>
            </a:p>
          </p:txBody>
        </p:sp>
        <p:sp>
          <p:nvSpPr>
            <p:cNvPr id="22" name="íśľîḋé"/>
            <p:cNvSpPr/>
            <p:nvPr/>
          </p:nvSpPr>
          <p:spPr bwMode="auto">
            <a:xfrm>
              <a:off x="7115280" y="4443157"/>
              <a:ext cx="846430" cy="847396"/>
            </a:xfrm>
            <a:prstGeom prst="ellipse">
              <a:avLst/>
            </a:prstGeom>
            <a:solidFill>
              <a:schemeClr val="accent4"/>
            </a:solidFill>
            <a:ln>
              <a:noFill/>
            </a:ln>
          </p:spPr>
          <p:txBody>
            <a:bodyPr vert="horz" wrap="square" lIns="91440" tIns="45720" rIns="91440" bIns="45720" numCol="1" anchor="t" anchorCtr="0" compatLnSpc="1">
              <a:normAutofit/>
            </a:bodyPr>
            <a:lstStyle/>
            <a:p>
              <a:endParaRPr lang="en-US"/>
            </a:p>
          </p:txBody>
        </p:sp>
        <p:sp>
          <p:nvSpPr>
            <p:cNvPr id="23" name="ïṡḷidè"/>
            <p:cNvSpPr/>
            <p:nvPr/>
          </p:nvSpPr>
          <p:spPr bwMode="auto">
            <a:xfrm>
              <a:off x="7963389" y="3249916"/>
              <a:ext cx="344710" cy="344189"/>
            </a:xfrm>
            <a:custGeom>
              <a:avLst/>
              <a:gdLst>
                <a:gd name="connsiteX0" fmla="*/ 106370 w 607639"/>
                <a:gd name="connsiteY0" fmla="*/ 436610 h 606722"/>
                <a:gd name="connsiteX1" fmla="*/ 61329 w 607639"/>
                <a:gd name="connsiteY1" fmla="*/ 480515 h 606722"/>
                <a:gd name="connsiteX2" fmla="*/ 126397 w 607639"/>
                <a:gd name="connsiteY2" fmla="*/ 545485 h 606722"/>
                <a:gd name="connsiteX3" fmla="*/ 170369 w 607639"/>
                <a:gd name="connsiteY3" fmla="*/ 500513 h 606722"/>
                <a:gd name="connsiteX4" fmla="*/ 455714 w 607639"/>
                <a:gd name="connsiteY4" fmla="*/ 404481 h 606722"/>
                <a:gd name="connsiteX5" fmla="*/ 531614 w 607639"/>
                <a:gd name="connsiteY5" fmla="*/ 404481 h 606722"/>
                <a:gd name="connsiteX6" fmla="*/ 531703 w 607639"/>
                <a:gd name="connsiteY6" fmla="*/ 404481 h 606722"/>
                <a:gd name="connsiteX7" fmla="*/ 531792 w 607639"/>
                <a:gd name="connsiteY7" fmla="*/ 404481 h 606722"/>
                <a:gd name="connsiteX8" fmla="*/ 548075 w 607639"/>
                <a:gd name="connsiteY8" fmla="*/ 410525 h 606722"/>
                <a:gd name="connsiteX9" fmla="*/ 551456 w 607639"/>
                <a:gd name="connsiteY9" fmla="*/ 413991 h 606722"/>
                <a:gd name="connsiteX10" fmla="*/ 556973 w 607639"/>
                <a:gd name="connsiteY10" fmla="*/ 429012 h 606722"/>
                <a:gd name="connsiteX11" fmla="*/ 556973 w 607639"/>
                <a:gd name="connsiteY11" fmla="*/ 429811 h 606722"/>
                <a:gd name="connsiteX12" fmla="*/ 556973 w 607639"/>
                <a:gd name="connsiteY12" fmla="*/ 505625 h 606722"/>
                <a:gd name="connsiteX13" fmla="*/ 531614 w 607639"/>
                <a:gd name="connsiteY13" fmla="*/ 530867 h 606722"/>
                <a:gd name="connsiteX14" fmla="*/ 506343 w 607639"/>
                <a:gd name="connsiteY14" fmla="*/ 505625 h 606722"/>
                <a:gd name="connsiteX15" fmla="*/ 476001 w 607639"/>
                <a:gd name="connsiteY15" fmla="*/ 546065 h 606722"/>
                <a:gd name="connsiteX16" fmla="*/ 455714 w 607639"/>
                <a:gd name="connsiteY16" fmla="*/ 556197 h 606722"/>
                <a:gd name="connsiteX17" fmla="*/ 440498 w 607639"/>
                <a:gd name="connsiteY17" fmla="*/ 551131 h 606722"/>
                <a:gd name="connsiteX18" fmla="*/ 435515 w 607639"/>
                <a:gd name="connsiteY18" fmla="*/ 515757 h 606722"/>
                <a:gd name="connsiteX19" fmla="*/ 481073 w 607639"/>
                <a:gd name="connsiteY19" fmla="*/ 455053 h 606722"/>
                <a:gd name="connsiteX20" fmla="*/ 455714 w 607639"/>
                <a:gd name="connsiteY20" fmla="*/ 455053 h 606722"/>
                <a:gd name="connsiteX21" fmla="*/ 430443 w 607639"/>
                <a:gd name="connsiteY21" fmla="*/ 429811 h 606722"/>
                <a:gd name="connsiteX22" fmla="*/ 455714 w 607639"/>
                <a:gd name="connsiteY22" fmla="*/ 404481 h 606722"/>
                <a:gd name="connsiteX23" fmla="*/ 157786 w 607639"/>
                <a:gd name="connsiteY23" fmla="*/ 282117 h 606722"/>
                <a:gd name="connsiteX24" fmla="*/ 175710 w 607639"/>
                <a:gd name="connsiteY24" fmla="*/ 289516 h 606722"/>
                <a:gd name="connsiteX25" fmla="*/ 317685 w 607639"/>
                <a:gd name="connsiteY25" fmla="*/ 431277 h 606722"/>
                <a:gd name="connsiteX26" fmla="*/ 317685 w 607639"/>
                <a:gd name="connsiteY26" fmla="*/ 467006 h 606722"/>
                <a:gd name="connsiteX27" fmla="*/ 245229 w 607639"/>
                <a:gd name="connsiteY27" fmla="*/ 539441 h 606722"/>
                <a:gd name="connsiteX28" fmla="*/ 227248 w 607639"/>
                <a:gd name="connsiteY28" fmla="*/ 546818 h 606722"/>
                <a:gd name="connsiteX29" fmla="*/ 209357 w 607639"/>
                <a:gd name="connsiteY29" fmla="*/ 539441 h 606722"/>
                <a:gd name="connsiteX30" fmla="*/ 206241 w 607639"/>
                <a:gd name="connsiteY30" fmla="*/ 536242 h 606722"/>
                <a:gd name="connsiteX31" fmla="*/ 144734 w 607639"/>
                <a:gd name="connsiteY31" fmla="*/ 599079 h 606722"/>
                <a:gd name="connsiteX32" fmla="*/ 126753 w 607639"/>
                <a:gd name="connsiteY32" fmla="*/ 606722 h 606722"/>
                <a:gd name="connsiteX33" fmla="*/ 126575 w 607639"/>
                <a:gd name="connsiteY33" fmla="*/ 606722 h 606722"/>
                <a:gd name="connsiteX34" fmla="*/ 108684 w 607639"/>
                <a:gd name="connsiteY34" fmla="*/ 599256 h 606722"/>
                <a:gd name="connsiteX35" fmla="*/ 7388 w 607639"/>
                <a:gd name="connsiteY35" fmla="*/ 498113 h 606722"/>
                <a:gd name="connsiteX36" fmla="*/ 0 w 607639"/>
                <a:gd name="connsiteY36" fmla="*/ 480160 h 606722"/>
                <a:gd name="connsiteX37" fmla="*/ 7655 w 607639"/>
                <a:gd name="connsiteY37" fmla="*/ 462206 h 606722"/>
                <a:gd name="connsiteX38" fmla="*/ 70587 w 607639"/>
                <a:gd name="connsiteY38" fmla="*/ 400792 h 606722"/>
                <a:gd name="connsiteX39" fmla="*/ 67382 w 607639"/>
                <a:gd name="connsiteY39" fmla="*/ 397681 h 606722"/>
                <a:gd name="connsiteX40" fmla="*/ 59994 w 607639"/>
                <a:gd name="connsiteY40" fmla="*/ 379728 h 606722"/>
                <a:gd name="connsiteX41" fmla="*/ 67382 w 607639"/>
                <a:gd name="connsiteY41" fmla="*/ 361863 h 606722"/>
                <a:gd name="connsiteX42" fmla="*/ 139927 w 607639"/>
                <a:gd name="connsiteY42" fmla="*/ 289516 h 606722"/>
                <a:gd name="connsiteX43" fmla="*/ 157786 w 607639"/>
                <a:gd name="connsiteY43" fmla="*/ 282117 h 606722"/>
                <a:gd name="connsiteX44" fmla="*/ 363724 w 607639"/>
                <a:gd name="connsiteY44" fmla="*/ 101159 h 606722"/>
                <a:gd name="connsiteX45" fmla="*/ 353254 w 607639"/>
                <a:gd name="connsiteY45" fmla="*/ 105492 h 606722"/>
                <a:gd name="connsiteX46" fmla="*/ 320945 w 607639"/>
                <a:gd name="connsiteY46" fmla="*/ 137752 h 606722"/>
                <a:gd name="connsiteX47" fmla="*/ 323793 w 607639"/>
                <a:gd name="connsiteY47" fmla="*/ 139974 h 606722"/>
                <a:gd name="connsiteX48" fmla="*/ 335898 w 607639"/>
                <a:gd name="connsiteY48" fmla="*/ 148417 h 606722"/>
                <a:gd name="connsiteX49" fmla="*/ 341149 w 607639"/>
                <a:gd name="connsiteY49" fmla="*/ 151794 h 606722"/>
                <a:gd name="connsiteX50" fmla="*/ 359930 w 607639"/>
                <a:gd name="connsiteY50" fmla="*/ 162459 h 606722"/>
                <a:gd name="connsiteX51" fmla="*/ 408439 w 607639"/>
                <a:gd name="connsiteY51" fmla="*/ 198897 h 606722"/>
                <a:gd name="connsiteX52" fmla="*/ 444933 w 607639"/>
                <a:gd name="connsiteY52" fmla="*/ 247243 h 606722"/>
                <a:gd name="connsiteX53" fmla="*/ 455614 w 607639"/>
                <a:gd name="connsiteY53" fmla="*/ 266084 h 606722"/>
                <a:gd name="connsiteX54" fmla="*/ 458907 w 607639"/>
                <a:gd name="connsiteY54" fmla="*/ 271239 h 606722"/>
                <a:gd name="connsiteX55" fmla="*/ 467452 w 607639"/>
                <a:gd name="connsiteY55" fmla="*/ 283326 h 606722"/>
                <a:gd name="connsiteX56" fmla="*/ 469677 w 607639"/>
                <a:gd name="connsiteY56" fmla="*/ 286258 h 606722"/>
                <a:gd name="connsiteX57" fmla="*/ 501987 w 607639"/>
                <a:gd name="connsiteY57" fmla="*/ 253998 h 606722"/>
                <a:gd name="connsiteX58" fmla="*/ 501987 w 607639"/>
                <a:gd name="connsiteY58" fmla="*/ 233024 h 606722"/>
                <a:gd name="connsiteX59" fmla="*/ 374260 w 607639"/>
                <a:gd name="connsiteY59" fmla="*/ 105492 h 606722"/>
                <a:gd name="connsiteX60" fmla="*/ 363724 w 607639"/>
                <a:gd name="connsiteY60" fmla="*/ 101159 h 606722"/>
                <a:gd name="connsiteX61" fmla="*/ 177209 w 607639"/>
                <a:gd name="connsiteY61" fmla="*/ 50521 h 606722"/>
                <a:gd name="connsiteX62" fmla="*/ 195096 w 607639"/>
                <a:gd name="connsiteY62" fmla="*/ 57919 h 606722"/>
                <a:gd name="connsiteX63" fmla="*/ 195096 w 607639"/>
                <a:gd name="connsiteY63" fmla="*/ 93644 h 606722"/>
                <a:gd name="connsiteX64" fmla="*/ 137075 w 607639"/>
                <a:gd name="connsiteY64" fmla="*/ 151675 h 606722"/>
                <a:gd name="connsiteX65" fmla="*/ 151936 w 607639"/>
                <a:gd name="connsiteY65" fmla="*/ 151675 h 606722"/>
                <a:gd name="connsiteX66" fmla="*/ 177209 w 607639"/>
                <a:gd name="connsiteY66" fmla="*/ 176914 h 606722"/>
                <a:gd name="connsiteX67" fmla="*/ 151936 w 607639"/>
                <a:gd name="connsiteY67" fmla="*/ 202241 h 606722"/>
                <a:gd name="connsiteX68" fmla="*/ 75939 w 607639"/>
                <a:gd name="connsiteY68" fmla="*/ 202241 h 606722"/>
                <a:gd name="connsiteX69" fmla="*/ 59387 w 607639"/>
                <a:gd name="connsiteY69" fmla="*/ 196020 h 606722"/>
                <a:gd name="connsiteX70" fmla="*/ 55916 w 607639"/>
                <a:gd name="connsiteY70" fmla="*/ 192288 h 606722"/>
                <a:gd name="connsiteX71" fmla="*/ 50755 w 607639"/>
                <a:gd name="connsiteY71" fmla="*/ 178691 h 606722"/>
                <a:gd name="connsiteX72" fmla="*/ 50666 w 607639"/>
                <a:gd name="connsiteY72" fmla="*/ 176736 h 606722"/>
                <a:gd name="connsiteX73" fmla="*/ 50666 w 607639"/>
                <a:gd name="connsiteY73" fmla="*/ 101109 h 606722"/>
                <a:gd name="connsiteX74" fmla="*/ 75939 w 607639"/>
                <a:gd name="connsiteY74" fmla="*/ 75782 h 606722"/>
                <a:gd name="connsiteX75" fmla="*/ 101301 w 607639"/>
                <a:gd name="connsiteY75" fmla="*/ 101109 h 606722"/>
                <a:gd name="connsiteX76" fmla="*/ 101301 w 607639"/>
                <a:gd name="connsiteY76" fmla="*/ 115861 h 606722"/>
                <a:gd name="connsiteX77" fmla="*/ 159322 w 607639"/>
                <a:gd name="connsiteY77" fmla="*/ 57919 h 606722"/>
                <a:gd name="connsiteX78" fmla="*/ 177209 w 607639"/>
                <a:gd name="connsiteY78" fmla="*/ 50521 h 606722"/>
                <a:gd name="connsiteX79" fmla="*/ 480892 w 607639"/>
                <a:gd name="connsiteY79" fmla="*/ 0 h 606722"/>
                <a:gd name="connsiteX80" fmla="*/ 498960 w 607639"/>
                <a:gd name="connsiteY80" fmla="*/ 7376 h 606722"/>
                <a:gd name="connsiteX81" fmla="*/ 600162 w 607639"/>
                <a:gd name="connsiteY81" fmla="*/ 108513 h 606722"/>
                <a:gd name="connsiteX82" fmla="*/ 607639 w 607639"/>
                <a:gd name="connsiteY82" fmla="*/ 126554 h 606722"/>
                <a:gd name="connsiteX83" fmla="*/ 599984 w 607639"/>
                <a:gd name="connsiteY83" fmla="*/ 144507 h 606722"/>
                <a:gd name="connsiteX84" fmla="*/ 541417 w 607639"/>
                <a:gd name="connsiteY84" fmla="*/ 201741 h 606722"/>
                <a:gd name="connsiteX85" fmla="*/ 537768 w 607639"/>
                <a:gd name="connsiteY85" fmla="*/ 289724 h 606722"/>
                <a:gd name="connsiteX86" fmla="*/ 486499 w 607639"/>
                <a:gd name="connsiteY86" fmla="*/ 340915 h 606722"/>
                <a:gd name="connsiteX87" fmla="*/ 484719 w 607639"/>
                <a:gd name="connsiteY87" fmla="*/ 342159 h 606722"/>
                <a:gd name="connsiteX88" fmla="*/ 480002 w 607639"/>
                <a:gd name="connsiteY88" fmla="*/ 345270 h 606722"/>
                <a:gd name="connsiteX89" fmla="*/ 476530 w 607639"/>
                <a:gd name="connsiteY89" fmla="*/ 346869 h 606722"/>
                <a:gd name="connsiteX90" fmla="*/ 471190 w 607639"/>
                <a:gd name="connsiteY90" fmla="*/ 347847 h 606722"/>
                <a:gd name="connsiteX91" fmla="*/ 468609 w 607639"/>
                <a:gd name="connsiteY91" fmla="*/ 348380 h 606722"/>
                <a:gd name="connsiteX92" fmla="*/ 467452 w 607639"/>
                <a:gd name="connsiteY92" fmla="*/ 348114 h 606722"/>
                <a:gd name="connsiteX93" fmla="*/ 462111 w 607639"/>
                <a:gd name="connsiteY93" fmla="*/ 347047 h 606722"/>
                <a:gd name="connsiteX94" fmla="*/ 458373 w 607639"/>
                <a:gd name="connsiteY94" fmla="*/ 345981 h 606722"/>
                <a:gd name="connsiteX95" fmla="*/ 457305 w 607639"/>
                <a:gd name="connsiteY95" fmla="*/ 345714 h 606722"/>
                <a:gd name="connsiteX96" fmla="*/ 428911 w 607639"/>
                <a:gd name="connsiteY96" fmla="*/ 331494 h 606722"/>
                <a:gd name="connsiteX97" fmla="*/ 407282 w 607639"/>
                <a:gd name="connsiteY97" fmla="*/ 335049 h 606722"/>
                <a:gd name="connsiteX98" fmla="*/ 376308 w 607639"/>
                <a:gd name="connsiteY98" fmla="*/ 365888 h 606722"/>
                <a:gd name="connsiteX99" fmla="*/ 344265 w 607639"/>
                <a:gd name="connsiteY99" fmla="*/ 379219 h 606722"/>
                <a:gd name="connsiteX100" fmla="*/ 312133 w 607639"/>
                <a:gd name="connsiteY100" fmla="*/ 365888 h 606722"/>
                <a:gd name="connsiteX101" fmla="*/ 241194 w 607639"/>
                <a:gd name="connsiteY101" fmla="*/ 295057 h 606722"/>
                <a:gd name="connsiteX102" fmla="*/ 241194 w 607639"/>
                <a:gd name="connsiteY102" fmla="*/ 230891 h 606722"/>
                <a:gd name="connsiteX103" fmla="*/ 272079 w 607639"/>
                <a:gd name="connsiteY103" fmla="*/ 200052 h 606722"/>
                <a:gd name="connsiteX104" fmla="*/ 275551 w 607639"/>
                <a:gd name="connsiteY104" fmla="*/ 178456 h 606722"/>
                <a:gd name="connsiteX105" fmla="*/ 261398 w 607639"/>
                <a:gd name="connsiteY105" fmla="*/ 150106 h 606722"/>
                <a:gd name="connsiteX106" fmla="*/ 261131 w 607639"/>
                <a:gd name="connsiteY106" fmla="*/ 149039 h 606722"/>
                <a:gd name="connsiteX107" fmla="*/ 260063 w 607639"/>
                <a:gd name="connsiteY107" fmla="*/ 145307 h 606722"/>
                <a:gd name="connsiteX108" fmla="*/ 258995 w 607639"/>
                <a:gd name="connsiteY108" fmla="*/ 139974 h 606722"/>
                <a:gd name="connsiteX109" fmla="*/ 259262 w 607639"/>
                <a:gd name="connsiteY109" fmla="*/ 136242 h 606722"/>
                <a:gd name="connsiteX110" fmla="*/ 260241 w 607639"/>
                <a:gd name="connsiteY110" fmla="*/ 130909 h 606722"/>
                <a:gd name="connsiteX111" fmla="*/ 261754 w 607639"/>
                <a:gd name="connsiteY111" fmla="*/ 127443 h 606722"/>
                <a:gd name="connsiteX112" fmla="*/ 264959 w 607639"/>
                <a:gd name="connsiteY112" fmla="*/ 122733 h 606722"/>
                <a:gd name="connsiteX113" fmla="*/ 266116 w 607639"/>
                <a:gd name="connsiteY113" fmla="*/ 120955 h 606722"/>
                <a:gd name="connsiteX114" fmla="*/ 317384 w 607639"/>
                <a:gd name="connsiteY114" fmla="*/ 69676 h 606722"/>
                <a:gd name="connsiteX115" fmla="*/ 405591 w 607639"/>
                <a:gd name="connsiteY115" fmla="*/ 66121 h 606722"/>
                <a:gd name="connsiteX116" fmla="*/ 462912 w 607639"/>
                <a:gd name="connsiteY116" fmla="*/ 7554 h 606722"/>
                <a:gd name="connsiteX117" fmla="*/ 480892 w 607639"/>
                <a:gd name="connsiteY117" fmla="*/ 0 h 6067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Lst>
              <a:rect l="l" t="t" r="r" b="b"/>
              <a:pathLst>
                <a:path w="607639" h="606722">
                  <a:moveTo>
                    <a:pt x="106370" y="436610"/>
                  </a:moveTo>
                  <a:lnTo>
                    <a:pt x="61329" y="480515"/>
                  </a:lnTo>
                  <a:lnTo>
                    <a:pt x="126397" y="545485"/>
                  </a:lnTo>
                  <a:lnTo>
                    <a:pt x="170369" y="500513"/>
                  </a:lnTo>
                  <a:close/>
                  <a:moveTo>
                    <a:pt x="455714" y="404481"/>
                  </a:moveTo>
                  <a:lnTo>
                    <a:pt x="531614" y="404481"/>
                  </a:lnTo>
                  <a:lnTo>
                    <a:pt x="531703" y="404481"/>
                  </a:lnTo>
                  <a:lnTo>
                    <a:pt x="531792" y="404481"/>
                  </a:lnTo>
                  <a:cubicBezTo>
                    <a:pt x="538020" y="404481"/>
                    <a:pt x="543715" y="406792"/>
                    <a:pt x="548075" y="410525"/>
                  </a:cubicBezTo>
                  <a:cubicBezTo>
                    <a:pt x="549321" y="411591"/>
                    <a:pt x="550388" y="412747"/>
                    <a:pt x="551456" y="413991"/>
                  </a:cubicBezTo>
                  <a:cubicBezTo>
                    <a:pt x="554748" y="418079"/>
                    <a:pt x="556795" y="423323"/>
                    <a:pt x="556973" y="429012"/>
                  </a:cubicBezTo>
                  <a:cubicBezTo>
                    <a:pt x="556973" y="429278"/>
                    <a:pt x="556973" y="429545"/>
                    <a:pt x="556973" y="429811"/>
                  </a:cubicBezTo>
                  <a:lnTo>
                    <a:pt x="556973" y="505625"/>
                  </a:lnTo>
                  <a:cubicBezTo>
                    <a:pt x="556973" y="519579"/>
                    <a:pt x="545673" y="530867"/>
                    <a:pt x="531614" y="530867"/>
                  </a:cubicBezTo>
                  <a:cubicBezTo>
                    <a:pt x="517644" y="530867"/>
                    <a:pt x="506343" y="519579"/>
                    <a:pt x="506343" y="505625"/>
                  </a:cubicBezTo>
                  <a:lnTo>
                    <a:pt x="476001" y="546065"/>
                  </a:lnTo>
                  <a:cubicBezTo>
                    <a:pt x="471018" y="552731"/>
                    <a:pt x="463366" y="556197"/>
                    <a:pt x="455714" y="556197"/>
                  </a:cubicBezTo>
                  <a:cubicBezTo>
                    <a:pt x="450375" y="556197"/>
                    <a:pt x="445125" y="554508"/>
                    <a:pt x="440498" y="551131"/>
                  </a:cubicBezTo>
                  <a:cubicBezTo>
                    <a:pt x="429375" y="542776"/>
                    <a:pt x="427062" y="526867"/>
                    <a:pt x="435515" y="515757"/>
                  </a:cubicBezTo>
                  <a:lnTo>
                    <a:pt x="481073" y="455053"/>
                  </a:lnTo>
                  <a:lnTo>
                    <a:pt x="455714" y="455053"/>
                  </a:lnTo>
                  <a:cubicBezTo>
                    <a:pt x="441744" y="455053"/>
                    <a:pt x="430443" y="443765"/>
                    <a:pt x="430443" y="429811"/>
                  </a:cubicBezTo>
                  <a:cubicBezTo>
                    <a:pt x="430443" y="415857"/>
                    <a:pt x="441744" y="404481"/>
                    <a:pt x="455714" y="404481"/>
                  </a:cubicBezTo>
                  <a:close/>
                  <a:moveTo>
                    <a:pt x="157786" y="282117"/>
                  </a:moveTo>
                  <a:cubicBezTo>
                    <a:pt x="164272" y="282117"/>
                    <a:pt x="170770" y="284584"/>
                    <a:pt x="175710" y="289516"/>
                  </a:cubicBezTo>
                  <a:lnTo>
                    <a:pt x="317685" y="431277"/>
                  </a:lnTo>
                  <a:cubicBezTo>
                    <a:pt x="327565" y="441142"/>
                    <a:pt x="327565" y="457140"/>
                    <a:pt x="317685" y="467006"/>
                  </a:cubicBezTo>
                  <a:lnTo>
                    <a:pt x="245229" y="539441"/>
                  </a:lnTo>
                  <a:cubicBezTo>
                    <a:pt x="240422" y="544152"/>
                    <a:pt x="234013" y="546818"/>
                    <a:pt x="227248" y="546818"/>
                  </a:cubicBezTo>
                  <a:cubicBezTo>
                    <a:pt x="220572" y="546818"/>
                    <a:pt x="214163" y="544152"/>
                    <a:pt x="209357" y="539441"/>
                  </a:cubicBezTo>
                  <a:lnTo>
                    <a:pt x="206241" y="536242"/>
                  </a:lnTo>
                  <a:lnTo>
                    <a:pt x="144734" y="599079"/>
                  </a:lnTo>
                  <a:cubicBezTo>
                    <a:pt x="140016" y="603967"/>
                    <a:pt x="133518" y="606633"/>
                    <a:pt x="126753" y="606722"/>
                  </a:cubicBezTo>
                  <a:lnTo>
                    <a:pt x="126575" y="606722"/>
                  </a:lnTo>
                  <a:cubicBezTo>
                    <a:pt x="119899" y="606722"/>
                    <a:pt x="113491" y="604056"/>
                    <a:pt x="108684" y="599256"/>
                  </a:cubicBezTo>
                  <a:lnTo>
                    <a:pt x="7388" y="498113"/>
                  </a:lnTo>
                  <a:cubicBezTo>
                    <a:pt x="2670" y="493403"/>
                    <a:pt x="0" y="486914"/>
                    <a:pt x="0" y="480160"/>
                  </a:cubicBezTo>
                  <a:cubicBezTo>
                    <a:pt x="89" y="473405"/>
                    <a:pt x="2759" y="466917"/>
                    <a:pt x="7655" y="462206"/>
                  </a:cubicBezTo>
                  <a:lnTo>
                    <a:pt x="70587" y="400792"/>
                  </a:lnTo>
                  <a:lnTo>
                    <a:pt x="67382" y="397681"/>
                  </a:lnTo>
                  <a:cubicBezTo>
                    <a:pt x="62665" y="392882"/>
                    <a:pt x="59994" y="386482"/>
                    <a:pt x="59994" y="379728"/>
                  </a:cubicBezTo>
                  <a:cubicBezTo>
                    <a:pt x="59994" y="373062"/>
                    <a:pt x="62665" y="366663"/>
                    <a:pt x="67382" y="361863"/>
                  </a:cubicBezTo>
                  <a:lnTo>
                    <a:pt x="139927" y="289516"/>
                  </a:lnTo>
                  <a:cubicBezTo>
                    <a:pt x="144823" y="284584"/>
                    <a:pt x="151299" y="282117"/>
                    <a:pt x="157786" y="282117"/>
                  </a:cubicBezTo>
                  <a:close/>
                  <a:moveTo>
                    <a:pt x="363724" y="101159"/>
                  </a:moveTo>
                  <a:cubicBezTo>
                    <a:pt x="359930" y="101159"/>
                    <a:pt x="356147" y="102604"/>
                    <a:pt x="353254" y="105492"/>
                  </a:cubicBezTo>
                  <a:lnTo>
                    <a:pt x="320945" y="137752"/>
                  </a:lnTo>
                  <a:cubicBezTo>
                    <a:pt x="321835" y="138463"/>
                    <a:pt x="322814" y="139174"/>
                    <a:pt x="323793" y="139974"/>
                  </a:cubicBezTo>
                  <a:cubicBezTo>
                    <a:pt x="327709" y="142818"/>
                    <a:pt x="331715" y="145662"/>
                    <a:pt x="335898" y="148417"/>
                  </a:cubicBezTo>
                  <a:cubicBezTo>
                    <a:pt x="337678" y="149572"/>
                    <a:pt x="339369" y="150728"/>
                    <a:pt x="341149" y="151794"/>
                  </a:cubicBezTo>
                  <a:cubicBezTo>
                    <a:pt x="347113" y="155527"/>
                    <a:pt x="353254" y="159082"/>
                    <a:pt x="359930" y="162459"/>
                  </a:cubicBezTo>
                  <a:cubicBezTo>
                    <a:pt x="376040" y="170724"/>
                    <a:pt x="392863" y="183344"/>
                    <a:pt x="408439" y="198897"/>
                  </a:cubicBezTo>
                  <a:cubicBezTo>
                    <a:pt x="424016" y="214449"/>
                    <a:pt x="436655" y="231246"/>
                    <a:pt x="444933" y="247243"/>
                  </a:cubicBezTo>
                  <a:cubicBezTo>
                    <a:pt x="448315" y="253998"/>
                    <a:pt x="451875" y="260130"/>
                    <a:pt x="455614" y="266084"/>
                  </a:cubicBezTo>
                  <a:cubicBezTo>
                    <a:pt x="456682" y="267862"/>
                    <a:pt x="457839" y="269550"/>
                    <a:pt x="458907" y="271239"/>
                  </a:cubicBezTo>
                  <a:cubicBezTo>
                    <a:pt x="461666" y="275416"/>
                    <a:pt x="464514" y="279504"/>
                    <a:pt x="467452" y="283326"/>
                  </a:cubicBezTo>
                  <a:cubicBezTo>
                    <a:pt x="468164" y="284303"/>
                    <a:pt x="468876" y="285281"/>
                    <a:pt x="469677" y="286258"/>
                  </a:cubicBezTo>
                  <a:lnTo>
                    <a:pt x="501987" y="253998"/>
                  </a:lnTo>
                  <a:cubicBezTo>
                    <a:pt x="507772" y="248221"/>
                    <a:pt x="507772" y="238800"/>
                    <a:pt x="501987" y="233024"/>
                  </a:cubicBezTo>
                  <a:lnTo>
                    <a:pt x="374260" y="105492"/>
                  </a:lnTo>
                  <a:cubicBezTo>
                    <a:pt x="371323" y="102604"/>
                    <a:pt x="367518" y="101159"/>
                    <a:pt x="363724" y="101159"/>
                  </a:cubicBezTo>
                  <a:close/>
                  <a:moveTo>
                    <a:pt x="177209" y="50521"/>
                  </a:moveTo>
                  <a:cubicBezTo>
                    <a:pt x="183683" y="50521"/>
                    <a:pt x="190157" y="52987"/>
                    <a:pt x="195096" y="57919"/>
                  </a:cubicBezTo>
                  <a:cubicBezTo>
                    <a:pt x="205063" y="67784"/>
                    <a:pt x="205063" y="83869"/>
                    <a:pt x="195096" y="93644"/>
                  </a:cubicBezTo>
                  <a:lnTo>
                    <a:pt x="137075" y="151675"/>
                  </a:lnTo>
                  <a:lnTo>
                    <a:pt x="151936" y="151675"/>
                  </a:lnTo>
                  <a:cubicBezTo>
                    <a:pt x="165908" y="151675"/>
                    <a:pt x="177209" y="162961"/>
                    <a:pt x="177209" y="176914"/>
                  </a:cubicBezTo>
                  <a:cubicBezTo>
                    <a:pt x="177209" y="190866"/>
                    <a:pt x="165908" y="202241"/>
                    <a:pt x="151936" y="202241"/>
                  </a:cubicBezTo>
                  <a:lnTo>
                    <a:pt x="75939" y="202241"/>
                  </a:lnTo>
                  <a:cubicBezTo>
                    <a:pt x="69621" y="202241"/>
                    <a:pt x="63836" y="199842"/>
                    <a:pt x="59387" y="196020"/>
                  </a:cubicBezTo>
                  <a:cubicBezTo>
                    <a:pt x="58141" y="194954"/>
                    <a:pt x="56984" y="193710"/>
                    <a:pt x="55916" y="192288"/>
                  </a:cubicBezTo>
                  <a:cubicBezTo>
                    <a:pt x="52980" y="188466"/>
                    <a:pt x="51111" y="183845"/>
                    <a:pt x="50755" y="178691"/>
                  </a:cubicBezTo>
                  <a:cubicBezTo>
                    <a:pt x="50666" y="178069"/>
                    <a:pt x="50666" y="177447"/>
                    <a:pt x="50666" y="176736"/>
                  </a:cubicBezTo>
                  <a:lnTo>
                    <a:pt x="50666" y="101109"/>
                  </a:lnTo>
                  <a:cubicBezTo>
                    <a:pt x="50666" y="87157"/>
                    <a:pt x="61968" y="75782"/>
                    <a:pt x="75939" y="75782"/>
                  </a:cubicBezTo>
                  <a:cubicBezTo>
                    <a:pt x="89910" y="75782"/>
                    <a:pt x="101301" y="87157"/>
                    <a:pt x="101301" y="101109"/>
                  </a:cubicBezTo>
                  <a:lnTo>
                    <a:pt x="101301" y="115861"/>
                  </a:lnTo>
                  <a:lnTo>
                    <a:pt x="159322" y="57919"/>
                  </a:lnTo>
                  <a:cubicBezTo>
                    <a:pt x="164261" y="52987"/>
                    <a:pt x="170735" y="50521"/>
                    <a:pt x="177209" y="50521"/>
                  </a:cubicBezTo>
                  <a:close/>
                  <a:moveTo>
                    <a:pt x="480892" y="0"/>
                  </a:moveTo>
                  <a:cubicBezTo>
                    <a:pt x="487122" y="0"/>
                    <a:pt x="494154" y="2666"/>
                    <a:pt x="498960" y="7376"/>
                  </a:cubicBezTo>
                  <a:lnTo>
                    <a:pt x="600162" y="108513"/>
                  </a:lnTo>
                  <a:cubicBezTo>
                    <a:pt x="604969" y="113312"/>
                    <a:pt x="607639" y="119800"/>
                    <a:pt x="607639" y="126554"/>
                  </a:cubicBezTo>
                  <a:cubicBezTo>
                    <a:pt x="607550" y="133309"/>
                    <a:pt x="604880" y="139708"/>
                    <a:pt x="599984" y="144507"/>
                  </a:cubicBezTo>
                  <a:lnTo>
                    <a:pt x="541417" y="201741"/>
                  </a:lnTo>
                  <a:cubicBezTo>
                    <a:pt x="562957" y="227425"/>
                    <a:pt x="561978" y="265640"/>
                    <a:pt x="537768" y="289724"/>
                  </a:cubicBezTo>
                  <a:lnTo>
                    <a:pt x="486499" y="340915"/>
                  </a:lnTo>
                  <a:cubicBezTo>
                    <a:pt x="485965" y="341537"/>
                    <a:pt x="485342" y="341715"/>
                    <a:pt x="484719" y="342159"/>
                  </a:cubicBezTo>
                  <a:cubicBezTo>
                    <a:pt x="483206" y="343403"/>
                    <a:pt x="481693" y="344470"/>
                    <a:pt x="480002" y="345270"/>
                  </a:cubicBezTo>
                  <a:cubicBezTo>
                    <a:pt x="478845" y="345892"/>
                    <a:pt x="477688" y="346425"/>
                    <a:pt x="476530" y="346869"/>
                  </a:cubicBezTo>
                  <a:cubicBezTo>
                    <a:pt x="474750" y="347403"/>
                    <a:pt x="472970" y="347669"/>
                    <a:pt x="471190" y="347847"/>
                  </a:cubicBezTo>
                  <a:cubicBezTo>
                    <a:pt x="470300" y="347936"/>
                    <a:pt x="469499" y="348380"/>
                    <a:pt x="468609" y="348380"/>
                  </a:cubicBezTo>
                  <a:cubicBezTo>
                    <a:pt x="468253" y="348380"/>
                    <a:pt x="467808" y="348114"/>
                    <a:pt x="467452" y="348114"/>
                  </a:cubicBezTo>
                  <a:cubicBezTo>
                    <a:pt x="465582" y="348025"/>
                    <a:pt x="463891" y="347580"/>
                    <a:pt x="462111" y="347047"/>
                  </a:cubicBezTo>
                  <a:cubicBezTo>
                    <a:pt x="460776" y="346692"/>
                    <a:pt x="459530" y="346514"/>
                    <a:pt x="458373" y="345981"/>
                  </a:cubicBezTo>
                  <a:cubicBezTo>
                    <a:pt x="458017" y="345892"/>
                    <a:pt x="457661" y="345892"/>
                    <a:pt x="457305" y="345714"/>
                  </a:cubicBezTo>
                  <a:lnTo>
                    <a:pt x="428911" y="331494"/>
                  </a:lnTo>
                  <a:cubicBezTo>
                    <a:pt x="421702" y="327940"/>
                    <a:pt x="412979" y="329273"/>
                    <a:pt x="407282" y="335049"/>
                  </a:cubicBezTo>
                  <a:lnTo>
                    <a:pt x="376308" y="365888"/>
                  </a:lnTo>
                  <a:cubicBezTo>
                    <a:pt x="367763" y="374509"/>
                    <a:pt x="356370" y="379219"/>
                    <a:pt x="344265" y="379219"/>
                  </a:cubicBezTo>
                  <a:cubicBezTo>
                    <a:pt x="332160" y="379219"/>
                    <a:pt x="320678" y="374509"/>
                    <a:pt x="312133" y="365888"/>
                  </a:cubicBezTo>
                  <a:lnTo>
                    <a:pt x="241194" y="295057"/>
                  </a:lnTo>
                  <a:cubicBezTo>
                    <a:pt x="223481" y="277371"/>
                    <a:pt x="223481" y="248576"/>
                    <a:pt x="241194" y="230891"/>
                  </a:cubicBezTo>
                  <a:lnTo>
                    <a:pt x="272079" y="200052"/>
                  </a:lnTo>
                  <a:cubicBezTo>
                    <a:pt x="277776" y="194364"/>
                    <a:pt x="279200" y="185655"/>
                    <a:pt x="275551" y="178456"/>
                  </a:cubicBezTo>
                  <a:lnTo>
                    <a:pt x="261398" y="150106"/>
                  </a:lnTo>
                  <a:cubicBezTo>
                    <a:pt x="261220" y="149750"/>
                    <a:pt x="261220" y="149395"/>
                    <a:pt x="261131" y="149039"/>
                  </a:cubicBezTo>
                  <a:cubicBezTo>
                    <a:pt x="260508" y="147884"/>
                    <a:pt x="260330" y="146640"/>
                    <a:pt x="260063" y="145307"/>
                  </a:cubicBezTo>
                  <a:cubicBezTo>
                    <a:pt x="259529" y="143529"/>
                    <a:pt x="259084" y="141841"/>
                    <a:pt x="258995" y="139974"/>
                  </a:cubicBezTo>
                  <a:cubicBezTo>
                    <a:pt x="258906" y="138730"/>
                    <a:pt x="259084" y="137486"/>
                    <a:pt x="259262" y="136242"/>
                  </a:cubicBezTo>
                  <a:cubicBezTo>
                    <a:pt x="259440" y="134375"/>
                    <a:pt x="259707" y="132687"/>
                    <a:pt x="260241" y="130909"/>
                  </a:cubicBezTo>
                  <a:cubicBezTo>
                    <a:pt x="260686" y="129754"/>
                    <a:pt x="261220" y="128599"/>
                    <a:pt x="261754" y="127443"/>
                  </a:cubicBezTo>
                  <a:cubicBezTo>
                    <a:pt x="262644" y="125755"/>
                    <a:pt x="263713" y="124155"/>
                    <a:pt x="264959" y="122733"/>
                  </a:cubicBezTo>
                  <a:cubicBezTo>
                    <a:pt x="265404" y="122111"/>
                    <a:pt x="265582" y="121400"/>
                    <a:pt x="266116" y="120955"/>
                  </a:cubicBezTo>
                  <a:lnTo>
                    <a:pt x="317384" y="69676"/>
                  </a:lnTo>
                  <a:cubicBezTo>
                    <a:pt x="341505" y="45592"/>
                    <a:pt x="379868" y="44525"/>
                    <a:pt x="405591" y="66121"/>
                  </a:cubicBezTo>
                  <a:lnTo>
                    <a:pt x="462912" y="7554"/>
                  </a:lnTo>
                  <a:cubicBezTo>
                    <a:pt x="467719" y="2755"/>
                    <a:pt x="474127" y="89"/>
                    <a:pt x="480892" y="0"/>
                  </a:cubicBezTo>
                  <a:close/>
                </a:path>
              </a:pathLst>
            </a:custGeom>
            <a:solidFill>
              <a:schemeClr val="bg1"/>
            </a:solidFill>
            <a:ln>
              <a:noFill/>
            </a:ln>
          </p:spPr>
          <p:txBody>
            <a:bodyPr vert="horz" wrap="square" lIns="91440" tIns="45720" rIns="91440" bIns="45720" numCol="1" anchor="t" anchorCtr="0" compatLnSpc="1">
              <a:normAutofit lnSpcReduction="10000"/>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endParaRPr lang="en-US"/>
            </a:p>
          </p:txBody>
        </p:sp>
        <p:sp>
          <p:nvSpPr>
            <p:cNvPr id="24" name="iṡļîḍé"/>
            <p:cNvSpPr/>
            <p:nvPr/>
          </p:nvSpPr>
          <p:spPr bwMode="auto">
            <a:xfrm>
              <a:off x="7366140" y="4694761"/>
              <a:ext cx="344710" cy="344189"/>
            </a:xfrm>
            <a:custGeom>
              <a:avLst/>
              <a:gdLst>
                <a:gd name="connsiteX0" fmla="*/ 257564 w 607639"/>
                <a:gd name="connsiteY0" fmla="*/ 92370 h 606722"/>
                <a:gd name="connsiteX1" fmla="*/ 277411 w 607639"/>
                <a:gd name="connsiteY1" fmla="*/ 112098 h 606722"/>
                <a:gd name="connsiteX2" fmla="*/ 277411 w 607639"/>
                <a:gd name="connsiteY2" fmla="*/ 329729 h 606722"/>
                <a:gd name="connsiteX3" fmla="*/ 495281 w 607639"/>
                <a:gd name="connsiteY3" fmla="*/ 329729 h 606722"/>
                <a:gd name="connsiteX4" fmla="*/ 515128 w 607639"/>
                <a:gd name="connsiteY4" fmla="*/ 349546 h 606722"/>
                <a:gd name="connsiteX5" fmla="*/ 257564 w 607639"/>
                <a:gd name="connsiteY5" fmla="*/ 606722 h 606722"/>
                <a:gd name="connsiteX6" fmla="*/ 0 w 607639"/>
                <a:gd name="connsiteY6" fmla="*/ 349546 h 606722"/>
                <a:gd name="connsiteX7" fmla="*/ 257564 w 607639"/>
                <a:gd name="connsiteY7" fmla="*/ 92370 h 606722"/>
                <a:gd name="connsiteX8" fmla="*/ 350027 w 607639"/>
                <a:gd name="connsiteY8" fmla="*/ 0 h 606722"/>
                <a:gd name="connsiteX9" fmla="*/ 607639 w 607639"/>
                <a:gd name="connsiteY9" fmla="*/ 257220 h 606722"/>
                <a:gd name="connsiteX10" fmla="*/ 587788 w 607639"/>
                <a:gd name="connsiteY10" fmla="*/ 277040 h 606722"/>
                <a:gd name="connsiteX11" fmla="*/ 350027 w 607639"/>
                <a:gd name="connsiteY11" fmla="*/ 277040 h 606722"/>
                <a:gd name="connsiteX12" fmla="*/ 330176 w 607639"/>
                <a:gd name="connsiteY12" fmla="*/ 257220 h 606722"/>
                <a:gd name="connsiteX13" fmla="*/ 330176 w 607639"/>
                <a:gd name="connsiteY13" fmla="*/ 19820 h 606722"/>
                <a:gd name="connsiteX14" fmla="*/ 350027 w 607639"/>
                <a:gd name="connsiteY14" fmla="*/ 0 h 6067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607639" h="606722">
                  <a:moveTo>
                    <a:pt x="257564" y="92370"/>
                  </a:moveTo>
                  <a:cubicBezTo>
                    <a:pt x="268511" y="92370"/>
                    <a:pt x="277411" y="101168"/>
                    <a:pt x="277411" y="112098"/>
                  </a:cubicBezTo>
                  <a:lnTo>
                    <a:pt x="277411" y="329729"/>
                  </a:lnTo>
                  <a:lnTo>
                    <a:pt x="495281" y="329729"/>
                  </a:lnTo>
                  <a:cubicBezTo>
                    <a:pt x="506228" y="329729"/>
                    <a:pt x="515128" y="338616"/>
                    <a:pt x="515128" y="349546"/>
                  </a:cubicBezTo>
                  <a:cubicBezTo>
                    <a:pt x="515128" y="491286"/>
                    <a:pt x="399607" y="606722"/>
                    <a:pt x="257564" y="606722"/>
                  </a:cubicBezTo>
                  <a:cubicBezTo>
                    <a:pt x="115521" y="606722"/>
                    <a:pt x="0" y="491286"/>
                    <a:pt x="0" y="349546"/>
                  </a:cubicBezTo>
                  <a:cubicBezTo>
                    <a:pt x="0" y="207717"/>
                    <a:pt x="115521" y="92370"/>
                    <a:pt x="257564" y="92370"/>
                  </a:cubicBezTo>
                  <a:close/>
                  <a:moveTo>
                    <a:pt x="350027" y="0"/>
                  </a:moveTo>
                  <a:cubicBezTo>
                    <a:pt x="492007" y="0"/>
                    <a:pt x="607639" y="115367"/>
                    <a:pt x="607639" y="257220"/>
                  </a:cubicBezTo>
                  <a:cubicBezTo>
                    <a:pt x="607639" y="268152"/>
                    <a:pt x="598737" y="277040"/>
                    <a:pt x="587788" y="277040"/>
                  </a:cubicBezTo>
                  <a:lnTo>
                    <a:pt x="350027" y="277040"/>
                  </a:lnTo>
                  <a:cubicBezTo>
                    <a:pt x="339078" y="277040"/>
                    <a:pt x="330176" y="268152"/>
                    <a:pt x="330176" y="257220"/>
                  </a:cubicBezTo>
                  <a:lnTo>
                    <a:pt x="330176" y="19820"/>
                  </a:lnTo>
                  <a:cubicBezTo>
                    <a:pt x="330176" y="8888"/>
                    <a:pt x="339078" y="0"/>
                    <a:pt x="350027" y="0"/>
                  </a:cubicBezTo>
                  <a:close/>
                </a:path>
              </a:pathLst>
            </a:custGeom>
            <a:solidFill>
              <a:schemeClr val="bg1"/>
            </a:solidFill>
            <a:ln>
              <a:noFill/>
            </a:ln>
          </p:spPr>
          <p:txBody>
            <a:bodyPr vert="horz" wrap="square" lIns="91440" tIns="45720" rIns="91440" bIns="45720" numCol="1" anchor="t" anchorCtr="0" compatLnSpc="1">
              <a:normAutofit lnSpcReduction="10000"/>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endParaRPr lang="en-US"/>
            </a:p>
          </p:txBody>
        </p:sp>
        <p:sp>
          <p:nvSpPr>
            <p:cNvPr id="25" name="îṣľiḓè"/>
            <p:cNvSpPr/>
            <p:nvPr/>
          </p:nvSpPr>
          <p:spPr bwMode="auto">
            <a:xfrm>
              <a:off x="4471521" y="1860106"/>
              <a:ext cx="353485" cy="240234"/>
            </a:xfrm>
            <a:custGeom>
              <a:avLst/>
              <a:gdLst>
                <a:gd name="connsiteX0" fmla="*/ 437011 w 604816"/>
                <a:gd name="connsiteY0" fmla="*/ 83550 h 411044"/>
                <a:gd name="connsiteX1" fmla="*/ 604816 w 604816"/>
                <a:gd name="connsiteY1" fmla="*/ 214450 h 411044"/>
                <a:gd name="connsiteX2" fmla="*/ 539177 w 604816"/>
                <a:gd name="connsiteY2" fmla="*/ 317799 h 411044"/>
                <a:gd name="connsiteX3" fmla="*/ 523523 w 604816"/>
                <a:gd name="connsiteY3" fmla="*/ 340690 h 411044"/>
                <a:gd name="connsiteX4" fmla="*/ 528878 w 604816"/>
                <a:gd name="connsiteY4" fmla="*/ 400177 h 411044"/>
                <a:gd name="connsiteX5" fmla="*/ 462004 w 604816"/>
                <a:gd name="connsiteY5" fmla="*/ 353300 h 411044"/>
                <a:gd name="connsiteX6" fmla="*/ 440033 w 604816"/>
                <a:gd name="connsiteY6" fmla="*/ 345213 h 411044"/>
                <a:gd name="connsiteX7" fmla="*/ 437011 w 604816"/>
                <a:gd name="connsiteY7" fmla="*/ 345350 h 411044"/>
                <a:gd name="connsiteX8" fmla="*/ 338279 w 604816"/>
                <a:gd name="connsiteY8" fmla="*/ 319992 h 411044"/>
                <a:gd name="connsiteX9" fmla="*/ 269207 w 604816"/>
                <a:gd name="connsiteY9" fmla="*/ 214450 h 411044"/>
                <a:gd name="connsiteX10" fmla="*/ 272091 w 604816"/>
                <a:gd name="connsiteY10" fmla="*/ 190189 h 411044"/>
                <a:gd name="connsiteX11" fmla="*/ 280467 w 604816"/>
                <a:gd name="connsiteY11" fmla="*/ 167299 h 411044"/>
                <a:gd name="connsiteX12" fmla="*/ 342948 w 604816"/>
                <a:gd name="connsiteY12" fmla="*/ 106166 h 411044"/>
                <a:gd name="connsiteX13" fmla="*/ 355581 w 604816"/>
                <a:gd name="connsiteY13" fmla="*/ 100135 h 411044"/>
                <a:gd name="connsiteX14" fmla="*/ 358602 w 604816"/>
                <a:gd name="connsiteY14" fmla="*/ 98765 h 411044"/>
                <a:gd name="connsiteX15" fmla="*/ 417375 w 604816"/>
                <a:gd name="connsiteY15" fmla="*/ 84509 h 411044"/>
                <a:gd name="connsiteX16" fmla="*/ 437011 w 604816"/>
                <a:gd name="connsiteY16" fmla="*/ 83550 h 411044"/>
                <a:gd name="connsiteX17" fmla="*/ 213353 w 604816"/>
                <a:gd name="connsiteY17" fmla="*/ 0 h 411044"/>
                <a:gd name="connsiteX18" fmla="*/ 340760 w 604816"/>
                <a:gd name="connsiteY18" fmla="*/ 33580 h 411044"/>
                <a:gd name="connsiteX19" fmla="*/ 331973 w 604816"/>
                <a:gd name="connsiteY19" fmla="*/ 37143 h 411044"/>
                <a:gd name="connsiteX20" fmla="*/ 327031 w 604816"/>
                <a:gd name="connsiteY20" fmla="*/ 39336 h 411044"/>
                <a:gd name="connsiteX21" fmla="*/ 310418 w 604816"/>
                <a:gd name="connsiteY21" fmla="*/ 47423 h 411044"/>
                <a:gd name="connsiteX22" fmla="*/ 306849 w 604816"/>
                <a:gd name="connsiteY22" fmla="*/ 49479 h 411044"/>
                <a:gd name="connsiteX23" fmla="*/ 294630 w 604816"/>
                <a:gd name="connsiteY23" fmla="*/ 56743 h 411044"/>
                <a:gd name="connsiteX24" fmla="*/ 289413 w 604816"/>
                <a:gd name="connsiteY24" fmla="*/ 60307 h 411044"/>
                <a:gd name="connsiteX25" fmla="*/ 279528 w 604816"/>
                <a:gd name="connsiteY25" fmla="*/ 67297 h 411044"/>
                <a:gd name="connsiteX26" fmla="*/ 274585 w 604816"/>
                <a:gd name="connsiteY26" fmla="*/ 71134 h 411044"/>
                <a:gd name="connsiteX27" fmla="*/ 264425 w 604816"/>
                <a:gd name="connsiteY27" fmla="*/ 79906 h 411044"/>
                <a:gd name="connsiteX28" fmla="*/ 261130 w 604816"/>
                <a:gd name="connsiteY28" fmla="*/ 82784 h 411044"/>
                <a:gd name="connsiteX29" fmla="*/ 249186 w 604816"/>
                <a:gd name="connsiteY29" fmla="*/ 95120 h 411044"/>
                <a:gd name="connsiteX30" fmla="*/ 246165 w 604816"/>
                <a:gd name="connsiteY30" fmla="*/ 98683 h 411044"/>
                <a:gd name="connsiteX31" fmla="*/ 238203 w 604816"/>
                <a:gd name="connsiteY31" fmla="*/ 108552 h 411044"/>
                <a:gd name="connsiteX32" fmla="*/ 234770 w 604816"/>
                <a:gd name="connsiteY32" fmla="*/ 113349 h 411044"/>
                <a:gd name="connsiteX33" fmla="*/ 228317 w 604816"/>
                <a:gd name="connsiteY33" fmla="*/ 123080 h 411044"/>
                <a:gd name="connsiteX34" fmla="*/ 225434 w 604816"/>
                <a:gd name="connsiteY34" fmla="*/ 127877 h 411044"/>
                <a:gd name="connsiteX35" fmla="*/ 218844 w 604816"/>
                <a:gd name="connsiteY35" fmla="*/ 140487 h 411044"/>
                <a:gd name="connsiteX36" fmla="*/ 217609 w 604816"/>
                <a:gd name="connsiteY36" fmla="*/ 142954 h 411044"/>
                <a:gd name="connsiteX37" fmla="*/ 211430 w 604816"/>
                <a:gd name="connsiteY37" fmla="*/ 158442 h 411044"/>
                <a:gd name="connsiteX38" fmla="*/ 209920 w 604816"/>
                <a:gd name="connsiteY38" fmla="*/ 163102 h 411044"/>
                <a:gd name="connsiteX39" fmla="*/ 206763 w 604816"/>
                <a:gd name="connsiteY39" fmla="*/ 174752 h 411044"/>
                <a:gd name="connsiteX40" fmla="*/ 205527 w 604816"/>
                <a:gd name="connsiteY40" fmla="*/ 180371 h 411044"/>
                <a:gd name="connsiteX41" fmla="*/ 203467 w 604816"/>
                <a:gd name="connsiteY41" fmla="*/ 192159 h 411044"/>
                <a:gd name="connsiteX42" fmla="*/ 202781 w 604816"/>
                <a:gd name="connsiteY42" fmla="*/ 197367 h 411044"/>
                <a:gd name="connsiteX43" fmla="*/ 201820 w 604816"/>
                <a:gd name="connsiteY43" fmla="*/ 214499 h 411044"/>
                <a:gd name="connsiteX44" fmla="*/ 203467 w 604816"/>
                <a:gd name="connsiteY44" fmla="*/ 236155 h 411044"/>
                <a:gd name="connsiteX45" fmla="*/ 204154 w 604816"/>
                <a:gd name="connsiteY45" fmla="*/ 241637 h 411044"/>
                <a:gd name="connsiteX46" fmla="*/ 208822 w 604816"/>
                <a:gd name="connsiteY46" fmla="*/ 262608 h 411044"/>
                <a:gd name="connsiteX47" fmla="*/ 208959 w 604816"/>
                <a:gd name="connsiteY47" fmla="*/ 263019 h 411044"/>
                <a:gd name="connsiteX48" fmla="*/ 216373 w 604816"/>
                <a:gd name="connsiteY48" fmla="*/ 282893 h 411044"/>
                <a:gd name="connsiteX49" fmla="*/ 218707 w 604816"/>
                <a:gd name="connsiteY49" fmla="*/ 287827 h 411044"/>
                <a:gd name="connsiteX50" fmla="*/ 229004 w 604816"/>
                <a:gd name="connsiteY50" fmla="*/ 307152 h 411044"/>
                <a:gd name="connsiteX51" fmla="*/ 229416 w 604816"/>
                <a:gd name="connsiteY51" fmla="*/ 307700 h 411044"/>
                <a:gd name="connsiteX52" fmla="*/ 242321 w 604816"/>
                <a:gd name="connsiteY52" fmla="*/ 325381 h 411044"/>
                <a:gd name="connsiteX53" fmla="*/ 245616 w 604816"/>
                <a:gd name="connsiteY53" fmla="*/ 329630 h 411044"/>
                <a:gd name="connsiteX54" fmla="*/ 249186 w 604816"/>
                <a:gd name="connsiteY54" fmla="*/ 333742 h 411044"/>
                <a:gd name="connsiteX55" fmla="*/ 213490 w 604816"/>
                <a:gd name="connsiteY55" fmla="*/ 336209 h 411044"/>
                <a:gd name="connsiteX56" fmla="*/ 213353 w 604816"/>
                <a:gd name="connsiteY56" fmla="*/ 336209 h 411044"/>
                <a:gd name="connsiteX57" fmla="*/ 187679 w 604816"/>
                <a:gd name="connsiteY57" fmla="*/ 344159 h 411044"/>
                <a:gd name="connsiteX58" fmla="*/ 87318 w 604816"/>
                <a:gd name="connsiteY58" fmla="*/ 411044 h 411044"/>
                <a:gd name="connsiteX59" fmla="*/ 99674 w 604816"/>
                <a:gd name="connsiteY59" fmla="*/ 324148 h 411044"/>
                <a:gd name="connsiteX60" fmla="*/ 84023 w 604816"/>
                <a:gd name="connsiteY60" fmla="*/ 301259 h 411044"/>
                <a:gd name="connsiteX61" fmla="*/ 0 w 604816"/>
                <a:gd name="connsiteY61" fmla="*/ 168036 h 411044"/>
                <a:gd name="connsiteX62" fmla="*/ 213353 w 604816"/>
                <a:gd name="connsiteY62" fmla="*/ 0 h 4110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Lst>
              <a:rect l="l" t="t" r="r" b="b"/>
              <a:pathLst>
                <a:path w="604816" h="411044">
                  <a:moveTo>
                    <a:pt x="437011" y="83550"/>
                  </a:moveTo>
                  <a:cubicBezTo>
                    <a:pt x="529565" y="83550"/>
                    <a:pt x="604816" y="142215"/>
                    <a:pt x="604816" y="214450"/>
                  </a:cubicBezTo>
                  <a:cubicBezTo>
                    <a:pt x="604816" y="254885"/>
                    <a:pt x="580922" y="292579"/>
                    <a:pt x="539177" y="317799"/>
                  </a:cubicBezTo>
                  <a:cubicBezTo>
                    <a:pt x="530938" y="322871"/>
                    <a:pt x="525308" y="331095"/>
                    <a:pt x="523523" y="340690"/>
                  </a:cubicBezTo>
                  <a:cubicBezTo>
                    <a:pt x="519953" y="360564"/>
                    <a:pt x="522974" y="381125"/>
                    <a:pt x="528878" y="400177"/>
                  </a:cubicBezTo>
                  <a:cubicBezTo>
                    <a:pt x="505122" y="387156"/>
                    <a:pt x="481366" y="370022"/>
                    <a:pt x="462004" y="353300"/>
                  </a:cubicBezTo>
                  <a:cubicBezTo>
                    <a:pt x="455824" y="348091"/>
                    <a:pt x="448134" y="345213"/>
                    <a:pt x="440033" y="345213"/>
                  </a:cubicBezTo>
                  <a:cubicBezTo>
                    <a:pt x="438934" y="345213"/>
                    <a:pt x="437835" y="345350"/>
                    <a:pt x="437011" y="345350"/>
                  </a:cubicBezTo>
                  <a:cubicBezTo>
                    <a:pt x="401308" y="345350"/>
                    <a:pt x="367253" y="336577"/>
                    <a:pt x="338279" y="319992"/>
                  </a:cubicBezTo>
                  <a:cubicBezTo>
                    <a:pt x="295023" y="295183"/>
                    <a:pt x="269207" y="255844"/>
                    <a:pt x="269207" y="214450"/>
                  </a:cubicBezTo>
                  <a:cubicBezTo>
                    <a:pt x="269207" y="206089"/>
                    <a:pt x="270168" y="198002"/>
                    <a:pt x="272091" y="190189"/>
                  </a:cubicBezTo>
                  <a:cubicBezTo>
                    <a:pt x="274013" y="182239"/>
                    <a:pt x="276760" y="174563"/>
                    <a:pt x="280467" y="167299"/>
                  </a:cubicBezTo>
                  <a:cubicBezTo>
                    <a:pt x="292826" y="142352"/>
                    <a:pt x="314797" y="121107"/>
                    <a:pt x="342948" y="106166"/>
                  </a:cubicBezTo>
                  <a:cubicBezTo>
                    <a:pt x="347067" y="103973"/>
                    <a:pt x="351187" y="102054"/>
                    <a:pt x="355581" y="100135"/>
                  </a:cubicBezTo>
                  <a:cubicBezTo>
                    <a:pt x="356542" y="99724"/>
                    <a:pt x="357503" y="99176"/>
                    <a:pt x="358602" y="98765"/>
                  </a:cubicBezTo>
                  <a:cubicBezTo>
                    <a:pt x="376454" y="91363"/>
                    <a:pt x="396228" y="86428"/>
                    <a:pt x="417375" y="84509"/>
                  </a:cubicBezTo>
                  <a:cubicBezTo>
                    <a:pt x="423829" y="83824"/>
                    <a:pt x="430283" y="83550"/>
                    <a:pt x="437011" y="83550"/>
                  </a:cubicBezTo>
                  <a:close/>
                  <a:moveTo>
                    <a:pt x="213353" y="0"/>
                  </a:moveTo>
                  <a:cubicBezTo>
                    <a:pt x="259757" y="0"/>
                    <a:pt x="304377" y="12061"/>
                    <a:pt x="340760" y="33580"/>
                  </a:cubicBezTo>
                  <a:cubicBezTo>
                    <a:pt x="337740" y="34676"/>
                    <a:pt x="334856" y="36047"/>
                    <a:pt x="331973" y="37143"/>
                  </a:cubicBezTo>
                  <a:cubicBezTo>
                    <a:pt x="330326" y="37966"/>
                    <a:pt x="328678" y="38514"/>
                    <a:pt x="327031" y="39336"/>
                  </a:cubicBezTo>
                  <a:cubicBezTo>
                    <a:pt x="321264" y="41803"/>
                    <a:pt x="315773" y="44545"/>
                    <a:pt x="310418" y="47423"/>
                  </a:cubicBezTo>
                  <a:cubicBezTo>
                    <a:pt x="309183" y="48108"/>
                    <a:pt x="308084" y="48793"/>
                    <a:pt x="306849" y="49479"/>
                  </a:cubicBezTo>
                  <a:cubicBezTo>
                    <a:pt x="302730" y="51809"/>
                    <a:pt x="298611" y="54139"/>
                    <a:pt x="294630" y="56743"/>
                  </a:cubicBezTo>
                  <a:cubicBezTo>
                    <a:pt x="292845" y="57839"/>
                    <a:pt x="291060" y="59073"/>
                    <a:pt x="289413" y="60307"/>
                  </a:cubicBezTo>
                  <a:cubicBezTo>
                    <a:pt x="285980" y="62500"/>
                    <a:pt x="282685" y="64830"/>
                    <a:pt x="279528" y="67297"/>
                  </a:cubicBezTo>
                  <a:cubicBezTo>
                    <a:pt x="277880" y="68530"/>
                    <a:pt x="276233" y="69901"/>
                    <a:pt x="274585" y="71134"/>
                  </a:cubicBezTo>
                  <a:cubicBezTo>
                    <a:pt x="271015" y="74013"/>
                    <a:pt x="267720" y="76891"/>
                    <a:pt x="264425" y="79906"/>
                  </a:cubicBezTo>
                  <a:cubicBezTo>
                    <a:pt x="263327" y="80866"/>
                    <a:pt x="262229" y="81825"/>
                    <a:pt x="261130" y="82784"/>
                  </a:cubicBezTo>
                  <a:cubicBezTo>
                    <a:pt x="257012" y="86759"/>
                    <a:pt x="253030" y="90871"/>
                    <a:pt x="249186" y="95120"/>
                  </a:cubicBezTo>
                  <a:cubicBezTo>
                    <a:pt x="248088" y="96216"/>
                    <a:pt x="247264" y="97450"/>
                    <a:pt x="246165" y="98683"/>
                  </a:cubicBezTo>
                  <a:cubicBezTo>
                    <a:pt x="243420" y="101836"/>
                    <a:pt x="240811" y="105125"/>
                    <a:pt x="238203" y="108552"/>
                  </a:cubicBezTo>
                  <a:cubicBezTo>
                    <a:pt x="237104" y="110197"/>
                    <a:pt x="235869" y="111704"/>
                    <a:pt x="234770" y="113349"/>
                  </a:cubicBezTo>
                  <a:cubicBezTo>
                    <a:pt x="232573" y="116501"/>
                    <a:pt x="230377" y="119791"/>
                    <a:pt x="228317" y="123080"/>
                  </a:cubicBezTo>
                  <a:cubicBezTo>
                    <a:pt x="227356" y="124725"/>
                    <a:pt x="226395" y="126233"/>
                    <a:pt x="225434" y="127877"/>
                  </a:cubicBezTo>
                  <a:cubicBezTo>
                    <a:pt x="223100" y="132126"/>
                    <a:pt x="220904" y="136238"/>
                    <a:pt x="218844" y="140487"/>
                  </a:cubicBezTo>
                  <a:cubicBezTo>
                    <a:pt x="218432" y="141309"/>
                    <a:pt x="218021" y="142132"/>
                    <a:pt x="217609" y="142954"/>
                  </a:cubicBezTo>
                  <a:cubicBezTo>
                    <a:pt x="215275" y="148025"/>
                    <a:pt x="213215" y="153233"/>
                    <a:pt x="211430" y="158442"/>
                  </a:cubicBezTo>
                  <a:cubicBezTo>
                    <a:pt x="210881" y="159949"/>
                    <a:pt x="210469" y="161457"/>
                    <a:pt x="209920" y="163102"/>
                  </a:cubicBezTo>
                  <a:cubicBezTo>
                    <a:pt x="208685" y="166940"/>
                    <a:pt x="207724" y="170777"/>
                    <a:pt x="206763" y="174752"/>
                  </a:cubicBezTo>
                  <a:cubicBezTo>
                    <a:pt x="206213" y="176671"/>
                    <a:pt x="205801" y="178453"/>
                    <a:pt x="205527" y="180371"/>
                  </a:cubicBezTo>
                  <a:cubicBezTo>
                    <a:pt x="204703" y="184209"/>
                    <a:pt x="204017" y="188184"/>
                    <a:pt x="203467" y="192159"/>
                  </a:cubicBezTo>
                  <a:cubicBezTo>
                    <a:pt x="203193" y="193940"/>
                    <a:pt x="202918" y="195585"/>
                    <a:pt x="202781" y="197367"/>
                  </a:cubicBezTo>
                  <a:cubicBezTo>
                    <a:pt x="202232" y="203123"/>
                    <a:pt x="201820" y="208743"/>
                    <a:pt x="201820" y="214499"/>
                  </a:cubicBezTo>
                  <a:cubicBezTo>
                    <a:pt x="201820" y="221901"/>
                    <a:pt x="202506" y="229028"/>
                    <a:pt x="203467" y="236155"/>
                  </a:cubicBezTo>
                  <a:cubicBezTo>
                    <a:pt x="203605" y="238074"/>
                    <a:pt x="203879" y="239719"/>
                    <a:pt x="204154" y="241637"/>
                  </a:cubicBezTo>
                  <a:cubicBezTo>
                    <a:pt x="205390" y="248627"/>
                    <a:pt x="206763" y="255755"/>
                    <a:pt x="208822" y="262608"/>
                  </a:cubicBezTo>
                  <a:cubicBezTo>
                    <a:pt x="208822" y="262745"/>
                    <a:pt x="208959" y="262882"/>
                    <a:pt x="208959" y="263019"/>
                  </a:cubicBezTo>
                  <a:cubicBezTo>
                    <a:pt x="211019" y="269735"/>
                    <a:pt x="213627" y="276451"/>
                    <a:pt x="216373" y="282893"/>
                  </a:cubicBezTo>
                  <a:cubicBezTo>
                    <a:pt x="217197" y="284537"/>
                    <a:pt x="217883" y="286182"/>
                    <a:pt x="218707" y="287827"/>
                  </a:cubicBezTo>
                  <a:cubicBezTo>
                    <a:pt x="221727" y="294406"/>
                    <a:pt x="225160" y="300847"/>
                    <a:pt x="229004" y="307152"/>
                  </a:cubicBezTo>
                  <a:cubicBezTo>
                    <a:pt x="229141" y="307289"/>
                    <a:pt x="229278" y="307563"/>
                    <a:pt x="229416" y="307700"/>
                  </a:cubicBezTo>
                  <a:cubicBezTo>
                    <a:pt x="233260" y="313731"/>
                    <a:pt x="237653" y="319625"/>
                    <a:pt x="242321" y="325381"/>
                  </a:cubicBezTo>
                  <a:cubicBezTo>
                    <a:pt x="243420" y="326752"/>
                    <a:pt x="244518" y="328122"/>
                    <a:pt x="245616" y="329630"/>
                  </a:cubicBezTo>
                  <a:cubicBezTo>
                    <a:pt x="246852" y="331001"/>
                    <a:pt x="247950" y="332371"/>
                    <a:pt x="249186" y="333742"/>
                  </a:cubicBezTo>
                  <a:cubicBezTo>
                    <a:pt x="237379" y="335387"/>
                    <a:pt x="225572" y="336209"/>
                    <a:pt x="213490" y="336209"/>
                  </a:cubicBezTo>
                  <a:lnTo>
                    <a:pt x="213353" y="336209"/>
                  </a:lnTo>
                  <a:cubicBezTo>
                    <a:pt x="204154" y="335661"/>
                    <a:pt x="194681" y="337991"/>
                    <a:pt x="187679" y="344159"/>
                  </a:cubicBezTo>
                  <a:cubicBezTo>
                    <a:pt x="158847" y="368692"/>
                    <a:pt x="122602" y="394323"/>
                    <a:pt x="87318" y="411044"/>
                  </a:cubicBezTo>
                  <a:cubicBezTo>
                    <a:pt x="97890" y="384317"/>
                    <a:pt x="105029" y="353479"/>
                    <a:pt x="99674" y="324148"/>
                  </a:cubicBezTo>
                  <a:cubicBezTo>
                    <a:pt x="98027" y="314691"/>
                    <a:pt x="92261" y="306330"/>
                    <a:pt x="84023" y="301259"/>
                  </a:cubicBezTo>
                  <a:cubicBezTo>
                    <a:pt x="30616" y="268912"/>
                    <a:pt x="0" y="220393"/>
                    <a:pt x="0" y="168036"/>
                  </a:cubicBezTo>
                  <a:cubicBezTo>
                    <a:pt x="0" y="75383"/>
                    <a:pt x="95693" y="0"/>
                    <a:pt x="213353" y="0"/>
                  </a:cubicBezTo>
                  <a:close/>
                </a:path>
              </a:pathLst>
            </a:custGeom>
            <a:solidFill>
              <a:schemeClr val="bg1"/>
            </a:solidFill>
            <a:ln>
              <a:noFill/>
            </a:ln>
          </p:spPr>
          <p:txBody>
            <a:bodyPr vert="horz" wrap="square" lIns="91440" tIns="45720" rIns="91440" bIns="45720" numCol="1" anchor="t" anchorCtr="0" compatLnSpc="1">
              <a:normAutofit fontScale="62500" lnSpcReduction="20000"/>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endParaRPr lang="en-US"/>
            </a:p>
          </p:txBody>
        </p:sp>
        <p:sp>
          <p:nvSpPr>
            <p:cNvPr id="26" name="iṧḷíde"/>
            <p:cNvSpPr/>
            <p:nvPr/>
          </p:nvSpPr>
          <p:spPr bwMode="auto">
            <a:xfrm>
              <a:off x="3875298" y="3251795"/>
              <a:ext cx="340948" cy="340433"/>
            </a:xfrm>
            <a:custGeom>
              <a:avLst/>
              <a:gdLst>
                <a:gd name="T0" fmla="*/ 3413 w 6827"/>
                <a:gd name="T1" fmla="*/ 0 h 6827"/>
                <a:gd name="T2" fmla="*/ 0 w 6827"/>
                <a:gd name="T3" fmla="*/ 3413 h 6827"/>
                <a:gd name="T4" fmla="*/ 3413 w 6827"/>
                <a:gd name="T5" fmla="*/ 6827 h 6827"/>
                <a:gd name="T6" fmla="*/ 6827 w 6827"/>
                <a:gd name="T7" fmla="*/ 3413 h 6827"/>
                <a:gd name="T8" fmla="*/ 3413 w 6827"/>
                <a:gd name="T9" fmla="*/ 0 h 6827"/>
                <a:gd name="T10" fmla="*/ 5017 w 6827"/>
                <a:gd name="T11" fmla="*/ 3033 h 6827"/>
                <a:gd name="T12" fmla="*/ 3431 w 6827"/>
                <a:gd name="T13" fmla="*/ 4619 h 6827"/>
                <a:gd name="T14" fmla="*/ 2802 w 6827"/>
                <a:gd name="T15" fmla="*/ 4619 h 6827"/>
                <a:gd name="T16" fmla="*/ 1884 w 6827"/>
                <a:gd name="T17" fmla="*/ 3701 h 6827"/>
                <a:gd name="T18" fmla="*/ 1884 w 6827"/>
                <a:gd name="T19" fmla="*/ 3072 h 6827"/>
                <a:gd name="T20" fmla="*/ 2514 w 6827"/>
                <a:gd name="T21" fmla="*/ 3072 h 6827"/>
                <a:gd name="T22" fmla="*/ 3117 w 6827"/>
                <a:gd name="T23" fmla="*/ 3674 h 6827"/>
                <a:gd name="T24" fmla="*/ 4387 w 6827"/>
                <a:gd name="T25" fmla="*/ 2404 h 6827"/>
                <a:gd name="T26" fmla="*/ 5017 w 6827"/>
                <a:gd name="T27" fmla="*/ 2404 h 6827"/>
                <a:gd name="T28" fmla="*/ 5017 w 6827"/>
                <a:gd name="T29" fmla="*/ 3033 h 68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6827" h="6827">
                  <a:moveTo>
                    <a:pt x="3413" y="0"/>
                  </a:moveTo>
                  <a:cubicBezTo>
                    <a:pt x="1531" y="0"/>
                    <a:pt x="0" y="1531"/>
                    <a:pt x="0" y="3413"/>
                  </a:cubicBezTo>
                  <a:cubicBezTo>
                    <a:pt x="0" y="5295"/>
                    <a:pt x="1531" y="6827"/>
                    <a:pt x="3413" y="6827"/>
                  </a:cubicBezTo>
                  <a:cubicBezTo>
                    <a:pt x="5296" y="6827"/>
                    <a:pt x="6827" y="5295"/>
                    <a:pt x="6827" y="3413"/>
                  </a:cubicBezTo>
                  <a:cubicBezTo>
                    <a:pt x="6827" y="1531"/>
                    <a:pt x="5296" y="0"/>
                    <a:pt x="3413" y="0"/>
                  </a:cubicBezTo>
                  <a:close/>
                  <a:moveTo>
                    <a:pt x="5017" y="3033"/>
                  </a:moveTo>
                  <a:lnTo>
                    <a:pt x="3431" y="4619"/>
                  </a:lnTo>
                  <a:cubicBezTo>
                    <a:pt x="3257" y="4792"/>
                    <a:pt x="2976" y="4792"/>
                    <a:pt x="2802" y="4619"/>
                  </a:cubicBezTo>
                  <a:lnTo>
                    <a:pt x="1884" y="3701"/>
                  </a:lnTo>
                  <a:cubicBezTo>
                    <a:pt x="1710" y="3527"/>
                    <a:pt x="1710" y="3245"/>
                    <a:pt x="1884" y="3072"/>
                  </a:cubicBezTo>
                  <a:cubicBezTo>
                    <a:pt x="2058" y="2898"/>
                    <a:pt x="2340" y="2898"/>
                    <a:pt x="2514" y="3072"/>
                  </a:cubicBezTo>
                  <a:lnTo>
                    <a:pt x="3117" y="3674"/>
                  </a:lnTo>
                  <a:lnTo>
                    <a:pt x="4387" y="2404"/>
                  </a:lnTo>
                  <a:cubicBezTo>
                    <a:pt x="4561" y="2230"/>
                    <a:pt x="4843" y="2230"/>
                    <a:pt x="5017" y="2404"/>
                  </a:cubicBezTo>
                  <a:cubicBezTo>
                    <a:pt x="5190" y="2578"/>
                    <a:pt x="5190" y="2859"/>
                    <a:pt x="5017" y="3033"/>
                  </a:cubicBezTo>
                  <a:close/>
                </a:path>
              </a:pathLst>
            </a:custGeom>
            <a:solidFill>
              <a:schemeClr val="bg1"/>
            </a:solidFill>
            <a:ln>
              <a:noFill/>
            </a:ln>
          </p:spPr>
          <p:txBody>
            <a:bodyPr vert="horz" wrap="square" lIns="91440" tIns="45720" rIns="91440" bIns="45720" numCol="1" anchor="t" anchorCtr="0" compatLnSpc="1">
              <a:normAutofit lnSpcReduction="10000"/>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endParaRPr lang="en-US"/>
            </a:p>
          </p:txBody>
        </p:sp>
        <p:sp>
          <p:nvSpPr>
            <p:cNvPr id="27" name="ïslíḓé"/>
            <p:cNvSpPr/>
            <p:nvPr/>
          </p:nvSpPr>
          <p:spPr bwMode="auto">
            <a:xfrm>
              <a:off x="7360651" y="1810393"/>
              <a:ext cx="343455" cy="339662"/>
            </a:xfrm>
            <a:custGeom>
              <a:avLst/>
              <a:gdLst>
                <a:gd name="connsiteX0" fmla="*/ 466437 w 600511"/>
                <a:gd name="connsiteY0" fmla="*/ 421770 h 593879"/>
                <a:gd name="connsiteX1" fmla="*/ 504684 w 600511"/>
                <a:gd name="connsiteY1" fmla="*/ 459981 h 593879"/>
                <a:gd name="connsiteX2" fmla="*/ 466437 w 600511"/>
                <a:gd name="connsiteY2" fmla="*/ 498192 h 593879"/>
                <a:gd name="connsiteX3" fmla="*/ 428190 w 600511"/>
                <a:gd name="connsiteY3" fmla="*/ 459981 h 593879"/>
                <a:gd name="connsiteX4" fmla="*/ 466437 w 600511"/>
                <a:gd name="connsiteY4" fmla="*/ 421770 h 593879"/>
                <a:gd name="connsiteX5" fmla="*/ 453390 w 600511"/>
                <a:gd name="connsiteY5" fmla="*/ 375066 h 593879"/>
                <a:gd name="connsiteX6" fmla="*/ 421127 w 600511"/>
                <a:gd name="connsiteY6" fmla="*/ 386990 h 593879"/>
                <a:gd name="connsiteX7" fmla="*/ 418868 w 600511"/>
                <a:gd name="connsiteY7" fmla="*/ 392146 h 593879"/>
                <a:gd name="connsiteX8" fmla="*/ 424031 w 600511"/>
                <a:gd name="connsiteY8" fmla="*/ 406325 h 593879"/>
                <a:gd name="connsiteX9" fmla="*/ 423385 w 600511"/>
                <a:gd name="connsiteY9" fmla="*/ 411481 h 593879"/>
                <a:gd name="connsiteX10" fmla="*/ 416287 w 600511"/>
                <a:gd name="connsiteY10" fmla="*/ 413737 h 593879"/>
                <a:gd name="connsiteX11" fmla="*/ 402414 w 600511"/>
                <a:gd name="connsiteY11" fmla="*/ 407292 h 593879"/>
                <a:gd name="connsiteX12" fmla="*/ 397252 w 600511"/>
                <a:gd name="connsiteY12" fmla="*/ 409226 h 593879"/>
                <a:gd name="connsiteX13" fmla="*/ 383056 w 600511"/>
                <a:gd name="connsiteY13" fmla="*/ 440485 h 593879"/>
                <a:gd name="connsiteX14" fmla="*/ 384669 w 600511"/>
                <a:gd name="connsiteY14" fmla="*/ 445318 h 593879"/>
                <a:gd name="connsiteX15" fmla="*/ 398542 w 600511"/>
                <a:gd name="connsiteY15" fmla="*/ 451764 h 593879"/>
                <a:gd name="connsiteX16" fmla="*/ 401769 w 600511"/>
                <a:gd name="connsiteY16" fmla="*/ 455953 h 593879"/>
                <a:gd name="connsiteX17" fmla="*/ 398220 w 600511"/>
                <a:gd name="connsiteY17" fmla="*/ 462720 h 593879"/>
                <a:gd name="connsiteX18" fmla="*/ 384024 w 600511"/>
                <a:gd name="connsiteY18" fmla="*/ 467876 h 593879"/>
                <a:gd name="connsiteX19" fmla="*/ 381766 w 600511"/>
                <a:gd name="connsiteY19" fmla="*/ 472710 h 593879"/>
                <a:gd name="connsiteX20" fmla="*/ 393380 w 600511"/>
                <a:gd name="connsiteY20" fmla="*/ 504936 h 593879"/>
                <a:gd name="connsiteX21" fmla="*/ 398542 w 600511"/>
                <a:gd name="connsiteY21" fmla="*/ 507192 h 593879"/>
                <a:gd name="connsiteX22" fmla="*/ 412738 w 600511"/>
                <a:gd name="connsiteY22" fmla="*/ 502036 h 593879"/>
                <a:gd name="connsiteX23" fmla="*/ 417900 w 600511"/>
                <a:gd name="connsiteY23" fmla="*/ 502680 h 593879"/>
                <a:gd name="connsiteX24" fmla="*/ 420159 w 600511"/>
                <a:gd name="connsiteY24" fmla="*/ 510092 h 593879"/>
                <a:gd name="connsiteX25" fmla="*/ 413706 w 600511"/>
                <a:gd name="connsiteY25" fmla="*/ 523949 h 593879"/>
                <a:gd name="connsiteX26" fmla="*/ 415642 w 600511"/>
                <a:gd name="connsiteY26" fmla="*/ 528783 h 593879"/>
                <a:gd name="connsiteX27" fmla="*/ 446937 w 600511"/>
                <a:gd name="connsiteY27" fmla="*/ 543285 h 593879"/>
                <a:gd name="connsiteX28" fmla="*/ 451777 w 600511"/>
                <a:gd name="connsiteY28" fmla="*/ 541351 h 593879"/>
                <a:gd name="connsiteX29" fmla="*/ 458230 w 600511"/>
                <a:gd name="connsiteY29" fmla="*/ 527494 h 593879"/>
                <a:gd name="connsiteX30" fmla="*/ 462424 w 600511"/>
                <a:gd name="connsiteY30" fmla="*/ 524272 h 593879"/>
                <a:gd name="connsiteX31" fmla="*/ 469199 w 600511"/>
                <a:gd name="connsiteY31" fmla="*/ 528139 h 593879"/>
                <a:gd name="connsiteX32" fmla="*/ 474361 w 600511"/>
                <a:gd name="connsiteY32" fmla="*/ 542318 h 593879"/>
                <a:gd name="connsiteX33" fmla="*/ 479201 w 600511"/>
                <a:gd name="connsiteY33" fmla="*/ 544574 h 593879"/>
                <a:gd name="connsiteX34" fmla="*/ 511464 w 600511"/>
                <a:gd name="connsiteY34" fmla="*/ 532650 h 593879"/>
                <a:gd name="connsiteX35" fmla="*/ 513723 w 600511"/>
                <a:gd name="connsiteY35" fmla="*/ 527816 h 593879"/>
                <a:gd name="connsiteX36" fmla="*/ 508560 w 600511"/>
                <a:gd name="connsiteY36" fmla="*/ 513315 h 593879"/>
                <a:gd name="connsiteX37" fmla="*/ 509206 w 600511"/>
                <a:gd name="connsiteY37" fmla="*/ 508159 h 593879"/>
                <a:gd name="connsiteX38" fmla="*/ 516626 w 600511"/>
                <a:gd name="connsiteY38" fmla="*/ 506225 h 593879"/>
                <a:gd name="connsiteX39" fmla="*/ 530500 w 600511"/>
                <a:gd name="connsiteY39" fmla="*/ 512348 h 593879"/>
                <a:gd name="connsiteX40" fmla="*/ 535339 w 600511"/>
                <a:gd name="connsiteY40" fmla="*/ 510737 h 593879"/>
                <a:gd name="connsiteX41" fmla="*/ 549858 w 600511"/>
                <a:gd name="connsiteY41" fmla="*/ 479478 h 593879"/>
                <a:gd name="connsiteX42" fmla="*/ 547922 w 600511"/>
                <a:gd name="connsiteY42" fmla="*/ 474322 h 593879"/>
                <a:gd name="connsiteX43" fmla="*/ 534049 w 600511"/>
                <a:gd name="connsiteY43" fmla="*/ 467876 h 593879"/>
                <a:gd name="connsiteX44" fmla="*/ 531145 w 600511"/>
                <a:gd name="connsiteY44" fmla="*/ 461109 h 593879"/>
                <a:gd name="connsiteX45" fmla="*/ 534694 w 600511"/>
                <a:gd name="connsiteY45" fmla="*/ 457242 h 593879"/>
                <a:gd name="connsiteX46" fmla="*/ 548890 w 600511"/>
                <a:gd name="connsiteY46" fmla="*/ 451764 h 593879"/>
                <a:gd name="connsiteX47" fmla="*/ 551148 w 600511"/>
                <a:gd name="connsiteY47" fmla="*/ 446930 h 593879"/>
                <a:gd name="connsiteX48" fmla="*/ 539211 w 600511"/>
                <a:gd name="connsiteY48" fmla="*/ 414704 h 593879"/>
                <a:gd name="connsiteX49" fmla="*/ 534371 w 600511"/>
                <a:gd name="connsiteY49" fmla="*/ 412448 h 593879"/>
                <a:gd name="connsiteX50" fmla="*/ 520175 w 600511"/>
                <a:gd name="connsiteY50" fmla="*/ 417604 h 593879"/>
                <a:gd name="connsiteX51" fmla="*/ 514691 w 600511"/>
                <a:gd name="connsiteY51" fmla="*/ 416960 h 593879"/>
                <a:gd name="connsiteX52" fmla="*/ 512755 w 600511"/>
                <a:gd name="connsiteY52" fmla="*/ 409548 h 593879"/>
                <a:gd name="connsiteX53" fmla="*/ 518885 w 600511"/>
                <a:gd name="connsiteY53" fmla="*/ 396013 h 593879"/>
                <a:gd name="connsiteX54" fmla="*/ 516949 w 600511"/>
                <a:gd name="connsiteY54" fmla="*/ 390857 h 593879"/>
                <a:gd name="connsiteX55" fmla="*/ 485976 w 600511"/>
                <a:gd name="connsiteY55" fmla="*/ 376355 h 593879"/>
                <a:gd name="connsiteX56" fmla="*/ 480814 w 600511"/>
                <a:gd name="connsiteY56" fmla="*/ 378289 h 593879"/>
                <a:gd name="connsiteX57" fmla="*/ 474361 w 600511"/>
                <a:gd name="connsiteY57" fmla="*/ 392146 h 593879"/>
                <a:gd name="connsiteX58" fmla="*/ 470167 w 600511"/>
                <a:gd name="connsiteY58" fmla="*/ 395368 h 593879"/>
                <a:gd name="connsiteX59" fmla="*/ 463714 w 600511"/>
                <a:gd name="connsiteY59" fmla="*/ 391824 h 593879"/>
                <a:gd name="connsiteX60" fmla="*/ 458230 w 600511"/>
                <a:gd name="connsiteY60" fmla="*/ 377322 h 593879"/>
                <a:gd name="connsiteX61" fmla="*/ 453390 w 600511"/>
                <a:gd name="connsiteY61" fmla="*/ 375066 h 593879"/>
                <a:gd name="connsiteX62" fmla="*/ 0 w 600511"/>
                <a:gd name="connsiteY62" fmla="*/ 372515 h 593879"/>
                <a:gd name="connsiteX63" fmla="*/ 233292 w 600511"/>
                <a:gd name="connsiteY63" fmla="*/ 465626 h 593879"/>
                <a:gd name="connsiteX64" fmla="*/ 305248 w 600511"/>
                <a:gd name="connsiteY64" fmla="*/ 461116 h 593879"/>
                <a:gd name="connsiteX65" fmla="*/ 332998 w 600511"/>
                <a:gd name="connsiteY65" fmla="*/ 549716 h 593879"/>
                <a:gd name="connsiteX66" fmla="*/ 233292 w 600511"/>
                <a:gd name="connsiteY66" fmla="*/ 558737 h 593879"/>
                <a:gd name="connsiteX67" fmla="*/ 0 w 600511"/>
                <a:gd name="connsiteY67" fmla="*/ 465626 h 593879"/>
                <a:gd name="connsiteX68" fmla="*/ 466295 w 600511"/>
                <a:gd name="connsiteY68" fmla="*/ 326083 h 593879"/>
                <a:gd name="connsiteX69" fmla="*/ 600511 w 600511"/>
                <a:gd name="connsiteY69" fmla="*/ 459820 h 593879"/>
                <a:gd name="connsiteX70" fmla="*/ 466295 w 600511"/>
                <a:gd name="connsiteY70" fmla="*/ 593879 h 593879"/>
                <a:gd name="connsiteX71" fmla="*/ 332080 w 600511"/>
                <a:gd name="connsiteY71" fmla="*/ 459820 h 593879"/>
                <a:gd name="connsiteX72" fmla="*/ 466295 w 600511"/>
                <a:gd name="connsiteY72" fmla="*/ 326083 h 593879"/>
                <a:gd name="connsiteX73" fmla="*/ 0 w 600511"/>
                <a:gd name="connsiteY73" fmla="*/ 232654 h 593879"/>
                <a:gd name="connsiteX74" fmla="*/ 233309 w 600511"/>
                <a:gd name="connsiteY74" fmla="*/ 326103 h 593879"/>
                <a:gd name="connsiteX75" fmla="*/ 466296 w 600511"/>
                <a:gd name="connsiteY75" fmla="*/ 232654 h 593879"/>
                <a:gd name="connsiteX76" fmla="*/ 466296 w 600511"/>
                <a:gd name="connsiteY76" fmla="*/ 299035 h 593879"/>
                <a:gd name="connsiteX77" fmla="*/ 312370 w 600511"/>
                <a:gd name="connsiteY77" fmla="*/ 413429 h 593879"/>
                <a:gd name="connsiteX78" fmla="*/ 233309 w 600511"/>
                <a:gd name="connsiteY78" fmla="*/ 419229 h 593879"/>
                <a:gd name="connsiteX79" fmla="*/ 0 w 600511"/>
                <a:gd name="connsiteY79" fmla="*/ 326103 h 593879"/>
                <a:gd name="connsiteX80" fmla="*/ 233309 w 600511"/>
                <a:gd name="connsiteY80" fmla="*/ 23200 h 593879"/>
                <a:gd name="connsiteX81" fmla="*/ 23234 w 600511"/>
                <a:gd name="connsiteY81" fmla="*/ 93123 h 593879"/>
                <a:gd name="connsiteX82" fmla="*/ 233309 w 600511"/>
                <a:gd name="connsiteY82" fmla="*/ 163046 h 593879"/>
                <a:gd name="connsiteX83" fmla="*/ 443062 w 600511"/>
                <a:gd name="connsiteY83" fmla="*/ 93123 h 593879"/>
                <a:gd name="connsiteX84" fmla="*/ 233309 w 600511"/>
                <a:gd name="connsiteY84" fmla="*/ 23200 h 593879"/>
                <a:gd name="connsiteX85" fmla="*/ 233309 w 600511"/>
                <a:gd name="connsiteY85" fmla="*/ 0 h 593879"/>
                <a:gd name="connsiteX86" fmla="*/ 466296 w 600511"/>
                <a:gd name="connsiteY86" fmla="*/ 93123 h 593879"/>
                <a:gd name="connsiteX87" fmla="*/ 466296 w 600511"/>
                <a:gd name="connsiteY87" fmla="*/ 186246 h 593879"/>
                <a:gd name="connsiteX88" fmla="*/ 233309 w 600511"/>
                <a:gd name="connsiteY88" fmla="*/ 279369 h 593879"/>
                <a:gd name="connsiteX89" fmla="*/ 0 w 600511"/>
                <a:gd name="connsiteY89" fmla="*/ 186246 h 593879"/>
                <a:gd name="connsiteX90" fmla="*/ 0 w 600511"/>
                <a:gd name="connsiteY90" fmla="*/ 93123 h 593879"/>
                <a:gd name="connsiteX91" fmla="*/ 233309 w 600511"/>
                <a:gd name="connsiteY91" fmla="*/ 0 h 5938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Lst>
              <a:rect l="l" t="t" r="r" b="b"/>
              <a:pathLst>
                <a:path w="600511" h="593879">
                  <a:moveTo>
                    <a:pt x="466437" y="421770"/>
                  </a:moveTo>
                  <a:cubicBezTo>
                    <a:pt x="487560" y="421770"/>
                    <a:pt x="504684" y="438878"/>
                    <a:pt x="504684" y="459981"/>
                  </a:cubicBezTo>
                  <a:cubicBezTo>
                    <a:pt x="504684" y="481084"/>
                    <a:pt x="487560" y="498192"/>
                    <a:pt x="466437" y="498192"/>
                  </a:cubicBezTo>
                  <a:cubicBezTo>
                    <a:pt x="445314" y="498192"/>
                    <a:pt x="428190" y="481084"/>
                    <a:pt x="428190" y="459981"/>
                  </a:cubicBezTo>
                  <a:cubicBezTo>
                    <a:pt x="428190" y="438878"/>
                    <a:pt x="445314" y="421770"/>
                    <a:pt x="466437" y="421770"/>
                  </a:cubicBezTo>
                  <a:close/>
                  <a:moveTo>
                    <a:pt x="453390" y="375066"/>
                  </a:moveTo>
                  <a:lnTo>
                    <a:pt x="421127" y="386990"/>
                  </a:lnTo>
                  <a:cubicBezTo>
                    <a:pt x="419191" y="387957"/>
                    <a:pt x="418223" y="389890"/>
                    <a:pt x="418868" y="392146"/>
                  </a:cubicBezTo>
                  <a:lnTo>
                    <a:pt x="424031" y="406325"/>
                  </a:lnTo>
                  <a:cubicBezTo>
                    <a:pt x="424998" y="408259"/>
                    <a:pt x="424676" y="410515"/>
                    <a:pt x="423385" y="411481"/>
                  </a:cubicBezTo>
                  <a:cubicBezTo>
                    <a:pt x="422417" y="412448"/>
                    <a:pt x="418223" y="414382"/>
                    <a:pt x="416287" y="413737"/>
                  </a:cubicBezTo>
                  <a:lnTo>
                    <a:pt x="402414" y="407292"/>
                  </a:lnTo>
                  <a:cubicBezTo>
                    <a:pt x="400478" y="406325"/>
                    <a:pt x="398220" y="407292"/>
                    <a:pt x="397252" y="409226"/>
                  </a:cubicBezTo>
                  <a:lnTo>
                    <a:pt x="383056" y="440485"/>
                  </a:lnTo>
                  <a:cubicBezTo>
                    <a:pt x="382088" y="442096"/>
                    <a:pt x="383056" y="444674"/>
                    <a:pt x="384669" y="445318"/>
                  </a:cubicBezTo>
                  <a:lnTo>
                    <a:pt x="398542" y="451764"/>
                  </a:lnTo>
                  <a:cubicBezTo>
                    <a:pt x="400478" y="452730"/>
                    <a:pt x="402091" y="454664"/>
                    <a:pt x="401769" y="455953"/>
                  </a:cubicBezTo>
                  <a:cubicBezTo>
                    <a:pt x="401769" y="457564"/>
                    <a:pt x="400156" y="462076"/>
                    <a:pt x="398220" y="462720"/>
                  </a:cubicBezTo>
                  <a:lnTo>
                    <a:pt x="384024" y="467876"/>
                  </a:lnTo>
                  <a:cubicBezTo>
                    <a:pt x="382088" y="468521"/>
                    <a:pt x="381120" y="470777"/>
                    <a:pt x="381766" y="472710"/>
                  </a:cubicBezTo>
                  <a:lnTo>
                    <a:pt x="393380" y="504936"/>
                  </a:lnTo>
                  <a:cubicBezTo>
                    <a:pt x="394348" y="506870"/>
                    <a:pt x="396607" y="507836"/>
                    <a:pt x="398542" y="507192"/>
                  </a:cubicBezTo>
                  <a:lnTo>
                    <a:pt x="412738" y="502036"/>
                  </a:lnTo>
                  <a:cubicBezTo>
                    <a:pt x="414674" y="501391"/>
                    <a:pt x="417255" y="501713"/>
                    <a:pt x="417900" y="502680"/>
                  </a:cubicBezTo>
                  <a:cubicBezTo>
                    <a:pt x="418868" y="503969"/>
                    <a:pt x="421127" y="508159"/>
                    <a:pt x="420159" y="510092"/>
                  </a:cubicBezTo>
                  <a:lnTo>
                    <a:pt x="413706" y="523949"/>
                  </a:lnTo>
                  <a:cubicBezTo>
                    <a:pt x="412738" y="525561"/>
                    <a:pt x="413706" y="527816"/>
                    <a:pt x="415642" y="528783"/>
                  </a:cubicBezTo>
                  <a:lnTo>
                    <a:pt x="446937" y="543285"/>
                  </a:lnTo>
                  <a:cubicBezTo>
                    <a:pt x="448873" y="544251"/>
                    <a:pt x="451132" y="543285"/>
                    <a:pt x="451777" y="541351"/>
                  </a:cubicBezTo>
                  <a:lnTo>
                    <a:pt x="458230" y="527494"/>
                  </a:lnTo>
                  <a:cubicBezTo>
                    <a:pt x="459198" y="525561"/>
                    <a:pt x="461133" y="524272"/>
                    <a:pt x="462424" y="524272"/>
                  </a:cubicBezTo>
                  <a:cubicBezTo>
                    <a:pt x="464037" y="524272"/>
                    <a:pt x="468554" y="525883"/>
                    <a:pt x="469199" y="528139"/>
                  </a:cubicBezTo>
                  <a:lnTo>
                    <a:pt x="474361" y="542318"/>
                  </a:lnTo>
                  <a:cubicBezTo>
                    <a:pt x="475007" y="544251"/>
                    <a:pt x="477265" y="545218"/>
                    <a:pt x="479201" y="544574"/>
                  </a:cubicBezTo>
                  <a:lnTo>
                    <a:pt x="511464" y="532650"/>
                  </a:lnTo>
                  <a:cubicBezTo>
                    <a:pt x="513400" y="532006"/>
                    <a:pt x="514368" y="529750"/>
                    <a:pt x="513723" y="527816"/>
                  </a:cubicBezTo>
                  <a:lnTo>
                    <a:pt x="508560" y="513315"/>
                  </a:lnTo>
                  <a:cubicBezTo>
                    <a:pt x="507915" y="511381"/>
                    <a:pt x="508238" y="509125"/>
                    <a:pt x="509206" y="508159"/>
                  </a:cubicBezTo>
                  <a:cubicBezTo>
                    <a:pt x="510496" y="507192"/>
                    <a:pt x="514691" y="505258"/>
                    <a:pt x="516626" y="506225"/>
                  </a:cubicBezTo>
                  <a:lnTo>
                    <a:pt x="530500" y="512348"/>
                  </a:lnTo>
                  <a:cubicBezTo>
                    <a:pt x="532435" y="513315"/>
                    <a:pt x="534694" y="512348"/>
                    <a:pt x="535339" y="510737"/>
                  </a:cubicBezTo>
                  <a:lnTo>
                    <a:pt x="549858" y="479478"/>
                  </a:lnTo>
                  <a:cubicBezTo>
                    <a:pt x="550825" y="477544"/>
                    <a:pt x="549858" y="475288"/>
                    <a:pt x="547922" y="474322"/>
                  </a:cubicBezTo>
                  <a:lnTo>
                    <a:pt x="534049" y="467876"/>
                  </a:lnTo>
                  <a:cubicBezTo>
                    <a:pt x="532113" y="467232"/>
                    <a:pt x="531145" y="462398"/>
                    <a:pt x="531145" y="461109"/>
                  </a:cubicBezTo>
                  <a:cubicBezTo>
                    <a:pt x="531145" y="459498"/>
                    <a:pt x="532435" y="457886"/>
                    <a:pt x="534694" y="457242"/>
                  </a:cubicBezTo>
                  <a:lnTo>
                    <a:pt x="548890" y="451764"/>
                  </a:lnTo>
                  <a:cubicBezTo>
                    <a:pt x="550825" y="451119"/>
                    <a:pt x="551793" y="448863"/>
                    <a:pt x="551148" y="446930"/>
                  </a:cubicBezTo>
                  <a:lnTo>
                    <a:pt x="539211" y="414704"/>
                  </a:lnTo>
                  <a:cubicBezTo>
                    <a:pt x="538565" y="412770"/>
                    <a:pt x="536307" y="411804"/>
                    <a:pt x="534371" y="412448"/>
                  </a:cubicBezTo>
                  <a:lnTo>
                    <a:pt x="520175" y="417604"/>
                  </a:lnTo>
                  <a:cubicBezTo>
                    <a:pt x="517917" y="418571"/>
                    <a:pt x="515658" y="418249"/>
                    <a:pt x="514691" y="416960"/>
                  </a:cubicBezTo>
                  <a:cubicBezTo>
                    <a:pt x="513723" y="415993"/>
                    <a:pt x="511787" y="411481"/>
                    <a:pt x="512755" y="409548"/>
                  </a:cubicBezTo>
                  <a:lnTo>
                    <a:pt x="518885" y="396013"/>
                  </a:lnTo>
                  <a:cubicBezTo>
                    <a:pt x="519853" y="394079"/>
                    <a:pt x="518885" y="391824"/>
                    <a:pt x="516949" y="390857"/>
                  </a:cubicBezTo>
                  <a:lnTo>
                    <a:pt x="485976" y="376355"/>
                  </a:lnTo>
                  <a:cubicBezTo>
                    <a:pt x="484040" y="375711"/>
                    <a:pt x="481782" y="376355"/>
                    <a:pt x="480814" y="378289"/>
                  </a:cubicBezTo>
                  <a:lnTo>
                    <a:pt x="474361" y="392146"/>
                  </a:lnTo>
                  <a:cubicBezTo>
                    <a:pt x="473716" y="394079"/>
                    <a:pt x="471780" y="395691"/>
                    <a:pt x="470167" y="395368"/>
                  </a:cubicBezTo>
                  <a:cubicBezTo>
                    <a:pt x="468877" y="395368"/>
                    <a:pt x="464360" y="393757"/>
                    <a:pt x="463714" y="391824"/>
                  </a:cubicBezTo>
                  <a:lnTo>
                    <a:pt x="458230" y="377322"/>
                  </a:lnTo>
                  <a:cubicBezTo>
                    <a:pt x="457584" y="375389"/>
                    <a:pt x="455326" y="374422"/>
                    <a:pt x="453390" y="375066"/>
                  </a:cubicBezTo>
                  <a:close/>
                  <a:moveTo>
                    <a:pt x="0" y="372515"/>
                  </a:moveTo>
                  <a:cubicBezTo>
                    <a:pt x="0" y="424064"/>
                    <a:pt x="104223" y="465626"/>
                    <a:pt x="233292" y="465626"/>
                  </a:cubicBezTo>
                  <a:cubicBezTo>
                    <a:pt x="258461" y="465626"/>
                    <a:pt x="282661" y="464015"/>
                    <a:pt x="305248" y="461116"/>
                  </a:cubicBezTo>
                  <a:cubicBezTo>
                    <a:pt x="305571" y="493978"/>
                    <a:pt x="315574" y="524264"/>
                    <a:pt x="332998" y="549716"/>
                  </a:cubicBezTo>
                  <a:cubicBezTo>
                    <a:pt x="302667" y="555515"/>
                    <a:pt x="268786" y="558737"/>
                    <a:pt x="233292" y="558737"/>
                  </a:cubicBezTo>
                  <a:cubicBezTo>
                    <a:pt x="104546" y="558737"/>
                    <a:pt x="0" y="517175"/>
                    <a:pt x="0" y="465626"/>
                  </a:cubicBezTo>
                  <a:close/>
                  <a:moveTo>
                    <a:pt x="466295" y="326083"/>
                  </a:moveTo>
                  <a:cubicBezTo>
                    <a:pt x="540501" y="326083"/>
                    <a:pt x="600511" y="386023"/>
                    <a:pt x="600511" y="459820"/>
                  </a:cubicBezTo>
                  <a:cubicBezTo>
                    <a:pt x="600511" y="533939"/>
                    <a:pt x="540501" y="593879"/>
                    <a:pt x="466295" y="593879"/>
                  </a:cubicBezTo>
                  <a:cubicBezTo>
                    <a:pt x="392412" y="593879"/>
                    <a:pt x="332080" y="533939"/>
                    <a:pt x="332080" y="459820"/>
                  </a:cubicBezTo>
                  <a:cubicBezTo>
                    <a:pt x="332080" y="386023"/>
                    <a:pt x="392412" y="326083"/>
                    <a:pt x="466295" y="326083"/>
                  </a:cubicBezTo>
                  <a:close/>
                  <a:moveTo>
                    <a:pt x="0" y="232654"/>
                  </a:moveTo>
                  <a:cubicBezTo>
                    <a:pt x="0" y="284212"/>
                    <a:pt x="104554" y="326103"/>
                    <a:pt x="233309" y="326103"/>
                  </a:cubicBezTo>
                  <a:cubicBezTo>
                    <a:pt x="362065" y="326103"/>
                    <a:pt x="466296" y="284212"/>
                    <a:pt x="466296" y="232654"/>
                  </a:cubicBezTo>
                  <a:lnTo>
                    <a:pt x="466296" y="299035"/>
                  </a:lnTo>
                  <a:cubicBezTo>
                    <a:pt x="393689" y="299035"/>
                    <a:pt x="332377" y="347370"/>
                    <a:pt x="312370" y="413429"/>
                  </a:cubicBezTo>
                  <a:cubicBezTo>
                    <a:pt x="287522" y="416973"/>
                    <a:pt x="261061" y="419229"/>
                    <a:pt x="233309" y="419229"/>
                  </a:cubicBezTo>
                  <a:cubicBezTo>
                    <a:pt x="104231" y="419229"/>
                    <a:pt x="0" y="377338"/>
                    <a:pt x="0" y="326103"/>
                  </a:cubicBezTo>
                  <a:close/>
                  <a:moveTo>
                    <a:pt x="233309" y="23200"/>
                  </a:moveTo>
                  <a:cubicBezTo>
                    <a:pt x="105199" y="23200"/>
                    <a:pt x="23234" y="64445"/>
                    <a:pt x="23234" y="93123"/>
                  </a:cubicBezTo>
                  <a:cubicBezTo>
                    <a:pt x="23234" y="121479"/>
                    <a:pt x="105199" y="163046"/>
                    <a:pt x="233309" y="163046"/>
                  </a:cubicBezTo>
                  <a:cubicBezTo>
                    <a:pt x="361420" y="163046"/>
                    <a:pt x="443062" y="121479"/>
                    <a:pt x="443062" y="93123"/>
                  </a:cubicBezTo>
                  <a:cubicBezTo>
                    <a:pt x="443062" y="64445"/>
                    <a:pt x="361420" y="23200"/>
                    <a:pt x="233309" y="23200"/>
                  </a:cubicBezTo>
                  <a:close/>
                  <a:moveTo>
                    <a:pt x="233309" y="0"/>
                  </a:moveTo>
                  <a:cubicBezTo>
                    <a:pt x="362065" y="0"/>
                    <a:pt x="466296" y="41567"/>
                    <a:pt x="466296" y="93123"/>
                  </a:cubicBezTo>
                  <a:lnTo>
                    <a:pt x="466296" y="186246"/>
                  </a:lnTo>
                  <a:cubicBezTo>
                    <a:pt x="466296" y="237802"/>
                    <a:pt x="362065" y="279369"/>
                    <a:pt x="233309" y="279369"/>
                  </a:cubicBezTo>
                  <a:cubicBezTo>
                    <a:pt x="104231" y="279369"/>
                    <a:pt x="0" y="237802"/>
                    <a:pt x="0" y="186246"/>
                  </a:cubicBezTo>
                  <a:lnTo>
                    <a:pt x="0" y="93123"/>
                  </a:lnTo>
                  <a:cubicBezTo>
                    <a:pt x="0" y="41567"/>
                    <a:pt x="104554" y="0"/>
                    <a:pt x="233309" y="0"/>
                  </a:cubicBezTo>
                  <a:close/>
                </a:path>
              </a:pathLst>
            </a:custGeom>
            <a:solidFill>
              <a:schemeClr val="bg1"/>
            </a:solidFill>
            <a:ln>
              <a:noFill/>
            </a:ln>
          </p:spPr>
          <p:txBody>
            <a:bodyPr vert="horz" wrap="square" lIns="91440" tIns="45720" rIns="91440" bIns="45720" numCol="1" anchor="t" anchorCtr="0" compatLnSpc="1">
              <a:normAutofit lnSpcReduction="10000"/>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endParaRPr lang="en-US"/>
            </a:p>
          </p:txBody>
        </p:sp>
        <p:sp>
          <p:nvSpPr>
            <p:cNvPr id="28" name="iṩļîḋè"/>
            <p:cNvSpPr/>
            <p:nvPr/>
          </p:nvSpPr>
          <p:spPr bwMode="auto">
            <a:xfrm>
              <a:off x="4472794" y="4737435"/>
              <a:ext cx="342202" cy="258842"/>
            </a:xfrm>
            <a:custGeom>
              <a:avLst/>
              <a:gdLst>
                <a:gd name="connsiteX0" fmla="*/ 303150 w 606298"/>
                <a:gd name="connsiteY0" fmla="*/ 172180 h 458605"/>
                <a:gd name="connsiteX1" fmla="*/ 409775 w 606298"/>
                <a:gd name="connsiteY1" fmla="*/ 278664 h 458605"/>
                <a:gd name="connsiteX2" fmla="*/ 303150 w 606298"/>
                <a:gd name="connsiteY2" fmla="*/ 385148 h 458605"/>
                <a:gd name="connsiteX3" fmla="*/ 196525 w 606298"/>
                <a:gd name="connsiteY3" fmla="*/ 278664 h 458605"/>
                <a:gd name="connsiteX4" fmla="*/ 303150 w 606298"/>
                <a:gd name="connsiteY4" fmla="*/ 172180 h 458605"/>
                <a:gd name="connsiteX5" fmla="*/ 303149 w 606298"/>
                <a:gd name="connsiteY5" fmla="*/ 131787 h 458605"/>
                <a:gd name="connsiteX6" fmla="*/ 156060 w 606298"/>
                <a:gd name="connsiteY6" fmla="*/ 278654 h 458605"/>
                <a:gd name="connsiteX7" fmla="*/ 303149 w 606298"/>
                <a:gd name="connsiteY7" fmla="*/ 425430 h 458605"/>
                <a:gd name="connsiteX8" fmla="*/ 450147 w 606298"/>
                <a:gd name="connsiteY8" fmla="*/ 278654 h 458605"/>
                <a:gd name="connsiteX9" fmla="*/ 303149 w 606298"/>
                <a:gd name="connsiteY9" fmla="*/ 131787 h 458605"/>
                <a:gd name="connsiteX10" fmla="*/ 72767 w 606298"/>
                <a:gd name="connsiteY10" fmla="*/ 60502 h 458605"/>
                <a:gd name="connsiteX11" fmla="*/ 60593 w 606298"/>
                <a:gd name="connsiteY11" fmla="*/ 72657 h 458605"/>
                <a:gd name="connsiteX12" fmla="*/ 60593 w 606298"/>
                <a:gd name="connsiteY12" fmla="*/ 98155 h 458605"/>
                <a:gd name="connsiteX13" fmla="*/ 165762 w 606298"/>
                <a:gd name="connsiteY13" fmla="*/ 98155 h 458605"/>
                <a:gd name="connsiteX14" fmla="*/ 165762 w 606298"/>
                <a:gd name="connsiteY14" fmla="*/ 72657 h 458605"/>
                <a:gd name="connsiteX15" fmla="*/ 153588 w 606298"/>
                <a:gd name="connsiteY15" fmla="*/ 60502 h 458605"/>
                <a:gd name="connsiteX16" fmla="*/ 72767 w 606298"/>
                <a:gd name="connsiteY16" fmla="*/ 0 h 458605"/>
                <a:gd name="connsiteX17" fmla="*/ 153588 w 606298"/>
                <a:gd name="connsiteY17" fmla="*/ 0 h 458605"/>
                <a:gd name="connsiteX18" fmla="*/ 226355 w 606298"/>
                <a:gd name="connsiteY18" fmla="*/ 72657 h 458605"/>
                <a:gd name="connsiteX19" fmla="*/ 226355 w 606298"/>
                <a:gd name="connsiteY19" fmla="*/ 98612 h 458605"/>
                <a:gd name="connsiteX20" fmla="*/ 417654 w 606298"/>
                <a:gd name="connsiteY20" fmla="*/ 98612 h 458605"/>
                <a:gd name="connsiteX21" fmla="*/ 417654 w 606298"/>
                <a:gd name="connsiteY21" fmla="*/ 74119 h 458605"/>
                <a:gd name="connsiteX22" fmla="*/ 449781 w 606298"/>
                <a:gd name="connsiteY22" fmla="*/ 42041 h 458605"/>
                <a:gd name="connsiteX23" fmla="*/ 506713 w 606298"/>
                <a:gd name="connsiteY23" fmla="*/ 42041 h 458605"/>
                <a:gd name="connsiteX24" fmla="*/ 538932 w 606298"/>
                <a:gd name="connsiteY24" fmla="*/ 74119 h 458605"/>
                <a:gd name="connsiteX25" fmla="*/ 538932 w 606298"/>
                <a:gd name="connsiteY25" fmla="*/ 98612 h 458605"/>
                <a:gd name="connsiteX26" fmla="*/ 546712 w 606298"/>
                <a:gd name="connsiteY26" fmla="*/ 98612 h 458605"/>
                <a:gd name="connsiteX27" fmla="*/ 606298 w 606298"/>
                <a:gd name="connsiteY27" fmla="*/ 158108 h 458605"/>
                <a:gd name="connsiteX28" fmla="*/ 606298 w 606298"/>
                <a:gd name="connsiteY28" fmla="*/ 399109 h 458605"/>
                <a:gd name="connsiteX29" fmla="*/ 546712 w 606298"/>
                <a:gd name="connsiteY29" fmla="*/ 458605 h 458605"/>
                <a:gd name="connsiteX30" fmla="*/ 59495 w 606298"/>
                <a:gd name="connsiteY30" fmla="*/ 458605 h 458605"/>
                <a:gd name="connsiteX31" fmla="*/ 0 w 606298"/>
                <a:gd name="connsiteY31" fmla="*/ 399109 h 458605"/>
                <a:gd name="connsiteX32" fmla="*/ 0 w 606298"/>
                <a:gd name="connsiteY32" fmla="*/ 72657 h 458605"/>
                <a:gd name="connsiteX33" fmla="*/ 72767 w 606298"/>
                <a:gd name="connsiteY33" fmla="*/ 0 h 4586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606298" h="458605">
                  <a:moveTo>
                    <a:pt x="303150" y="172180"/>
                  </a:moveTo>
                  <a:cubicBezTo>
                    <a:pt x="362037" y="172180"/>
                    <a:pt x="409775" y="219855"/>
                    <a:pt x="409775" y="278664"/>
                  </a:cubicBezTo>
                  <a:cubicBezTo>
                    <a:pt x="409775" y="337473"/>
                    <a:pt x="362037" y="385148"/>
                    <a:pt x="303150" y="385148"/>
                  </a:cubicBezTo>
                  <a:cubicBezTo>
                    <a:pt x="244263" y="385148"/>
                    <a:pt x="196525" y="337473"/>
                    <a:pt x="196525" y="278664"/>
                  </a:cubicBezTo>
                  <a:cubicBezTo>
                    <a:pt x="196525" y="219855"/>
                    <a:pt x="244263" y="172180"/>
                    <a:pt x="303150" y="172180"/>
                  </a:cubicBezTo>
                  <a:close/>
                  <a:moveTo>
                    <a:pt x="303149" y="131787"/>
                  </a:moveTo>
                  <a:cubicBezTo>
                    <a:pt x="222053" y="131787"/>
                    <a:pt x="156060" y="197681"/>
                    <a:pt x="156060" y="278654"/>
                  </a:cubicBezTo>
                  <a:cubicBezTo>
                    <a:pt x="156060" y="359536"/>
                    <a:pt x="222053" y="425430"/>
                    <a:pt x="303149" y="425430"/>
                  </a:cubicBezTo>
                  <a:cubicBezTo>
                    <a:pt x="384245" y="425430"/>
                    <a:pt x="450147" y="359536"/>
                    <a:pt x="450147" y="278654"/>
                  </a:cubicBezTo>
                  <a:cubicBezTo>
                    <a:pt x="450147" y="197681"/>
                    <a:pt x="384245" y="131787"/>
                    <a:pt x="303149" y="131787"/>
                  </a:cubicBezTo>
                  <a:close/>
                  <a:moveTo>
                    <a:pt x="72767" y="60502"/>
                  </a:moveTo>
                  <a:cubicBezTo>
                    <a:pt x="66085" y="60502"/>
                    <a:pt x="60593" y="65985"/>
                    <a:pt x="60593" y="72657"/>
                  </a:cubicBezTo>
                  <a:lnTo>
                    <a:pt x="60593" y="98155"/>
                  </a:lnTo>
                  <a:lnTo>
                    <a:pt x="165762" y="98155"/>
                  </a:lnTo>
                  <a:lnTo>
                    <a:pt x="165762" y="72657"/>
                  </a:lnTo>
                  <a:cubicBezTo>
                    <a:pt x="165762" y="65985"/>
                    <a:pt x="160270" y="60502"/>
                    <a:pt x="153588" y="60502"/>
                  </a:cubicBezTo>
                  <a:close/>
                  <a:moveTo>
                    <a:pt x="72767" y="0"/>
                  </a:moveTo>
                  <a:lnTo>
                    <a:pt x="153588" y="0"/>
                  </a:lnTo>
                  <a:cubicBezTo>
                    <a:pt x="193770" y="0"/>
                    <a:pt x="226355" y="32536"/>
                    <a:pt x="226355" y="72657"/>
                  </a:cubicBezTo>
                  <a:lnTo>
                    <a:pt x="226355" y="98612"/>
                  </a:lnTo>
                  <a:lnTo>
                    <a:pt x="417654" y="98612"/>
                  </a:lnTo>
                  <a:lnTo>
                    <a:pt x="417654" y="74119"/>
                  </a:lnTo>
                  <a:cubicBezTo>
                    <a:pt x="417654" y="56389"/>
                    <a:pt x="432024" y="42041"/>
                    <a:pt x="449781" y="42041"/>
                  </a:cubicBezTo>
                  <a:lnTo>
                    <a:pt x="506713" y="42041"/>
                  </a:lnTo>
                  <a:cubicBezTo>
                    <a:pt x="524561" y="42041"/>
                    <a:pt x="538932" y="56389"/>
                    <a:pt x="538932" y="74119"/>
                  </a:cubicBezTo>
                  <a:lnTo>
                    <a:pt x="538932" y="98612"/>
                  </a:lnTo>
                  <a:lnTo>
                    <a:pt x="546712" y="98612"/>
                  </a:lnTo>
                  <a:cubicBezTo>
                    <a:pt x="579571" y="98612"/>
                    <a:pt x="606298" y="125299"/>
                    <a:pt x="606298" y="158108"/>
                  </a:cubicBezTo>
                  <a:lnTo>
                    <a:pt x="606298" y="399109"/>
                  </a:lnTo>
                  <a:cubicBezTo>
                    <a:pt x="606298" y="431919"/>
                    <a:pt x="579571" y="458605"/>
                    <a:pt x="546712" y="458605"/>
                  </a:cubicBezTo>
                  <a:lnTo>
                    <a:pt x="59495" y="458605"/>
                  </a:lnTo>
                  <a:cubicBezTo>
                    <a:pt x="26635" y="458605"/>
                    <a:pt x="0" y="431919"/>
                    <a:pt x="0" y="399109"/>
                  </a:cubicBezTo>
                  <a:lnTo>
                    <a:pt x="0" y="72657"/>
                  </a:lnTo>
                  <a:cubicBezTo>
                    <a:pt x="0" y="32536"/>
                    <a:pt x="32585" y="0"/>
                    <a:pt x="72767" y="0"/>
                  </a:cubicBezTo>
                  <a:close/>
                </a:path>
              </a:pathLst>
            </a:custGeom>
            <a:solidFill>
              <a:schemeClr val="bg1"/>
            </a:solidFill>
            <a:ln>
              <a:noFill/>
            </a:ln>
          </p:spPr>
          <p:txBody>
            <a:bodyPr vert="horz" wrap="square" lIns="91440" tIns="45720" rIns="91440" bIns="45720" numCol="1" anchor="t" anchorCtr="0" compatLnSpc="1">
              <a:normAutofit fontScale="70000" lnSpcReduction="20000"/>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endParaRPr lang="en-US"/>
            </a:p>
          </p:txBody>
        </p:sp>
        <p:sp>
          <p:nvSpPr>
            <p:cNvPr id="30" name="îṩļiḓè"/>
            <p:cNvSpPr/>
            <p:nvPr/>
          </p:nvSpPr>
          <p:spPr>
            <a:xfrm>
              <a:off x="665163" y="1667557"/>
              <a:ext cx="3486183" cy="467559"/>
            </a:xfrm>
            <a:prstGeom prst="rect">
              <a:avLst/>
            </a:prstGeom>
          </p:spPr>
          <p:txBody>
            <a:bodyPr wrap="square" lIns="91440" tIns="45720" rIns="91440" bIns="45720" anchor="ctr" anchorCtr="0">
              <a:normAutofit/>
            </a:bodyPr>
            <a:lstStyle/>
            <a:p>
              <a:pPr algn="r"/>
              <a:r>
                <a:rPr lang="zh-CN" altLang="en-US" sz="2400" dirty="0">
                  <a:solidFill>
                    <a:srgbClr val="0000FF"/>
                  </a:solidFill>
                </a:rPr>
                <a:t>处理机争用</a:t>
              </a:r>
              <a:r>
                <a:rPr lang="zh-CN" altLang="en-US" sz="2400" dirty="0"/>
                <a:t>问题</a:t>
              </a:r>
              <a:endParaRPr lang="en-US" altLang="zh-CN" sz="2400" dirty="0"/>
            </a:p>
          </p:txBody>
        </p:sp>
        <p:sp>
          <p:nvSpPr>
            <p:cNvPr id="33" name="ïṣľîḋê"/>
            <p:cNvSpPr/>
            <p:nvPr/>
          </p:nvSpPr>
          <p:spPr>
            <a:xfrm>
              <a:off x="8029002" y="1667557"/>
              <a:ext cx="3485135" cy="467559"/>
            </a:xfrm>
            <a:prstGeom prst="rect">
              <a:avLst/>
            </a:prstGeom>
          </p:spPr>
          <p:txBody>
            <a:bodyPr wrap="square" lIns="91440" tIns="45720" rIns="91440" bIns="45720" anchor="ctr" anchorCtr="0">
              <a:normAutofit/>
            </a:bodyPr>
            <a:lstStyle/>
            <a:p>
              <a:r>
                <a:rPr lang="zh-CN" altLang="en-US" sz="2400" dirty="0">
                  <a:solidFill>
                    <a:srgbClr val="0000FF"/>
                  </a:solidFill>
                </a:rPr>
                <a:t>文件的组织和管理</a:t>
              </a:r>
              <a:r>
                <a:rPr lang="zh-CN" altLang="en-US" sz="2400" dirty="0"/>
                <a:t>问题</a:t>
              </a:r>
              <a:endParaRPr lang="en-US" altLang="zh-CN" sz="2400" dirty="0"/>
            </a:p>
          </p:txBody>
        </p:sp>
        <p:sp>
          <p:nvSpPr>
            <p:cNvPr id="35" name="išľïḓe"/>
            <p:cNvSpPr/>
            <p:nvPr/>
          </p:nvSpPr>
          <p:spPr>
            <a:xfrm>
              <a:off x="527899" y="3161434"/>
              <a:ext cx="3019285" cy="467559"/>
            </a:xfrm>
            <a:prstGeom prst="rect">
              <a:avLst/>
            </a:prstGeom>
          </p:spPr>
          <p:txBody>
            <a:bodyPr wrap="square" lIns="91440" tIns="45720" rIns="91440" bIns="45720" anchor="ctr" anchorCtr="0">
              <a:noAutofit/>
            </a:bodyPr>
            <a:lstStyle/>
            <a:p>
              <a:pPr algn="r"/>
              <a:r>
                <a:rPr lang="zh-CN" altLang="en-US" sz="2400" dirty="0">
                  <a:solidFill>
                    <a:srgbClr val="0000FF"/>
                  </a:solidFill>
                </a:rPr>
                <a:t>内存分配和保护</a:t>
              </a:r>
              <a:r>
                <a:rPr lang="zh-CN" altLang="en-US" sz="2400" dirty="0"/>
                <a:t>问题</a:t>
              </a:r>
              <a:endParaRPr lang="en-US" altLang="zh-CN" sz="2400" dirty="0"/>
            </a:p>
          </p:txBody>
        </p:sp>
        <p:sp>
          <p:nvSpPr>
            <p:cNvPr id="37" name="îṧľïdè"/>
            <p:cNvSpPr/>
            <p:nvPr/>
          </p:nvSpPr>
          <p:spPr>
            <a:xfrm>
              <a:off x="8632118" y="3161434"/>
              <a:ext cx="2882020" cy="467559"/>
            </a:xfrm>
            <a:prstGeom prst="rect">
              <a:avLst/>
            </a:prstGeom>
          </p:spPr>
          <p:txBody>
            <a:bodyPr wrap="square" lIns="91440" tIns="45720" rIns="91440" bIns="45720" anchor="ctr" anchorCtr="0">
              <a:normAutofit/>
            </a:bodyPr>
            <a:lstStyle/>
            <a:p>
              <a:r>
                <a:rPr lang="zh-CN" altLang="en-US" sz="2400" dirty="0">
                  <a:solidFill>
                    <a:srgbClr val="0000FF"/>
                  </a:solidFill>
                </a:rPr>
                <a:t>作业管理</a:t>
              </a:r>
              <a:r>
                <a:rPr lang="zh-CN" altLang="en-US" sz="2400" dirty="0"/>
                <a:t>问题</a:t>
              </a:r>
              <a:endParaRPr lang="en-US" altLang="zh-CN" sz="2400" dirty="0"/>
            </a:p>
          </p:txBody>
        </p:sp>
        <p:sp>
          <p:nvSpPr>
            <p:cNvPr id="43" name="işľîḓé"/>
            <p:cNvSpPr/>
            <p:nvPr/>
          </p:nvSpPr>
          <p:spPr>
            <a:xfrm>
              <a:off x="665163" y="4708346"/>
              <a:ext cx="3486183" cy="467559"/>
            </a:xfrm>
            <a:prstGeom prst="rect">
              <a:avLst/>
            </a:prstGeom>
          </p:spPr>
          <p:txBody>
            <a:bodyPr wrap="square" lIns="91440" tIns="45720" rIns="91440" bIns="45720" anchor="ctr" anchorCtr="0">
              <a:normAutofit/>
            </a:bodyPr>
            <a:lstStyle/>
            <a:p>
              <a:pPr algn="r"/>
              <a:r>
                <a:rPr lang="en-US" altLang="zh-CN" sz="2400" dirty="0">
                  <a:solidFill>
                    <a:srgbClr val="0000FF"/>
                  </a:solidFill>
                </a:rPr>
                <a:t>I/O</a:t>
              </a:r>
              <a:r>
                <a:rPr lang="zh-CN" altLang="en-US" sz="2400" dirty="0">
                  <a:solidFill>
                    <a:srgbClr val="0000FF"/>
                  </a:solidFill>
                </a:rPr>
                <a:t>设备分配</a:t>
              </a:r>
              <a:r>
                <a:rPr lang="zh-CN" altLang="en-US" sz="2400" dirty="0"/>
                <a:t>问题</a:t>
              </a:r>
              <a:endParaRPr lang="en-US" altLang="zh-CN" sz="2400" dirty="0"/>
            </a:p>
          </p:txBody>
        </p:sp>
        <p:sp>
          <p:nvSpPr>
            <p:cNvPr id="41" name="ïśļíde"/>
            <p:cNvSpPr/>
            <p:nvPr/>
          </p:nvSpPr>
          <p:spPr>
            <a:xfrm>
              <a:off x="8029002" y="4708346"/>
              <a:ext cx="3485135" cy="467559"/>
            </a:xfrm>
            <a:prstGeom prst="rect">
              <a:avLst/>
            </a:prstGeom>
          </p:spPr>
          <p:txBody>
            <a:bodyPr wrap="square" lIns="91440" tIns="45720" rIns="91440" bIns="45720" anchor="ctr" anchorCtr="0">
              <a:normAutofit/>
            </a:bodyPr>
            <a:lstStyle/>
            <a:p>
              <a:r>
                <a:rPr lang="zh-CN" altLang="en-US" sz="2400" dirty="0">
                  <a:solidFill>
                    <a:srgbClr val="0000FF"/>
                  </a:solidFill>
                </a:rPr>
                <a:t>用户与系统的接口</a:t>
              </a:r>
              <a:r>
                <a:rPr lang="zh-CN" altLang="en-US" sz="2400" dirty="0"/>
                <a:t>问题</a:t>
              </a:r>
              <a:endParaRPr lang="zh-CN" altLang="en-US" sz="2400" dirty="0"/>
            </a:p>
          </p:txBody>
        </p:sp>
      </p:grpSp>
    </p:spTree>
  </p:cSld>
  <p:clrMapOvr>
    <a:masterClrMapping/>
  </p:clrMapOvr>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78668"/>
            <a:ext cx="7026275" cy="523220"/>
          </a:xfrm>
          <a:prstGeom prst="rect">
            <a:avLst/>
          </a:prstGeom>
        </p:spPr>
        <p:txBody>
          <a:bodyPr wrap="square">
            <a:spAutoFit/>
          </a:bodyPr>
          <a:lstStyle/>
          <a:p>
            <a:r>
              <a:rPr lang="zh-CN" altLang="en-US" sz="2800" b="1" dirty="0">
                <a:solidFill>
                  <a:srgbClr val="FF0000"/>
                </a:solidFill>
              </a:rPr>
              <a:t>分时系统</a:t>
            </a:r>
            <a:endParaRPr lang="zh-CN" altLang="en-US" sz="2800" b="1" dirty="0">
              <a:solidFill>
                <a:srgbClr val="FF0000"/>
              </a:solidFill>
            </a:endParaRPr>
          </a:p>
        </p:txBody>
      </p:sp>
      <p:sp>
        <p:nvSpPr>
          <p:cNvPr id="5" name="矩形: 圆角 4"/>
          <p:cNvSpPr/>
          <p:nvPr/>
        </p:nvSpPr>
        <p:spPr>
          <a:xfrm>
            <a:off x="881726" y="1331757"/>
            <a:ext cx="2742976" cy="570355"/>
          </a:xfrm>
          <a:prstGeom prst="round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US" altLang="zh-CN" sz="2400" dirty="0">
                <a:solidFill>
                  <a:schemeClr val="bg1"/>
                </a:solidFill>
              </a:rPr>
              <a:t>1.</a:t>
            </a:r>
            <a:r>
              <a:rPr lang="zh-CN" altLang="en-US" sz="2400" dirty="0">
                <a:solidFill>
                  <a:schemeClr val="bg1"/>
                </a:solidFill>
              </a:rPr>
              <a:t>分时系统的引入</a:t>
            </a:r>
            <a:endParaRPr lang="zh-CN" altLang="en-US" sz="2400" dirty="0">
              <a:solidFill>
                <a:schemeClr val="bg1"/>
              </a:solidFill>
            </a:endParaRPr>
          </a:p>
        </p:txBody>
      </p:sp>
      <p:sp>
        <p:nvSpPr>
          <p:cNvPr id="6" name="内容占位符 2"/>
          <p:cNvSpPr txBox="1"/>
          <p:nvPr/>
        </p:nvSpPr>
        <p:spPr>
          <a:xfrm>
            <a:off x="881725" y="2054341"/>
            <a:ext cx="5161266" cy="3657346"/>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9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9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9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9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9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marL="342265" lvl="1" indent="-533400">
              <a:lnSpc>
                <a:spcPct val="132000"/>
              </a:lnSpc>
              <a:spcBef>
                <a:spcPts val="370"/>
              </a:spcBef>
              <a:buClr>
                <a:srgbClr val="E71101"/>
              </a:buClr>
              <a:buSzPct val="100000"/>
              <a:buFont typeface="Wingdings" panose="05000000000000000000" pitchFamily="2" charset="2"/>
              <a:buChar char="n"/>
              <a:defRPr/>
            </a:pPr>
            <a:r>
              <a:rPr lang="zh-CN" altLang="en-US" sz="2400" dirty="0"/>
              <a:t>用户需要表现在以下几个方面</a:t>
            </a:r>
            <a:endParaRPr lang="zh-CN" altLang="en-US" sz="2400" dirty="0"/>
          </a:p>
          <a:p>
            <a:pPr marL="799465" lvl="3" indent="-457200">
              <a:lnSpc>
                <a:spcPct val="132000"/>
              </a:lnSpc>
              <a:spcBef>
                <a:spcPts val="370"/>
              </a:spcBef>
              <a:buClr>
                <a:srgbClr val="E71101"/>
              </a:buClr>
              <a:buSzPct val="60000"/>
              <a:buFont typeface="Wingdings" panose="05000000000000000000" pitchFamily="2" charset="2"/>
              <a:buChar char="Ø"/>
              <a:defRPr/>
            </a:pPr>
            <a:r>
              <a:rPr lang="zh-CN" altLang="en-US" sz="2200" dirty="0"/>
              <a:t>人机交互（批处理系统做不到）</a:t>
            </a:r>
            <a:endParaRPr lang="zh-CN" altLang="en-US" sz="2200" dirty="0"/>
          </a:p>
          <a:p>
            <a:pPr marL="799465" lvl="3" indent="-457200">
              <a:lnSpc>
                <a:spcPct val="132000"/>
              </a:lnSpc>
              <a:spcBef>
                <a:spcPts val="370"/>
              </a:spcBef>
              <a:buClr>
                <a:srgbClr val="E71101"/>
              </a:buClr>
              <a:buSzPct val="60000"/>
              <a:buFont typeface="Wingdings" panose="05000000000000000000" pitchFamily="2" charset="2"/>
              <a:buChar char="Ø"/>
              <a:defRPr/>
            </a:pPr>
            <a:r>
              <a:rPr lang="zh-CN" altLang="en-US" sz="2200" dirty="0"/>
              <a:t>共享主机（感觉独占）</a:t>
            </a:r>
            <a:endParaRPr lang="zh-CN" altLang="en-US" sz="2200" dirty="0"/>
          </a:p>
          <a:p>
            <a:pPr marL="0" lvl="1" indent="-533400">
              <a:lnSpc>
                <a:spcPct val="132000"/>
              </a:lnSpc>
              <a:spcBef>
                <a:spcPts val="370"/>
              </a:spcBef>
              <a:buClr>
                <a:srgbClr val="E71101"/>
              </a:buClr>
              <a:buSzPct val="100000"/>
              <a:buFont typeface="Wingdings" panose="05000000000000000000" pitchFamily="2" charset="2"/>
              <a:buChar char="n"/>
              <a:defRPr/>
            </a:pPr>
            <a:r>
              <a:rPr lang="zh-CN" altLang="en-US" sz="2400" dirty="0">
                <a:solidFill>
                  <a:srgbClr val="FF0000"/>
                </a:solidFill>
              </a:rPr>
              <a:t>定义</a:t>
            </a:r>
            <a:endParaRPr lang="zh-CN" altLang="en-US" sz="2400" dirty="0">
              <a:solidFill>
                <a:srgbClr val="FF0000"/>
              </a:solidFill>
            </a:endParaRPr>
          </a:p>
          <a:p>
            <a:pPr marL="799465" lvl="3" indent="-457200">
              <a:lnSpc>
                <a:spcPct val="132000"/>
              </a:lnSpc>
              <a:spcBef>
                <a:spcPts val="370"/>
              </a:spcBef>
              <a:buClr>
                <a:srgbClr val="E71101"/>
              </a:buClr>
              <a:buSzPct val="60000"/>
              <a:buFont typeface="Wingdings" panose="05000000000000000000" pitchFamily="2" charset="2"/>
              <a:buChar char="Ø"/>
              <a:defRPr/>
            </a:pPr>
            <a:r>
              <a:rPr lang="zh-CN" altLang="en-US" sz="2200" dirty="0"/>
              <a:t>分时系统：在一台</a:t>
            </a:r>
            <a:r>
              <a:rPr lang="zh-CN" altLang="en-US" sz="2200" u="sng" dirty="0"/>
              <a:t>主机</a:t>
            </a:r>
            <a:r>
              <a:rPr lang="zh-CN" altLang="en-US" sz="2200" dirty="0"/>
              <a:t>上连接了多个带有显示器和键盘的终端，同时允许多个用户共享主机中的资源，每个用户都可通过自己的终端以交互方式使用计算机</a:t>
            </a:r>
            <a:endParaRPr lang="en-US" altLang="zh-CN" sz="2200" dirty="0"/>
          </a:p>
        </p:txBody>
      </p:sp>
      <p:sp>
        <p:nvSpPr>
          <p:cNvPr id="7" name="矩形: 圆角 4"/>
          <p:cNvSpPr/>
          <p:nvPr/>
        </p:nvSpPr>
        <p:spPr>
          <a:xfrm>
            <a:off x="6723321" y="1331757"/>
            <a:ext cx="4244439" cy="570355"/>
          </a:xfrm>
          <a:prstGeom prst="round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US" altLang="zh-CN" sz="2400" dirty="0">
                <a:solidFill>
                  <a:schemeClr val="bg1"/>
                </a:solidFill>
              </a:rPr>
              <a:t>2.</a:t>
            </a:r>
            <a:r>
              <a:rPr lang="zh-CN" altLang="en-US" sz="2400" dirty="0">
                <a:solidFill>
                  <a:schemeClr val="bg1"/>
                </a:solidFill>
              </a:rPr>
              <a:t>分时系统实现中的</a:t>
            </a:r>
            <a:r>
              <a:rPr lang="zh-CN" altLang="en-US" sz="2400" dirty="0">
                <a:solidFill>
                  <a:srgbClr val="FF0000"/>
                </a:solidFill>
              </a:rPr>
              <a:t>关键问题</a:t>
            </a:r>
            <a:endParaRPr lang="zh-CN" altLang="en-US" sz="2400" dirty="0">
              <a:solidFill>
                <a:srgbClr val="FF0000"/>
              </a:solidFill>
            </a:endParaRPr>
          </a:p>
        </p:txBody>
      </p:sp>
      <p:sp>
        <p:nvSpPr>
          <p:cNvPr id="8" name="内容占位符 2"/>
          <p:cNvSpPr txBox="1"/>
          <p:nvPr/>
        </p:nvSpPr>
        <p:spPr>
          <a:xfrm>
            <a:off x="6723321" y="2054341"/>
            <a:ext cx="4978348" cy="2981223"/>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9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9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9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9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9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marL="0" lvl="1" indent="0">
              <a:lnSpc>
                <a:spcPct val="132000"/>
              </a:lnSpc>
              <a:spcBef>
                <a:spcPts val="370"/>
              </a:spcBef>
              <a:buClr>
                <a:srgbClr val="E71101"/>
              </a:buClr>
              <a:buSzPct val="60000"/>
              <a:buFont typeface="Wingdings" panose="05000000000000000000" pitchFamily="2" charset="2"/>
              <a:buNone/>
              <a:defRPr/>
            </a:pPr>
            <a:r>
              <a:rPr lang="zh-CN" altLang="en-US" sz="2400" u="sng" dirty="0"/>
              <a:t>最关键的问题是如何使用户能与自己的作业进行交互</a:t>
            </a:r>
            <a:endParaRPr lang="zh-CN" altLang="en-US" sz="2400" u="sng" dirty="0"/>
          </a:p>
          <a:p>
            <a:pPr marL="342900" lvl="1" indent="-342900">
              <a:lnSpc>
                <a:spcPct val="132000"/>
              </a:lnSpc>
              <a:spcBef>
                <a:spcPts val="370"/>
              </a:spcBef>
              <a:buClr>
                <a:srgbClr val="E71101"/>
              </a:buClr>
              <a:buSzPct val="100000"/>
              <a:buFont typeface="Wingdings" panose="05000000000000000000" pitchFamily="2" charset="2"/>
              <a:buChar char="n"/>
              <a:defRPr/>
            </a:pPr>
            <a:r>
              <a:rPr lang="zh-CN" altLang="en-US" sz="2400" dirty="0"/>
              <a:t>及时接收（多路卡、命令缓冲区）</a:t>
            </a:r>
            <a:endParaRPr lang="zh-CN" altLang="en-US" sz="2400" dirty="0"/>
          </a:p>
          <a:p>
            <a:pPr marL="342900" lvl="1" indent="-342900">
              <a:lnSpc>
                <a:spcPct val="132000"/>
              </a:lnSpc>
              <a:spcBef>
                <a:spcPts val="370"/>
              </a:spcBef>
              <a:buClr>
                <a:srgbClr val="E71101"/>
              </a:buClr>
              <a:buSzPct val="100000"/>
              <a:buFont typeface="Wingdings" panose="05000000000000000000" pitchFamily="2" charset="2"/>
              <a:buChar char="n"/>
              <a:defRPr/>
            </a:pPr>
            <a:r>
              <a:rPr lang="zh-CN" altLang="en-US" sz="2400" dirty="0"/>
              <a:t>及时处理</a:t>
            </a:r>
            <a:endParaRPr lang="en-US" altLang="zh-CN" sz="2400" dirty="0"/>
          </a:p>
          <a:p>
            <a:pPr marL="685165" lvl="2" indent="-342900">
              <a:lnSpc>
                <a:spcPct val="132000"/>
              </a:lnSpc>
              <a:spcBef>
                <a:spcPts val="370"/>
              </a:spcBef>
              <a:buClr>
                <a:srgbClr val="E71101"/>
              </a:buClr>
              <a:buSzPct val="60000"/>
              <a:buFont typeface="Wingdings" panose="05000000000000000000" pitchFamily="2" charset="2"/>
              <a:buChar char="Ø"/>
              <a:defRPr/>
            </a:pPr>
            <a:r>
              <a:rPr lang="zh-CN" altLang="en-US" sz="2200" dirty="0"/>
              <a:t>作业直接进入内存</a:t>
            </a:r>
            <a:endParaRPr lang="en-US" altLang="zh-CN" sz="2200" dirty="0"/>
          </a:p>
          <a:p>
            <a:pPr marL="685165" lvl="2" indent="-342900">
              <a:lnSpc>
                <a:spcPct val="132000"/>
              </a:lnSpc>
              <a:spcBef>
                <a:spcPts val="370"/>
              </a:spcBef>
              <a:buClr>
                <a:srgbClr val="E71101"/>
              </a:buClr>
              <a:buSzPct val="60000"/>
              <a:buFont typeface="Wingdings" panose="05000000000000000000" pitchFamily="2" charset="2"/>
              <a:buChar char="Ø"/>
              <a:defRPr/>
            </a:pPr>
            <a:r>
              <a:rPr lang="zh-CN" altLang="en-US" sz="2200" dirty="0"/>
              <a:t>采用轮转运行方式</a:t>
            </a:r>
            <a:endParaRPr lang="zh-CN" altLang="en-US" sz="2200" dirty="0"/>
          </a:p>
        </p:txBody>
      </p:sp>
      <p:cxnSp>
        <p:nvCxnSpPr>
          <p:cNvPr id="4" name="直接连接符 3"/>
          <p:cNvCxnSpPr/>
          <p:nvPr/>
        </p:nvCxnSpPr>
        <p:spPr>
          <a:xfrm>
            <a:off x="6228522" y="1470991"/>
            <a:ext cx="0" cy="4558748"/>
          </a:xfrm>
          <a:prstGeom prst="line">
            <a:avLst/>
          </a:prstGeom>
        </p:spPr>
        <p:style>
          <a:lnRef idx="1">
            <a:schemeClr val="accent1"/>
          </a:lnRef>
          <a:fillRef idx="0">
            <a:schemeClr val="accent1"/>
          </a:fillRef>
          <a:effectRef idx="0">
            <a:schemeClr val="accent1"/>
          </a:effectRef>
          <a:fontRef idx="minor">
            <a:schemeClr val="tx1"/>
          </a:fontRef>
        </p:style>
      </p:cxnSp>
      <p:cxnSp>
        <p:nvCxnSpPr>
          <p:cNvPr id="10" name="直接连接符 9"/>
          <p:cNvCxnSpPr/>
          <p:nvPr/>
        </p:nvCxnSpPr>
        <p:spPr>
          <a:xfrm>
            <a:off x="6042991" y="5512904"/>
            <a:ext cx="5658678"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9" name="直接连接符 8"/>
          <p:cNvCxnSpPr/>
          <p:nvPr/>
        </p:nvCxnSpPr>
        <p:spPr>
          <a:xfrm>
            <a:off x="6042991" y="5711687"/>
            <a:ext cx="5658678" cy="0"/>
          </a:xfrm>
          <a:prstGeom prst="line">
            <a:avLst/>
          </a:prstGeom>
        </p:spPr>
        <p:style>
          <a:lnRef idx="1">
            <a:schemeClr val="accent1"/>
          </a:lnRef>
          <a:fillRef idx="0">
            <a:schemeClr val="accent1"/>
          </a:fillRef>
          <a:effectRef idx="0">
            <a:schemeClr val="accent1"/>
          </a:effectRef>
          <a:fontRef idx="minor">
            <a:schemeClr val="tx1"/>
          </a:fontRef>
        </p:style>
      </p:cxnSp>
    </p:spTree>
  </p:cSld>
  <p:clrMapOvr>
    <a:masterClrMapping/>
  </p:clrMapOvr>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78668"/>
            <a:ext cx="7026275" cy="523220"/>
          </a:xfrm>
          <a:prstGeom prst="rect">
            <a:avLst/>
          </a:prstGeom>
        </p:spPr>
        <p:txBody>
          <a:bodyPr wrap="square">
            <a:spAutoFit/>
          </a:bodyPr>
          <a:lstStyle/>
          <a:p>
            <a:r>
              <a:rPr lang="zh-CN" altLang="en-US" sz="2800" b="1" dirty="0">
                <a:solidFill>
                  <a:srgbClr val="FF0000"/>
                </a:solidFill>
              </a:rPr>
              <a:t>分时系统的特征</a:t>
            </a:r>
            <a:endParaRPr lang="zh-CN" altLang="en-US" sz="2800" b="1" dirty="0">
              <a:solidFill>
                <a:srgbClr val="FF0000"/>
              </a:solidFill>
            </a:endParaRPr>
          </a:p>
        </p:txBody>
      </p:sp>
      <p:grpSp>
        <p:nvGrpSpPr>
          <p:cNvPr id="11" name="217641" descr="本素材由iSlide™ 提供&#10;iSlide™尊重知识产权并注重保护用户享有的各项权利。郑重提醒您：&#10;iSlide™插件中提供的任何信息内容的所有权、知识产权归其原始权利人或权利受让人所有，您免费/购买获得的是信息内容的使用权，并受下述条款的约束；&#10;1. 您仅可以个人非商业用途使用该等信息内容，不可将信息内容的全部或部分用于出售，或以出租、出借、转让、分销、发布等其他任何方式供他人使用；&#10;2. 禁止在接入互联网或移动互联网的任何网站、平台、应用或程序上以任何方式为他人提供iSlide™插件资源内容的下载。&#10;The resource is supplied by iSlide™.&#10;iSlide™ respects all intellectual property rights and protects all the rights its users acquired.Solemnly remind you:&#10;The ownership and intellectual property of the resources supplied in iSlide Add-in belongs to its owner or the assignee of this ownership.you only acquired the usage of the resources supplied in iSlide Add-in, as well as respected the following restrain terms:&#10;1.You are only allowed to use such resource for personal and non-commercial aim, not allowed to use such resource or part of it for the sale; or rent, lend, transfer to others; or distribution or release it in any way.&#10;2.You are not permitted to provide the resource of iSlide Add-in in any website, platform, application access to the Internet or mobile Internet." title="iSlide™ 版权声明  COPYRIGHT NOTICE"/>
          <p:cNvGrpSpPr>
            <a:grpSpLocks noChangeAspect="1"/>
          </p:cNvGrpSpPr>
          <p:nvPr>
            <p:custDataLst>
              <p:tags r:id="rId1"/>
            </p:custDataLst>
          </p:nvPr>
        </p:nvGrpSpPr>
        <p:grpSpPr>
          <a:xfrm>
            <a:off x="673100" y="1558125"/>
            <a:ext cx="10845800" cy="4555593"/>
            <a:chOff x="673100" y="1558125"/>
            <a:chExt cx="10845800" cy="4555593"/>
          </a:xfrm>
        </p:grpSpPr>
        <p:sp>
          <p:nvSpPr>
            <p:cNvPr id="12" name="ïsḷîḋê"/>
            <p:cNvSpPr/>
            <p:nvPr/>
          </p:nvSpPr>
          <p:spPr>
            <a:xfrm>
              <a:off x="673100" y="1929384"/>
              <a:ext cx="10845800" cy="2125980"/>
            </a:xfrm>
            <a:prstGeom prst="rightArrow">
              <a:avLst>
                <a:gd name="adj1" fmla="val 50000"/>
                <a:gd name="adj2" fmla="val 42258"/>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p>
              <a:pPr algn="ctr"/>
              <a:endParaRPr lang="zh-CN" altLang="en-US"/>
            </a:p>
          </p:txBody>
        </p:sp>
        <p:sp>
          <p:nvSpPr>
            <p:cNvPr id="13" name="ïṩḻíḑe"/>
            <p:cNvSpPr/>
            <p:nvPr/>
          </p:nvSpPr>
          <p:spPr>
            <a:xfrm rot="2700000">
              <a:off x="1148317" y="2189617"/>
              <a:ext cx="1605516" cy="1605516"/>
            </a:xfrm>
            <a:custGeom>
              <a:avLst/>
              <a:gdLst>
                <a:gd name="connsiteX0" fmla="*/ 135628 w 1605516"/>
                <a:gd name="connsiteY0" fmla="*/ 135628 h 1605516"/>
                <a:gd name="connsiteX1" fmla="*/ 463063 w 1605516"/>
                <a:gd name="connsiteY1" fmla="*/ 0 h 1605516"/>
                <a:gd name="connsiteX2" fmla="*/ 1142453 w 1605516"/>
                <a:gd name="connsiteY2" fmla="*/ 0 h 1605516"/>
                <a:gd name="connsiteX3" fmla="*/ 1605516 w 1605516"/>
                <a:gd name="connsiteY3" fmla="*/ 463063 h 1605516"/>
                <a:gd name="connsiteX4" fmla="*/ 1605516 w 1605516"/>
                <a:gd name="connsiteY4" fmla="*/ 1142453 h 1605516"/>
                <a:gd name="connsiteX5" fmla="*/ 1142453 w 1605516"/>
                <a:gd name="connsiteY5" fmla="*/ 1605516 h 1605516"/>
                <a:gd name="connsiteX6" fmla="*/ 463063 w 1605516"/>
                <a:gd name="connsiteY6" fmla="*/ 1605516 h 1605516"/>
                <a:gd name="connsiteX7" fmla="*/ 282818 w 1605516"/>
                <a:gd name="connsiteY7" fmla="*/ 1569126 h 1605516"/>
                <a:gd name="connsiteX8" fmla="*/ 247355 w 1605516"/>
                <a:gd name="connsiteY8" fmla="*/ 1549878 h 1605516"/>
                <a:gd name="connsiteX9" fmla="*/ 706898 w 1605516"/>
                <a:gd name="connsiteY9" fmla="*/ 1090334 h 1605516"/>
                <a:gd name="connsiteX10" fmla="*/ 802757 w 1605516"/>
                <a:gd name="connsiteY10" fmla="*/ 1186193 h 1605516"/>
                <a:gd name="connsiteX11" fmla="*/ 802757 w 1605516"/>
                <a:gd name="connsiteY11" fmla="*/ 802757 h 1605516"/>
                <a:gd name="connsiteX12" fmla="*/ 419322 w 1605516"/>
                <a:gd name="connsiteY12" fmla="*/ 802757 h 1605516"/>
                <a:gd name="connsiteX13" fmla="*/ 515181 w 1605516"/>
                <a:gd name="connsiteY13" fmla="*/ 898616 h 1605516"/>
                <a:gd name="connsiteX14" fmla="*/ 55637 w 1605516"/>
                <a:gd name="connsiteY14" fmla="*/ 1358159 h 1605516"/>
                <a:gd name="connsiteX15" fmla="*/ 36390 w 1605516"/>
                <a:gd name="connsiteY15" fmla="*/ 1322698 h 1605516"/>
                <a:gd name="connsiteX16" fmla="*/ 0 w 1605516"/>
                <a:gd name="connsiteY16" fmla="*/ 1142453 h 1605516"/>
                <a:gd name="connsiteX17" fmla="*/ 0 w 1605516"/>
                <a:gd name="connsiteY17" fmla="*/ 463063 h 1605516"/>
                <a:gd name="connsiteX18" fmla="*/ 135628 w 1605516"/>
                <a:gd name="connsiteY18" fmla="*/ 135628 h 16055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1605516" h="1605516">
                  <a:moveTo>
                    <a:pt x="135628" y="135628"/>
                  </a:moveTo>
                  <a:cubicBezTo>
                    <a:pt x="219426" y="51830"/>
                    <a:pt x="335192" y="0"/>
                    <a:pt x="463063" y="0"/>
                  </a:cubicBezTo>
                  <a:lnTo>
                    <a:pt x="1142453" y="0"/>
                  </a:lnTo>
                  <a:cubicBezTo>
                    <a:pt x="1398196" y="0"/>
                    <a:pt x="1605516" y="207320"/>
                    <a:pt x="1605516" y="463063"/>
                  </a:cubicBezTo>
                  <a:lnTo>
                    <a:pt x="1605516" y="1142453"/>
                  </a:lnTo>
                  <a:cubicBezTo>
                    <a:pt x="1605516" y="1398196"/>
                    <a:pt x="1398196" y="1605516"/>
                    <a:pt x="1142453" y="1605516"/>
                  </a:cubicBezTo>
                  <a:lnTo>
                    <a:pt x="463063" y="1605516"/>
                  </a:lnTo>
                  <a:cubicBezTo>
                    <a:pt x="399127" y="1605516"/>
                    <a:pt x="338218" y="1592559"/>
                    <a:pt x="282818" y="1569126"/>
                  </a:cubicBezTo>
                  <a:lnTo>
                    <a:pt x="247355" y="1549878"/>
                  </a:lnTo>
                  <a:lnTo>
                    <a:pt x="706898" y="1090334"/>
                  </a:lnTo>
                  <a:lnTo>
                    <a:pt x="802757" y="1186193"/>
                  </a:lnTo>
                  <a:lnTo>
                    <a:pt x="802757" y="802757"/>
                  </a:lnTo>
                  <a:lnTo>
                    <a:pt x="419322" y="802757"/>
                  </a:lnTo>
                  <a:lnTo>
                    <a:pt x="515181" y="898616"/>
                  </a:lnTo>
                  <a:lnTo>
                    <a:pt x="55637" y="1358159"/>
                  </a:lnTo>
                  <a:lnTo>
                    <a:pt x="36390" y="1322698"/>
                  </a:lnTo>
                  <a:cubicBezTo>
                    <a:pt x="12957" y="1267298"/>
                    <a:pt x="0" y="1206389"/>
                    <a:pt x="0" y="1142453"/>
                  </a:cubicBezTo>
                  <a:lnTo>
                    <a:pt x="0" y="463063"/>
                  </a:lnTo>
                  <a:cubicBezTo>
                    <a:pt x="0" y="335192"/>
                    <a:pt x="51830" y="219426"/>
                    <a:pt x="135628" y="135628"/>
                  </a:cubicBez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p>
              <a:pPr algn="ctr"/>
              <a:endParaRPr lang="zh-CN" altLang="en-US" dirty="0"/>
            </a:p>
          </p:txBody>
        </p:sp>
        <p:sp>
          <p:nvSpPr>
            <p:cNvPr id="14" name="is1íḑe"/>
            <p:cNvSpPr/>
            <p:nvPr/>
          </p:nvSpPr>
          <p:spPr>
            <a:xfrm rot="2700000">
              <a:off x="3911600" y="2189617"/>
              <a:ext cx="1605516" cy="1605516"/>
            </a:xfrm>
            <a:custGeom>
              <a:avLst/>
              <a:gdLst>
                <a:gd name="connsiteX0" fmla="*/ 135459 w 1605516"/>
                <a:gd name="connsiteY0" fmla="*/ 135459 h 1605516"/>
                <a:gd name="connsiteX1" fmla="*/ 462485 w 1605516"/>
                <a:gd name="connsiteY1" fmla="*/ 0 h 1605516"/>
                <a:gd name="connsiteX2" fmla="*/ 1143031 w 1605516"/>
                <a:gd name="connsiteY2" fmla="*/ 0 h 1605516"/>
                <a:gd name="connsiteX3" fmla="*/ 1605516 w 1605516"/>
                <a:gd name="connsiteY3" fmla="*/ 462485 h 1605516"/>
                <a:gd name="connsiteX4" fmla="*/ 1605516 w 1605516"/>
                <a:gd name="connsiteY4" fmla="*/ 1143031 h 1605516"/>
                <a:gd name="connsiteX5" fmla="*/ 1143031 w 1605516"/>
                <a:gd name="connsiteY5" fmla="*/ 1605516 h 1605516"/>
                <a:gd name="connsiteX6" fmla="*/ 462485 w 1605516"/>
                <a:gd name="connsiteY6" fmla="*/ 1605516 h 1605516"/>
                <a:gd name="connsiteX7" fmla="*/ 282465 w 1605516"/>
                <a:gd name="connsiteY7" fmla="*/ 1569172 h 1605516"/>
                <a:gd name="connsiteX8" fmla="*/ 247202 w 1605516"/>
                <a:gd name="connsiteY8" fmla="*/ 1550031 h 1605516"/>
                <a:gd name="connsiteX9" fmla="*/ 706898 w 1605516"/>
                <a:gd name="connsiteY9" fmla="*/ 1090334 h 1605516"/>
                <a:gd name="connsiteX10" fmla="*/ 802757 w 1605516"/>
                <a:gd name="connsiteY10" fmla="*/ 1186193 h 1605516"/>
                <a:gd name="connsiteX11" fmla="*/ 802757 w 1605516"/>
                <a:gd name="connsiteY11" fmla="*/ 802757 h 1605516"/>
                <a:gd name="connsiteX12" fmla="*/ 419322 w 1605516"/>
                <a:gd name="connsiteY12" fmla="*/ 802757 h 1605516"/>
                <a:gd name="connsiteX13" fmla="*/ 515181 w 1605516"/>
                <a:gd name="connsiteY13" fmla="*/ 898616 h 1605516"/>
                <a:gd name="connsiteX14" fmla="*/ 55484 w 1605516"/>
                <a:gd name="connsiteY14" fmla="*/ 1358313 h 1605516"/>
                <a:gd name="connsiteX15" fmla="*/ 36345 w 1605516"/>
                <a:gd name="connsiteY15" fmla="*/ 1323051 h 1605516"/>
                <a:gd name="connsiteX16" fmla="*/ 0 w 1605516"/>
                <a:gd name="connsiteY16" fmla="*/ 1143031 h 1605516"/>
                <a:gd name="connsiteX17" fmla="*/ 0 w 1605516"/>
                <a:gd name="connsiteY17" fmla="*/ 462485 h 1605516"/>
                <a:gd name="connsiteX18" fmla="*/ 135459 w 1605516"/>
                <a:gd name="connsiteY18" fmla="*/ 135459 h 16055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1605516" h="1605516">
                  <a:moveTo>
                    <a:pt x="135459" y="135459"/>
                  </a:moveTo>
                  <a:cubicBezTo>
                    <a:pt x="219152" y="51765"/>
                    <a:pt x="334773" y="0"/>
                    <a:pt x="462485" y="0"/>
                  </a:cubicBezTo>
                  <a:lnTo>
                    <a:pt x="1143031" y="0"/>
                  </a:lnTo>
                  <a:cubicBezTo>
                    <a:pt x="1398454" y="0"/>
                    <a:pt x="1605516" y="207062"/>
                    <a:pt x="1605516" y="462485"/>
                  </a:cubicBezTo>
                  <a:lnTo>
                    <a:pt x="1605516" y="1143031"/>
                  </a:lnTo>
                  <a:cubicBezTo>
                    <a:pt x="1605516" y="1398454"/>
                    <a:pt x="1398454" y="1605516"/>
                    <a:pt x="1143031" y="1605516"/>
                  </a:cubicBezTo>
                  <a:lnTo>
                    <a:pt x="462485" y="1605516"/>
                  </a:lnTo>
                  <a:cubicBezTo>
                    <a:pt x="398629" y="1605516"/>
                    <a:pt x="337796" y="1592575"/>
                    <a:pt x="282465" y="1569172"/>
                  </a:cubicBezTo>
                  <a:lnTo>
                    <a:pt x="247202" y="1550031"/>
                  </a:lnTo>
                  <a:lnTo>
                    <a:pt x="706898" y="1090334"/>
                  </a:lnTo>
                  <a:lnTo>
                    <a:pt x="802757" y="1186193"/>
                  </a:lnTo>
                  <a:lnTo>
                    <a:pt x="802757" y="802757"/>
                  </a:lnTo>
                  <a:lnTo>
                    <a:pt x="419322" y="802757"/>
                  </a:lnTo>
                  <a:lnTo>
                    <a:pt x="515181" y="898616"/>
                  </a:lnTo>
                  <a:lnTo>
                    <a:pt x="55484" y="1358313"/>
                  </a:lnTo>
                  <a:lnTo>
                    <a:pt x="36345" y="1323051"/>
                  </a:lnTo>
                  <a:cubicBezTo>
                    <a:pt x="12941" y="1267720"/>
                    <a:pt x="0" y="1206887"/>
                    <a:pt x="0" y="1143031"/>
                  </a:cubicBezTo>
                  <a:lnTo>
                    <a:pt x="0" y="462485"/>
                  </a:lnTo>
                  <a:cubicBezTo>
                    <a:pt x="0" y="334773"/>
                    <a:pt x="51765" y="219152"/>
                    <a:pt x="135459" y="135459"/>
                  </a:cubicBez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p>
              <a:pPr algn="ctr"/>
              <a:endParaRPr lang="zh-CN" altLang="en-US"/>
            </a:p>
          </p:txBody>
        </p:sp>
        <p:sp>
          <p:nvSpPr>
            <p:cNvPr id="15" name="íṡ1ïḋé"/>
            <p:cNvSpPr/>
            <p:nvPr/>
          </p:nvSpPr>
          <p:spPr>
            <a:xfrm rot="2700000">
              <a:off x="6674883" y="2189617"/>
              <a:ext cx="1605516" cy="1605516"/>
            </a:xfrm>
            <a:custGeom>
              <a:avLst/>
              <a:gdLst>
                <a:gd name="connsiteX0" fmla="*/ 135431 w 1605516"/>
                <a:gd name="connsiteY0" fmla="*/ 135431 h 1605516"/>
                <a:gd name="connsiteX1" fmla="*/ 462389 w 1605516"/>
                <a:gd name="connsiteY1" fmla="*/ 0 h 1605516"/>
                <a:gd name="connsiteX2" fmla="*/ 1143127 w 1605516"/>
                <a:gd name="connsiteY2" fmla="*/ 0 h 1605516"/>
                <a:gd name="connsiteX3" fmla="*/ 1605516 w 1605516"/>
                <a:gd name="connsiteY3" fmla="*/ 462389 h 1605516"/>
                <a:gd name="connsiteX4" fmla="*/ 1605516 w 1605516"/>
                <a:gd name="connsiteY4" fmla="*/ 1143127 h 1605516"/>
                <a:gd name="connsiteX5" fmla="*/ 1143127 w 1605516"/>
                <a:gd name="connsiteY5" fmla="*/ 1605516 h 1605516"/>
                <a:gd name="connsiteX6" fmla="*/ 462389 w 1605516"/>
                <a:gd name="connsiteY6" fmla="*/ 1605516 h 1605516"/>
                <a:gd name="connsiteX7" fmla="*/ 282407 w 1605516"/>
                <a:gd name="connsiteY7" fmla="*/ 1569179 h 1605516"/>
                <a:gd name="connsiteX8" fmla="*/ 247177 w 1605516"/>
                <a:gd name="connsiteY8" fmla="*/ 1550057 h 1605516"/>
                <a:gd name="connsiteX9" fmla="*/ 706899 w 1605516"/>
                <a:gd name="connsiteY9" fmla="*/ 1090335 h 1605516"/>
                <a:gd name="connsiteX10" fmla="*/ 802758 w 1605516"/>
                <a:gd name="connsiteY10" fmla="*/ 1186194 h 1605516"/>
                <a:gd name="connsiteX11" fmla="*/ 802758 w 1605516"/>
                <a:gd name="connsiteY11" fmla="*/ 802758 h 1605516"/>
                <a:gd name="connsiteX12" fmla="*/ 419322 w 1605516"/>
                <a:gd name="connsiteY12" fmla="*/ 802758 h 1605516"/>
                <a:gd name="connsiteX13" fmla="*/ 515181 w 1605516"/>
                <a:gd name="connsiteY13" fmla="*/ 898617 h 1605516"/>
                <a:gd name="connsiteX14" fmla="*/ 55459 w 1605516"/>
                <a:gd name="connsiteY14" fmla="*/ 1358339 h 1605516"/>
                <a:gd name="connsiteX15" fmla="*/ 36337 w 1605516"/>
                <a:gd name="connsiteY15" fmla="*/ 1323109 h 1605516"/>
                <a:gd name="connsiteX16" fmla="*/ 0 w 1605516"/>
                <a:gd name="connsiteY16" fmla="*/ 1143127 h 1605516"/>
                <a:gd name="connsiteX17" fmla="*/ 0 w 1605516"/>
                <a:gd name="connsiteY17" fmla="*/ 462389 h 1605516"/>
                <a:gd name="connsiteX18" fmla="*/ 135431 w 1605516"/>
                <a:gd name="connsiteY18" fmla="*/ 135431 h 16055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1605516" h="1605516">
                  <a:moveTo>
                    <a:pt x="135431" y="135431"/>
                  </a:moveTo>
                  <a:cubicBezTo>
                    <a:pt x="219107" y="51755"/>
                    <a:pt x="334704" y="0"/>
                    <a:pt x="462389" y="0"/>
                  </a:cubicBezTo>
                  <a:lnTo>
                    <a:pt x="1143127" y="0"/>
                  </a:lnTo>
                  <a:cubicBezTo>
                    <a:pt x="1398497" y="0"/>
                    <a:pt x="1605516" y="207019"/>
                    <a:pt x="1605516" y="462389"/>
                  </a:cubicBezTo>
                  <a:lnTo>
                    <a:pt x="1605516" y="1143127"/>
                  </a:lnTo>
                  <a:cubicBezTo>
                    <a:pt x="1605516" y="1398497"/>
                    <a:pt x="1398497" y="1605516"/>
                    <a:pt x="1143127" y="1605516"/>
                  </a:cubicBezTo>
                  <a:lnTo>
                    <a:pt x="462389" y="1605516"/>
                  </a:lnTo>
                  <a:cubicBezTo>
                    <a:pt x="398546" y="1605516"/>
                    <a:pt x="337726" y="1592577"/>
                    <a:pt x="282407" y="1569179"/>
                  </a:cubicBezTo>
                  <a:lnTo>
                    <a:pt x="247177" y="1550057"/>
                  </a:lnTo>
                  <a:lnTo>
                    <a:pt x="706899" y="1090335"/>
                  </a:lnTo>
                  <a:lnTo>
                    <a:pt x="802758" y="1186194"/>
                  </a:lnTo>
                  <a:lnTo>
                    <a:pt x="802758" y="802758"/>
                  </a:lnTo>
                  <a:lnTo>
                    <a:pt x="419322" y="802758"/>
                  </a:lnTo>
                  <a:lnTo>
                    <a:pt x="515181" y="898617"/>
                  </a:lnTo>
                  <a:lnTo>
                    <a:pt x="55459" y="1358339"/>
                  </a:lnTo>
                  <a:lnTo>
                    <a:pt x="36337" y="1323109"/>
                  </a:lnTo>
                  <a:cubicBezTo>
                    <a:pt x="12939" y="1267790"/>
                    <a:pt x="0" y="1206970"/>
                    <a:pt x="0" y="1143127"/>
                  </a:cubicBezTo>
                  <a:lnTo>
                    <a:pt x="0" y="462389"/>
                  </a:lnTo>
                  <a:cubicBezTo>
                    <a:pt x="0" y="334704"/>
                    <a:pt x="51755" y="219107"/>
                    <a:pt x="135431" y="135431"/>
                  </a:cubicBez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p>
              <a:pPr algn="ctr"/>
              <a:endParaRPr lang="zh-CN" altLang="en-US" dirty="0"/>
            </a:p>
          </p:txBody>
        </p:sp>
        <p:sp>
          <p:nvSpPr>
            <p:cNvPr id="16" name="îṡlíḓè"/>
            <p:cNvSpPr/>
            <p:nvPr/>
          </p:nvSpPr>
          <p:spPr>
            <a:xfrm rot="2700000">
              <a:off x="9438167" y="2189617"/>
              <a:ext cx="1605516" cy="1605516"/>
            </a:xfrm>
            <a:custGeom>
              <a:avLst/>
              <a:gdLst>
                <a:gd name="connsiteX0" fmla="*/ 135431 w 1605516"/>
                <a:gd name="connsiteY0" fmla="*/ 135431 h 1605516"/>
                <a:gd name="connsiteX1" fmla="*/ 462389 w 1605516"/>
                <a:gd name="connsiteY1" fmla="*/ 0 h 1605516"/>
                <a:gd name="connsiteX2" fmla="*/ 1143127 w 1605516"/>
                <a:gd name="connsiteY2" fmla="*/ 0 h 1605516"/>
                <a:gd name="connsiteX3" fmla="*/ 1605516 w 1605516"/>
                <a:gd name="connsiteY3" fmla="*/ 462389 h 1605516"/>
                <a:gd name="connsiteX4" fmla="*/ 1605516 w 1605516"/>
                <a:gd name="connsiteY4" fmla="*/ 1143127 h 1605516"/>
                <a:gd name="connsiteX5" fmla="*/ 1143127 w 1605516"/>
                <a:gd name="connsiteY5" fmla="*/ 1605516 h 1605516"/>
                <a:gd name="connsiteX6" fmla="*/ 462389 w 1605516"/>
                <a:gd name="connsiteY6" fmla="*/ 1605516 h 1605516"/>
                <a:gd name="connsiteX7" fmla="*/ 282406 w 1605516"/>
                <a:gd name="connsiteY7" fmla="*/ 1569179 h 1605516"/>
                <a:gd name="connsiteX8" fmla="*/ 247176 w 1605516"/>
                <a:gd name="connsiteY8" fmla="*/ 1550057 h 1605516"/>
                <a:gd name="connsiteX9" fmla="*/ 706898 w 1605516"/>
                <a:gd name="connsiteY9" fmla="*/ 1090334 h 1605516"/>
                <a:gd name="connsiteX10" fmla="*/ 802757 w 1605516"/>
                <a:gd name="connsiteY10" fmla="*/ 1186193 h 1605516"/>
                <a:gd name="connsiteX11" fmla="*/ 802757 w 1605516"/>
                <a:gd name="connsiteY11" fmla="*/ 802757 h 1605516"/>
                <a:gd name="connsiteX12" fmla="*/ 419322 w 1605516"/>
                <a:gd name="connsiteY12" fmla="*/ 802757 h 1605516"/>
                <a:gd name="connsiteX13" fmla="*/ 515181 w 1605516"/>
                <a:gd name="connsiteY13" fmla="*/ 898616 h 1605516"/>
                <a:gd name="connsiteX14" fmla="*/ 55459 w 1605516"/>
                <a:gd name="connsiteY14" fmla="*/ 1358338 h 1605516"/>
                <a:gd name="connsiteX15" fmla="*/ 36337 w 1605516"/>
                <a:gd name="connsiteY15" fmla="*/ 1323110 h 1605516"/>
                <a:gd name="connsiteX16" fmla="*/ 0 w 1605516"/>
                <a:gd name="connsiteY16" fmla="*/ 1143127 h 1605516"/>
                <a:gd name="connsiteX17" fmla="*/ 0 w 1605516"/>
                <a:gd name="connsiteY17" fmla="*/ 462389 h 1605516"/>
                <a:gd name="connsiteX18" fmla="*/ 135431 w 1605516"/>
                <a:gd name="connsiteY18" fmla="*/ 135431 h 16055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1605516" h="1605516">
                  <a:moveTo>
                    <a:pt x="135431" y="135431"/>
                  </a:moveTo>
                  <a:cubicBezTo>
                    <a:pt x="219107" y="51755"/>
                    <a:pt x="334704" y="0"/>
                    <a:pt x="462389" y="0"/>
                  </a:cubicBezTo>
                  <a:lnTo>
                    <a:pt x="1143127" y="0"/>
                  </a:lnTo>
                  <a:cubicBezTo>
                    <a:pt x="1398497" y="0"/>
                    <a:pt x="1605516" y="207019"/>
                    <a:pt x="1605516" y="462389"/>
                  </a:cubicBezTo>
                  <a:lnTo>
                    <a:pt x="1605516" y="1143127"/>
                  </a:lnTo>
                  <a:cubicBezTo>
                    <a:pt x="1605516" y="1398497"/>
                    <a:pt x="1398497" y="1605516"/>
                    <a:pt x="1143127" y="1605516"/>
                  </a:cubicBezTo>
                  <a:lnTo>
                    <a:pt x="462389" y="1605516"/>
                  </a:lnTo>
                  <a:cubicBezTo>
                    <a:pt x="398547" y="1605516"/>
                    <a:pt x="337726" y="1592577"/>
                    <a:pt x="282406" y="1569179"/>
                  </a:cubicBezTo>
                  <a:lnTo>
                    <a:pt x="247176" y="1550057"/>
                  </a:lnTo>
                  <a:lnTo>
                    <a:pt x="706898" y="1090334"/>
                  </a:lnTo>
                  <a:lnTo>
                    <a:pt x="802757" y="1186193"/>
                  </a:lnTo>
                  <a:lnTo>
                    <a:pt x="802757" y="802757"/>
                  </a:lnTo>
                  <a:lnTo>
                    <a:pt x="419322" y="802757"/>
                  </a:lnTo>
                  <a:lnTo>
                    <a:pt x="515181" y="898616"/>
                  </a:lnTo>
                  <a:lnTo>
                    <a:pt x="55459" y="1358338"/>
                  </a:lnTo>
                  <a:lnTo>
                    <a:pt x="36337" y="1323110"/>
                  </a:lnTo>
                  <a:cubicBezTo>
                    <a:pt x="12939" y="1267790"/>
                    <a:pt x="0" y="1206969"/>
                    <a:pt x="0" y="1143127"/>
                  </a:cubicBezTo>
                  <a:lnTo>
                    <a:pt x="0" y="462389"/>
                  </a:lnTo>
                  <a:cubicBezTo>
                    <a:pt x="0" y="334704"/>
                    <a:pt x="51755" y="219107"/>
                    <a:pt x="135431" y="135431"/>
                  </a:cubicBez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p>
              <a:pPr algn="ctr"/>
              <a:endParaRPr lang="zh-CN" altLang="en-US" dirty="0"/>
            </a:p>
          </p:txBody>
        </p:sp>
        <p:sp>
          <p:nvSpPr>
            <p:cNvPr id="17" name="ï$1iḍe"/>
            <p:cNvSpPr txBox="1"/>
            <p:nvPr/>
          </p:nvSpPr>
          <p:spPr>
            <a:xfrm>
              <a:off x="673100" y="4070054"/>
              <a:ext cx="2356280" cy="392512"/>
            </a:xfrm>
            <a:prstGeom prst="rect">
              <a:avLst/>
            </a:prstGeom>
            <a:noFill/>
            <a:ln>
              <a:noFill/>
            </a:ln>
          </p:spPr>
          <p:txBody>
            <a:bodyPr wrap="square" lIns="91440" tIns="45720" rIns="91440" bIns="45720" anchor="t" anchorCtr="0">
              <a:noAutofit/>
            </a:bodyPr>
            <a:lstStyle/>
            <a:p>
              <a:pPr algn="ctr"/>
              <a:r>
                <a:rPr lang="zh-CN" altLang="en-US" sz="2400" dirty="0">
                  <a:solidFill>
                    <a:srgbClr val="0000FF"/>
                  </a:solidFill>
                </a:rPr>
                <a:t>多路性</a:t>
              </a:r>
              <a:endParaRPr lang="en-US" altLang="zh-CN" sz="2400" dirty="0">
                <a:solidFill>
                  <a:srgbClr val="0000FF"/>
                </a:solidFill>
              </a:endParaRPr>
            </a:p>
          </p:txBody>
        </p:sp>
        <p:sp>
          <p:nvSpPr>
            <p:cNvPr id="18" name="isľîdê"/>
            <p:cNvSpPr txBox="1"/>
            <p:nvPr/>
          </p:nvSpPr>
          <p:spPr>
            <a:xfrm>
              <a:off x="673100" y="4600486"/>
              <a:ext cx="2533740" cy="1461716"/>
            </a:xfrm>
            <a:prstGeom prst="rect">
              <a:avLst/>
            </a:prstGeom>
            <a:noFill/>
            <a:ln>
              <a:noFill/>
            </a:ln>
          </p:spPr>
          <p:txBody>
            <a:bodyPr wrap="square" lIns="91440" tIns="45720" rIns="91440" bIns="45720" anchor="t" anchorCtr="0">
              <a:noAutofit/>
            </a:bodyPr>
            <a:lstStyle/>
            <a:p>
              <a:pPr marL="0" lvl="1" algn="ctr">
                <a:lnSpc>
                  <a:spcPct val="120000"/>
                </a:lnSpc>
              </a:pPr>
              <a:r>
                <a:rPr lang="zh-CN" altLang="en-US" sz="2200" dirty="0"/>
                <a:t>允许将多台终端同时连接到一台主机，并分时使用。</a:t>
              </a:r>
              <a:endParaRPr lang="en-US" altLang="zh-CN" sz="2200" dirty="0"/>
            </a:p>
          </p:txBody>
        </p:sp>
        <p:sp>
          <p:nvSpPr>
            <p:cNvPr id="19" name="íṩ1ïḑe"/>
            <p:cNvSpPr txBox="1"/>
            <p:nvPr/>
          </p:nvSpPr>
          <p:spPr>
            <a:xfrm>
              <a:off x="3502940" y="4070054"/>
              <a:ext cx="2356280" cy="392512"/>
            </a:xfrm>
            <a:prstGeom prst="rect">
              <a:avLst/>
            </a:prstGeom>
            <a:noFill/>
            <a:ln>
              <a:noFill/>
            </a:ln>
          </p:spPr>
          <p:txBody>
            <a:bodyPr wrap="square" lIns="91440" tIns="45720" rIns="91440" bIns="45720" anchor="t" anchorCtr="0">
              <a:noAutofit/>
            </a:bodyPr>
            <a:lstStyle/>
            <a:p>
              <a:pPr algn="ctr"/>
              <a:r>
                <a:rPr lang="zh-CN" altLang="en-US" sz="2400" dirty="0">
                  <a:solidFill>
                    <a:srgbClr val="0000FF"/>
                  </a:solidFill>
                </a:rPr>
                <a:t>独立性</a:t>
              </a:r>
              <a:endParaRPr lang="en-US" altLang="zh-CN" sz="2400" dirty="0">
                <a:solidFill>
                  <a:srgbClr val="0000FF"/>
                </a:solidFill>
              </a:endParaRPr>
            </a:p>
          </p:txBody>
        </p:sp>
        <p:sp>
          <p:nvSpPr>
            <p:cNvPr id="22" name="ïsḻiďê"/>
            <p:cNvSpPr txBox="1"/>
            <p:nvPr/>
          </p:nvSpPr>
          <p:spPr>
            <a:xfrm>
              <a:off x="6332780" y="4070054"/>
              <a:ext cx="2356280" cy="392512"/>
            </a:xfrm>
            <a:prstGeom prst="rect">
              <a:avLst/>
            </a:prstGeom>
            <a:noFill/>
            <a:ln>
              <a:noFill/>
            </a:ln>
          </p:spPr>
          <p:txBody>
            <a:bodyPr wrap="square" lIns="91440" tIns="45720" rIns="91440" bIns="45720" anchor="t" anchorCtr="0">
              <a:noAutofit/>
            </a:bodyPr>
            <a:lstStyle/>
            <a:p>
              <a:pPr algn="ctr"/>
              <a:r>
                <a:rPr lang="zh-CN" altLang="en-US" sz="2400" dirty="0">
                  <a:solidFill>
                    <a:srgbClr val="0000FF"/>
                  </a:solidFill>
                </a:rPr>
                <a:t>及时性</a:t>
              </a:r>
              <a:endParaRPr lang="en-US" altLang="zh-CN" sz="2400" dirty="0">
                <a:solidFill>
                  <a:srgbClr val="0000FF"/>
                </a:solidFill>
              </a:endParaRPr>
            </a:p>
          </p:txBody>
        </p:sp>
        <p:sp>
          <p:nvSpPr>
            <p:cNvPr id="24" name="isḷiḋé"/>
            <p:cNvSpPr txBox="1"/>
            <p:nvPr/>
          </p:nvSpPr>
          <p:spPr>
            <a:xfrm>
              <a:off x="9162620" y="4070054"/>
              <a:ext cx="2356280" cy="392512"/>
            </a:xfrm>
            <a:prstGeom prst="rect">
              <a:avLst/>
            </a:prstGeom>
            <a:noFill/>
            <a:ln>
              <a:noFill/>
            </a:ln>
          </p:spPr>
          <p:txBody>
            <a:bodyPr wrap="square" lIns="91440" tIns="45720" rIns="91440" bIns="45720" anchor="t" anchorCtr="0">
              <a:noAutofit/>
            </a:bodyPr>
            <a:lstStyle/>
            <a:p>
              <a:pPr algn="ctr"/>
              <a:r>
                <a:rPr lang="zh-CN" altLang="en-US" sz="2400" dirty="0">
                  <a:solidFill>
                    <a:srgbClr val="0000FF"/>
                  </a:solidFill>
                </a:rPr>
                <a:t>交互性</a:t>
              </a:r>
              <a:endParaRPr lang="en-US" altLang="zh-CN" sz="2400" dirty="0">
                <a:solidFill>
                  <a:srgbClr val="0000FF"/>
                </a:solidFill>
              </a:endParaRPr>
            </a:p>
          </p:txBody>
        </p:sp>
        <p:sp>
          <p:nvSpPr>
            <p:cNvPr id="26" name="îṣḻidé"/>
            <p:cNvSpPr txBox="1"/>
            <p:nvPr/>
          </p:nvSpPr>
          <p:spPr>
            <a:xfrm>
              <a:off x="1960664" y="2605404"/>
              <a:ext cx="708108" cy="678249"/>
            </a:xfrm>
            <a:prstGeom prst="rect">
              <a:avLst/>
            </a:prstGeom>
            <a:noFill/>
          </p:spPr>
          <p:txBody>
            <a:bodyPr wrap="square" lIns="91440" tIns="45720" rIns="91440" bIns="45720" rtlCol="0" anchor="ctr">
              <a:normAutofit/>
            </a:bodyPr>
            <a:lstStyle/>
            <a:p>
              <a:pPr algn="ctr"/>
              <a:r>
                <a:rPr lang="en-US" altLang="zh-CN" sz="3200" b="1" i="1" dirty="0">
                  <a:solidFill>
                    <a:schemeClr val="bg1"/>
                  </a:solidFill>
                </a:rPr>
                <a:t>00</a:t>
              </a:r>
              <a:endParaRPr lang="zh-CN" altLang="en-US" sz="3200" b="1" i="1" dirty="0">
                <a:solidFill>
                  <a:schemeClr val="bg1"/>
                </a:solidFill>
              </a:endParaRPr>
            </a:p>
          </p:txBody>
        </p:sp>
        <p:sp>
          <p:nvSpPr>
            <p:cNvPr id="27" name="ïŝ1ïḋè"/>
            <p:cNvSpPr txBox="1"/>
            <p:nvPr/>
          </p:nvSpPr>
          <p:spPr>
            <a:xfrm>
              <a:off x="4741597" y="2605404"/>
              <a:ext cx="708108" cy="678249"/>
            </a:xfrm>
            <a:prstGeom prst="rect">
              <a:avLst/>
            </a:prstGeom>
            <a:noFill/>
          </p:spPr>
          <p:txBody>
            <a:bodyPr wrap="square" lIns="91440" tIns="45720" rIns="91440" bIns="45720" rtlCol="0" anchor="ctr">
              <a:normAutofit/>
            </a:bodyPr>
            <a:lstStyle/>
            <a:p>
              <a:pPr algn="ctr"/>
              <a:r>
                <a:rPr lang="en-US" altLang="zh-CN" sz="3200" b="1" i="1" dirty="0">
                  <a:solidFill>
                    <a:schemeClr val="bg1"/>
                  </a:solidFill>
                </a:rPr>
                <a:t>00</a:t>
              </a:r>
              <a:endParaRPr lang="zh-CN" altLang="en-US" sz="3200" b="1" i="1" dirty="0">
                <a:solidFill>
                  <a:schemeClr val="bg1"/>
                </a:solidFill>
              </a:endParaRPr>
            </a:p>
          </p:txBody>
        </p:sp>
        <p:sp>
          <p:nvSpPr>
            <p:cNvPr id="28" name="í$lîdé"/>
            <p:cNvSpPr txBox="1"/>
            <p:nvPr/>
          </p:nvSpPr>
          <p:spPr>
            <a:xfrm>
              <a:off x="7522530" y="2605404"/>
              <a:ext cx="708108" cy="678249"/>
            </a:xfrm>
            <a:prstGeom prst="rect">
              <a:avLst/>
            </a:prstGeom>
            <a:noFill/>
          </p:spPr>
          <p:txBody>
            <a:bodyPr wrap="square" lIns="91440" tIns="45720" rIns="91440" bIns="45720" rtlCol="0" anchor="ctr">
              <a:normAutofit/>
            </a:bodyPr>
            <a:lstStyle/>
            <a:p>
              <a:pPr algn="ctr"/>
              <a:r>
                <a:rPr lang="en-US" altLang="zh-CN" sz="3200" b="1" i="1" dirty="0">
                  <a:solidFill>
                    <a:schemeClr val="bg1"/>
                  </a:solidFill>
                </a:rPr>
                <a:t>00</a:t>
              </a:r>
              <a:endParaRPr lang="zh-CN" altLang="en-US" sz="3200" b="1" i="1" dirty="0">
                <a:solidFill>
                  <a:schemeClr val="bg1"/>
                </a:solidFill>
              </a:endParaRPr>
            </a:p>
          </p:txBody>
        </p:sp>
        <p:sp>
          <p:nvSpPr>
            <p:cNvPr id="29" name="išḻïďè"/>
            <p:cNvSpPr txBox="1"/>
            <p:nvPr/>
          </p:nvSpPr>
          <p:spPr>
            <a:xfrm>
              <a:off x="10303464" y="2605404"/>
              <a:ext cx="708108" cy="678249"/>
            </a:xfrm>
            <a:prstGeom prst="rect">
              <a:avLst/>
            </a:prstGeom>
            <a:noFill/>
          </p:spPr>
          <p:txBody>
            <a:bodyPr wrap="square" lIns="91440" tIns="45720" rIns="91440" bIns="45720" rtlCol="0" anchor="ctr">
              <a:normAutofit/>
            </a:bodyPr>
            <a:lstStyle/>
            <a:p>
              <a:pPr algn="ctr"/>
              <a:r>
                <a:rPr lang="en-US" altLang="zh-CN" sz="3200" b="1" i="1" dirty="0">
                  <a:solidFill>
                    <a:schemeClr val="bg1"/>
                  </a:solidFill>
                </a:rPr>
                <a:t>00</a:t>
              </a:r>
              <a:endParaRPr lang="zh-CN" altLang="en-US" sz="3200" b="1" i="1" dirty="0">
                <a:solidFill>
                  <a:schemeClr val="bg1"/>
                </a:solidFill>
              </a:endParaRPr>
            </a:p>
          </p:txBody>
        </p:sp>
        <p:sp>
          <p:nvSpPr>
            <p:cNvPr id="30" name="ísḻiḋé"/>
            <p:cNvSpPr/>
            <p:nvPr/>
          </p:nvSpPr>
          <p:spPr bwMode="auto">
            <a:xfrm>
              <a:off x="1787050" y="1558125"/>
              <a:ext cx="347228" cy="347229"/>
            </a:xfrm>
            <a:custGeom>
              <a:avLst/>
              <a:gdLst>
                <a:gd name="connsiteX0" fmla="*/ 299602 w 347228"/>
                <a:gd name="connsiteY0" fmla="*/ 281654 h 347229"/>
                <a:gd name="connsiteX1" fmla="*/ 281438 w 347228"/>
                <a:gd name="connsiteY1" fmla="*/ 299759 h 347229"/>
                <a:gd name="connsiteX2" fmla="*/ 299602 w 347228"/>
                <a:gd name="connsiteY2" fmla="*/ 317857 h 347229"/>
                <a:gd name="connsiteX3" fmla="*/ 317759 w 347228"/>
                <a:gd name="connsiteY3" fmla="*/ 299759 h 347229"/>
                <a:gd name="connsiteX4" fmla="*/ 299602 w 347228"/>
                <a:gd name="connsiteY4" fmla="*/ 281654 h 347229"/>
                <a:gd name="connsiteX5" fmla="*/ 245668 w 347228"/>
                <a:gd name="connsiteY5" fmla="*/ 201851 h 347229"/>
                <a:gd name="connsiteX6" fmla="*/ 303772 w 347228"/>
                <a:gd name="connsiteY6" fmla="*/ 259773 h 347229"/>
                <a:gd name="connsiteX7" fmla="*/ 342465 w 347228"/>
                <a:gd name="connsiteY7" fmla="*/ 288486 h 347229"/>
                <a:gd name="connsiteX8" fmla="*/ 346621 w 347228"/>
                <a:gd name="connsiteY8" fmla="*/ 304221 h 347229"/>
                <a:gd name="connsiteX9" fmla="*/ 303724 w 347228"/>
                <a:gd name="connsiteY9" fmla="*/ 347229 h 347229"/>
                <a:gd name="connsiteX10" fmla="*/ 288283 w 347228"/>
                <a:gd name="connsiteY10" fmla="*/ 343070 h 347229"/>
                <a:gd name="connsiteX11" fmla="*/ 259200 w 347228"/>
                <a:gd name="connsiteY11" fmla="*/ 304221 h 347229"/>
                <a:gd name="connsiteX12" fmla="*/ 197725 w 347228"/>
                <a:gd name="connsiteY12" fmla="*/ 242934 h 347229"/>
                <a:gd name="connsiteX13" fmla="*/ 216386 w 347228"/>
                <a:gd name="connsiteY13" fmla="*/ 231034 h 347229"/>
                <a:gd name="connsiteX14" fmla="*/ 225436 w 347228"/>
                <a:gd name="connsiteY14" fmla="*/ 222009 h 347229"/>
                <a:gd name="connsiteX15" fmla="*/ 235191 w 347228"/>
                <a:gd name="connsiteY15" fmla="*/ 212283 h 347229"/>
                <a:gd name="connsiteX16" fmla="*/ 230641 w 347228"/>
                <a:gd name="connsiteY16" fmla="*/ 203096 h 347229"/>
                <a:gd name="connsiteX17" fmla="*/ 239885 w 347228"/>
                <a:gd name="connsiteY17" fmla="*/ 207619 h 347229"/>
                <a:gd name="connsiteX18" fmla="*/ 290492 w 347228"/>
                <a:gd name="connsiteY18" fmla="*/ 4 h 347229"/>
                <a:gd name="connsiteX19" fmla="*/ 313626 w 347228"/>
                <a:gd name="connsiteY19" fmla="*/ 9551 h 347229"/>
                <a:gd name="connsiteX20" fmla="*/ 337653 w 347228"/>
                <a:gd name="connsiteY20" fmla="*/ 33507 h 347229"/>
                <a:gd name="connsiteX21" fmla="*/ 337653 w 347228"/>
                <a:gd name="connsiteY21" fmla="*/ 79611 h 347229"/>
                <a:gd name="connsiteX22" fmla="*/ 234782 w 347228"/>
                <a:gd name="connsiteY22" fmla="*/ 182151 h 347229"/>
                <a:gd name="connsiteX23" fmla="*/ 228552 w 347228"/>
                <a:gd name="connsiteY23" fmla="*/ 180823 h 347229"/>
                <a:gd name="connsiteX24" fmla="*/ 214762 w 347228"/>
                <a:gd name="connsiteY24" fmla="*/ 186324 h 347229"/>
                <a:gd name="connsiteX25" fmla="*/ 210560 w 347228"/>
                <a:gd name="connsiteY25" fmla="*/ 206282 h 347229"/>
                <a:gd name="connsiteX26" fmla="*/ 201508 w 347228"/>
                <a:gd name="connsiteY26" fmla="*/ 215318 h 347229"/>
                <a:gd name="connsiteX27" fmla="*/ 178357 w 347228"/>
                <a:gd name="connsiteY27" fmla="*/ 224881 h 347229"/>
                <a:gd name="connsiteX28" fmla="*/ 155239 w 347228"/>
                <a:gd name="connsiteY28" fmla="*/ 215334 h 347229"/>
                <a:gd name="connsiteX29" fmla="*/ 152854 w 347228"/>
                <a:gd name="connsiteY29" fmla="*/ 212967 h 347229"/>
                <a:gd name="connsiteX30" fmla="*/ 72679 w 347228"/>
                <a:gd name="connsiteY30" fmla="*/ 292894 h 347229"/>
                <a:gd name="connsiteX31" fmla="*/ 64568 w 347228"/>
                <a:gd name="connsiteY31" fmla="*/ 314419 h 347229"/>
                <a:gd name="connsiteX32" fmla="*/ 20052 w 347228"/>
                <a:gd name="connsiteY32" fmla="*/ 345427 h 347229"/>
                <a:gd name="connsiteX33" fmla="*/ 0 w 347228"/>
                <a:gd name="connsiteY33" fmla="*/ 325501 h 347229"/>
                <a:gd name="connsiteX34" fmla="*/ 31229 w 347228"/>
                <a:gd name="connsiteY34" fmla="*/ 281076 h 347229"/>
                <a:gd name="connsiteX35" fmla="*/ 52644 w 347228"/>
                <a:gd name="connsiteY35" fmla="*/ 273000 h 347229"/>
                <a:gd name="connsiteX36" fmla="*/ 132867 w 347228"/>
                <a:gd name="connsiteY36" fmla="*/ 193041 h 347229"/>
                <a:gd name="connsiteX37" fmla="*/ 131196 w 347228"/>
                <a:gd name="connsiteY37" fmla="*/ 191362 h 347229"/>
                <a:gd name="connsiteX38" fmla="*/ 131196 w 347228"/>
                <a:gd name="connsiteY38" fmla="*/ 145257 h 347229"/>
                <a:gd name="connsiteX39" fmla="*/ 140216 w 347228"/>
                <a:gd name="connsiteY39" fmla="*/ 136286 h 347229"/>
                <a:gd name="connsiteX40" fmla="*/ 146641 w 347228"/>
                <a:gd name="connsiteY40" fmla="*/ 137725 h 347229"/>
                <a:gd name="connsiteX41" fmla="*/ 160463 w 347228"/>
                <a:gd name="connsiteY41" fmla="*/ 132208 h 347229"/>
                <a:gd name="connsiteX42" fmla="*/ 164535 w 347228"/>
                <a:gd name="connsiteY42" fmla="*/ 112026 h 347229"/>
                <a:gd name="connsiteX43" fmla="*/ 267358 w 347228"/>
                <a:gd name="connsiteY43" fmla="*/ 9567 h 347229"/>
                <a:gd name="connsiteX44" fmla="*/ 290492 w 347228"/>
                <a:gd name="connsiteY44" fmla="*/ 4 h 347229"/>
                <a:gd name="connsiteX45" fmla="*/ 74475 w 347228"/>
                <a:gd name="connsiteY45" fmla="*/ 4 h 347229"/>
                <a:gd name="connsiteX46" fmla="*/ 154925 w 347228"/>
                <a:gd name="connsiteY46" fmla="*/ 80174 h 347229"/>
                <a:gd name="connsiteX47" fmla="*/ 151417 w 347228"/>
                <a:gd name="connsiteY47" fmla="*/ 96830 h 347229"/>
                <a:gd name="connsiteX48" fmla="*/ 150427 w 347228"/>
                <a:gd name="connsiteY48" fmla="*/ 97813 h 347229"/>
                <a:gd name="connsiteX49" fmla="*/ 140464 w 347228"/>
                <a:gd name="connsiteY49" fmla="*/ 107751 h 347229"/>
                <a:gd name="connsiteX50" fmla="*/ 145155 w 347228"/>
                <a:gd name="connsiteY50" fmla="*/ 116764 h 347229"/>
                <a:gd name="connsiteX51" fmla="*/ 136125 w 347228"/>
                <a:gd name="connsiteY51" fmla="*/ 112074 h 347229"/>
                <a:gd name="connsiteX52" fmla="*/ 126155 w 347228"/>
                <a:gd name="connsiteY52" fmla="*/ 122012 h 347229"/>
                <a:gd name="connsiteX53" fmla="*/ 117153 w 347228"/>
                <a:gd name="connsiteY53" fmla="*/ 130982 h 347229"/>
                <a:gd name="connsiteX54" fmla="*/ 105225 w 347228"/>
                <a:gd name="connsiteY54" fmla="*/ 149582 h 347229"/>
                <a:gd name="connsiteX55" fmla="*/ 103725 w 347228"/>
                <a:gd name="connsiteY55" fmla="*/ 148090 h 347229"/>
                <a:gd name="connsiteX56" fmla="*/ 80464 w 347228"/>
                <a:gd name="connsiteY56" fmla="*/ 154393 h 347229"/>
                <a:gd name="connsiteX57" fmla="*/ 0 w 347228"/>
                <a:gd name="connsiteY57" fmla="*/ 74216 h 347229"/>
                <a:gd name="connsiteX58" fmla="*/ 7259 w 347228"/>
                <a:gd name="connsiteY58" fmla="*/ 66895 h 347229"/>
                <a:gd name="connsiteX59" fmla="*/ 55072 w 347228"/>
                <a:gd name="connsiteY59" fmla="*/ 97031 h 347229"/>
                <a:gd name="connsiteX60" fmla="*/ 97370 w 347228"/>
                <a:gd name="connsiteY60" fmla="*/ 54878 h 347229"/>
                <a:gd name="connsiteX61" fmla="*/ 67137 w 347228"/>
                <a:gd name="connsiteY61" fmla="*/ 7224 h 347229"/>
                <a:gd name="connsiteX62" fmla="*/ 74475 w 347228"/>
                <a:gd name="connsiteY62" fmla="*/ 4 h 3472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Lst>
              <a:rect l="l" t="t" r="r" b="b"/>
              <a:pathLst>
                <a:path w="347228" h="347229">
                  <a:moveTo>
                    <a:pt x="299602" y="281654"/>
                  </a:moveTo>
                  <a:cubicBezTo>
                    <a:pt x="289572" y="281654"/>
                    <a:pt x="281438" y="289758"/>
                    <a:pt x="281438" y="299759"/>
                  </a:cubicBezTo>
                  <a:cubicBezTo>
                    <a:pt x="281438" y="309754"/>
                    <a:pt x="289572" y="317857"/>
                    <a:pt x="299602" y="317857"/>
                  </a:cubicBezTo>
                  <a:cubicBezTo>
                    <a:pt x="309632" y="317857"/>
                    <a:pt x="317759" y="309754"/>
                    <a:pt x="317759" y="299759"/>
                  </a:cubicBezTo>
                  <a:cubicBezTo>
                    <a:pt x="317759" y="289758"/>
                    <a:pt x="309632" y="281654"/>
                    <a:pt x="299602" y="281654"/>
                  </a:cubicBezTo>
                  <a:close/>
                  <a:moveTo>
                    <a:pt x="245668" y="201851"/>
                  </a:moveTo>
                  <a:lnTo>
                    <a:pt x="303772" y="259773"/>
                  </a:lnTo>
                  <a:lnTo>
                    <a:pt x="342465" y="288486"/>
                  </a:lnTo>
                  <a:lnTo>
                    <a:pt x="346621" y="304221"/>
                  </a:lnTo>
                  <a:lnTo>
                    <a:pt x="303724" y="347229"/>
                  </a:lnTo>
                  <a:lnTo>
                    <a:pt x="288283" y="343070"/>
                  </a:lnTo>
                  <a:lnTo>
                    <a:pt x="259200" y="304221"/>
                  </a:lnTo>
                  <a:lnTo>
                    <a:pt x="197725" y="242934"/>
                  </a:lnTo>
                  <a:cubicBezTo>
                    <a:pt x="204646" y="240376"/>
                    <a:pt x="211016" y="236392"/>
                    <a:pt x="216386" y="231034"/>
                  </a:cubicBezTo>
                  <a:lnTo>
                    <a:pt x="225436" y="222009"/>
                  </a:lnTo>
                  <a:lnTo>
                    <a:pt x="235191" y="212283"/>
                  </a:lnTo>
                  <a:lnTo>
                    <a:pt x="230641" y="203096"/>
                  </a:lnTo>
                  <a:lnTo>
                    <a:pt x="239885" y="207619"/>
                  </a:lnTo>
                  <a:close/>
                  <a:moveTo>
                    <a:pt x="290492" y="4"/>
                  </a:moveTo>
                  <a:cubicBezTo>
                    <a:pt x="298863" y="4"/>
                    <a:pt x="307234" y="3186"/>
                    <a:pt x="313626" y="9551"/>
                  </a:cubicBezTo>
                  <a:lnTo>
                    <a:pt x="337653" y="33507"/>
                  </a:lnTo>
                  <a:cubicBezTo>
                    <a:pt x="350420" y="46236"/>
                    <a:pt x="350420" y="66882"/>
                    <a:pt x="337653" y="79611"/>
                  </a:cubicBezTo>
                  <a:lnTo>
                    <a:pt x="234782" y="182151"/>
                  </a:lnTo>
                  <a:cubicBezTo>
                    <a:pt x="232916" y="181239"/>
                    <a:pt x="230758" y="180823"/>
                    <a:pt x="228552" y="180823"/>
                  </a:cubicBezTo>
                  <a:cubicBezTo>
                    <a:pt x="223523" y="180823"/>
                    <a:pt x="218120" y="182966"/>
                    <a:pt x="214762" y="186324"/>
                  </a:cubicBezTo>
                  <a:cubicBezTo>
                    <a:pt x="209879" y="191186"/>
                    <a:pt x="207575" y="200237"/>
                    <a:pt x="210560" y="206282"/>
                  </a:cubicBezTo>
                  <a:lnTo>
                    <a:pt x="201508" y="215318"/>
                  </a:lnTo>
                  <a:cubicBezTo>
                    <a:pt x="195116" y="221699"/>
                    <a:pt x="186728" y="224881"/>
                    <a:pt x="178357" y="224881"/>
                  </a:cubicBezTo>
                  <a:cubicBezTo>
                    <a:pt x="169986" y="224881"/>
                    <a:pt x="161615" y="221699"/>
                    <a:pt x="155239" y="215334"/>
                  </a:cubicBezTo>
                  <a:lnTo>
                    <a:pt x="152854" y="212967"/>
                  </a:lnTo>
                  <a:lnTo>
                    <a:pt x="72679" y="292894"/>
                  </a:lnTo>
                  <a:lnTo>
                    <a:pt x="64568" y="314419"/>
                  </a:lnTo>
                  <a:lnTo>
                    <a:pt x="20052" y="345427"/>
                  </a:lnTo>
                  <a:lnTo>
                    <a:pt x="0" y="325501"/>
                  </a:lnTo>
                  <a:lnTo>
                    <a:pt x="31229" y="281076"/>
                  </a:lnTo>
                  <a:lnTo>
                    <a:pt x="52644" y="273000"/>
                  </a:lnTo>
                  <a:lnTo>
                    <a:pt x="132867" y="193041"/>
                  </a:lnTo>
                  <a:lnTo>
                    <a:pt x="131196" y="191362"/>
                  </a:lnTo>
                  <a:cubicBezTo>
                    <a:pt x="118429" y="178632"/>
                    <a:pt x="118429" y="157987"/>
                    <a:pt x="131196" y="145257"/>
                  </a:cubicBezTo>
                  <a:lnTo>
                    <a:pt x="140216" y="136286"/>
                  </a:lnTo>
                  <a:cubicBezTo>
                    <a:pt x="142115" y="137278"/>
                    <a:pt x="144337" y="137725"/>
                    <a:pt x="146641" y="137725"/>
                  </a:cubicBezTo>
                  <a:cubicBezTo>
                    <a:pt x="151670" y="137725"/>
                    <a:pt x="157072" y="135582"/>
                    <a:pt x="160463" y="132208"/>
                  </a:cubicBezTo>
                  <a:cubicBezTo>
                    <a:pt x="165362" y="127299"/>
                    <a:pt x="167698" y="118103"/>
                    <a:pt x="164535" y="112026"/>
                  </a:cubicBezTo>
                  <a:lnTo>
                    <a:pt x="267358" y="9567"/>
                  </a:lnTo>
                  <a:cubicBezTo>
                    <a:pt x="273733" y="3186"/>
                    <a:pt x="282121" y="4"/>
                    <a:pt x="290492" y="4"/>
                  </a:cubicBezTo>
                  <a:close/>
                  <a:moveTo>
                    <a:pt x="74475" y="4"/>
                  </a:moveTo>
                  <a:cubicBezTo>
                    <a:pt x="115589" y="-484"/>
                    <a:pt x="154925" y="39182"/>
                    <a:pt x="154925" y="80174"/>
                  </a:cubicBezTo>
                  <a:cubicBezTo>
                    <a:pt x="154932" y="85473"/>
                    <a:pt x="153634" y="91116"/>
                    <a:pt x="151417" y="96830"/>
                  </a:cubicBezTo>
                  <a:lnTo>
                    <a:pt x="150427" y="97813"/>
                  </a:lnTo>
                  <a:lnTo>
                    <a:pt x="140464" y="107751"/>
                  </a:lnTo>
                  <a:lnTo>
                    <a:pt x="145155" y="116764"/>
                  </a:lnTo>
                  <a:lnTo>
                    <a:pt x="136125" y="112074"/>
                  </a:lnTo>
                  <a:lnTo>
                    <a:pt x="126155" y="122012"/>
                  </a:lnTo>
                  <a:lnTo>
                    <a:pt x="117153" y="130982"/>
                  </a:lnTo>
                  <a:cubicBezTo>
                    <a:pt x="111687" y="136424"/>
                    <a:pt x="107735" y="142799"/>
                    <a:pt x="105225" y="149582"/>
                  </a:cubicBezTo>
                  <a:lnTo>
                    <a:pt x="103725" y="148090"/>
                  </a:lnTo>
                  <a:cubicBezTo>
                    <a:pt x="95864" y="152027"/>
                    <a:pt x="87909" y="154393"/>
                    <a:pt x="80464" y="154393"/>
                  </a:cubicBezTo>
                  <a:cubicBezTo>
                    <a:pt x="39342" y="154393"/>
                    <a:pt x="502" y="115200"/>
                    <a:pt x="0" y="74216"/>
                  </a:cubicBezTo>
                  <a:cubicBezTo>
                    <a:pt x="7" y="74058"/>
                    <a:pt x="4641" y="69505"/>
                    <a:pt x="7259" y="66895"/>
                  </a:cubicBezTo>
                  <a:cubicBezTo>
                    <a:pt x="40920" y="100459"/>
                    <a:pt x="34322" y="97031"/>
                    <a:pt x="55072" y="97031"/>
                  </a:cubicBezTo>
                  <a:cubicBezTo>
                    <a:pt x="71104" y="97031"/>
                    <a:pt x="97370" y="71218"/>
                    <a:pt x="97370" y="54878"/>
                  </a:cubicBezTo>
                  <a:cubicBezTo>
                    <a:pt x="97370" y="34729"/>
                    <a:pt x="100096" y="40064"/>
                    <a:pt x="67137" y="7224"/>
                  </a:cubicBezTo>
                  <a:cubicBezTo>
                    <a:pt x="69669" y="4700"/>
                    <a:pt x="74317" y="4"/>
                    <a:pt x="74475" y="4"/>
                  </a:cubicBezTo>
                  <a:close/>
                </a:path>
              </a:pathLst>
            </a:custGeom>
            <a:solidFill>
              <a:schemeClr val="accent1"/>
            </a:solidFill>
            <a:ln>
              <a:noFill/>
            </a:ln>
          </p:spPr>
          <p:txBody>
            <a:bodyPr wrap="square" lIns="91440" tIns="45720" rIns="91440" bIns="45720" anchor="ctr">
              <a:normAutofit lnSpcReduction="10000"/>
            </a:bodyPr>
            <a:lstStyle/>
            <a:p>
              <a:pPr algn="ctr"/>
            </a:p>
          </p:txBody>
        </p:sp>
        <p:sp>
          <p:nvSpPr>
            <p:cNvPr id="31" name="ïṣḷiḑè"/>
            <p:cNvSpPr/>
            <p:nvPr/>
          </p:nvSpPr>
          <p:spPr bwMode="auto">
            <a:xfrm>
              <a:off x="4540744" y="1558125"/>
              <a:ext cx="347228" cy="347229"/>
            </a:xfrm>
            <a:custGeom>
              <a:avLst/>
              <a:gdLst>
                <a:gd name="connsiteX0" fmla="*/ 299602 w 347228"/>
                <a:gd name="connsiteY0" fmla="*/ 281654 h 347229"/>
                <a:gd name="connsiteX1" fmla="*/ 281438 w 347228"/>
                <a:gd name="connsiteY1" fmla="*/ 299759 h 347229"/>
                <a:gd name="connsiteX2" fmla="*/ 299602 w 347228"/>
                <a:gd name="connsiteY2" fmla="*/ 317857 h 347229"/>
                <a:gd name="connsiteX3" fmla="*/ 317759 w 347228"/>
                <a:gd name="connsiteY3" fmla="*/ 299759 h 347229"/>
                <a:gd name="connsiteX4" fmla="*/ 299602 w 347228"/>
                <a:gd name="connsiteY4" fmla="*/ 281654 h 347229"/>
                <a:gd name="connsiteX5" fmla="*/ 245668 w 347228"/>
                <a:gd name="connsiteY5" fmla="*/ 201851 h 347229"/>
                <a:gd name="connsiteX6" fmla="*/ 303772 w 347228"/>
                <a:gd name="connsiteY6" fmla="*/ 259773 h 347229"/>
                <a:gd name="connsiteX7" fmla="*/ 342465 w 347228"/>
                <a:gd name="connsiteY7" fmla="*/ 288486 h 347229"/>
                <a:gd name="connsiteX8" fmla="*/ 346621 w 347228"/>
                <a:gd name="connsiteY8" fmla="*/ 304221 h 347229"/>
                <a:gd name="connsiteX9" fmla="*/ 303724 w 347228"/>
                <a:gd name="connsiteY9" fmla="*/ 347229 h 347229"/>
                <a:gd name="connsiteX10" fmla="*/ 288283 w 347228"/>
                <a:gd name="connsiteY10" fmla="*/ 343070 h 347229"/>
                <a:gd name="connsiteX11" fmla="*/ 259200 w 347228"/>
                <a:gd name="connsiteY11" fmla="*/ 304221 h 347229"/>
                <a:gd name="connsiteX12" fmla="*/ 197725 w 347228"/>
                <a:gd name="connsiteY12" fmla="*/ 242934 h 347229"/>
                <a:gd name="connsiteX13" fmla="*/ 216386 w 347228"/>
                <a:gd name="connsiteY13" fmla="*/ 231034 h 347229"/>
                <a:gd name="connsiteX14" fmla="*/ 225436 w 347228"/>
                <a:gd name="connsiteY14" fmla="*/ 222009 h 347229"/>
                <a:gd name="connsiteX15" fmla="*/ 235191 w 347228"/>
                <a:gd name="connsiteY15" fmla="*/ 212283 h 347229"/>
                <a:gd name="connsiteX16" fmla="*/ 230641 w 347228"/>
                <a:gd name="connsiteY16" fmla="*/ 203096 h 347229"/>
                <a:gd name="connsiteX17" fmla="*/ 239885 w 347228"/>
                <a:gd name="connsiteY17" fmla="*/ 207619 h 347229"/>
                <a:gd name="connsiteX18" fmla="*/ 290492 w 347228"/>
                <a:gd name="connsiteY18" fmla="*/ 4 h 347229"/>
                <a:gd name="connsiteX19" fmla="*/ 313626 w 347228"/>
                <a:gd name="connsiteY19" fmla="*/ 9551 h 347229"/>
                <a:gd name="connsiteX20" fmla="*/ 337653 w 347228"/>
                <a:gd name="connsiteY20" fmla="*/ 33507 h 347229"/>
                <a:gd name="connsiteX21" fmla="*/ 337653 w 347228"/>
                <a:gd name="connsiteY21" fmla="*/ 79611 h 347229"/>
                <a:gd name="connsiteX22" fmla="*/ 234782 w 347228"/>
                <a:gd name="connsiteY22" fmla="*/ 182151 h 347229"/>
                <a:gd name="connsiteX23" fmla="*/ 228552 w 347228"/>
                <a:gd name="connsiteY23" fmla="*/ 180823 h 347229"/>
                <a:gd name="connsiteX24" fmla="*/ 214762 w 347228"/>
                <a:gd name="connsiteY24" fmla="*/ 186324 h 347229"/>
                <a:gd name="connsiteX25" fmla="*/ 210560 w 347228"/>
                <a:gd name="connsiteY25" fmla="*/ 206282 h 347229"/>
                <a:gd name="connsiteX26" fmla="*/ 201508 w 347228"/>
                <a:gd name="connsiteY26" fmla="*/ 215318 h 347229"/>
                <a:gd name="connsiteX27" fmla="*/ 178357 w 347228"/>
                <a:gd name="connsiteY27" fmla="*/ 224881 h 347229"/>
                <a:gd name="connsiteX28" fmla="*/ 155239 w 347228"/>
                <a:gd name="connsiteY28" fmla="*/ 215334 h 347229"/>
                <a:gd name="connsiteX29" fmla="*/ 152854 w 347228"/>
                <a:gd name="connsiteY29" fmla="*/ 212967 h 347229"/>
                <a:gd name="connsiteX30" fmla="*/ 72679 w 347228"/>
                <a:gd name="connsiteY30" fmla="*/ 292894 h 347229"/>
                <a:gd name="connsiteX31" fmla="*/ 64568 w 347228"/>
                <a:gd name="connsiteY31" fmla="*/ 314419 h 347229"/>
                <a:gd name="connsiteX32" fmla="*/ 20052 w 347228"/>
                <a:gd name="connsiteY32" fmla="*/ 345427 h 347229"/>
                <a:gd name="connsiteX33" fmla="*/ 0 w 347228"/>
                <a:gd name="connsiteY33" fmla="*/ 325501 h 347229"/>
                <a:gd name="connsiteX34" fmla="*/ 31229 w 347228"/>
                <a:gd name="connsiteY34" fmla="*/ 281076 h 347229"/>
                <a:gd name="connsiteX35" fmla="*/ 52644 w 347228"/>
                <a:gd name="connsiteY35" fmla="*/ 273000 h 347229"/>
                <a:gd name="connsiteX36" fmla="*/ 132867 w 347228"/>
                <a:gd name="connsiteY36" fmla="*/ 193041 h 347229"/>
                <a:gd name="connsiteX37" fmla="*/ 131196 w 347228"/>
                <a:gd name="connsiteY37" fmla="*/ 191362 h 347229"/>
                <a:gd name="connsiteX38" fmla="*/ 131196 w 347228"/>
                <a:gd name="connsiteY38" fmla="*/ 145257 h 347229"/>
                <a:gd name="connsiteX39" fmla="*/ 140216 w 347228"/>
                <a:gd name="connsiteY39" fmla="*/ 136286 h 347229"/>
                <a:gd name="connsiteX40" fmla="*/ 146641 w 347228"/>
                <a:gd name="connsiteY40" fmla="*/ 137725 h 347229"/>
                <a:gd name="connsiteX41" fmla="*/ 160463 w 347228"/>
                <a:gd name="connsiteY41" fmla="*/ 132208 h 347229"/>
                <a:gd name="connsiteX42" fmla="*/ 164535 w 347228"/>
                <a:gd name="connsiteY42" fmla="*/ 112026 h 347229"/>
                <a:gd name="connsiteX43" fmla="*/ 267358 w 347228"/>
                <a:gd name="connsiteY43" fmla="*/ 9567 h 347229"/>
                <a:gd name="connsiteX44" fmla="*/ 290492 w 347228"/>
                <a:gd name="connsiteY44" fmla="*/ 4 h 347229"/>
                <a:gd name="connsiteX45" fmla="*/ 74475 w 347228"/>
                <a:gd name="connsiteY45" fmla="*/ 4 h 347229"/>
                <a:gd name="connsiteX46" fmla="*/ 154925 w 347228"/>
                <a:gd name="connsiteY46" fmla="*/ 80174 h 347229"/>
                <a:gd name="connsiteX47" fmla="*/ 151417 w 347228"/>
                <a:gd name="connsiteY47" fmla="*/ 96830 h 347229"/>
                <a:gd name="connsiteX48" fmla="*/ 150427 w 347228"/>
                <a:gd name="connsiteY48" fmla="*/ 97813 h 347229"/>
                <a:gd name="connsiteX49" fmla="*/ 140464 w 347228"/>
                <a:gd name="connsiteY49" fmla="*/ 107751 h 347229"/>
                <a:gd name="connsiteX50" fmla="*/ 145155 w 347228"/>
                <a:gd name="connsiteY50" fmla="*/ 116764 h 347229"/>
                <a:gd name="connsiteX51" fmla="*/ 136125 w 347228"/>
                <a:gd name="connsiteY51" fmla="*/ 112074 h 347229"/>
                <a:gd name="connsiteX52" fmla="*/ 126155 w 347228"/>
                <a:gd name="connsiteY52" fmla="*/ 122012 h 347229"/>
                <a:gd name="connsiteX53" fmla="*/ 117153 w 347228"/>
                <a:gd name="connsiteY53" fmla="*/ 130982 h 347229"/>
                <a:gd name="connsiteX54" fmla="*/ 105225 w 347228"/>
                <a:gd name="connsiteY54" fmla="*/ 149582 h 347229"/>
                <a:gd name="connsiteX55" fmla="*/ 103725 w 347228"/>
                <a:gd name="connsiteY55" fmla="*/ 148090 h 347229"/>
                <a:gd name="connsiteX56" fmla="*/ 80464 w 347228"/>
                <a:gd name="connsiteY56" fmla="*/ 154393 h 347229"/>
                <a:gd name="connsiteX57" fmla="*/ 0 w 347228"/>
                <a:gd name="connsiteY57" fmla="*/ 74216 h 347229"/>
                <a:gd name="connsiteX58" fmla="*/ 7259 w 347228"/>
                <a:gd name="connsiteY58" fmla="*/ 66895 h 347229"/>
                <a:gd name="connsiteX59" fmla="*/ 55072 w 347228"/>
                <a:gd name="connsiteY59" fmla="*/ 97031 h 347229"/>
                <a:gd name="connsiteX60" fmla="*/ 97370 w 347228"/>
                <a:gd name="connsiteY60" fmla="*/ 54878 h 347229"/>
                <a:gd name="connsiteX61" fmla="*/ 67137 w 347228"/>
                <a:gd name="connsiteY61" fmla="*/ 7224 h 347229"/>
                <a:gd name="connsiteX62" fmla="*/ 74475 w 347228"/>
                <a:gd name="connsiteY62" fmla="*/ 4 h 3472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Lst>
              <a:rect l="l" t="t" r="r" b="b"/>
              <a:pathLst>
                <a:path w="347228" h="347229">
                  <a:moveTo>
                    <a:pt x="299602" y="281654"/>
                  </a:moveTo>
                  <a:cubicBezTo>
                    <a:pt x="289572" y="281654"/>
                    <a:pt x="281438" y="289758"/>
                    <a:pt x="281438" y="299759"/>
                  </a:cubicBezTo>
                  <a:cubicBezTo>
                    <a:pt x="281438" y="309754"/>
                    <a:pt x="289572" y="317857"/>
                    <a:pt x="299602" y="317857"/>
                  </a:cubicBezTo>
                  <a:cubicBezTo>
                    <a:pt x="309632" y="317857"/>
                    <a:pt x="317759" y="309754"/>
                    <a:pt x="317759" y="299759"/>
                  </a:cubicBezTo>
                  <a:cubicBezTo>
                    <a:pt x="317759" y="289758"/>
                    <a:pt x="309632" y="281654"/>
                    <a:pt x="299602" y="281654"/>
                  </a:cubicBezTo>
                  <a:close/>
                  <a:moveTo>
                    <a:pt x="245668" y="201851"/>
                  </a:moveTo>
                  <a:lnTo>
                    <a:pt x="303772" y="259773"/>
                  </a:lnTo>
                  <a:lnTo>
                    <a:pt x="342465" y="288486"/>
                  </a:lnTo>
                  <a:lnTo>
                    <a:pt x="346621" y="304221"/>
                  </a:lnTo>
                  <a:lnTo>
                    <a:pt x="303724" y="347229"/>
                  </a:lnTo>
                  <a:lnTo>
                    <a:pt x="288283" y="343070"/>
                  </a:lnTo>
                  <a:lnTo>
                    <a:pt x="259200" y="304221"/>
                  </a:lnTo>
                  <a:lnTo>
                    <a:pt x="197725" y="242934"/>
                  </a:lnTo>
                  <a:cubicBezTo>
                    <a:pt x="204646" y="240376"/>
                    <a:pt x="211016" y="236392"/>
                    <a:pt x="216386" y="231034"/>
                  </a:cubicBezTo>
                  <a:lnTo>
                    <a:pt x="225436" y="222009"/>
                  </a:lnTo>
                  <a:lnTo>
                    <a:pt x="235191" y="212283"/>
                  </a:lnTo>
                  <a:lnTo>
                    <a:pt x="230641" y="203096"/>
                  </a:lnTo>
                  <a:lnTo>
                    <a:pt x="239885" y="207619"/>
                  </a:lnTo>
                  <a:close/>
                  <a:moveTo>
                    <a:pt x="290492" y="4"/>
                  </a:moveTo>
                  <a:cubicBezTo>
                    <a:pt x="298863" y="4"/>
                    <a:pt x="307234" y="3186"/>
                    <a:pt x="313626" y="9551"/>
                  </a:cubicBezTo>
                  <a:lnTo>
                    <a:pt x="337653" y="33507"/>
                  </a:lnTo>
                  <a:cubicBezTo>
                    <a:pt x="350420" y="46236"/>
                    <a:pt x="350420" y="66882"/>
                    <a:pt x="337653" y="79611"/>
                  </a:cubicBezTo>
                  <a:lnTo>
                    <a:pt x="234782" y="182151"/>
                  </a:lnTo>
                  <a:cubicBezTo>
                    <a:pt x="232916" y="181239"/>
                    <a:pt x="230758" y="180823"/>
                    <a:pt x="228552" y="180823"/>
                  </a:cubicBezTo>
                  <a:cubicBezTo>
                    <a:pt x="223523" y="180823"/>
                    <a:pt x="218120" y="182966"/>
                    <a:pt x="214762" y="186324"/>
                  </a:cubicBezTo>
                  <a:cubicBezTo>
                    <a:pt x="209879" y="191186"/>
                    <a:pt x="207575" y="200237"/>
                    <a:pt x="210560" y="206282"/>
                  </a:cubicBezTo>
                  <a:lnTo>
                    <a:pt x="201508" y="215318"/>
                  </a:lnTo>
                  <a:cubicBezTo>
                    <a:pt x="195116" y="221699"/>
                    <a:pt x="186728" y="224881"/>
                    <a:pt x="178357" y="224881"/>
                  </a:cubicBezTo>
                  <a:cubicBezTo>
                    <a:pt x="169986" y="224881"/>
                    <a:pt x="161615" y="221699"/>
                    <a:pt x="155239" y="215334"/>
                  </a:cubicBezTo>
                  <a:lnTo>
                    <a:pt x="152854" y="212967"/>
                  </a:lnTo>
                  <a:lnTo>
                    <a:pt x="72679" y="292894"/>
                  </a:lnTo>
                  <a:lnTo>
                    <a:pt x="64568" y="314419"/>
                  </a:lnTo>
                  <a:lnTo>
                    <a:pt x="20052" y="345427"/>
                  </a:lnTo>
                  <a:lnTo>
                    <a:pt x="0" y="325501"/>
                  </a:lnTo>
                  <a:lnTo>
                    <a:pt x="31229" y="281076"/>
                  </a:lnTo>
                  <a:lnTo>
                    <a:pt x="52644" y="273000"/>
                  </a:lnTo>
                  <a:lnTo>
                    <a:pt x="132867" y="193041"/>
                  </a:lnTo>
                  <a:lnTo>
                    <a:pt x="131196" y="191362"/>
                  </a:lnTo>
                  <a:cubicBezTo>
                    <a:pt x="118429" y="178632"/>
                    <a:pt x="118429" y="157987"/>
                    <a:pt x="131196" y="145257"/>
                  </a:cubicBezTo>
                  <a:lnTo>
                    <a:pt x="140216" y="136286"/>
                  </a:lnTo>
                  <a:cubicBezTo>
                    <a:pt x="142115" y="137278"/>
                    <a:pt x="144337" y="137725"/>
                    <a:pt x="146641" y="137725"/>
                  </a:cubicBezTo>
                  <a:cubicBezTo>
                    <a:pt x="151670" y="137725"/>
                    <a:pt x="157072" y="135582"/>
                    <a:pt x="160463" y="132208"/>
                  </a:cubicBezTo>
                  <a:cubicBezTo>
                    <a:pt x="165362" y="127299"/>
                    <a:pt x="167698" y="118103"/>
                    <a:pt x="164535" y="112026"/>
                  </a:cubicBezTo>
                  <a:lnTo>
                    <a:pt x="267358" y="9567"/>
                  </a:lnTo>
                  <a:cubicBezTo>
                    <a:pt x="273733" y="3186"/>
                    <a:pt x="282121" y="4"/>
                    <a:pt x="290492" y="4"/>
                  </a:cubicBezTo>
                  <a:close/>
                  <a:moveTo>
                    <a:pt x="74475" y="4"/>
                  </a:moveTo>
                  <a:cubicBezTo>
                    <a:pt x="115589" y="-484"/>
                    <a:pt x="154925" y="39182"/>
                    <a:pt x="154925" y="80174"/>
                  </a:cubicBezTo>
                  <a:cubicBezTo>
                    <a:pt x="154932" y="85473"/>
                    <a:pt x="153634" y="91116"/>
                    <a:pt x="151417" y="96830"/>
                  </a:cubicBezTo>
                  <a:lnTo>
                    <a:pt x="150427" y="97813"/>
                  </a:lnTo>
                  <a:lnTo>
                    <a:pt x="140464" y="107751"/>
                  </a:lnTo>
                  <a:lnTo>
                    <a:pt x="145155" y="116764"/>
                  </a:lnTo>
                  <a:lnTo>
                    <a:pt x="136125" y="112074"/>
                  </a:lnTo>
                  <a:lnTo>
                    <a:pt x="126155" y="122012"/>
                  </a:lnTo>
                  <a:lnTo>
                    <a:pt x="117153" y="130982"/>
                  </a:lnTo>
                  <a:cubicBezTo>
                    <a:pt x="111687" y="136424"/>
                    <a:pt x="107735" y="142799"/>
                    <a:pt x="105225" y="149582"/>
                  </a:cubicBezTo>
                  <a:lnTo>
                    <a:pt x="103725" y="148090"/>
                  </a:lnTo>
                  <a:cubicBezTo>
                    <a:pt x="95864" y="152027"/>
                    <a:pt x="87909" y="154393"/>
                    <a:pt x="80464" y="154393"/>
                  </a:cubicBezTo>
                  <a:cubicBezTo>
                    <a:pt x="39342" y="154393"/>
                    <a:pt x="502" y="115200"/>
                    <a:pt x="0" y="74216"/>
                  </a:cubicBezTo>
                  <a:cubicBezTo>
                    <a:pt x="7" y="74058"/>
                    <a:pt x="4641" y="69505"/>
                    <a:pt x="7259" y="66895"/>
                  </a:cubicBezTo>
                  <a:cubicBezTo>
                    <a:pt x="40920" y="100459"/>
                    <a:pt x="34322" y="97031"/>
                    <a:pt x="55072" y="97031"/>
                  </a:cubicBezTo>
                  <a:cubicBezTo>
                    <a:pt x="71104" y="97031"/>
                    <a:pt x="97370" y="71218"/>
                    <a:pt x="97370" y="54878"/>
                  </a:cubicBezTo>
                  <a:cubicBezTo>
                    <a:pt x="97370" y="34729"/>
                    <a:pt x="100096" y="40064"/>
                    <a:pt x="67137" y="7224"/>
                  </a:cubicBezTo>
                  <a:cubicBezTo>
                    <a:pt x="69669" y="4700"/>
                    <a:pt x="74317" y="4"/>
                    <a:pt x="74475" y="4"/>
                  </a:cubicBezTo>
                  <a:close/>
                </a:path>
              </a:pathLst>
            </a:custGeom>
            <a:solidFill>
              <a:schemeClr val="accent2"/>
            </a:solidFill>
            <a:ln>
              <a:noFill/>
            </a:ln>
          </p:spPr>
          <p:txBody>
            <a:bodyPr wrap="square" lIns="91440" tIns="45720" rIns="91440" bIns="45720" anchor="ctr">
              <a:normAutofit lnSpcReduction="10000"/>
            </a:bodyPr>
            <a:lstStyle/>
            <a:p>
              <a:pPr algn="ctr"/>
            </a:p>
          </p:txBody>
        </p:sp>
        <p:sp>
          <p:nvSpPr>
            <p:cNvPr id="32" name="ïṡļiḑê"/>
            <p:cNvSpPr/>
            <p:nvPr/>
          </p:nvSpPr>
          <p:spPr bwMode="auto">
            <a:xfrm>
              <a:off x="7294438" y="1558125"/>
              <a:ext cx="347228" cy="347229"/>
            </a:xfrm>
            <a:custGeom>
              <a:avLst/>
              <a:gdLst>
                <a:gd name="connsiteX0" fmla="*/ 299602 w 347228"/>
                <a:gd name="connsiteY0" fmla="*/ 281654 h 347229"/>
                <a:gd name="connsiteX1" fmla="*/ 281438 w 347228"/>
                <a:gd name="connsiteY1" fmla="*/ 299759 h 347229"/>
                <a:gd name="connsiteX2" fmla="*/ 299602 w 347228"/>
                <a:gd name="connsiteY2" fmla="*/ 317857 h 347229"/>
                <a:gd name="connsiteX3" fmla="*/ 317759 w 347228"/>
                <a:gd name="connsiteY3" fmla="*/ 299759 h 347229"/>
                <a:gd name="connsiteX4" fmla="*/ 299602 w 347228"/>
                <a:gd name="connsiteY4" fmla="*/ 281654 h 347229"/>
                <a:gd name="connsiteX5" fmla="*/ 245668 w 347228"/>
                <a:gd name="connsiteY5" fmla="*/ 201851 h 347229"/>
                <a:gd name="connsiteX6" fmla="*/ 303772 w 347228"/>
                <a:gd name="connsiteY6" fmla="*/ 259773 h 347229"/>
                <a:gd name="connsiteX7" fmla="*/ 342465 w 347228"/>
                <a:gd name="connsiteY7" fmla="*/ 288486 h 347229"/>
                <a:gd name="connsiteX8" fmla="*/ 346621 w 347228"/>
                <a:gd name="connsiteY8" fmla="*/ 304221 h 347229"/>
                <a:gd name="connsiteX9" fmla="*/ 303724 w 347228"/>
                <a:gd name="connsiteY9" fmla="*/ 347229 h 347229"/>
                <a:gd name="connsiteX10" fmla="*/ 288283 w 347228"/>
                <a:gd name="connsiteY10" fmla="*/ 343070 h 347229"/>
                <a:gd name="connsiteX11" fmla="*/ 259200 w 347228"/>
                <a:gd name="connsiteY11" fmla="*/ 304221 h 347229"/>
                <a:gd name="connsiteX12" fmla="*/ 197725 w 347228"/>
                <a:gd name="connsiteY12" fmla="*/ 242934 h 347229"/>
                <a:gd name="connsiteX13" fmla="*/ 216386 w 347228"/>
                <a:gd name="connsiteY13" fmla="*/ 231034 h 347229"/>
                <a:gd name="connsiteX14" fmla="*/ 225436 w 347228"/>
                <a:gd name="connsiteY14" fmla="*/ 222009 h 347229"/>
                <a:gd name="connsiteX15" fmla="*/ 235191 w 347228"/>
                <a:gd name="connsiteY15" fmla="*/ 212283 h 347229"/>
                <a:gd name="connsiteX16" fmla="*/ 230641 w 347228"/>
                <a:gd name="connsiteY16" fmla="*/ 203096 h 347229"/>
                <a:gd name="connsiteX17" fmla="*/ 239885 w 347228"/>
                <a:gd name="connsiteY17" fmla="*/ 207619 h 347229"/>
                <a:gd name="connsiteX18" fmla="*/ 290492 w 347228"/>
                <a:gd name="connsiteY18" fmla="*/ 4 h 347229"/>
                <a:gd name="connsiteX19" fmla="*/ 313626 w 347228"/>
                <a:gd name="connsiteY19" fmla="*/ 9551 h 347229"/>
                <a:gd name="connsiteX20" fmla="*/ 337653 w 347228"/>
                <a:gd name="connsiteY20" fmla="*/ 33507 h 347229"/>
                <a:gd name="connsiteX21" fmla="*/ 337653 w 347228"/>
                <a:gd name="connsiteY21" fmla="*/ 79611 h 347229"/>
                <a:gd name="connsiteX22" fmla="*/ 234782 w 347228"/>
                <a:gd name="connsiteY22" fmla="*/ 182151 h 347229"/>
                <a:gd name="connsiteX23" fmla="*/ 228552 w 347228"/>
                <a:gd name="connsiteY23" fmla="*/ 180823 h 347229"/>
                <a:gd name="connsiteX24" fmla="*/ 214762 w 347228"/>
                <a:gd name="connsiteY24" fmla="*/ 186324 h 347229"/>
                <a:gd name="connsiteX25" fmla="*/ 210560 w 347228"/>
                <a:gd name="connsiteY25" fmla="*/ 206282 h 347229"/>
                <a:gd name="connsiteX26" fmla="*/ 201508 w 347228"/>
                <a:gd name="connsiteY26" fmla="*/ 215318 h 347229"/>
                <a:gd name="connsiteX27" fmla="*/ 178357 w 347228"/>
                <a:gd name="connsiteY27" fmla="*/ 224881 h 347229"/>
                <a:gd name="connsiteX28" fmla="*/ 155239 w 347228"/>
                <a:gd name="connsiteY28" fmla="*/ 215334 h 347229"/>
                <a:gd name="connsiteX29" fmla="*/ 152854 w 347228"/>
                <a:gd name="connsiteY29" fmla="*/ 212967 h 347229"/>
                <a:gd name="connsiteX30" fmla="*/ 72679 w 347228"/>
                <a:gd name="connsiteY30" fmla="*/ 292894 h 347229"/>
                <a:gd name="connsiteX31" fmla="*/ 64568 w 347228"/>
                <a:gd name="connsiteY31" fmla="*/ 314419 h 347229"/>
                <a:gd name="connsiteX32" fmla="*/ 20052 w 347228"/>
                <a:gd name="connsiteY32" fmla="*/ 345427 h 347229"/>
                <a:gd name="connsiteX33" fmla="*/ 0 w 347228"/>
                <a:gd name="connsiteY33" fmla="*/ 325501 h 347229"/>
                <a:gd name="connsiteX34" fmla="*/ 31229 w 347228"/>
                <a:gd name="connsiteY34" fmla="*/ 281076 h 347229"/>
                <a:gd name="connsiteX35" fmla="*/ 52644 w 347228"/>
                <a:gd name="connsiteY35" fmla="*/ 273000 h 347229"/>
                <a:gd name="connsiteX36" fmla="*/ 132867 w 347228"/>
                <a:gd name="connsiteY36" fmla="*/ 193041 h 347229"/>
                <a:gd name="connsiteX37" fmla="*/ 131196 w 347228"/>
                <a:gd name="connsiteY37" fmla="*/ 191362 h 347229"/>
                <a:gd name="connsiteX38" fmla="*/ 131196 w 347228"/>
                <a:gd name="connsiteY38" fmla="*/ 145257 h 347229"/>
                <a:gd name="connsiteX39" fmla="*/ 140216 w 347228"/>
                <a:gd name="connsiteY39" fmla="*/ 136286 h 347229"/>
                <a:gd name="connsiteX40" fmla="*/ 146641 w 347228"/>
                <a:gd name="connsiteY40" fmla="*/ 137725 h 347229"/>
                <a:gd name="connsiteX41" fmla="*/ 160463 w 347228"/>
                <a:gd name="connsiteY41" fmla="*/ 132208 h 347229"/>
                <a:gd name="connsiteX42" fmla="*/ 164535 w 347228"/>
                <a:gd name="connsiteY42" fmla="*/ 112026 h 347229"/>
                <a:gd name="connsiteX43" fmla="*/ 267358 w 347228"/>
                <a:gd name="connsiteY43" fmla="*/ 9567 h 347229"/>
                <a:gd name="connsiteX44" fmla="*/ 290492 w 347228"/>
                <a:gd name="connsiteY44" fmla="*/ 4 h 347229"/>
                <a:gd name="connsiteX45" fmla="*/ 74475 w 347228"/>
                <a:gd name="connsiteY45" fmla="*/ 4 h 347229"/>
                <a:gd name="connsiteX46" fmla="*/ 154925 w 347228"/>
                <a:gd name="connsiteY46" fmla="*/ 80174 h 347229"/>
                <a:gd name="connsiteX47" fmla="*/ 151417 w 347228"/>
                <a:gd name="connsiteY47" fmla="*/ 96830 h 347229"/>
                <a:gd name="connsiteX48" fmla="*/ 150427 w 347228"/>
                <a:gd name="connsiteY48" fmla="*/ 97813 h 347229"/>
                <a:gd name="connsiteX49" fmla="*/ 140464 w 347228"/>
                <a:gd name="connsiteY49" fmla="*/ 107751 h 347229"/>
                <a:gd name="connsiteX50" fmla="*/ 145155 w 347228"/>
                <a:gd name="connsiteY50" fmla="*/ 116764 h 347229"/>
                <a:gd name="connsiteX51" fmla="*/ 136125 w 347228"/>
                <a:gd name="connsiteY51" fmla="*/ 112074 h 347229"/>
                <a:gd name="connsiteX52" fmla="*/ 126155 w 347228"/>
                <a:gd name="connsiteY52" fmla="*/ 122012 h 347229"/>
                <a:gd name="connsiteX53" fmla="*/ 117153 w 347228"/>
                <a:gd name="connsiteY53" fmla="*/ 130982 h 347229"/>
                <a:gd name="connsiteX54" fmla="*/ 105225 w 347228"/>
                <a:gd name="connsiteY54" fmla="*/ 149582 h 347229"/>
                <a:gd name="connsiteX55" fmla="*/ 103725 w 347228"/>
                <a:gd name="connsiteY55" fmla="*/ 148090 h 347229"/>
                <a:gd name="connsiteX56" fmla="*/ 80464 w 347228"/>
                <a:gd name="connsiteY56" fmla="*/ 154393 h 347229"/>
                <a:gd name="connsiteX57" fmla="*/ 0 w 347228"/>
                <a:gd name="connsiteY57" fmla="*/ 74216 h 347229"/>
                <a:gd name="connsiteX58" fmla="*/ 7259 w 347228"/>
                <a:gd name="connsiteY58" fmla="*/ 66895 h 347229"/>
                <a:gd name="connsiteX59" fmla="*/ 55072 w 347228"/>
                <a:gd name="connsiteY59" fmla="*/ 97031 h 347229"/>
                <a:gd name="connsiteX60" fmla="*/ 97370 w 347228"/>
                <a:gd name="connsiteY60" fmla="*/ 54878 h 347229"/>
                <a:gd name="connsiteX61" fmla="*/ 67137 w 347228"/>
                <a:gd name="connsiteY61" fmla="*/ 7224 h 347229"/>
                <a:gd name="connsiteX62" fmla="*/ 74475 w 347228"/>
                <a:gd name="connsiteY62" fmla="*/ 4 h 3472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Lst>
              <a:rect l="l" t="t" r="r" b="b"/>
              <a:pathLst>
                <a:path w="347228" h="347229">
                  <a:moveTo>
                    <a:pt x="299602" y="281654"/>
                  </a:moveTo>
                  <a:cubicBezTo>
                    <a:pt x="289572" y="281654"/>
                    <a:pt x="281438" y="289758"/>
                    <a:pt x="281438" y="299759"/>
                  </a:cubicBezTo>
                  <a:cubicBezTo>
                    <a:pt x="281438" y="309754"/>
                    <a:pt x="289572" y="317857"/>
                    <a:pt x="299602" y="317857"/>
                  </a:cubicBezTo>
                  <a:cubicBezTo>
                    <a:pt x="309632" y="317857"/>
                    <a:pt x="317759" y="309754"/>
                    <a:pt x="317759" y="299759"/>
                  </a:cubicBezTo>
                  <a:cubicBezTo>
                    <a:pt x="317759" y="289758"/>
                    <a:pt x="309632" y="281654"/>
                    <a:pt x="299602" y="281654"/>
                  </a:cubicBezTo>
                  <a:close/>
                  <a:moveTo>
                    <a:pt x="245668" y="201851"/>
                  </a:moveTo>
                  <a:lnTo>
                    <a:pt x="303772" y="259773"/>
                  </a:lnTo>
                  <a:lnTo>
                    <a:pt x="342465" y="288486"/>
                  </a:lnTo>
                  <a:lnTo>
                    <a:pt x="346621" y="304221"/>
                  </a:lnTo>
                  <a:lnTo>
                    <a:pt x="303724" y="347229"/>
                  </a:lnTo>
                  <a:lnTo>
                    <a:pt x="288283" y="343070"/>
                  </a:lnTo>
                  <a:lnTo>
                    <a:pt x="259200" y="304221"/>
                  </a:lnTo>
                  <a:lnTo>
                    <a:pt x="197725" y="242934"/>
                  </a:lnTo>
                  <a:cubicBezTo>
                    <a:pt x="204646" y="240376"/>
                    <a:pt x="211016" y="236392"/>
                    <a:pt x="216386" y="231034"/>
                  </a:cubicBezTo>
                  <a:lnTo>
                    <a:pt x="225436" y="222009"/>
                  </a:lnTo>
                  <a:lnTo>
                    <a:pt x="235191" y="212283"/>
                  </a:lnTo>
                  <a:lnTo>
                    <a:pt x="230641" y="203096"/>
                  </a:lnTo>
                  <a:lnTo>
                    <a:pt x="239885" y="207619"/>
                  </a:lnTo>
                  <a:close/>
                  <a:moveTo>
                    <a:pt x="290492" y="4"/>
                  </a:moveTo>
                  <a:cubicBezTo>
                    <a:pt x="298863" y="4"/>
                    <a:pt x="307234" y="3186"/>
                    <a:pt x="313626" y="9551"/>
                  </a:cubicBezTo>
                  <a:lnTo>
                    <a:pt x="337653" y="33507"/>
                  </a:lnTo>
                  <a:cubicBezTo>
                    <a:pt x="350420" y="46236"/>
                    <a:pt x="350420" y="66882"/>
                    <a:pt x="337653" y="79611"/>
                  </a:cubicBezTo>
                  <a:lnTo>
                    <a:pt x="234782" y="182151"/>
                  </a:lnTo>
                  <a:cubicBezTo>
                    <a:pt x="232916" y="181239"/>
                    <a:pt x="230758" y="180823"/>
                    <a:pt x="228552" y="180823"/>
                  </a:cubicBezTo>
                  <a:cubicBezTo>
                    <a:pt x="223523" y="180823"/>
                    <a:pt x="218120" y="182966"/>
                    <a:pt x="214762" y="186324"/>
                  </a:cubicBezTo>
                  <a:cubicBezTo>
                    <a:pt x="209879" y="191186"/>
                    <a:pt x="207575" y="200237"/>
                    <a:pt x="210560" y="206282"/>
                  </a:cubicBezTo>
                  <a:lnTo>
                    <a:pt x="201508" y="215318"/>
                  </a:lnTo>
                  <a:cubicBezTo>
                    <a:pt x="195116" y="221699"/>
                    <a:pt x="186728" y="224881"/>
                    <a:pt x="178357" y="224881"/>
                  </a:cubicBezTo>
                  <a:cubicBezTo>
                    <a:pt x="169986" y="224881"/>
                    <a:pt x="161615" y="221699"/>
                    <a:pt x="155239" y="215334"/>
                  </a:cubicBezTo>
                  <a:lnTo>
                    <a:pt x="152854" y="212967"/>
                  </a:lnTo>
                  <a:lnTo>
                    <a:pt x="72679" y="292894"/>
                  </a:lnTo>
                  <a:lnTo>
                    <a:pt x="64568" y="314419"/>
                  </a:lnTo>
                  <a:lnTo>
                    <a:pt x="20052" y="345427"/>
                  </a:lnTo>
                  <a:lnTo>
                    <a:pt x="0" y="325501"/>
                  </a:lnTo>
                  <a:lnTo>
                    <a:pt x="31229" y="281076"/>
                  </a:lnTo>
                  <a:lnTo>
                    <a:pt x="52644" y="273000"/>
                  </a:lnTo>
                  <a:lnTo>
                    <a:pt x="132867" y="193041"/>
                  </a:lnTo>
                  <a:lnTo>
                    <a:pt x="131196" y="191362"/>
                  </a:lnTo>
                  <a:cubicBezTo>
                    <a:pt x="118429" y="178632"/>
                    <a:pt x="118429" y="157987"/>
                    <a:pt x="131196" y="145257"/>
                  </a:cubicBezTo>
                  <a:lnTo>
                    <a:pt x="140216" y="136286"/>
                  </a:lnTo>
                  <a:cubicBezTo>
                    <a:pt x="142115" y="137278"/>
                    <a:pt x="144337" y="137725"/>
                    <a:pt x="146641" y="137725"/>
                  </a:cubicBezTo>
                  <a:cubicBezTo>
                    <a:pt x="151670" y="137725"/>
                    <a:pt x="157072" y="135582"/>
                    <a:pt x="160463" y="132208"/>
                  </a:cubicBezTo>
                  <a:cubicBezTo>
                    <a:pt x="165362" y="127299"/>
                    <a:pt x="167698" y="118103"/>
                    <a:pt x="164535" y="112026"/>
                  </a:cubicBezTo>
                  <a:lnTo>
                    <a:pt x="267358" y="9567"/>
                  </a:lnTo>
                  <a:cubicBezTo>
                    <a:pt x="273733" y="3186"/>
                    <a:pt x="282121" y="4"/>
                    <a:pt x="290492" y="4"/>
                  </a:cubicBezTo>
                  <a:close/>
                  <a:moveTo>
                    <a:pt x="74475" y="4"/>
                  </a:moveTo>
                  <a:cubicBezTo>
                    <a:pt x="115589" y="-484"/>
                    <a:pt x="154925" y="39182"/>
                    <a:pt x="154925" y="80174"/>
                  </a:cubicBezTo>
                  <a:cubicBezTo>
                    <a:pt x="154932" y="85473"/>
                    <a:pt x="153634" y="91116"/>
                    <a:pt x="151417" y="96830"/>
                  </a:cubicBezTo>
                  <a:lnTo>
                    <a:pt x="150427" y="97813"/>
                  </a:lnTo>
                  <a:lnTo>
                    <a:pt x="140464" y="107751"/>
                  </a:lnTo>
                  <a:lnTo>
                    <a:pt x="145155" y="116764"/>
                  </a:lnTo>
                  <a:lnTo>
                    <a:pt x="136125" y="112074"/>
                  </a:lnTo>
                  <a:lnTo>
                    <a:pt x="126155" y="122012"/>
                  </a:lnTo>
                  <a:lnTo>
                    <a:pt x="117153" y="130982"/>
                  </a:lnTo>
                  <a:cubicBezTo>
                    <a:pt x="111687" y="136424"/>
                    <a:pt x="107735" y="142799"/>
                    <a:pt x="105225" y="149582"/>
                  </a:cubicBezTo>
                  <a:lnTo>
                    <a:pt x="103725" y="148090"/>
                  </a:lnTo>
                  <a:cubicBezTo>
                    <a:pt x="95864" y="152027"/>
                    <a:pt x="87909" y="154393"/>
                    <a:pt x="80464" y="154393"/>
                  </a:cubicBezTo>
                  <a:cubicBezTo>
                    <a:pt x="39342" y="154393"/>
                    <a:pt x="502" y="115200"/>
                    <a:pt x="0" y="74216"/>
                  </a:cubicBezTo>
                  <a:cubicBezTo>
                    <a:pt x="7" y="74058"/>
                    <a:pt x="4641" y="69505"/>
                    <a:pt x="7259" y="66895"/>
                  </a:cubicBezTo>
                  <a:cubicBezTo>
                    <a:pt x="40920" y="100459"/>
                    <a:pt x="34322" y="97031"/>
                    <a:pt x="55072" y="97031"/>
                  </a:cubicBezTo>
                  <a:cubicBezTo>
                    <a:pt x="71104" y="97031"/>
                    <a:pt x="97370" y="71218"/>
                    <a:pt x="97370" y="54878"/>
                  </a:cubicBezTo>
                  <a:cubicBezTo>
                    <a:pt x="97370" y="34729"/>
                    <a:pt x="100096" y="40064"/>
                    <a:pt x="67137" y="7224"/>
                  </a:cubicBezTo>
                  <a:cubicBezTo>
                    <a:pt x="69669" y="4700"/>
                    <a:pt x="74317" y="4"/>
                    <a:pt x="74475" y="4"/>
                  </a:cubicBezTo>
                  <a:close/>
                </a:path>
              </a:pathLst>
            </a:custGeom>
            <a:solidFill>
              <a:schemeClr val="accent1"/>
            </a:solidFill>
            <a:ln>
              <a:noFill/>
            </a:ln>
          </p:spPr>
          <p:txBody>
            <a:bodyPr wrap="square" lIns="91440" tIns="45720" rIns="91440" bIns="45720" anchor="ctr">
              <a:normAutofit lnSpcReduction="10000"/>
            </a:bodyPr>
            <a:lstStyle/>
            <a:p>
              <a:pPr algn="ctr"/>
            </a:p>
          </p:txBody>
        </p:sp>
        <p:sp>
          <p:nvSpPr>
            <p:cNvPr id="33" name="isḻíḓe"/>
            <p:cNvSpPr/>
            <p:nvPr/>
          </p:nvSpPr>
          <p:spPr bwMode="auto">
            <a:xfrm>
              <a:off x="10048132" y="1558125"/>
              <a:ext cx="347228" cy="347229"/>
            </a:xfrm>
            <a:custGeom>
              <a:avLst/>
              <a:gdLst>
                <a:gd name="connsiteX0" fmla="*/ 299602 w 347228"/>
                <a:gd name="connsiteY0" fmla="*/ 281654 h 347229"/>
                <a:gd name="connsiteX1" fmla="*/ 281438 w 347228"/>
                <a:gd name="connsiteY1" fmla="*/ 299759 h 347229"/>
                <a:gd name="connsiteX2" fmla="*/ 299602 w 347228"/>
                <a:gd name="connsiteY2" fmla="*/ 317857 h 347229"/>
                <a:gd name="connsiteX3" fmla="*/ 317759 w 347228"/>
                <a:gd name="connsiteY3" fmla="*/ 299759 h 347229"/>
                <a:gd name="connsiteX4" fmla="*/ 299602 w 347228"/>
                <a:gd name="connsiteY4" fmla="*/ 281654 h 347229"/>
                <a:gd name="connsiteX5" fmla="*/ 245668 w 347228"/>
                <a:gd name="connsiteY5" fmla="*/ 201851 h 347229"/>
                <a:gd name="connsiteX6" fmla="*/ 303772 w 347228"/>
                <a:gd name="connsiteY6" fmla="*/ 259773 h 347229"/>
                <a:gd name="connsiteX7" fmla="*/ 342465 w 347228"/>
                <a:gd name="connsiteY7" fmla="*/ 288486 h 347229"/>
                <a:gd name="connsiteX8" fmla="*/ 346621 w 347228"/>
                <a:gd name="connsiteY8" fmla="*/ 304221 h 347229"/>
                <a:gd name="connsiteX9" fmla="*/ 303724 w 347228"/>
                <a:gd name="connsiteY9" fmla="*/ 347229 h 347229"/>
                <a:gd name="connsiteX10" fmla="*/ 288283 w 347228"/>
                <a:gd name="connsiteY10" fmla="*/ 343070 h 347229"/>
                <a:gd name="connsiteX11" fmla="*/ 259200 w 347228"/>
                <a:gd name="connsiteY11" fmla="*/ 304221 h 347229"/>
                <a:gd name="connsiteX12" fmla="*/ 197725 w 347228"/>
                <a:gd name="connsiteY12" fmla="*/ 242934 h 347229"/>
                <a:gd name="connsiteX13" fmla="*/ 216386 w 347228"/>
                <a:gd name="connsiteY13" fmla="*/ 231034 h 347229"/>
                <a:gd name="connsiteX14" fmla="*/ 225436 w 347228"/>
                <a:gd name="connsiteY14" fmla="*/ 222009 h 347229"/>
                <a:gd name="connsiteX15" fmla="*/ 235191 w 347228"/>
                <a:gd name="connsiteY15" fmla="*/ 212283 h 347229"/>
                <a:gd name="connsiteX16" fmla="*/ 230641 w 347228"/>
                <a:gd name="connsiteY16" fmla="*/ 203096 h 347229"/>
                <a:gd name="connsiteX17" fmla="*/ 239885 w 347228"/>
                <a:gd name="connsiteY17" fmla="*/ 207619 h 347229"/>
                <a:gd name="connsiteX18" fmla="*/ 290492 w 347228"/>
                <a:gd name="connsiteY18" fmla="*/ 4 h 347229"/>
                <a:gd name="connsiteX19" fmla="*/ 313626 w 347228"/>
                <a:gd name="connsiteY19" fmla="*/ 9551 h 347229"/>
                <a:gd name="connsiteX20" fmla="*/ 337653 w 347228"/>
                <a:gd name="connsiteY20" fmla="*/ 33507 h 347229"/>
                <a:gd name="connsiteX21" fmla="*/ 337653 w 347228"/>
                <a:gd name="connsiteY21" fmla="*/ 79611 h 347229"/>
                <a:gd name="connsiteX22" fmla="*/ 234782 w 347228"/>
                <a:gd name="connsiteY22" fmla="*/ 182151 h 347229"/>
                <a:gd name="connsiteX23" fmla="*/ 228552 w 347228"/>
                <a:gd name="connsiteY23" fmla="*/ 180823 h 347229"/>
                <a:gd name="connsiteX24" fmla="*/ 214762 w 347228"/>
                <a:gd name="connsiteY24" fmla="*/ 186324 h 347229"/>
                <a:gd name="connsiteX25" fmla="*/ 210560 w 347228"/>
                <a:gd name="connsiteY25" fmla="*/ 206282 h 347229"/>
                <a:gd name="connsiteX26" fmla="*/ 201508 w 347228"/>
                <a:gd name="connsiteY26" fmla="*/ 215318 h 347229"/>
                <a:gd name="connsiteX27" fmla="*/ 178357 w 347228"/>
                <a:gd name="connsiteY27" fmla="*/ 224881 h 347229"/>
                <a:gd name="connsiteX28" fmla="*/ 155239 w 347228"/>
                <a:gd name="connsiteY28" fmla="*/ 215334 h 347229"/>
                <a:gd name="connsiteX29" fmla="*/ 152854 w 347228"/>
                <a:gd name="connsiteY29" fmla="*/ 212967 h 347229"/>
                <a:gd name="connsiteX30" fmla="*/ 72679 w 347228"/>
                <a:gd name="connsiteY30" fmla="*/ 292894 h 347229"/>
                <a:gd name="connsiteX31" fmla="*/ 64568 w 347228"/>
                <a:gd name="connsiteY31" fmla="*/ 314419 h 347229"/>
                <a:gd name="connsiteX32" fmla="*/ 20052 w 347228"/>
                <a:gd name="connsiteY32" fmla="*/ 345427 h 347229"/>
                <a:gd name="connsiteX33" fmla="*/ 0 w 347228"/>
                <a:gd name="connsiteY33" fmla="*/ 325501 h 347229"/>
                <a:gd name="connsiteX34" fmla="*/ 31229 w 347228"/>
                <a:gd name="connsiteY34" fmla="*/ 281076 h 347229"/>
                <a:gd name="connsiteX35" fmla="*/ 52644 w 347228"/>
                <a:gd name="connsiteY35" fmla="*/ 273000 h 347229"/>
                <a:gd name="connsiteX36" fmla="*/ 132867 w 347228"/>
                <a:gd name="connsiteY36" fmla="*/ 193041 h 347229"/>
                <a:gd name="connsiteX37" fmla="*/ 131196 w 347228"/>
                <a:gd name="connsiteY37" fmla="*/ 191362 h 347229"/>
                <a:gd name="connsiteX38" fmla="*/ 131196 w 347228"/>
                <a:gd name="connsiteY38" fmla="*/ 145257 h 347229"/>
                <a:gd name="connsiteX39" fmla="*/ 140216 w 347228"/>
                <a:gd name="connsiteY39" fmla="*/ 136286 h 347229"/>
                <a:gd name="connsiteX40" fmla="*/ 146641 w 347228"/>
                <a:gd name="connsiteY40" fmla="*/ 137725 h 347229"/>
                <a:gd name="connsiteX41" fmla="*/ 160463 w 347228"/>
                <a:gd name="connsiteY41" fmla="*/ 132208 h 347229"/>
                <a:gd name="connsiteX42" fmla="*/ 164535 w 347228"/>
                <a:gd name="connsiteY42" fmla="*/ 112026 h 347229"/>
                <a:gd name="connsiteX43" fmla="*/ 267358 w 347228"/>
                <a:gd name="connsiteY43" fmla="*/ 9567 h 347229"/>
                <a:gd name="connsiteX44" fmla="*/ 290492 w 347228"/>
                <a:gd name="connsiteY44" fmla="*/ 4 h 347229"/>
                <a:gd name="connsiteX45" fmla="*/ 74475 w 347228"/>
                <a:gd name="connsiteY45" fmla="*/ 4 h 347229"/>
                <a:gd name="connsiteX46" fmla="*/ 154925 w 347228"/>
                <a:gd name="connsiteY46" fmla="*/ 80174 h 347229"/>
                <a:gd name="connsiteX47" fmla="*/ 151417 w 347228"/>
                <a:gd name="connsiteY47" fmla="*/ 96830 h 347229"/>
                <a:gd name="connsiteX48" fmla="*/ 150427 w 347228"/>
                <a:gd name="connsiteY48" fmla="*/ 97813 h 347229"/>
                <a:gd name="connsiteX49" fmla="*/ 140464 w 347228"/>
                <a:gd name="connsiteY49" fmla="*/ 107751 h 347229"/>
                <a:gd name="connsiteX50" fmla="*/ 145155 w 347228"/>
                <a:gd name="connsiteY50" fmla="*/ 116764 h 347229"/>
                <a:gd name="connsiteX51" fmla="*/ 136125 w 347228"/>
                <a:gd name="connsiteY51" fmla="*/ 112074 h 347229"/>
                <a:gd name="connsiteX52" fmla="*/ 126155 w 347228"/>
                <a:gd name="connsiteY52" fmla="*/ 122012 h 347229"/>
                <a:gd name="connsiteX53" fmla="*/ 117153 w 347228"/>
                <a:gd name="connsiteY53" fmla="*/ 130982 h 347229"/>
                <a:gd name="connsiteX54" fmla="*/ 105225 w 347228"/>
                <a:gd name="connsiteY54" fmla="*/ 149582 h 347229"/>
                <a:gd name="connsiteX55" fmla="*/ 103725 w 347228"/>
                <a:gd name="connsiteY55" fmla="*/ 148090 h 347229"/>
                <a:gd name="connsiteX56" fmla="*/ 80464 w 347228"/>
                <a:gd name="connsiteY56" fmla="*/ 154393 h 347229"/>
                <a:gd name="connsiteX57" fmla="*/ 0 w 347228"/>
                <a:gd name="connsiteY57" fmla="*/ 74216 h 347229"/>
                <a:gd name="connsiteX58" fmla="*/ 7259 w 347228"/>
                <a:gd name="connsiteY58" fmla="*/ 66895 h 347229"/>
                <a:gd name="connsiteX59" fmla="*/ 55072 w 347228"/>
                <a:gd name="connsiteY59" fmla="*/ 97031 h 347229"/>
                <a:gd name="connsiteX60" fmla="*/ 97370 w 347228"/>
                <a:gd name="connsiteY60" fmla="*/ 54878 h 347229"/>
                <a:gd name="connsiteX61" fmla="*/ 67137 w 347228"/>
                <a:gd name="connsiteY61" fmla="*/ 7224 h 347229"/>
                <a:gd name="connsiteX62" fmla="*/ 74475 w 347228"/>
                <a:gd name="connsiteY62" fmla="*/ 4 h 3472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Lst>
              <a:rect l="l" t="t" r="r" b="b"/>
              <a:pathLst>
                <a:path w="347228" h="347229">
                  <a:moveTo>
                    <a:pt x="299602" y="281654"/>
                  </a:moveTo>
                  <a:cubicBezTo>
                    <a:pt x="289572" y="281654"/>
                    <a:pt x="281438" y="289758"/>
                    <a:pt x="281438" y="299759"/>
                  </a:cubicBezTo>
                  <a:cubicBezTo>
                    <a:pt x="281438" y="309754"/>
                    <a:pt x="289572" y="317857"/>
                    <a:pt x="299602" y="317857"/>
                  </a:cubicBezTo>
                  <a:cubicBezTo>
                    <a:pt x="309632" y="317857"/>
                    <a:pt x="317759" y="309754"/>
                    <a:pt x="317759" y="299759"/>
                  </a:cubicBezTo>
                  <a:cubicBezTo>
                    <a:pt x="317759" y="289758"/>
                    <a:pt x="309632" y="281654"/>
                    <a:pt x="299602" y="281654"/>
                  </a:cubicBezTo>
                  <a:close/>
                  <a:moveTo>
                    <a:pt x="245668" y="201851"/>
                  </a:moveTo>
                  <a:lnTo>
                    <a:pt x="303772" y="259773"/>
                  </a:lnTo>
                  <a:lnTo>
                    <a:pt x="342465" y="288486"/>
                  </a:lnTo>
                  <a:lnTo>
                    <a:pt x="346621" y="304221"/>
                  </a:lnTo>
                  <a:lnTo>
                    <a:pt x="303724" y="347229"/>
                  </a:lnTo>
                  <a:lnTo>
                    <a:pt x="288283" y="343070"/>
                  </a:lnTo>
                  <a:lnTo>
                    <a:pt x="259200" y="304221"/>
                  </a:lnTo>
                  <a:lnTo>
                    <a:pt x="197725" y="242934"/>
                  </a:lnTo>
                  <a:cubicBezTo>
                    <a:pt x="204646" y="240376"/>
                    <a:pt x="211016" y="236392"/>
                    <a:pt x="216386" y="231034"/>
                  </a:cubicBezTo>
                  <a:lnTo>
                    <a:pt x="225436" y="222009"/>
                  </a:lnTo>
                  <a:lnTo>
                    <a:pt x="235191" y="212283"/>
                  </a:lnTo>
                  <a:lnTo>
                    <a:pt x="230641" y="203096"/>
                  </a:lnTo>
                  <a:lnTo>
                    <a:pt x="239885" y="207619"/>
                  </a:lnTo>
                  <a:close/>
                  <a:moveTo>
                    <a:pt x="290492" y="4"/>
                  </a:moveTo>
                  <a:cubicBezTo>
                    <a:pt x="298863" y="4"/>
                    <a:pt x="307234" y="3186"/>
                    <a:pt x="313626" y="9551"/>
                  </a:cubicBezTo>
                  <a:lnTo>
                    <a:pt x="337653" y="33507"/>
                  </a:lnTo>
                  <a:cubicBezTo>
                    <a:pt x="350420" y="46236"/>
                    <a:pt x="350420" y="66882"/>
                    <a:pt x="337653" y="79611"/>
                  </a:cubicBezTo>
                  <a:lnTo>
                    <a:pt x="234782" y="182151"/>
                  </a:lnTo>
                  <a:cubicBezTo>
                    <a:pt x="232916" y="181239"/>
                    <a:pt x="230758" y="180823"/>
                    <a:pt x="228552" y="180823"/>
                  </a:cubicBezTo>
                  <a:cubicBezTo>
                    <a:pt x="223523" y="180823"/>
                    <a:pt x="218120" y="182966"/>
                    <a:pt x="214762" y="186324"/>
                  </a:cubicBezTo>
                  <a:cubicBezTo>
                    <a:pt x="209879" y="191186"/>
                    <a:pt x="207575" y="200237"/>
                    <a:pt x="210560" y="206282"/>
                  </a:cubicBezTo>
                  <a:lnTo>
                    <a:pt x="201508" y="215318"/>
                  </a:lnTo>
                  <a:cubicBezTo>
                    <a:pt x="195116" y="221699"/>
                    <a:pt x="186728" y="224881"/>
                    <a:pt x="178357" y="224881"/>
                  </a:cubicBezTo>
                  <a:cubicBezTo>
                    <a:pt x="169986" y="224881"/>
                    <a:pt x="161615" y="221699"/>
                    <a:pt x="155239" y="215334"/>
                  </a:cubicBezTo>
                  <a:lnTo>
                    <a:pt x="152854" y="212967"/>
                  </a:lnTo>
                  <a:lnTo>
                    <a:pt x="72679" y="292894"/>
                  </a:lnTo>
                  <a:lnTo>
                    <a:pt x="64568" y="314419"/>
                  </a:lnTo>
                  <a:lnTo>
                    <a:pt x="20052" y="345427"/>
                  </a:lnTo>
                  <a:lnTo>
                    <a:pt x="0" y="325501"/>
                  </a:lnTo>
                  <a:lnTo>
                    <a:pt x="31229" y="281076"/>
                  </a:lnTo>
                  <a:lnTo>
                    <a:pt x="52644" y="273000"/>
                  </a:lnTo>
                  <a:lnTo>
                    <a:pt x="132867" y="193041"/>
                  </a:lnTo>
                  <a:lnTo>
                    <a:pt x="131196" y="191362"/>
                  </a:lnTo>
                  <a:cubicBezTo>
                    <a:pt x="118429" y="178632"/>
                    <a:pt x="118429" y="157987"/>
                    <a:pt x="131196" y="145257"/>
                  </a:cubicBezTo>
                  <a:lnTo>
                    <a:pt x="140216" y="136286"/>
                  </a:lnTo>
                  <a:cubicBezTo>
                    <a:pt x="142115" y="137278"/>
                    <a:pt x="144337" y="137725"/>
                    <a:pt x="146641" y="137725"/>
                  </a:cubicBezTo>
                  <a:cubicBezTo>
                    <a:pt x="151670" y="137725"/>
                    <a:pt x="157072" y="135582"/>
                    <a:pt x="160463" y="132208"/>
                  </a:cubicBezTo>
                  <a:cubicBezTo>
                    <a:pt x="165362" y="127299"/>
                    <a:pt x="167698" y="118103"/>
                    <a:pt x="164535" y="112026"/>
                  </a:cubicBezTo>
                  <a:lnTo>
                    <a:pt x="267358" y="9567"/>
                  </a:lnTo>
                  <a:cubicBezTo>
                    <a:pt x="273733" y="3186"/>
                    <a:pt x="282121" y="4"/>
                    <a:pt x="290492" y="4"/>
                  </a:cubicBezTo>
                  <a:close/>
                  <a:moveTo>
                    <a:pt x="74475" y="4"/>
                  </a:moveTo>
                  <a:cubicBezTo>
                    <a:pt x="115589" y="-484"/>
                    <a:pt x="154925" y="39182"/>
                    <a:pt x="154925" y="80174"/>
                  </a:cubicBezTo>
                  <a:cubicBezTo>
                    <a:pt x="154932" y="85473"/>
                    <a:pt x="153634" y="91116"/>
                    <a:pt x="151417" y="96830"/>
                  </a:cubicBezTo>
                  <a:lnTo>
                    <a:pt x="150427" y="97813"/>
                  </a:lnTo>
                  <a:lnTo>
                    <a:pt x="140464" y="107751"/>
                  </a:lnTo>
                  <a:lnTo>
                    <a:pt x="145155" y="116764"/>
                  </a:lnTo>
                  <a:lnTo>
                    <a:pt x="136125" y="112074"/>
                  </a:lnTo>
                  <a:lnTo>
                    <a:pt x="126155" y="122012"/>
                  </a:lnTo>
                  <a:lnTo>
                    <a:pt x="117153" y="130982"/>
                  </a:lnTo>
                  <a:cubicBezTo>
                    <a:pt x="111687" y="136424"/>
                    <a:pt x="107735" y="142799"/>
                    <a:pt x="105225" y="149582"/>
                  </a:cubicBezTo>
                  <a:lnTo>
                    <a:pt x="103725" y="148090"/>
                  </a:lnTo>
                  <a:cubicBezTo>
                    <a:pt x="95864" y="152027"/>
                    <a:pt x="87909" y="154393"/>
                    <a:pt x="80464" y="154393"/>
                  </a:cubicBezTo>
                  <a:cubicBezTo>
                    <a:pt x="39342" y="154393"/>
                    <a:pt x="502" y="115200"/>
                    <a:pt x="0" y="74216"/>
                  </a:cubicBezTo>
                  <a:cubicBezTo>
                    <a:pt x="7" y="74058"/>
                    <a:pt x="4641" y="69505"/>
                    <a:pt x="7259" y="66895"/>
                  </a:cubicBezTo>
                  <a:cubicBezTo>
                    <a:pt x="40920" y="100459"/>
                    <a:pt x="34322" y="97031"/>
                    <a:pt x="55072" y="97031"/>
                  </a:cubicBezTo>
                  <a:cubicBezTo>
                    <a:pt x="71104" y="97031"/>
                    <a:pt x="97370" y="71218"/>
                    <a:pt x="97370" y="54878"/>
                  </a:cubicBezTo>
                  <a:cubicBezTo>
                    <a:pt x="97370" y="34729"/>
                    <a:pt x="100096" y="40064"/>
                    <a:pt x="67137" y="7224"/>
                  </a:cubicBezTo>
                  <a:cubicBezTo>
                    <a:pt x="69669" y="4700"/>
                    <a:pt x="74317" y="4"/>
                    <a:pt x="74475" y="4"/>
                  </a:cubicBezTo>
                  <a:close/>
                </a:path>
              </a:pathLst>
            </a:custGeom>
            <a:solidFill>
              <a:schemeClr val="accent2"/>
            </a:solidFill>
            <a:ln>
              <a:noFill/>
            </a:ln>
          </p:spPr>
          <p:txBody>
            <a:bodyPr wrap="square" lIns="91440" tIns="45720" rIns="91440" bIns="45720" anchor="ctr">
              <a:normAutofit lnSpcReduction="10000"/>
            </a:bodyPr>
            <a:lstStyle/>
            <a:p>
              <a:pPr algn="ctr"/>
            </a:p>
          </p:txBody>
        </p:sp>
        <p:sp>
          <p:nvSpPr>
            <p:cNvPr id="34" name="isľîdê"/>
            <p:cNvSpPr txBox="1"/>
            <p:nvPr/>
          </p:nvSpPr>
          <p:spPr>
            <a:xfrm>
              <a:off x="3414210" y="4652002"/>
              <a:ext cx="2533740" cy="1461716"/>
            </a:xfrm>
            <a:prstGeom prst="rect">
              <a:avLst/>
            </a:prstGeom>
            <a:noFill/>
            <a:ln>
              <a:noFill/>
            </a:ln>
          </p:spPr>
          <p:txBody>
            <a:bodyPr wrap="square" lIns="91440" tIns="45720" rIns="91440" bIns="45720" anchor="t" anchorCtr="0">
              <a:noAutofit/>
            </a:bodyPr>
            <a:lstStyle/>
            <a:p>
              <a:pPr marL="0" lvl="1" algn="ctr">
                <a:lnSpc>
                  <a:spcPct val="120000"/>
                </a:lnSpc>
              </a:pPr>
              <a:r>
                <a:rPr lang="zh-CN" altLang="en-US" sz="2200" dirty="0"/>
                <a:t>感觉用户独占主机。</a:t>
              </a:r>
              <a:endParaRPr lang="zh-CN" altLang="en-US" sz="2200" dirty="0"/>
            </a:p>
          </p:txBody>
        </p:sp>
        <p:sp>
          <p:nvSpPr>
            <p:cNvPr id="35" name="isľîdê"/>
            <p:cNvSpPr txBox="1"/>
            <p:nvPr/>
          </p:nvSpPr>
          <p:spPr>
            <a:xfrm>
              <a:off x="6255660" y="4600486"/>
              <a:ext cx="2533740" cy="1461716"/>
            </a:xfrm>
            <a:prstGeom prst="rect">
              <a:avLst/>
            </a:prstGeom>
            <a:noFill/>
            <a:ln>
              <a:noFill/>
            </a:ln>
          </p:spPr>
          <p:txBody>
            <a:bodyPr wrap="square" lIns="91440" tIns="45720" rIns="91440" bIns="45720" anchor="t" anchorCtr="0">
              <a:noAutofit/>
            </a:bodyPr>
            <a:lstStyle/>
            <a:p>
              <a:pPr marL="0" lvl="1" algn="ctr">
                <a:lnSpc>
                  <a:spcPct val="120000"/>
                </a:lnSpc>
              </a:pPr>
              <a:r>
                <a:rPr lang="zh-CN" altLang="en-US" sz="2200" dirty="0"/>
                <a:t>用户的请求能在很短时间内获得响应（</a:t>
              </a:r>
              <a:r>
                <a:rPr lang="en-US" altLang="zh-CN" sz="2200" dirty="0"/>
                <a:t>1~3</a:t>
              </a:r>
              <a:r>
                <a:rPr lang="zh-CN" altLang="en-US" sz="2200" dirty="0"/>
                <a:t>秒）。</a:t>
              </a:r>
              <a:endParaRPr lang="zh-CN" altLang="en-US" sz="2200" dirty="0"/>
            </a:p>
          </p:txBody>
        </p:sp>
        <p:sp>
          <p:nvSpPr>
            <p:cNvPr id="36" name="isľîdê"/>
            <p:cNvSpPr txBox="1"/>
            <p:nvPr/>
          </p:nvSpPr>
          <p:spPr>
            <a:xfrm>
              <a:off x="8985160" y="4600486"/>
              <a:ext cx="2533740" cy="1461716"/>
            </a:xfrm>
            <a:prstGeom prst="rect">
              <a:avLst/>
            </a:prstGeom>
            <a:noFill/>
            <a:ln>
              <a:noFill/>
            </a:ln>
          </p:spPr>
          <p:txBody>
            <a:bodyPr wrap="square" lIns="91440" tIns="45720" rIns="91440" bIns="45720" anchor="t" anchorCtr="0">
              <a:noAutofit/>
            </a:bodyPr>
            <a:lstStyle/>
            <a:p>
              <a:pPr marL="0" lvl="1" algn="ctr">
                <a:lnSpc>
                  <a:spcPct val="120000"/>
                </a:lnSpc>
              </a:pPr>
              <a:r>
                <a:rPr lang="zh-CN" altLang="en-US" sz="2200" dirty="0"/>
                <a:t>用户可通过终端与系统进行广泛的人机对话。</a:t>
              </a:r>
              <a:endParaRPr lang="zh-CN" altLang="en-US" sz="2200" dirty="0"/>
            </a:p>
          </p:txBody>
        </p:sp>
      </p:grpSp>
    </p:spTree>
  </p:cSld>
  <p:clrMapOvr>
    <a:masterClrMapping/>
  </p:clrMapOvr>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78668"/>
            <a:ext cx="7026275" cy="521970"/>
          </a:xfrm>
          <a:prstGeom prst="rect">
            <a:avLst/>
          </a:prstGeom>
        </p:spPr>
        <p:txBody>
          <a:bodyPr wrap="square">
            <a:spAutoFit/>
          </a:bodyPr>
          <a:lstStyle/>
          <a:p>
            <a:r>
              <a:rPr lang="zh-CN" altLang="en-US" sz="2800" b="1" dirty="0">
                <a:solidFill>
                  <a:srgbClr val="FF0000"/>
                </a:solidFill>
              </a:rPr>
              <a:t>实时系统</a:t>
            </a:r>
            <a:endParaRPr lang="en-US" altLang="zh-CN" sz="2800" b="1" dirty="0">
              <a:solidFill>
                <a:srgbClr val="FF0000"/>
              </a:solidFill>
            </a:endParaRPr>
          </a:p>
        </p:txBody>
      </p:sp>
      <p:sp>
        <p:nvSpPr>
          <p:cNvPr id="2" name="矩形 1"/>
          <p:cNvSpPr/>
          <p:nvPr/>
        </p:nvSpPr>
        <p:spPr>
          <a:xfrm>
            <a:off x="669925" y="1268516"/>
            <a:ext cx="10850563" cy="2353837"/>
          </a:xfrm>
          <a:prstGeom prst="rect">
            <a:avLst/>
          </a:prstGeom>
        </p:spPr>
        <p:txBody>
          <a:bodyPr wrap="square">
            <a:noAutofit/>
          </a:bodyPr>
          <a:lstStyle/>
          <a:p>
            <a:pPr indent="457200">
              <a:lnSpc>
                <a:spcPct val="132000"/>
              </a:lnSpc>
              <a:spcBef>
                <a:spcPts val="600"/>
              </a:spcBef>
              <a:spcAft>
                <a:spcPts val="600"/>
              </a:spcAft>
            </a:pPr>
            <a:r>
              <a:rPr lang="zh-CN" altLang="en-US" sz="2400" dirty="0">
                <a:latin typeface="+mn-ea"/>
              </a:rPr>
              <a:t>实时系统：系统能及时响应外部事件的请求，在规定的时间内完成对该事件的处理，并控制所有实时任务协调一致地运行。</a:t>
            </a:r>
            <a:endParaRPr lang="en-US" altLang="zh-CN" sz="2400" dirty="0">
              <a:latin typeface="+mn-ea"/>
            </a:endParaRPr>
          </a:p>
          <a:p>
            <a:pPr indent="457200">
              <a:lnSpc>
                <a:spcPct val="132000"/>
              </a:lnSpc>
              <a:spcBef>
                <a:spcPts val="600"/>
              </a:spcBef>
              <a:spcAft>
                <a:spcPts val="600"/>
              </a:spcAft>
            </a:pPr>
            <a:r>
              <a:rPr lang="zh-CN" altLang="en-US" sz="2400" dirty="0"/>
              <a:t>最主要的特征：</a:t>
            </a:r>
            <a:r>
              <a:rPr lang="zh-CN" altLang="en-US" sz="2400" dirty="0">
                <a:solidFill>
                  <a:srgbClr val="FF0000"/>
                </a:solidFill>
              </a:rPr>
              <a:t>实时性</a:t>
            </a:r>
            <a:endParaRPr lang="en-US" altLang="zh-CN" sz="2400" dirty="0">
              <a:solidFill>
                <a:srgbClr val="FF0000"/>
              </a:solidFill>
            </a:endParaRPr>
          </a:p>
          <a:p>
            <a:pPr indent="457200">
              <a:lnSpc>
                <a:spcPct val="132000"/>
              </a:lnSpc>
              <a:spcBef>
                <a:spcPts val="600"/>
              </a:spcBef>
              <a:spcAft>
                <a:spcPts val="600"/>
              </a:spcAft>
            </a:pPr>
            <a:endParaRPr lang="en-US" altLang="zh-CN" sz="2400" dirty="0">
              <a:solidFill>
                <a:srgbClr val="FF0000"/>
              </a:solidFill>
            </a:endParaRPr>
          </a:p>
          <a:p>
            <a:pPr indent="457200">
              <a:lnSpc>
                <a:spcPct val="132000"/>
              </a:lnSpc>
              <a:spcBef>
                <a:spcPts val="600"/>
              </a:spcBef>
              <a:spcAft>
                <a:spcPts val="600"/>
              </a:spcAft>
            </a:pPr>
            <a:r>
              <a:rPr lang="zh-CN" altLang="en-US" sz="2400" dirty="0"/>
              <a:t>实时系统类型：</a:t>
            </a:r>
            <a:endParaRPr lang="en-US" altLang="zh-CN" sz="2400" dirty="0">
              <a:solidFill>
                <a:srgbClr val="FF0000"/>
              </a:solidFill>
            </a:endParaRPr>
          </a:p>
          <a:p>
            <a:pPr indent="457200">
              <a:lnSpc>
                <a:spcPct val="132000"/>
              </a:lnSpc>
              <a:spcBef>
                <a:spcPts val="600"/>
              </a:spcBef>
              <a:spcAft>
                <a:spcPts val="600"/>
              </a:spcAft>
            </a:pPr>
            <a:endParaRPr lang="zh-CN" altLang="en-US" sz="2400" dirty="0">
              <a:latin typeface="+mn-ea"/>
            </a:endParaRPr>
          </a:p>
        </p:txBody>
      </p:sp>
      <p:sp>
        <p:nvSpPr>
          <p:cNvPr id="10" name="矩形 9"/>
          <p:cNvSpPr/>
          <p:nvPr/>
        </p:nvSpPr>
        <p:spPr>
          <a:xfrm>
            <a:off x="1751773" y="4499232"/>
            <a:ext cx="3946662" cy="1291969"/>
          </a:xfrm>
          <a:prstGeom prst="rect">
            <a:avLst/>
          </a:prstGeom>
        </p:spPr>
        <p:txBody>
          <a:bodyPr wrap="square">
            <a:noAutofit/>
          </a:bodyPr>
          <a:lstStyle/>
          <a:p>
            <a:pPr>
              <a:lnSpc>
                <a:spcPct val="132000"/>
              </a:lnSpc>
              <a:spcBef>
                <a:spcPts val="600"/>
              </a:spcBef>
              <a:spcAft>
                <a:spcPts val="600"/>
              </a:spcAft>
            </a:pPr>
            <a:r>
              <a:rPr lang="zh-CN" altLang="en-US" sz="2400" dirty="0">
                <a:latin typeface="+mn-ea"/>
              </a:rPr>
              <a:t>工业（武器）控制系统</a:t>
            </a:r>
            <a:endParaRPr lang="zh-CN" altLang="en-US" sz="2400" dirty="0">
              <a:latin typeface="+mn-ea"/>
            </a:endParaRPr>
          </a:p>
          <a:p>
            <a:pPr>
              <a:lnSpc>
                <a:spcPct val="132000"/>
              </a:lnSpc>
              <a:spcBef>
                <a:spcPts val="600"/>
              </a:spcBef>
              <a:spcAft>
                <a:spcPts val="600"/>
              </a:spcAft>
            </a:pPr>
            <a:r>
              <a:rPr lang="zh-CN" altLang="en-US" sz="2400" dirty="0">
                <a:latin typeface="+mn-ea"/>
              </a:rPr>
              <a:t>信息查询系统</a:t>
            </a:r>
            <a:endParaRPr lang="zh-CN" altLang="en-US" sz="2400" dirty="0">
              <a:latin typeface="+mn-ea"/>
            </a:endParaRPr>
          </a:p>
        </p:txBody>
      </p:sp>
      <p:sp>
        <p:nvSpPr>
          <p:cNvPr id="11" name="矩形 10"/>
          <p:cNvSpPr/>
          <p:nvPr/>
        </p:nvSpPr>
        <p:spPr>
          <a:xfrm>
            <a:off x="7900781" y="4404233"/>
            <a:ext cx="2767219" cy="1199405"/>
          </a:xfrm>
          <a:prstGeom prst="rect">
            <a:avLst/>
          </a:prstGeom>
        </p:spPr>
        <p:txBody>
          <a:bodyPr wrap="square">
            <a:noAutofit/>
          </a:bodyPr>
          <a:lstStyle/>
          <a:p>
            <a:pPr>
              <a:lnSpc>
                <a:spcPct val="132000"/>
              </a:lnSpc>
              <a:spcBef>
                <a:spcPts val="600"/>
              </a:spcBef>
              <a:spcAft>
                <a:spcPts val="600"/>
              </a:spcAft>
            </a:pPr>
            <a:r>
              <a:rPr lang="zh-CN" altLang="en-US" sz="2400" dirty="0">
                <a:latin typeface="+mn-ea"/>
              </a:rPr>
              <a:t>多媒体系统</a:t>
            </a:r>
            <a:endParaRPr lang="zh-CN" altLang="en-US" sz="2400" dirty="0">
              <a:latin typeface="+mn-ea"/>
            </a:endParaRPr>
          </a:p>
          <a:p>
            <a:pPr>
              <a:lnSpc>
                <a:spcPct val="132000"/>
              </a:lnSpc>
              <a:spcBef>
                <a:spcPts val="600"/>
              </a:spcBef>
              <a:spcAft>
                <a:spcPts val="600"/>
              </a:spcAft>
            </a:pPr>
            <a:r>
              <a:rPr lang="zh-CN" altLang="en-US" sz="2400" dirty="0">
                <a:latin typeface="+mn-ea"/>
              </a:rPr>
              <a:t>嵌入式系统</a:t>
            </a:r>
            <a:endParaRPr lang="zh-CN" altLang="en-US" sz="2400" dirty="0">
              <a:latin typeface="+mn-ea"/>
            </a:endParaRPr>
          </a:p>
        </p:txBody>
      </p:sp>
      <p:pic>
        <p:nvPicPr>
          <p:cNvPr id="12" name="图片 11"/>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7169150" y="4476885"/>
            <a:ext cx="527050" cy="527050"/>
          </a:xfrm>
          <a:prstGeom prst="rect">
            <a:avLst/>
          </a:prstGeom>
          <a:ln>
            <a:noFill/>
          </a:ln>
          <a:effectLst>
            <a:softEdge rad="0"/>
          </a:effectLst>
        </p:spPr>
      </p:pic>
      <p:pic>
        <p:nvPicPr>
          <p:cNvPr id="13" name="图片 12"/>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7169150" y="5149863"/>
            <a:ext cx="527050" cy="527050"/>
          </a:xfrm>
          <a:prstGeom prst="rect">
            <a:avLst/>
          </a:prstGeom>
          <a:ln>
            <a:noFill/>
          </a:ln>
          <a:effectLst>
            <a:softEdge rad="0"/>
          </a:effectLst>
        </p:spPr>
      </p:pic>
      <p:pic>
        <p:nvPicPr>
          <p:cNvPr id="14" name="图片 13"/>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1181100" y="4500717"/>
            <a:ext cx="527050" cy="527050"/>
          </a:xfrm>
          <a:prstGeom prst="rect">
            <a:avLst/>
          </a:prstGeom>
          <a:ln>
            <a:noFill/>
          </a:ln>
          <a:effectLst>
            <a:softEdge rad="0"/>
          </a:effectLst>
        </p:spPr>
      </p:pic>
      <p:pic>
        <p:nvPicPr>
          <p:cNvPr id="15" name="图片 14"/>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1181100" y="5149863"/>
            <a:ext cx="527050" cy="527050"/>
          </a:xfrm>
          <a:prstGeom prst="rect">
            <a:avLst/>
          </a:prstGeom>
          <a:ln>
            <a:noFill/>
          </a:ln>
          <a:effectLst>
            <a:softEdge rad="0"/>
          </a:effectLst>
        </p:spPr>
      </p:pic>
    </p:spTree>
  </p:cSld>
  <p:clrMapOvr>
    <a:masterClrMapping/>
  </p:clrMapOvr>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78668"/>
            <a:ext cx="7026275" cy="953135"/>
          </a:xfrm>
          <a:prstGeom prst="rect">
            <a:avLst/>
          </a:prstGeom>
        </p:spPr>
        <p:txBody>
          <a:bodyPr wrap="square">
            <a:spAutoFit/>
          </a:bodyPr>
          <a:lstStyle/>
          <a:p>
            <a:r>
              <a:rPr lang="zh-CN" altLang="en-US" sz="2800" b="1" dirty="0">
                <a:solidFill>
                  <a:srgbClr val="FF0000"/>
                </a:solidFill>
              </a:rPr>
              <a:t>实时系统</a:t>
            </a:r>
            <a:endParaRPr lang="en-US" altLang="zh-CN" sz="2800" b="1" dirty="0">
              <a:solidFill>
                <a:srgbClr val="FF0000"/>
              </a:solidFill>
            </a:endParaRPr>
          </a:p>
          <a:p>
            <a:endParaRPr lang="en-US" altLang="zh-CN" sz="2800" b="1" dirty="0">
              <a:solidFill>
                <a:srgbClr val="FF0000"/>
              </a:solidFill>
            </a:endParaRPr>
          </a:p>
        </p:txBody>
      </p:sp>
      <p:sp>
        <p:nvSpPr>
          <p:cNvPr id="6" name="íSľïdé"/>
          <p:cNvSpPr/>
          <p:nvPr/>
        </p:nvSpPr>
        <p:spPr>
          <a:xfrm>
            <a:off x="1906927" y="1924829"/>
            <a:ext cx="567702" cy="511936"/>
          </a:xfrm>
          <a:custGeom>
            <a:avLst/>
            <a:gdLst>
              <a:gd name="connsiteX0" fmla="*/ 521432 w 608344"/>
              <a:gd name="connsiteY0" fmla="*/ 370453 h 548582"/>
              <a:gd name="connsiteX1" fmla="*/ 465737 w 608344"/>
              <a:gd name="connsiteY1" fmla="*/ 425787 h 548582"/>
              <a:gd name="connsiteX2" fmla="*/ 442491 w 608344"/>
              <a:gd name="connsiteY2" fmla="*/ 402479 h 548582"/>
              <a:gd name="connsiteX3" fmla="*/ 418201 w 608344"/>
              <a:gd name="connsiteY3" fmla="*/ 426545 h 548582"/>
              <a:gd name="connsiteX4" fmla="*/ 441447 w 608344"/>
              <a:gd name="connsiteY4" fmla="*/ 449948 h 548582"/>
              <a:gd name="connsiteX5" fmla="*/ 465642 w 608344"/>
              <a:gd name="connsiteY5" fmla="*/ 474204 h 548582"/>
              <a:gd name="connsiteX6" fmla="*/ 489932 w 608344"/>
              <a:gd name="connsiteY6" fmla="*/ 450043 h 548582"/>
              <a:gd name="connsiteX7" fmla="*/ 545532 w 608344"/>
              <a:gd name="connsiteY7" fmla="*/ 394709 h 548582"/>
              <a:gd name="connsiteX8" fmla="*/ 481962 w 608344"/>
              <a:gd name="connsiteY8" fmla="*/ 296170 h 548582"/>
              <a:gd name="connsiteX9" fmla="*/ 608344 w 608344"/>
              <a:gd name="connsiteY9" fmla="*/ 422376 h 548582"/>
              <a:gd name="connsiteX10" fmla="*/ 481962 w 608344"/>
              <a:gd name="connsiteY10" fmla="*/ 548582 h 548582"/>
              <a:gd name="connsiteX11" fmla="*/ 355579 w 608344"/>
              <a:gd name="connsiteY11" fmla="*/ 422376 h 548582"/>
              <a:gd name="connsiteX12" fmla="*/ 481962 w 608344"/>
              <a:gd name="connsiteY12" fmla="*/ 296170 h 548582"/>
              <a:gd name="connsiteX13" fmla="*/ 255835 w 608344"/>
              <a:gd name="connsiteY13" fmla="*/ 446 h 548582"/>
              <a:gd name="connsiteX14" fmla="*/ 317801 w 608344"/>
              <a:gd name="connsiteY14" fmla="*/ 13616 h 548582"/>
              <a:gd name="connsiteX15" fmla="*/ 348072 w 608344"/>
              <a:gd name="connsiteY15" fmla="*/ 41661 h 548582"/>
              <a:gd name="connsiteX16" fmla="*/ 381190 w 608344"/>
              <a:gd name="connsiteY16" fmla="*/ 146831 h 548582"/>
              <a:gd name="connsiteX17" fmla="*/ 378913 w 608344"/>
              <a:gd name="connsiteY17" fmla="*/ 156211 h 548582"/>
              <a:gd name="connsiteX18" fmla="*/ 387833 w 608344"/>
              <a:gd name="connsiteY18" fmla="*/ 200458 h 548582"/>
              <a:gd name="connsiteX19" fmla="*/ 366387 w 608344"/>
              <a:gd name="connsiteY19" fmla="*/ 237694 h 548582"/>
              <a:gd name="connsiteX20" fmla="*/ 351393 w 608344"/>
              <a:gd name="connsiteY20" fmla="*/ 278720 h 548582"/>
              <a:gd name="connsiteX21" fmla="*/ 351393 w 608344"/>
              <a:gd name="connsiteY21" fmla="*/ 322873 h 548582"/>
              <a:gd name="connsiteX22" fmla="*/ 317611 w 608344"/>
              <a:gd name="connsiteY22" fmla="*/ 422358 h 548582"/>
              <a:gd name="connsiteX23" fmla="*/ 376635 w 608344"/>
              <a:gd name="connsiteY23" fmla="*/ 548088 h 548582"/>
              <a:gd name="connsiteX24" fmla="*/ 26855 w 608344"/>
              <a:gd name="connsiteY24" fmla="*/ 548088 h 548582"/>
              <a:gd name="connsiteX25" fmla="*/ 0 w 608344"/>
              <a:gd name="connsiteY25" fmla="*/ 521274 h 548582"/>
              <a:gd name="connsiteX26" fmla="*/ 0 w 608344"/>
              <a:gd name="connsiteY26" fmla="*/ 473806 h 548582"/>
              <a:gd name="connsiteX27" fmla="*/ 19453 w 608344"/>
              <a:gd name="connsiteY27" fmla="*/ 432969 h 548582"/>
              <a:gd name="connsiteX28" fmla="*/ 173751 w 608344"/>
              <a:gd name="connsiteY28" fmla="*/ 334242 h 548582"/>
              <a:gd name="connsiteX29" fmla="*/ 176408 w 608344"/>
              <a:gd name="connsiteY29" fmla="*/ 329884 h 548582"/>
              <a:gd name="connsiteX30" fmla="*/ 176408 w 608344"/>
              <a:gd name="connsiteY30" fmla="*/ 278720 h 548582"/>
              <a:gd name="connsiteX31" fmla="*/ 161320 w 608344"/>
              <a:gd name="connsiteY31" fmla="*/ 237694 h 548582"/>
              <a:gd name="connsiteX32" fmla="*/ 139969 w 608344"/>
              <a:gd name="connsiteY32" fmla="*/ 200458 h 548582"/>
              <a:gd name="connsiteX33" fmla="*/ 148320 w 608344"/>
              <a:gd name="connsiteY33" fmla="*/ 156211 h 548582"/>
              <a:gd name="connsiteX34" fmla="*/ 146042 w 608344"/>
              <a:gd name="connsiteY34" fmla="*/ 146736 h 548582"/>
              <a:gd name="connsiteX35" fmla="*/ 145758 w 608344"/>
              <a:gd name="connsiteY35" fmla="*/ 95099 h 548582"/>
              <a:gd name="connsiteX36" fmla="*/ 176029 w 608344"/>
              <a:gd name="connsiteY36" fmla="*/ 42135 h 548582"/>
              <a:gd name="connsiteX37" fmla="*/ 203928 w 608344"/>
              <a:gd name="connsiteY37" fmla="*/ 19017 h 548582"/>
              <a:gd name="connsiteX38" fmla="*/ 231162 w 608344"/>
              <a:gd name="connsiteY38" fmla="*/ 5089 h 548582"/>
              <a:gd name="connsiteX39" fmla="*/ 255835 w 608344"/>
              <a:gd name="connsiteY39" fmla="*/ 446 h 5485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608344" h="548582">
                <a:moveTo>
                  <a:pt x="521432" y="370453"/>
                </a:moveTo>
                <a:lnTo>
                  <a:pt x="465737" y="425787"/>
                </a:lnTo>
                <a:lnTo>
                  <a:pt x="442491" y="402479"/>
                </a:lnTo>
                <a:lnTo>
                  <a:pt x="418201" y="426545"/>
                </a:lnTo>
                <a:lnTo>
                  <a:pt x="441447" y="449948"/>
                </a:lnTo>
                <a:lnTo>
                  <a:pt x="465642" y="474204"/>
                </a:lnTo>
                <a:lnTo>
                  <a:pt x="489932" y="450043"/>
                </a:lnTo>
                <a:lnTo>
                  <a:pt x="545532" y="394709"/>
                </a:lnTo>
                <a:close/>
                <a:moveTo>
                  <a:pt x="481962" y="296170"/>
                </a:moveTo>
                <a:cubicBezTo>
                  <a:pt x="551795" y="296170"/>
                  <a:pt x="608344" y="352641"/>
                  <a:pt x="608344" y="422376"/>
                </a:cubicBezTo>
                <a:cubicBezTo>
                  <a:pt x="608344" y="492111"/>
                  <a:pt x="551795" y="548582"/>
                  <a:pt x="481962" y="548582"/>
                </a:cubicBezTo>
                <a:cubicBezTo>
                  <a:pt x="412129" y="548582"/>
                  <a:pt x="355579" y="492111"/>
                  <a:pt x="355579" y="422376"/>
                </a:cubicBezTo>
                <a:cubicBezTo>
                  <a:pt x="355579" y="352641"/>
                  <a:pt x="412129" y="296170"/>
                  <a:pt x="481962" y="296170"/>
                </a:cubicBezTo>
                <a:close/>
                <a:moveTo>
                  <a:pt x="255835" y="446"/>
                </a:moveTo>
                <a:cubicBezTo>
                  <a:pt x="282785" y="-1828"/>
                  <a:pt x="303187" y="4899"/>
                  <a:pt x="317801" y="13616"/>
                </a:cubicBezTo>
                <a:cubicBezTo>
                  <a:pt x="339721" y="25744"/>
                  <a:pt x="348072" y="41661"/>
                  <a:pt x="348072" y="41661"/>
                </a:cubicBezTo>
                <a:cubicBezTo>
                  <a:pt x="348072" y="41661"/>
                  <a:pt x="398176" y="45167"/>
                  <a:pt x="381190" y="146831"/>
                </a:cubicBezTo>
                <a:cubicBezTo>
                  <a:pt x="380621" y="149863"/>
                  <a:pt x="379862" y="153085"/>
                  <a:pt x="378913" y="156211"/>
                </a:cubicBezTo>
                <a:cubicBezTo>
                  <a:pt x="388592" y="156211"/>
                  <a:pt x="398271" y="163507"/>
                  <a:pt x="387833" y="200458"/>
                </a:cubicBezTo>
                <a:cubicBezTo>
                  <a:pt x="379672" y="229262"/>
                  <a:pt x="372080" y="237221"/>
                  <a:pt x="366387" y="237694"/>
                </a:cubicBezTo>
                <a:cubicBezTo>
                  <a:pt x="364394" y="250675"/>
                  <a:pt x="359175" y="265076"/>
                  <a:pt x="351393" y="278720"/>
                </a:cubicBezTo>
                <a:lnTo>
                  <a:pt x="351393" y="322873"/>
                </a:lnTo>
                <a:cubicBezTo>
                  <a:pt x="330232" y="350539"/>
                  <a:pt x="317611" y="385027"/>
                  <a:pt x="317611" y="422358"/>
                </a:cubicBezTo>
                <a:cubicBezTo>
                  <a:pt x="317611" y="472764"/>
                  <a:pt x="340480" y="518053"/>
                  <a:pt x="376635" y="548088"/>
                </a:cubicBezTo>
                <a:lnTo>
                  <a:pt x="26855" y="548088"/>
                </a:lnTo>
                <a:cubicBezTo>
                  <a:pt x="12052" y="548088"/>
                  <a:pt x="0" y="536055"/>
                  <a:pt x="0" y="521274"/>
                </a:cubicBezTo>
                <a:lnTo>
                  <a:pt x="0" y="473806"/>
                </a:lnTo>
                <a:cubicBezTo>
                  <a:pt x="0" y="457983"/>
                  <a:pt x="7212" y="443013"/>
                  <a:pt x="19453" y="432969"/>
                </a:cubicBezTo>
                <a:cubicBezTo>
                  <a:pt x="86638" y="377921"/>
                  <a:pt x="159043" y="341443"/>
                  <a:pt x="173751" y="334242"/>
                </a:cubicBezTo>
                <a:cubicBezTo>
                  <a:pt x="175365" y="333484"/>
                  <a:pt x="176408" y="331779"/>
                  <a:pt x="176408" y="329884"/>
                </a:cubicBezTo>
                <a:lnTo>
                  <a:pt x="176408" y="278720"/>
                </a:lnTo>
                <a:cubicBezTo>
                  <a:pt x="168437" y="265076"/>
                  <a:pt x="163313" y="250675"/>
                  <a:pt x="161320" y="237694"/>
                </a:cubicBezTo>
                <a:cubicBezTo>
                  <a:pt x="155627" y="237221"/>
                  <a:pt x="148035" y="229072"/>
                  <a:pt x="139969" y="200458"/>
                </a:cubicBezTo>
                <a:cubicBezTo>
                  <a:pt x="129531" y="164170"/>
                  <a:pt x="138925" y="156496"/>
                  <a:pt x="148320" y="156211"/>
                </a:cubicBezTo>
                <a:cubicBezTo>
                  <a:pt x="147371" y="153085"/>
                  <a:pt x="146612" y="149863"/>
                  <a:pt x="146042" y="146736"/>
                </a:cubicBezTo>
                <a:cubicBezTo>
                  <a:pt x="142436" y="128450"/>
                  <a:pt x="141487" y="111396"/>
                  <a:pt x="145758" y="95099"/>
                </a:cubicBezTo>
                <a:cubicBezTo>
                  <a:pt x="150787" y="73212"/>
                  <a:pt x="162744" y="55684"/>
                  <a:pt x="176029" y="42135"/>
                </a:cubicBezTo>
                <a:cubicBezTo>
                  <a:pt x="184379" y="33134"/>
                  <a:pt x="193869" y="25459"/>
                  <a:pt x="203928" y="19017"/>
                </a:cubicBezTo>
                <a:cubicBezTo>
                  <a:pt x="212183" y="13332"/>
                  <a:pt x="221293" y="8405"/>
                  <a:pt x="231162" y="5089"/>
                </a:cubicBezTo>
                <a:cubicBezTo>
                  <a:pt x="238849" y="2625"/>
                  <a:pt x="247105" y="825"/>
                  <a:pt x="255835" y="446"/>
                </a:cubicBezTo>
                <a:close/>
              </a:path>
            </a:pathLst>
          </a:custGeom>
          <a:solidFill>
            <a:schemeClr val="accent1"/>
          </a:solidFill>
          <a:ln>
            <a:no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91440" tIns="45720" rIns="91440" bIns="45720" numCol="1" spcCol="1270" anchor="ctr" anchorCtr="0">
            <a:norm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lvl="0" algn="ctr" defTabSz="977900">
              <a:lnSpc>
                <a:spcPct val="90000"/>
              </a:lnSpc>
              <a:spcBef>
                <a:spcPct val="0"/>
              </a:spcBef>
              <a:spcAft>
                <a:spcPct val="35000"/>
              </a:spcAft>
            </a:pPr>
            <a:endParaRPr lang="en-US" sz="2200" kern="1200"/>
          </a:p>
        </p:txBody>
      </p:sp>
      <p:sp>
        <p:nvSpPr>
          <p:cNvPr id="7" name="ïŝļíḓê"/>
          <p:cNvSpPr/>
          <p:nvPr/>
        </p:nvSpPr>
        <p:spPr bwMode="auto">
          <a:xfrm>
            <a:off x="8689292" y="2556677"/>
            <a:ext cx="556774" cy="553604"/>
          </a:xfrm>
          <a:custGeom>
            <a:avLst/>
            <a:gdLst>
              <a:gd name="T0" fmla="*/ 3682 w 4808"/>
              <a:gd name="T1" fmla="*/ 2763 h 4789"/>
              <a:gd name="T2" fmla="*/ 3420 w 4808"/>
              <a:gd name="T3" fmla="*/ 2703 h 4789"/>
              <a:gd name="T4" fmla="*/ 3026 w 4808"/>
              <a:gd name="T5" fmla="*/ 2392 h 4789"/>
              <a:gd name="T6" fmla="*/ 2818 w 4808"/>
              <a:gd name="T7" fmla="*/ 2517 h 4789"/>
              <a:gd name="T8" fmla="*/ 3219 w 4808"/>
              <a:gd name="T9" fmla="*/ 1876 h 4789"/>
              <a:gd name="T10" fmla="*/ 3609 w 4808"/>
              <a:gd name="T11" fmla="*/ 1953 h 4789"/>
              <a:gd name="T12" fmla="*/ 4553 w 4808"/>
              <a:gd name="T13" fmla="*/ 720 h 4789"/>
              <a:gd name="T14" fmla="*/ 4388 w 4808"/>
              <a:gd name="T15" fmla="*/ 680 h 4789"/>
              <a:gd name="T16" fmla="*/ 3872 w 4808"/>
              <a:gd name="T17" fmla="*/ 1161 h 4789"/>
              <a:gd name="T18" fmla="*/ 3859 w 4808"/>
              <a:gd name="T19" fmla="*/ 1160 h 4789"/>
              <a:gd name="T20" fmla="*/ 3491 w 4808"/>
              <a:gd name="T21" fmla="*/ 1099 h 4789"/>
              <a:gd name="T22" fmla="*/ 3432 w 4808"/>
              <a:gd name="T23" fmla="*/ 731 h 4789"/>
              <a:gd name="T24" fmla="*/ 3454 w 4808"/>
              <a:gd name="T25" fmla="*/ 658 h 4789"/>
              <a:gd name="T26" fmla="*/ 3938 w 4808"/>
              <a:gd name="T27" fmla="*/ 104 h 4789"/>
              <a:gd name="T28" fmla="*/ 3609 w 4808"/>
              <a:gd name="T29" fmla="*/ 0 h 4789"/>
              <a:gd name="T30" fmla="*/ 2710 w 4808"/>
              <a:gd name="T31" fmla="*/ 1369 h 4789"/>
              <a:gd name="T32" fmla="*/ 1300 w 4808"/>
              <a:gd name="T33" fmla="*/ 999 h 4789"/>
              <a:gd name="T34" fmla="*/ 1309 w 4808"/>
              <a:gd name="T35" fmla="*/ 892 h 4789"/>
              <a:gd name="T36" fmla="*/ 865 w 4808"/>
              <a:gd name="T37" fmla="*/ 294 h 4789"/>
              <a:gd name="T38" fmla="*/ 665 w 4808"/>
              <a:gd name="T39" fmla="*/ 298 h 4789"/>
              <a:gd name="T40" fmla="*/ 278 w 4808"/>
              <a:gd name="T41" fmla="*/ 787 h 4789"/>
              <a:gd name="T42" fmla="*/ 630 w 4808"/>
              <a:gd name="T43" fmla="*/ 1163 h 4789"/>
              <a:gd name="T44" fmla="*/ 926 w 4808"/>
              <a:gd name="T45" fmla="*/ 1291 h 4789"/>
              <a:gd name="T46" fmla="*/ 1018 w 4808"/>
              <a:gd name="T47" fmla="*/ 1282 h 4789"/>
              <a:gd name="T48" fmla="*/ 1485 w 4808"/>
              <a:gd name="T49" fmla="*/ 2594 h 4789"/>
              <a:gd name="T50" fmla="*/ 1037 w 4808"/>
              <a:gd name="T51" fmla="*/ 2572 h 4789"/>
              <a:gd name="T52" fmla="*/ 92 w 4808"/>
              <a:gd name="T53" fmla="*/ 3809 h 4789"/>
              <a:gd name="T54" fmla="*/ 186 w 4808"/>
              <a:gd name="T55" fmla="*/ 3882 h 4789"/>
              <a:gd name="T56" fmla="*/ 727 w 4808"/>
              <a:gd name="T57" fmla="*/ 3384 h 4789"/>
              <a:gd name="T58" fmla="*/ 789 w 4808"/>
              <a:gd name="T59" fmla="*/ 3371 h 4789"/>
              <a:gd name="T60" fmla="*/ 796 w 4808"/>
              <a:gd name="T61" fmla="*/ 3372 h 4789"/>
              <a:gd name="T62" fmla="*/ 1218 w 4808"/>
              <a:gd name="T63" fmla="*/ 3798 h 4789"/>
              <a:gd name="T64" fmla="*/ 1192 w 4808"/>
              <a:gd name="T65" fmla="*/ 3873 h 4789"/>
              <a:gd name="T66" fmla="*/ 707 w 4808"/>
              <a:gd name="T67" fmla="*/ 4427 h 4789"/>
              <a:gd name="T68" fmla="*/ 1037 w 4808"/>
              <a:gd name="T69" fmla="*/ 4531 h 4789"/>
              <a:gd name="T70" fmla="*/ 2016 w 4808"/>
              <a:gd name="T71" fmla="*/ 3551 h 4789"/>
              <a:gd name="T72" fmla="*/ 1994 w 4808"/>
              <a:gd name="T73" fmla="*/ 3103 h 4789"/>
              <a:gd name="T74" fmla="*/ 2535 w 4808"/>
              <a:gd name="T75" fmla="*/ 2799 h 4789"/>
              <a:gd name="T76" fmla="*/ 2410 w 4808"/>
              <a:gd name="T77" fmla="*/ 3007 h 4789"/>
              <a:gd name="T78" fmla="*/ 2721 w 4808"/>
              <a:gd name="T79" fmla="*/ 3401 h 4789"/>
              <a:gd name="T80" fmla="*/ 2781 w 4808"/>
              <a:gd name="T81" fmla="*/ 3663 h 4789"/>
              <a:gd name="T82" fmla="*/ 4013 w 4808"/>
              <a:gd name="T83" fmla="*/ 4789 h 4789"/>
              <a:gd name="T84" fmla="*/ 4734 w 4808"/>
              <a:gd name="T85" fmla="*/ 4173 h 4789"/>
              <a:gd name="T86" fmla="*/ 4734 w 4808"/>
              <a:gd name="T87" fmla="*/ 3815 h 47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4808" h="4789">
                <a:moveTo>
                  <a:pt x="4734" y="3815"/>
                </a:moveTo>
                <a:lnTo>
                  <a:pt x="3682" y="2763"/>
                </a:lnTo>
                <a:cubicBezTo>
                  <a:pt x="3634" y="2715"/>
                  <a:pt x="3570" y="2689"/>
                  <a:pt x="3502" y="2689"/>
                </a:cubicBezTo>
                <a:cubicBezTo>
                  <a:pt x="3474" y="2689"/>
                  <a:pt x="3446" y="2694"/>
                  <a:pt x="3420" y="2703"/>
                </a:cubicBezTo>
                <a:lnTo>
                  <a:pt x="3167" y="2450"/>
                </a:lnTo>
                <a:cubicBezTo>
                  <a:pt x="3130" y="2413"/>
                  <a:pt x="3079" y="2392"/>
                  <a:pt x="3026" y="2392"/>
                </a:cubicBezTo>
                <a:cubicBezTo>
                  <a:pt x="2972" y="2392"/>
                  <a:pt x="2922" y="2413"/>
                  <a:pt x="2884" y="2450"/>
                </a:cubicBezTo>
                <a:lnTo>
                  <a:pt x="2818" y="2517"/>
                </a:lnTo>
                <a:lnTo>
                  <a:pt x="2699" y="2398"/>
                </a:lnTo>
                <a:lnTo>
                  <a:pt x="3219" y="1876"/>
                </a:lnTo>
                <a:cubicBezTo>
                  <a:pt x="3340" y="1928"/>
                  <a:pt x="3472" y="1953"/>
                  <a:pt x="3609" y="1953"/>
                </a:cubicBezTo>
                <a:lnTo>
                  <a:pt x="3609" y="1953"/>
                </a:lnTo>
                <a:cubicBezTo>
                  <a:pt x="3870" y="1953"/>
                  <a:pt x="4116" y="1854"/>
                  <a:pt x="4301" y="1669"/>
                </a:cubicBezTo>
                <a:cubicBezTo>
                  <a:pt x="4549" y="1421"/>
                  <a:pt x="4646" y="1059"/>
                  <a:pt x="4553" y="720"/>
                </a:cubicBezTo>
                <a:cubicBezTo>
                  <a:pt x="4542" y="678"/>
                  <a:pt x="4502" y="648"/>
                  <a:pt x="4459" y="648"/>
                </a:cubicBezTo>
                <a:cubicBezTo>
                  <a:pt x="4441" y="648"/>
                  <a:pt x="4413" y="654"/>
                  <a:pt x="4388" y="680"/>
                </a:cubicBezTo>
                <a:cubicBezTo>
                  <a:pt x="4384" y="683"/>
                  <a:pt x="4034" y="1030"/>
                  <a:pt x="3918" y="1146"/>
                </a:cubicBezTo>
                <a:cubicBezTo>
                  <a:pt x="3906" y="1159"/>
                  <a:pt x="3885" y="1161"/>
                  <a:pt x="3872" y="1161"/>
                </a:cubicBezTo>
                <a:cubicBezTo>
                  <a:pt x="3864" y="1161"/>
                  <a:pt x="3859" y="1160"/>
                  <a:pt x="3859" y="1160"/>
                </a:cubicBezTo>
                <a:lnTo>
                  <a:pt x="3859" y="1160"/>
                </a:lnTo>
                <a:lnTo>
                  <a:pt x="3851" y="1159"/>
                </a:lnTo>
                <a:cubicBezTo>
                  <a:pt x="3707" y="1146"/>
                  <a:pt x="3535" y="1119"/>
                  <a:pt x="3491" y="1099"/>
                </a:cubicBezTo>
                <a:cubicBezTo>
                  <a:pt x="3470" y="1055"/>
                  <a:pt x="3445" y="879"/>
                  <a:pt x="3432" y="733"/>
                </a:cubicBezTo>
                <a:lnTo>
                  <a:pt x="3432" y="731"/>
                </a:lnTo>
                <a:lnTo>
                  <a:pt x="3429" y="727"/>
                </a:lnTo>
                <a:cubicBezTo>
                  <a:pt x="3428" y="720"/>
                  <a:pt x="3425" y="687"/>
                  <a:pt x="3454" y="658"/>
                </a:cubicBezTo>
                <a:cubicBezTo>
                  <a:pt x="3574" y="538"/>
                  <a:pt x="3905" y="204"/>
                  <a:pt x="3908" y="201"/>
                </a:cubicBezTo>
                <a:cubicBezTo>
                  <a:pt x="3936" y="173"/>
                  <a:pt x="3947" y="138"/>
                  <a:pt x="3938" y="104"/>
                </a:cubicBezTo>
                <a:cubicBezTo>
                  <a:pt x="3927" y="64"/>
                  <a:pt x="3893" y="42"/>
                  <a:pt x="3865" y="34"/>
                </a:cubicBezTo>
                <a:cubicBezTo>
                  <a:pt x="3782" y="11"/>
                  <a:pt x="3695" y="0"/>
                  <a:pt x="3609" y="0"/>
                </a:cubicBezTo>
                <a:cubicBezTo>
                  <a:pt x="3347" y="0"/>
                  <a:pt x="3101" y="102"/>
                  <a:pt x="2916" y="287"/>
                </a:cubicBezTo>
                <a:cubicBezTo>
                  <a:pt x="2624" y="579"/>
                  <a:pt x="2555" y="1011"/>
                  <a:pt x="2710" y="1369"/>
                </a:cubicBezTo>
                <a:lnTo>
                  <a:pt x="2190" y="1889"/>
                </a:lnTo>
                <a:lnTo>
                  <a:pt x="1300" y="999"/>
                </a:lnTo>
                <a:cubicBezTo>
                  <a:pt x="1300" y="998"/>
                  <a:pt x="1299" y="998"/>
                  <a:pt x="1299" y="997"/>
                </a:cubicBezTo>
                <a:cubicBezTo>
                  <a:pt x="1307" y="963"/>
                  <a:pt x="1311" y="928"/>
                  <a:pt x="1309" y="892"/>
                </a:cubicBezTo>
                <a:cubicBezTo>
                  <a:pt x="1305" y="788"/>
                  <a:pt x="1260" y="689"/>
                  <a:pt x="1182" y="611"/>
                </a:cubicBezTo>
                <a:lnTo>
                  <a:pt x="865" y="294"/>
                </a:lnTo>
                <a:cubicBezTo>
                  <a:pt x="858" y="288"/>
                  <a:pt x="821" y="253"/>
                  <a:pt x="766" y="253"/>
                </a:cubicBezTo>
                <a:cubicBezTo>
                  <a:pt x="740" y="253"/>
                  <a:pt x="702" y="261"/>
                  <a:pt x="665" y="298"/>
                </a:cubicBezTo>
                <a:lnTo>
                  <a:pt x="318" y="645"/>
                </a:lnTo>
                <a:cubicBezTo>
                  <a:pt x="277" y="685"/>
                  <a:pt x="263" y="737"/>
                  <a:pt x="278" y="787"/>
                </a:cubicBezTo>
                <a:cubicBezTo>
                  <a:pt x="288" y="820"/>
                  <a:pt x="308" y="842"/>
                  <a:pt x="314" y="848"/>
                </a:cubicBezTo>
                <a:lnTo>
                  <a:pt x="630" y="1163"/>
                </a:lnTo>
                <a:cubicBezTo>
                  <a:pt x="712" y="1246"/>
                  <a:pt x="817" y="1291"/>
                  <a:pt x="926" y="1291"/>
                </a:cubicBezTo>
                <a:lnTo>
                  <a:pt x="926" y="1291"/>
                </a:lnTo>
                <a:cubicBezTo>
                  <a:pt x="957" y="1291"/>
                  <a:pt x="987" y="1287"/>
                  <a:pt x="1016" y="1280"/>
                </a:cubicBezTo>
                <a:cubicBezTo>
                  <a:pt x="1017" y="1281"/>
                  <a:pt x="1017" y="1281"/>
                  <a:pt x="1018" y="1282"/>
                </a:cubicBezTo>
                <a:lnTo>
                  <a:pt x="1907" y="2171"/>
                </a:lnTo>
                <a:lnTo>
                  <a:pt x="1485" y="2594"/>
                </a:lnTo>
                <a:cubicBezTo>
                  <a:pt x="1466" y="2613"/>
                  <a:pt x="1449" y="2634"/>
                  <a:pt x="1435" y="2656"/>
                </a:cubicBezTo>
                <a:cubicBezTo>
                  <a:pt x="1311" y="2601"/>
                  <a:pt x="1176" y="2572"/>
                  <a:pt x="1037" y="2572"/>
                </a:cubicBezTo>
                <a:cubicBezTo>
                  <a:pt x="775" y="2572"/>
                  <a:pt x="529" y="2674"/>
                  <a:pt x="344" y="2859"/>
                </a:cubicBezTo>
                <a:cubicBezTo>
                  <a:pt x="96" y="3106"/>
                  <a:pt x="0" y="3471"/>
                  <a:pt x="92" y="3809"/>
                </a:cubicBezTo>
                <a:cubicBezTo>
                  <a:pt x="103" y="3852"/>
                  <a:pt x="143" y="3882"/>
                  <a:pt x="186" y="3882"/>
                </a:cubicBezTo>
                <a:lnTo>
                  <a:pt x="186" y="3882"/>
                </a:lnTo>
                <a:cubicBezTo>
                  <a:pt x="204" y="3882"/>
                  <a:pt x="232" y="3877"/>
                  <a:pt x="258" y="3851"/>
                </a:cubicBezTo>
                <a:cubicBezTo>
                  <a:pt x="261" y="3847"/>
                  <a:pt x="611" y="3500"/>
                  <a:pt x="727" y="3384"/>
                </a:cubicBezTo>
                <a:cubicBezTo>
                  <a:pt x="740" y="3372"/>
                  <a:pt x="762" y="3370"/>
                  <a:pt x="774" y="3370"/>
                </a:cubicBezTo>
                <a:cubicBezTo>
                  <a:pt x="783" y="3370"/>
                  <a:pt x="789" y="3371"/>
                  <a:pt x="789" y="3371"/>
                </a:cubicBezTo>
                <a:lnTo>
                  <a:pt x="789" y="3371"/>
                </a:lnTo>
                <a:lnTo>
                  <a:pt x="796" y="3372"/>
                </a:lnTo>
                <a:cubicBezTo>
                  <a:pt x="940" y="3385"/>
                  <a:pt x="1113" y="3411"/>
                  <a:pt x="1157" y="3431"/>
                </a:cubicBezTo>
                <a:cubicBezTo>
                  <a:pt x="1178" y="3475"/>
                  <a:pt x="1205" y="3652"/>
                  <a:pt x="1218" y="3798"/>
                </a:cubicBezTo>
                <a:lnTo>
                  <a:pt x="1219" y="3805"/>
                </a:lnTo>
                <a:cubicBezTo>
                  <a:pt x="1219" y="3805"/>
                  <a:pt x="1223" y="3842"/>
                  <a:pt x="1192" y="3873"/>
                </a:cubicBezTo>
                <a:cubicBezTo>
                  <a:pt x="1072" y="3993"/>
                  <a:pt x="741" y="4327"/>
                  <a:pt x="738" y="4330"/>
                </a:cubicBezTo>
                <a:cubicBezTo>
                  <a:pt x="710" y="4358"/>
                  <a:pt x="699" y="4393"/>
                  <a:pt x="707" y="4427"/>
                </a:cubicBezTo>
                <a:cubicBezTo>
                  <a:pt x="718" y="4467"/>
                  <a:pt x="752" y="4489"/>
                  <a:pt x="780" y="4497"/>
                </a:cubicBezTo>
                <a:cubicBezTo>
                  <a:pt x="864" y="4519"/>
                  <a:pt x="950" y="4531"/>
                  <a:pt x="1037" y="4531"/>
                </a:cubicBezTo>
                <a:cubicBezTo>
                  <a:pt x="1298" y="4531"/>
                  <a:pt x="1544" y="4429"/>
                  <a:pt x="1729" y="4244"/>
                </a:cubicBezTo>
                <a:cubicBezTo>
                  <a:pt x="1914" y="4059"/>
                  <a:pt x="2016" y="3813"/>
                  <a:pt x="2016" y="3551"/>
                </a:cubicBezTo>
                <a:cubicBezTo>
                  <a:pt x="2016" y="3412"/>
                  <a:pt x="1987" y="3277"/>
                  <a:pt x="1932" y="3153"/>
                </a:cubicBezTo>
                <a:cubicBezTo>
                  <a:pt x="1954" y="3139"/>
                  <a:pt x="1975" y="3122"/>
                  <a:pt x="1994" y="3103"/>
                </a:cubicBezTo>
                <a:lnTo>
                  <a:pt x="2417" y="2681"/>
                </a:lnTo>
                <a:lnTo>
                  <a:pt x="2535" y="2799"/>
                </a:lnTo>
                <a:lnTo>
                  <a:pt x="2469" y="2866"/>
                </a:lnTo>
                <a:cubicBezTo>
                  <a:pt x="2431" y="2904"/>
                  <a:pt x="2410" y="2954"/>
                  <a:pt x="2410" y="3007"/>
                </a:cubicBezTo>
                <a:cubicBezTo>
                  <a:pt x="2410" y="3061"/>
                  <a:pt x="2431" y="3111"/>
                  <a:pt x="2469" y="3149"/>
                </a:cubicBezTo>
                <a:lnTo>
                  <a:pt x="2721" y="3401"/>
                </a:lnTo>
                <a:cubicBezTo>
                  <a:pt x="2712" y="3427"/>
                  <a:pt x="2707" y="3455"/>
                  <a:pt x="2707" y="3484"/>
                </a:cubicBezTo>
                <a:cubicBezTo>
                  <a:pt x="2707" y="3552"/>
                  <a:pt x="2734" y="3615"/>
                  <a:pt x="2781" y="3663"/>
                </a:cubicBezTo>
                <a:lnTo>
                  <a:pt x="3834" y="4715"/>
                </a:lnTo>
                <a:cubicBezTo>
                  <a:pt x="3881" y="4763"/>
                  <a:pt x="3945" y="4789"/>
                  <a:pt x="4013" y="4789"/>
                </a:cubicBezTo>
                <a:cubicBezTo>
                  <a:pt x="4081" y="4789"/>
                  <a:pt x="4144" y="4763"/>
                  <a:pt x="4192" y="4715"/>
                </a:cubicBezTo>
                <a:lnTo>
                  <a:pt x="4734" y="4173"/>
                </a:lnTo>
                <a:cubicBezTo>
                  <a:pt x="4782" y="4126"/>
                  <a:pt x="4808" y="4062"/>
                  <a:pt x="4808" y="3994"/>
                </a:cubicBezTo>
                <a:cubicBezTo>
                  <a:pt x="4808" y="3926"/>
                  <a:pt x="4782" y="3863"/>
                  <a:pt x="4734" y="3815"/>
                </a:cubicBezTo>
                <a:close/>
              </a:path>
            </a:pathLst>
          </a:custGeom>
          <a:solidFill>
            <a:schemeClr val="accent1"/>
          </a:solidFill>
          <a:ln>
            <a:noFill/>
          </a:ln>
        </p:spPr>
        <p:txBody>
          <a:bodyPr wrap="square" lIns="91440" tIns="45720" rIns="91440" bIns="45720">
            <a:normAutofit/>
          </a:bodyPr>
          <a:lstStyle/>
          <a:p>
            <a:endParaRPr lang="zh-CN" altLang="en-US"/>
          </a:p>
        </p:txBody>
      </p:sp>
      <p:sp>
        <p:nvSpPr>
          <p:cNvPr id="8" name="îṧľîdé"/>
          <p:cNvSpPr/>
          <p:nvPr/>
        </p:nvSpPr>
        <p:spPr>
          <a:xfrm>
            <a:off x="3945450" y="1508926"/>
            <a:ext cx="4034934" cy="2095500"/>
          </a:xfrm>
          <a:prstGeom prst="leftRightRibbon">
            <a:avLst>
              <a:gd name="adj1" fmla="val 50000"/>
              <a:gd name="adj2" fmla="val 50000"/>
              <a:gd name="adj3" fmla="val 33333"/>
            </a:avLst>
          </a:prstGeom>
          <a:solidFill>
            <a:schemeClr val="bg1">
              <a:lumMod val="85000"/>
            </a:schemeClr>
          </a:solidFill>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txBody>
          <a:bodyPr/>
          <a:lstStyle/>
          <a:p>
            <a:endParaRPr lang="zh-CN" altLang="en-US"/>
          </a:p>
        </p:txBody>
      </p:sp>
      <p:sp>
        <p:nvSpPr>
          <p:cNvPr id="9" name="内容占位符 2"/>
          <p:cNvSpPr txBox="1"/>
          <p:nvPr/>
        </p:nvSpPr>
        <p:spPr>
          <a:xfrm>
            <a:off x="894703" y="2556676"/>
            <a:ext cx="4308362" cy="3084269"/>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9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9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9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9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9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marL="0" indent="0">
              <a:spcBef>
                <a:spcPts val="580"/>
              </a:spcBef>
              <a:buNone/>
              <a:defRPr/>
            </a:pPr>
            <a:r>
              <a:rPr lang="zh-CN" altLang="en-US" sz="2400" dirty="0"/>
              <a:t>实时任务的类型</a:t>
            </a:r>
            <a:endParaRPr lang="en-US" altLang="zh-CN" sz="2400" dirty="0"/>
          </a:p>
          <a:p>
            <a:pPr marL="342900" lvl="1" indent="-342900">
              <a:lnSpc>
                <a:spcPct val="132000"/>
              </a:lnSpc>
              <a:spcBef>
                <a:spcPts val="370"/>
              </a:spcBef>
              <a:buClr>
                <a:srgbClr val="E71101"/>
              </a:buClr>
              <a:buSzPct val="60000"/>
              <a:buFont typeface="Wingdings" panose="05000000000000000000" pitchFamily="2" charset="2"/>
              <a:buChar char="Ø"/>
              <a:defRPr/>
            </a:pPr>
            <a:r>
              <a:rPr lang="zh-CN" altLang="en-US" sz="2200" dirty="0">
                <a:solidFill>
                  <a:schemeClr val="tx1">
                    <a:lumMod val="65000"/>
                    <a:lumOff val="35000"/>
                  </a:schemeClr>
                </a:solidFill>
              </a:rPr>
              <a:t>根据</a:t>
            </a:r>
            <a:r>
              <a:rPr lang="zh-CN" altLang="en-US" sz="2200" dirty="0">
                <a:solidFill>
                  <a:srgbClr val="0000FF"/>
                </a:solidFill>
              </a:rPr>
              <a:t>任务执行时是否呈现周期性</a:t>
            </a:r>
            <a:r>
              <a:rPr lang="zh-CN" altLang="en-US" sz="2200" dirty="0">
                <a:solidFill>
                  <a:schemeClr val="tx1">
                    <a:lumMod val="65000"/>
                    <a:lumOff val="35000"/>
                  </a:schemeClr>
                </a:solidFill>
              </a:rPr>
              <a:t>来划分</a:t>
            </a:r>
            <a:endParaRPr lang="zh-CN" altLang="en-US" sz="2200" dirty="0">
              <a:solidFill>
                <a:schemeClr val="tx1">
                  <a:lumMod val="65000"/>
                  <a:lumOff val="35000"/>
                </a:schemeClr>
              </a:solidFill>
            </a:endParaRPr>
          </a:p>
          <a:p>
            <a:pPr marL="800100" lvl="2" indent="-342900">
              <a:lnSpc>
                <a:spcPct val="132000"/>
              </a:lnSpc>
              <a:spcBef>
                <a:spcPts val="370"/>
              </a:spcBef>
              <a:buClr>
                <a:srgbClr val="E71101"/>
              </a:buClr>
              <a:buSzPct val="60000"/>
              <a:buFont typeface="Wingdings" panose="05000000000000000000" pitchFamily="2" charset="2"/>
              <a:buChar char="p"/>
              <a:defRPr/>
            </a:pPr>
            <a:r>
              <a:rPr lang="zh-CN" altLang="en-US" sz="2200" dirty="0">
                <a:solidFill>
                  <a:schemeClr val="tx1">
                    <a:lumMod val="65000"/>
                    <a:lumOff val="35000"/>
                  </a:schemeClr>
                </a:solidFill>
              </a:rPr>
              <a:t>周期性实时任务、非周期性实时任务</a:t>
            </a:r>
            <a:endParaRPr lang="zh-CN" altLang="en-US" sz="2200" dirty="0">
              <a:solidFill>
                <a:schemeClr val="tx1">
                  <a:lumMod val="65000"/>
                  <a:lumOff val="35000"/>
                </a:schemeClr>
              </a:solidFill>
            </a:endParaRPr>
          </a:p>
          <a:p>
            <a:pPr marL="342900" lvl="1" indent="-342900">
              <a:lnSpc>
                <a:spcPct val="132000"/>
              </a:lnSpc>
              <a:spcBef>
                <a:spcPts val="370"/>
              </a:spcBef>
              <a:buClr>
                <a:srgbClr val="E71101"/>
              </a:buClr>
              <a:buSzPct val="60000"/>
              <a:buFont typeface="Wingdings" panose="05000000000000000000" pitchFamily="2" charset="2"/>
              <a:buChar char="Ø"/>
              <a:defRPr/>
            </a:pPr>
            <a:r>
              <a:rPr lang="zh-CN" altLang="en-US" sz="2200" dirty="0">
                <a:solidFill>
                  <a:schemeClr val="tx1">
                    <a:lumMod val="65000"/>
                    <a:lumOff val="35000"/>
                  </a:schemeClr>
                </a:solidFill>
              </a:rPr>
              <a:t>根据</a:t>
            </a:r>
            <a:r>
              <a:rPr lang="zh-CN" altLang="en-US" sz="2200" dirty="0">
                <a:solidFill>
                  <a:srgbClr val="0000FF"/>
                </a:solidFill>
              </a:rPr>
              <a:t>对截止时间的要求</a:t>
            </a:r>
            <a:r>
              <a:rPr lang="zh-CN" altLang="en-US" sz="2200" dirty="0">
                <a:solidFill>
                  <a:schemeClr val="tx1">
                    <a:lumMod val="65000"/>
                    <a:lumOff val="35000"/>
                  </a:schemeClr>
                </a:solidFill>
              </a:rPr>
              <a:t>来划分</a:t>
            </a:r>
            <a:endParaRPr lang="zh-CN" altLang="en-US" sz="2200" dirty="0">
              <a:solidFill>
                <a:schemeClr val="tx1">
                  <a:lumMod val="65000"/>
                  <a:lumOff val="35000"/>
                </a:schemeClr>
              </a:solidFill>
            </a:endParaRPr>
          </a:p>
          <a:p>
            <a:pPr marL="800100" lvl="2" indent="-342900">
              <a:lnSpc>
                <a:spcPct val="132000"/>
              </a:lnSpc>
              <a:spcBef>
                <a:spcPts val="370"/>
              </a:spcBef>
              <a:buClr>
                <a:srgbClr val="E71101"/>
              </a:buClr>
              <a:buSzPct val="60000"/>
              <a:buFont typeface="Wingdings" panose="05000000000000000000" pitchFamily="2" charset="2"/>
              <a:buChar char="p"/>
              <a:defRPr/>
            </a:pPr>
            <a:r>
              <a:rPr lang="zh-CN" altLang="en-US" sz="2200" dirty="0">
                <a:solidFill>
                  <a:schemeClr val="tx1">
                    <a:lumMod val="65000"/>
                    <a:lumOff val="35000"/>
                  </a:schemeClr>
                </a:solidFill>
              </a:rPr>
              <a:t>硬实时任务、软实时任务</a:t>
            </a:r>
            <a:endParaRPr lang="zh-CN" altLang="en-US" sz="2200" dirty="0">
              <a:solidFill>
                <a:schemeClr val="tx1">
                  <a:lumMod val="65000"/>
                  <a:lumOff val="35000"/>
                </a:schemeClr>
              </a:solidFill>
            </a:endParaRPr>
          </a:p>
        </p:txBody>
      </p:sp>
      <p:sp>
        <p:nvSpPr>
          <p:cNvPr id="10" name="内容占位符 2"/>
          <p:cNvSpPr txBox="1"/>
          <p:nvPr/>
        </p:nvSpPr>
        <p:spPr>
          <a:xfrm>
            <a:off x="7696200" y="3235045"/>
            <a:ext cx="4062082" cy="2634803"/>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9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9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9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9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9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marL="0" indent="0">
              <a:lnSpc>
                <a:spcPct val="132000"/>
              </a:lnSpc>
              <a:spcBef>
                <a:spcPts val="580"/>
              </a:spcBef>
              <a:buNone/>
              <a:defRPr/>
            </a:pPr>
            <a:r>
              <a:rPr lang="zh-CN" altLang="en-US" sz="2400" dirty="0"/>
              <a:t>实时系统与分时系统的比较</a:t>
            </a:r>
            <a:endParaRPr lang="zh-CN" altLang="en-US" sz="2400" dirty="0"/>
          </a:p>
          <a:p>
            <a:pPr marL="0" lvl="1" indent="-342900">
              <a:lnSpc>
                <a:spcPct val="132000"/>
              </a:lnSpc>
              <a:spcBef>
                <a:spcPts val="370"/>
              </a:spcBef>
              <a:buClr>
                <a:srgbClr val="E71101"/>
              </a:buClr>
              <a:buSzPct val="60000"/>
              <a:buFont typeface="Wingdings" panose="05000000000000000000" pitchFamily="2" charset="2"/>
              <a:buChar char="Ø"/>
              <a:defRPr/>
            </a:pPr>
            <a:r>
              <a:rPr lang="zh-CN" altLang="en-US" sz="2200" dirty="0">
                <a:solidFill>
                  <a:schemeClr val="tx1">
                    <a:lumMod val="65000"/>
                    <a:lumOff val="35000"/>
                  </a:schemeClr>
                </a:solidFill>
              </a:rPr>
              <a:t>多路性</a:t>
            </a:r>
            <a:endParaRPr lang="zh-CN" altLang="en-US" sz="2200" dirty="0">
              <a:solidFill>
                <a:schemeClr val="tx1">
                  <a:lumMod val="65000"/>
                  <a:lumOff val="35000"/>
                </a:schemeClr>
              </a:solidFill>
            </a:endParaRPr>
          </a:p>
          <a:p>
            <a:pPr marL="0" lvl="1" indent="-342900">
              <a:lnSpc>
                <a:spcPct val="132000"/>
              </a:lnSpc>
              <a:spcBef>
                <a:spcPts val="370"/>
              </a:spcBef>
              <a:buClr>
                <a:srgbClr val="E71101"/>
              </a:buClr>
              <a:buSzPct val="60000"/>
              <a:buFont typeface="Wingdings" panose="05000000000000000000" pitchFamily="2" charset="2"/>
              <a:buChar char="Ø"/>
              <a:defRPr/>
            </a:pPr>
            <a:r>
              <a:rPr lang="zh-CN" altLang="en-US" sz="2200" dirty="0">
                <a:solidFill>
                  <a:schemeClr val="tx1">
                    <a:lumMod val="65000"/>
                    <a:lumOff val="35000"/>
                  </a:schemeClr>
                </a:solidFill>
              </a:rPr>
              <a:t>独立性</a:t>
            </a:r>
            <a:endParaRPr lang="zh-CN" altLang="en-US" sz="2200" dirty="0">
              <a:solidFill>
                <a:schemeClr val="tx1">
                  <a:lumMod val="65000"/>
                  <a:lumOff val="35000"/>
                </a:schemeClr>
              </a:solidFill>
            </a:endParaRPr>
          </a:p>
          <a:p>
            <a:pPr marL="0" lvl="1" indent="-342900">
              <a:lnSpc>
                <a:spcPct val="132000"/>
              </a:lnSpc>
              <a:spcBef>
                <a:spcPts val="370"/>
              </a:spcBef>
              <a:buClr>
                <a:srgbClr val="E71101"/>
              </a:buClr>
              <a:buSzPct val="60000"/>
              <a:buFont typeface="Wingdings" panose="05000000000000000000" pitchFamily="2" charset="2"/>
              <a:buChar char="Ø"/>
              <a:defRPr/>
            </a:pPr>
            <a:r>
              <a:rPr lang="zh-CN" altLang="en-US" sz="2200" dirty="0">
                <a:solidFill>
                  <a:srgbClr val="FF0000"/>
                </a:solidFill>
              </a:rPr>
              <a:t>及时性</a:t>
            </a:r>
            <a:endParaRPr lang="zh-CN" altLang="en-US" sz="2200" dirty="0">
              <a:solidFill>
                <a:srgbClr val="FF0000"/>
              </a:solidFill>
            </a:endParaRPr>
          </a:p>
          <a:p>
            <a:pPr marL="0" lvl="1" indent="-342900">
              <a:lnSpc>
                <a:spcPct val="132000"/>
              </a:lnSpc>
              <a:spcBef>
                <a:spcPts val="370"/>
              </a:spcBef>
              <a:buClr>
                <a:srgbClr val="E71101"/>
              </a:buClr>
              <a:buSzPct val="60000"/>
              <a:buFont typeface="Wingdings" panose="05000000000000000000" pitchFamily="2" charset="2"/>
              <a:buChar char="Ø"/>
              <a:defRPr/>
            </a:pPr>
            <a:r>
              <a:rPr lang="zh-CN" altLang="en-US" sz="2200" dirty="0">
                <a:solidFill>
                  <a:schemeClr val="tx1">
                    <a:lumMod val="65000"/>
                    <a:lumOff val="35000"/>
                  </a:schemeClr>
                </a:solidFill>
              </a:rPr>
              <a:t>交互性</a:t>
            </a:r>
            <a:endParaRPr lang="zh-CN" altLang="en-US" sz="2200" dirty="0">
              <a:solidFill>
                <a:schemeClr val="tx1">
                  <a:lumMod val="65000"/>
                  <a:lumOff val="35000"/>
                </a:schemeClr>
              </a:solidFill>
            </a:endParaRPr>
          </a:p>
          <a:p>
            <a:pPr marL="0" lvl="1" indent="-342900">
              <a:lnSpc>
                <a:spcPct val="132000"/>
              </a:lnSpc>
              <a:spcBef>
                <a:spcPts val="370"/>
              </a:spcBef>
              <a:buClr>
                <a:srgbClr val="E71101"/>
              </a:buClr>
              <a:buSzPct val="60000"/>
              <a:buFont typeface="Wingdings" panose="05000000000000000000" pitchFamily="2" charset="2"/>
              <a:buChar char="Ø"/>
              <a:defRPr/>
            </a:pPr>
            <a:r>
              <a:rPr lang="zh-CN" altLang="en-US" sz="2200" dirty="0">
                <a:solidFill>
                  <a:srgbClr val="FF0000"/>
                </a:solidFill>
              </a:rPr>
              <a:t>可靠性</a:t>
            </a:r>
            <a:endParaRPr lang="zh-CN" altLang="en-US" sz="2200" dirty="0">
              <a:solidFill>
                <a:srgbClr val="FF0000"/>
              </a:solidFill>
            </a:endParaRPr>
          </a:p>
        </p:txBody>
      </p:sp>
    </p:spTree>
  </p:cSld>
  <p:clrMapOvr>
    <a:masterClrMapping/>
  </p:clrMapOvr>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78668"/>
            <a:ext cx="7026275" cy="523220"/>
          </a:xfrm>
          <a:prstGeom prst="rect">
            <a:avLst/>
          </a:prstGeom>
        </p:spPr>
        <p:txBody>
          <a:bodyPr wrap="square">
            <a:spAutoFit/>
          </a:bodyPr>
          <a:lstStyle/>
          <a:p>
            <a:r>
              <a:rPr lang="zh-CN" altLang="en-US" sz="2800" b="1" dirty="0">
                <a:solidFill>
                  <a:srgbClr val="FF0000"/>
                </a:solidFill>
              </a:rPr>
              <a:t>微机操作系统的发展</a:t>
            </a:r>
            <a:endParaRPr lang="zh-CN" altLang="en-US" sz="2800" b="1" dirty="0">
              <a:solidFill>
                <a:srgbClr val="FF0000"/>
              </a:solidFill>
            </a:endParaRPr>
          </a:p>
        </p:txBody>
      </p:sp>
      <p:sp>
        <p:nvSpPr>
          <p:cNvPr id="220" name="íšḻîḋè"/>
          <p:cNvSpPr/>
          <p:nvPr/>
        </p:nvSpPr>
        <p:spPr>
          <a:xfrm>
            <a:off x="2485983" y="3427032"/>
            <a:ext cx="2941922" cy="523971"/>
          </a:xfrm>
          <a:prstGeom prst="rect">
            <a:avLst/>
          </a:prstGeom>
          <a:noFill/>
          <a:ln>
            <a:noFill/>
          </a:ln>
        </p:spPr>
        <p:txBody>
          <a:bodyPr wrap="square" lIns="91440" tIns="45720" rIns="91440" bIns="45720" anchor="t" anchorCtr="0">
            <a:normAutofit lnSpcReduction="10000"/>
          </a:bodyPr>
          <a:lstStyle/>
          <a:p>
            <a:pPr marL="342900" indent="-342900">
              <a:lnSpc>
                <a:spcPct val="120000"/>
              </a:lnSpc>
              <a:buClr>
                <a:srgbClr val="FF0000"/>
              </a:buClr>
              <a:buFont typeface="Wingdings" panose="05000000000000000000" pitchFamily="2" charset="2"/>
              <a:buChar char="Ø"/>
            </a:pPr>
            <a:r>
              <a:rPr lang="en-US" altLang="zh-CN" sz="2400" dirty="0"/>
              <a:t>Windows 95/98</a:t>
            </a:r>
            <a:endParaRPr lang="en-US" altLang="zh-CN" sz="2400" dirty="0"/>
          </a:p>
        </p:txBody>
      </p:sp>
      <p:sp>
        <p:nvSpPr>
          <p:cNvPr id="221" name="i$lîďê"/>
          <p:cNvSpPr/>
          <p:nvPr/>
        </p:nvSpPr>
        <p:spPr>
          <a:xfrm>
            <a:off x="2485983" y="2986584"/>
            <a:ext cx="3696051" cy="392877"/>
          </a:xfrm>
          <a:prstGeom prst="rect">
            <a:avLst/>
          </a:prstGeom>
          <a:noFill/>
          <a:ln>
            <a:noFill/>
          </a:ln>
        </p:spPr>
        <p:txBody>
          <a:bodyPr wrap="square" lIns="91440" tIns="45720" rIns="91440" bIns="45720" anchor="ctr" anchorCtr="0">
            <a:noAutofit/>
          </a:bodyPr>
          <a:lstStyle/>
          <a:p>
            <a:r>
              <a:rPr lang="zh-CN" altLang="en-US" sz="2400" dirty="0">
                <a:solidFill>
                  <a:srgbClr val="0000FF"/>
                </a:solidFill>
              </a:rPr>
              <a:t>单用户多任务</a:t>
            </a:r>
            <a:r>
              <a:rPr lang="zh-CN" altLang="en-US" sz="2400" dirty="0"/>
              <a:t>操作系统</a:t>
            </a:r>
            <a:endParaRPr lang="en-US" altLang="zh-CN" sz="2400" dirty="0"/>
          </a:p>
        </p:txBody>
      </p:sp>
      <p:sp>
        <p:nvSpPr>
          <p:cNvPr id="222" name="î$ļíḋè"/>
          <p:cNvSpPr/>
          <p:nvPr/>
        </p:nvSpPr>
        <p:spPr>
          <a:xfrm>
            <a:off x="3169487" y="4884564"/>
            <a:ext cx="2257252" cy="523971"/>
          </a:xfrm>
          <a:prstGeom prst="rect">
            <a:avLst/>
          </a:prstGeom>
          <a:noFill/>
          <a:ln>
            <a:noFill/>
          </a:ln>
        </p:spPr>
        <p:txBody>
          <a:bodyPr wrap="square" lIns="91440" tIns="45720" rIns="91440" bIns="45720" anchor="t" anchorCtr="0">
            <a:noAutofit/>
          </a:bodyPr>
          <a:lstStyle/>
          <a:p>
            <a:pPr marL="342900" indent="-342900">
              <a:lnSpc>
                <a:spcPct val="120000"/>
              </a:lnSpc>
              <a:buClr>
                <a:srgbClr val="FF0000"/>
              </a:buClr>
              <a:buFont typeface="Wingdings" panose="05000000000000000000" pitchFamily="2" charset="2"/>
              <a:buChar char="Ø"/>
            </a:pPr>
            <a:r>
              <a:rPr lang="pt-BR" altLang="zh-CN" sz="2400" dirty="0"/>
              <a:t>Solaris OS</a:t>
            </a:r>
            <a:endParaRPr lang="pt-BR" altLang="zh-CN" sz="2400" dirty="0"/>
          </a:p>
        </p:txBody>
      </p:sp>
      <p:sp>
        <p:nvSpPr>
          <p:cNvPr id="223" name="ïṧḷïḋè"/>
          <p:cNvSpPr/>
          <p:nvPr/>
        </p:nvSpPr>
        <p:spPr>
          <a:xfrm>
            <a:off x="3169487" y="4371789"/>
            <a:ext cx="3696051" cy="415102"/>
          </a:xfrm>
          <a:prstGeom prst="rect">
            <a:avLst/>
          </a:prstGeom>
          <a:noFill/>
          <a:ln>
            <a:noFill/>
          </a:ln>
        </p:spPr>
        <p:txBody>
          <a:bodyPr wrap="square" lIns="91440" tIns="45720" rIns="91440" bIns="45720" anchor="ctr" anchorCtr="0">
            <a:noAutofit/>
          </a:bodyPr>
          <a:lstStyle/>
          <a:p>
            <a:r>
              <a:rPr lang="zh-CN" altLang="en-US" sz="2400" dirty="0">
                <a:solidFill>
                  <a:srgbClr val="0000FF"/>
                </a:solidFill>
              </a:rPr>
              <a:t>多用户多任务</a:t>
            </a:r>
            <a:r>
              <a:rPr lang="zh-CN" altLang="en-US" sz="2400" dirty="0"/>
              <a:t>操作系统</a:t>
            </a:r>
            <a:endParaRPr lang="en-US" altLang="zh-CN" sz="2400" dirty="0"/>
          </a:p>
        </p:txBody>
      </p:sp>
      <p:sp>
        <p:nvSpPr>
          <p:cNvPr id="224" name="îs1iďé"/>
          <p:cNvSpPr/>
          <p:nvPr/>
        </p:nvSpPr>
        <p:spPr>
          <a:xfrm>
            <a:off x="1802481" y="2115747"/>
            <a:ext cx="2941922" cy="523971"/>
          </a:xfrm>
          <a:prstGeom prst="rect">
            <a:avLst/>
          </a:prstGeom>
          <a:noFill/>
          <a:ln>
            <a:noFill/>
          </a:ln>
        </p:spPr>
        <p:txBody>
          <a:bodyPr wrap="square" lIns="91440" tIns="45720" rIns="91440" bIns="45720" anchor="t" anchorCtr="0">
            <a:normAutofit lnSpcReduction="10000"/>
          </a:bodyPr>
          <a:lstStyle/>
          <a:p>
            <a:pPr marL="342900" indent="-342900">
              <a:lnSpc>
                <a:spcPct val="120000"/>
              </a:lnSpc>
              <a:buClr>
                <a:srgbClr val="FF0000"/>
              </a:buClr>
              <a:buFont typeface="Wingdings" panose="05000000000000000000" pitchFamily="2" charset="2"/>
              <a:buChar char="Ø"/>
            </a:pPr>
            <a:r>
              <a:rPr lang="en-US" altLang="zh-CN" sz="2400" dirty="0"/>
              <a:t>CP/M</a:t>
            </a:r>
            <a:r>
              <a:rPr lang="zh-CN" altLang="en-US" sz="2400" dirty="0"/>
              <a:t>，</a:t>
            </a:r>
            <a:r>
              <a:rPr lang="en-US" altLang="zh-CN" sz="2400" dirty="0"/>
              <a:t>MS-DOS</a:t>
            </a:r>
            <a:endParaRPr lang="en-US" altLang="zh-CN" sz="2400" dirty="0"/>
          </a:p>
        </p:txBody>
      </p:sp>
      <p:sp>
        <p:nvSpPr>
          <p:cNvPr id="225" name="íšḻíḑê"/>
          <p:cNvSpPr/>
          <p:nvPr/>
        </p:nvSpPr>
        <p:spPr>
          <a:xfrm>
            <a:off x="1802481" y="1699200"/>
            <a:ext cx="3696051" cy="405747"/>
          </a:xfrm>
          <a:prstGeom prst="rect">
            <a:avLst/>
          </a:prstGeom>
          <a:noFill/>
          <a:ln>
            <a:noFill/>
          </a:ln>
        </p:spPr>
        <p:txBody>
          <a:bodyPr wrap="square" lIns="91440" tIns="45720" rIns="91440" bIns="45720" anchor="ctr" anchorCtr="0">
            <a:noAutofit/>
          </a:bodyPr>
          <a:lstStyle/>
          <a:p>
            <a:r>
              <a:rPr lang="zh-CN" altLang="en-US" sz="2400" dirty="0">
                <a:solidFill>
                  <a:srgbClr val="0000FF"/>
                </a:solidFill>
              </a:rPr>
              <a:t>单用户单任务</a:t>
            </a:r>
            <a:r>
              <a:rPr lang="zh-CN" altLang="en-US" sz="2400" dirty="0"/>
              <a:t>操作系统</a:t>
            </a:r>
            <a:endParaRPr lang="en-US" altLang="zh-CN" sz="2400" dirty="0"/>
          </a:p>
        </p:txBody>
      </p:sp>
      <p:sp>
        <p:nvSpPr>
          <p:cNvPr id="226" name="îSļiḓè"/>
          <p:cNvSpPr/>
          <p:nvPr/>
        </p:nvSpPr>
        <p:spPr>
          <a:xfrm>
            <a:off x="1118978" y="1685638"/>
            <a:ext cx="627867" cy="627867"/>
          </a:xfrm>
          <a:prstGeom prst="ellipse">
            <a:avLst/>
          </a:prstGeom>
          <a:noFill/>
          <a:ln>
            <a:solidFill>
              <a:schemeClr val="bg1">
                <a:lumMod val="5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a:bodyPr>
          <a:lstStyle/>
          <a:p>
            <a:pPr algn="ctr"/>
          </a:p>
        </p:txBody>
      </p:sp>
      <p:sp>
        <p:nvSpPr>
          <p:cNvPr id="227" name="íṥḻîḓe"/>
          <p:cNvSpPr/>
          <p:nvPr/>
        </p:nvSpPr>
        <p:spPr>
          <a:xfrm>
            <a:off x="2485983" y="4289187"/>
            <a:ext cx="627867" cy="627867"/>
          </a:xfrm>
          <a:prstGeom prst="ellipse">
            <a:avLst/>
          </a:prstGeom>
          <a:noFill/>
          <a:ln>
            <a:solidFill>
              <a:schemeClr val="bg1">
                <a:lumMod val="5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a:bodyPr>
          <a:lstStyle/>
          <a:p>
            <a:pPr algn="ctr"/>
          </a:p>
        </p:txBody>
      </p:sp>
      <p:sp>
        <p:nvSpPr>
          <p:cNvPr id="228" name="îşļiḓè"/>
          <p:cNvSpPr/>
          <p:nvPr/>
        </p:nvSpPr>
        <p:spPr>
          <a:xfrm>
            <a:off x="1802481" y="2976211"/>
            <a:ext cx="627867" cy="627867"/>
          </a:xfrm>
          <a:prstGeom prst="ellipse">
            <a:avLst/>
          </a:prstGeom>
          <a:noFill/>
          <a:ln>
            <a:solidFill>
              <a:schemeClr val="bg1">
                <a:lumMod val="5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a:bodyPr>
          <a:lstStyle/>
          <a:p>
            <a:pPr algn="ctr"/>
          </a:p>
        </p:txBody>
      </p:sp>
      <p:sp>
        <p:nvSpPr>
          <p:cNvPr id="229" name="îṡḷíďe"/>
          <p:cNvSpPr/>
          <p:nvPr/>
        </p:nvSpPr>
        <p:spPr>
          <a:xfrm>
            <a:off x="1309233" y="1881776"/>
            <a:ext cx="261147" cy="247870"/>
          </a:xfrm>
          <a:custGeom>
            <a:avLst/>
            <a:gdLst/>
            <a:ahLst/>
            <a:cxnLst/>
            <a:rect l="0" t="0" r="0" b="0"/>
            <a:pathLst>
              <a:path w="120000" h="120000" extrusionOk="0">
                <a:moveTo>
                  <a:pt x="119800" y="63664"/>
                </a:moveTo>
                <a:lnTo>
                  <a:pt x="119800" y="63664"/>
                </a:lnTo>
                <a:cubicBezTo>
                  <a:pt x="119800" y="66596"/>
                  <a:pt x="118405" y="69528"/>
                  <a:pt x="114219" y="69528"/>
                </a:cubicBezTo>
                <a:cubicBezTo>
                  <a:pt x="112823" y="69528"/>
                  <a:pt x="111428" y="68062"/>
                  <a:pt x="111428" y="68062"/>
                </a:cubicBezTo>
                <a:lnTo>
                  <a:pt x="111428" y="68062"/>
                </a:lnTo>
                <a:cubicBezTo>
                  <a:pt x="60598" y="14869"/>
                  <a:pt x="60598" y="14869"/>
                  <a:pt x="60598" y="14869"/>
                </a:cubicBezTo>
                <a:lnTo>
                  <a:pt x="60598" y="14869"/>
                </a:lnTo>
                <a:lnTo>
                  <a:pt x="60598" y="14869"/>
                </a:lnTo>
                <a:lnTo>
                  <a:pt x="60598" y="14869"/>
                </a:lnTo>
                <a:cubicBezTo>
                  <a:pt x="9966" y="68062"/>
                  <a:pt x="9966" y="68062"/>
                  <a:pt x="9966" y="68062"/>
                </a:cubicBezTo>
                <a:lnTo>
                  <a:pt x="9966" y="68062"/>
                </a:lnTo>
                <a:cubicBezTo>
                  <a:pt x="8571" y="68062"/>
                  <a:pt x="7176" y="69528"/>
                  <a:pt x="5780" y="69528"/>
                </a:cubicBezTo>
                <a:cubicBezTo>
                  <a:pt x="2990" y="69528"/>
                  <a:pt x="0" y="66596"/>
                  <a:pt x="0" y="63664"/>
                </a:cubicBezTo>
                <a:cubicBezTo>
                  <a:pt x="0" y="62198"/>
                  <a:pt x="0" y="60523"/>
                  <a:pt x="1395" y="59057"/>
                </a:cubicBezTo>
                <a:cubicBezTo>
                  <a:pt x="56411" y="1465"/>
                  <a:pt x="56411" y="1465"/>
                  <a:pt x="56411" y="1465"/>
                </a:cubicBezTo>
                <a:cubicBezTo>
                  <a:pt x="57807" y="0"/>
                  <a:pt x="59202" y="0"/>
                  <a:pt x="60598" y="0"/>
                </a:cubicBezTo>
                <a:lnTo>
                  <a:pt x="60598" y="0"/>
                </a:lnTo>
                <a:lnTo>
                  <a:pt x="60598" y="0"/>
                </a:lnTo>
                <a:lnTo>
                  <a:pt x="60598" y="0"/>
                </a:lnTo>
                <a:lnTo>
                  <a:pt x="60598" y="0"/>
                </a:lnTo>
                <a:lnTo>
                  <a:pt x="60598" y="0"/>
                </a:lnTo>
                <a:lnTo>
                  <a:pt x="60598" y="0"/>
                </a:lnTo>
                <a:lnTo>
                  <a:pt x="60598" y="0"/>
                </a:lnTo>
                <a:cubicBezTo>
                  <a:pt x="61993" y="0"/>
                  <a:pt x="63388" y="1465"/>
                  <a:pt x="64784" y="1465"/>
                </a:cubicBezTo>
                <a:lnTo>
                  <a:pt x="64784" y="1465"/>
                </a:lnTo>
                <a:cubicBezTo>
                  <a:pt x="85913" y="25130"/>
                  <a:pt x="85913" y="25130"/>
                  <a:pt x="85913" y="25130"/>
                </a:cubicBezTo>
                <a:cubicBezTo>
                  <a:pt x="85913" y="19267"/>
                  <a:pt x="85913" y="19267"/>
                  <a:pt x="85913" y="19267"/>
                </a:cubicBezTo>
                <a:cubicBezTo>
                  <a:pt x="85913" y="16335"/>
                  <a:pt x="88903" y="13193"/>
                  <a:pt x="91694" y="13193"/>
                </a:cubicBezTo>
                <a:cubicBezTo>
                  <a:pt x="95880" y="13193"/>
                  <a:pt x="97275" y="16335"/>
                  <a:pt x="97275" y="19267"/>
                </a:cubicBezTo>
                <a:cubicBezTo>
                  <a:pt x="97275" y="36858"/>
                  <a:pt x="97275" y="36858"/>
                  <a:pt x="97275" y="36858"/>
                </a:cubicBezTo>
                <a:cubicBezTo>
                  <a:pt x="118405" y="59057"/>
                  <a:pt x="118405" y="59057"/>
                  <a:pt x="118405" y="59057"/>
                </a:cubicBezTo>
                <a:lnTo>
                  <a:pt x="118405" y="59057"/>
                </a:lnTo>
                <a:cubicBezTo>
                  <a:pt x="119800" y="60523"/>
                  <a:pt x="119800" y="62198"/>
                  <a:pt x="119800" y="63664"/>
                </a:cubicBezTo>
                <a:close/>
                <a:moveTo>
                  <a:pt x="108438" y="72460"/>
                </a:moveTo>
                <a:lnTo>
                  <a:pt x="108438" y="72460"/>
                </a:lnTo>
                <a:cubicBezTo>
                  <a:pt x="108438" y="90261"/>
                  <a:pt x="108438" y="90261"/>
                  <a:pt x="108438" y="90261"/>
                </a:cubicBezTo>
                <a:cubicBezTo>
                  <a:pt x="108438" y="99057"/>
                  <a:pt x="108438" y="99057"/>
                  <a:pt x="108438" y="99057"/>
                </a:cubicBezTo>
                <a:cubicBezTo>
                  <a:pt x="108438" y="113926"/>
                  <a:pt x="108438" y="113926"/>
                  <a:pt x="108438" y="113926"/>
                </a:cubicBezTo>
                <a:cubicBezTo>
                  <a:pt x="108438" y="118324"/>
                  <a:pt x="107043" y="119790"/>
                  <a:pt x="102857" y="119790"/>
                </a:cubicBezTo>
                <a:cubicBezTo>
                  <a:pt x="91694" y="119790"/>
                  <a:pt x="91694" y="119790"/>
                  <a:pt x="91694" y="119790"/>
                </a:cubicBezTo>
                <a:cubicBezTo>
                  <a:pt x="91694" y="72460"/>
                  <a:pt x="91694" y="72460"/>
                  <a:pt x="91694" y="72460"/>
                </a:cubicBezTo>
                <a:cubicBezTo>
                  <a:pt x="69169" y="72460"/>
                  <a:pt x="69169" y="72460"/>
                  <a:pt x="69169" y="72460"/>
                </a:cubicBezTo>
                <a:cubicBezTo>
                  <a:pt x="69169" y="119790"/>
                  <a:pt x="69169" y="119790"/>
                  <a:pt x="69169" y="119790"/>
                </a:cubicBezTo>
                <a:cubicBezTo>
                  <a:pt x="16943" y="119790"/>
                  <a:pt x="16943" y="119790"/>
                  <a:pt x="16943" y="119790"/>
                </a:cubicBezTo>
                <a:cubicBezTo>
                  <a:pt x="14152" y="119790"/>
                  <a:pt x="11362" y="118324"/>
                  <a:pt x="11362" y="113926"/>
                </a:cubicBezTo>
                <a:cubicBezTo>
                  <a:pt x="11362" y="99057"/>
                  <a:pt x="11362" y="99057"/>
                  <a:pt x="11362" y="99057"/>
                </a:cubicBezTo>
                <a:cubicBezTo>
                  <a:pt x="11362" y="90261"/>
                  <a:pt x="11362" y="90261"/>
                  <a:pt x="11362" y="90261"/>
                </a:cubicBezTo>
                <a:cubicBezTo>
                  <a:pt x="11362" y="72460"/>
                  <a:pt x="11362" y="72460"/>
                  <a:pt x="11362" y="72460"/>
                </a:cubicBezTo>
                <a:cubicBezTo>
                  <a:pt x="60598" y="22198"/>
                  <a:pt x="60598" y="22198"/>
                  <a:pt x="60598" y="22198"/>
                </a:cubicBezTo>
                <a:lnTo>
                  <a:pt x="108438" y="72460"/>
                </a:lnTo>
                <a:close/>
                <a:moveTo>
                  <a:pt x="50830" y="72460"/>
                </a:moveTo>
                <a:lnTo>
                  <a:pt x="50830" y="72460"/>
                </a:lnTo>
                <a:cubicBezTo>
                  <a:pt x="28305" y="72460"/>
                  <a:pt x="28305" y="72460"/>
                  <a:pt x="28305" y="72460"/>
                </a:cubicBezTo>
                <a:cubicBezTo>
                  <a:pt x="28305" y="96125"/>
                  <a:pt x="28305" y="96125"/>
                  <a:pt x="28305" y="96125"/>
                </a:cubicBezTo>
                <a:cubicBezTo>
                  <a:pt x="50830" y="96125"/>
                  <a:pt x="50830" y="96125"/>
                  <a:pt x="50830" y="96125"/>
                </a:cubicBezTo>
                <a:lnTo>
                  <a:pt x="50830" y="72460"/>
                </a:lnTo>
                <a:close/>
              </a:path>
            </a:pathLst>
          </a:custGeom>
          <a:solidFill>
            <a:schemeClr val="bg1">
              <a:lumMod val="50000"/>
            </a:schemeClr>
          </a:solidFill>
          <a:ln>
            <a:noFill/>
          </a:ln>
          <a:effectLst/>
        </p:spPr>
        <p:txBody>
          <a:bodyPr wrap="square" lIns="91440" tIns="45720" rIns="91440" bIns="45720" anchor="ctr">
            <a:normAutofit fontScale="25000" lnSpcReduction="20000"/>
          </a:bodyPr>
          <a:lstStyle/>
          <a:p>
            <a:pPr algn="ctr"/>
          </a:p>
        </p:txBody>
      </p:sp>
      <p:sp>
        <p:nvSpPr>
          <p:cNvPr id="230" name="íSlíḋe"/>
          <p:cNvSpPr/>
          <p:nvPr/>
        </p:nvSpPr>
        <p:spPr>
          <a:xfrm>
            <a:off x="1992735" y="3198228"/>
            <a:ext cx="261148" cy="228804"/>
          </a:xfrm>
          <a:custGeom>
            <a:avLst/>
            <a:gdLst/>
            <a:ahLst/>
            <a:cxnLst/>
            <a:rect l="0" t="0" r="0" b="0"/>
            <a:pathLst>
              <a:path w="120000" h="120000" extrusionOk="0">
                <a:moveTo>
                  <a:pt x="117009" y="65310"/>
                </a:moveTo>
                <a:lnTo>
                  <a:pt x="117009" y="65310"/>
                </a:lnTo>
                <a:lnTo>
                  <a:pt x="117009" y="65310"/>
                </a:lnTo>
                <a:cubicBezTo>
                  <a:pt x="61993" y="91073"/>
                  <a:pt x="61993" y="91073"/>
                  <a:pt x="61993" y="91073"/>
                </a:cubicBezTo>
                <a:lnTo>
                  <a:pt x="61993" y="91073"/>
                </a:lnTo>
                <a:lnTo>
                  <a:pt x="61993" y="91073"/>
                </a:lnTo>
                <a:lnTo>
                  <a:pt x="61993" y="91073"/>
                </a:lnTo>
                <a:cubicBezTo>
                  <a:pt x="61993" y="92655"/>
                  <a:pt x="60598" y="92655"/>
                  <a:pt x="60598" y="92655"/>
                </a:cubicBezTo>
                <a:cubicBezTo>
                  <a:pt x="59202" y="92655"/>
                  <a:pt x="59202" y="92655"/>
                  <a:pt x="57807" y="91073"/>
                </a:cubicBezTo>
                <a:lnTo>
                  <a:pt x="57807" y="91073"/>
                </a:lnTo>
                <a:lnTo>
                  <a:pt x="57807" y="91073"/>
                </a:lnTo>
                <a:lnTo>
                  <a:pt x="57807" y="91073"/>
                </a:lnTo>
                <a:cubicBezTo>
                  <a:pt x="2990" y="65310"/>
                  <a:pt x="2990" y="65310"/>
                  <a:pt x="2990" y="65310"/>
                </a:cubicBezTo>
                <a:lnTo>
                  <a:pt x="2990" y="65310"/>
                </a:lnTo>
                <a:cubicBezTo>
                  <a:pt x="1395" y="65310"/>
                  <a:pt x="0" y="62146"/>
                  <a:pt x="0" y="60564"/>
                </a:cubicBezTo>
                <a:cubicBezTo>
                  <a:pt x="0" y="55819"/>
                  <a:pt x="2990" y="54237"/>
                  <a:pt x="5780" y="54237"/>
                </a:cubicBezTo>
                <a:cubicBezTo>
                  <a:pt x="7176" y="54237"/>
                  <a:pt x="7176" y="54237"/>
                  <a:pt x="8571" y="54237"/>
                </a:cubicBezTo>
                <a:lnTo>
                  <a:pt x="8571" y="54237"/>
                </a:lnTo>
                <a:lnTo>
                  <a:pt x="8571" y="54237"/>
                </a:lnTo>
                <a:lnTo>
                  <a:pt x="8571" y="54237"/>
                </a:lnTo>
                <a:cubicBezTo>
                  <a:pt x="60598" y="78192"/>
                  <a:pt x="60598" y="78192"/>
                  <a:pt x="60598" y="78192"/>
                </a:cubicBezTo>
                <a:cubicBezTo>
                  <a:pt x="112823" y="54237"/>
                  <a:pt x="112823" y="54237"/>
                  <a:pt x="112823" y="54237"/>
                </a:cubicBezTo>
                <a:lnTo>
                  <a:pt x="112823" y="54237"/>
                </a:lnTo>
                <a:lnTo>
                  <a:pt x="112823" y="54237"/>
                </a:lnTo>
                <a:lnTo>
                  <a:pt x="112823" y="54237"/>
                </a:lnTo>
                <a:lnTo>
                  <a:pt x="114219" y="54237"/>
                </a:lnTo>
                <a:cubicBezTo>
                  <a:pt x="118405" y="54237"/>
                  <a:pt x="119800" y="55819"/>
                  <a:pt x="119800" y="60564"/>
                </a:cubicBezTo>
                <a:cubicBezTo>
                  <a:pt x="119800" y="62146"/>
                  <a:pt x="118405" y="65310"/>
                  <a:pt x="117009" y="65310"/>
                </a:cubicBezTo>
                <a:close/>
                <a:moveTo>
                  <a:pt x="117009" y="38192"/>
                </a:moveTo>
                <a:lnTo>
                  <a:pt x="117009" y="38192"/>
                </a:lnTo>
                <a:lnTo>
                  <a:pt x="117009" y="38192"/>
                </a:lnTo>
                <a:cubicBezTo>
                  <a:pt x="61993" y="63728"/>
                  <a:pt x="61993" y="63728"/>
                  <a:pt x="61993" y="63728"/>
                </a:cubicBezTo>
                <a:lnTo>
                  <a:pt x="61993" y="63728"/>
                </a:lnTo>
                <a:lnTo>
                  <a:pt x="61993" y="63728"/>
                </a:lnTo>
                <a:lnTo>
                  <a:pt x="61993" y="63728"/>
                </a:lnTo>
                <a:lnTo>
                  <a:pt x="60598" y="63728"/>
                </a:lnTo>
                <a:cubicBezTo>
                  <a:pt x="59202" y="63728"/>
                  <a:pt x="59202" y="63728"/>
                  <a:pt x="57807" y="63728"/>
                </a:cubicBezTo>
                <a:lnTo>
                  <a:pt x="57807" y="63728"/>
                </a:lnTo>
                <a:lnTo>
                  <a:pt x="57807" y="63728"/>
                </a:lnTo>
                <a:lnTo>
                  <a:pt x="57807" y="63728"/>
                </a:lnTo>
                <a:cubicBezTo>
                  <a:pt x="2990" y="38192"/>
                  <a:pt x="2990" y="38192"/>
                  <a:pt x="2990" y="38192"/>
                </a:cubicBezTo>
                <a:lnTo>
                  <a:pt x="2990" y="38192"/>
                </a:lnTo>
                <a:cubicBezTo>
                  <a:pt x="1395" y="36610"/>
                  <a:pt x="0" y="35028"/>
                  <a:pt x="0" y="31864"/>
                </a:cubicBezTo>
                <a:cubicBezTo>
                  <a:pt x="0" y="30282"/>
                  <a:pt x="1395" y="27118"/>
                  <a:pt x="2990" y="27118"/>
                </a:cubicBezTo>
                <a:lnTo>
                  <a:pt x="2990" y="27118"/>
                </a:lnTo>
                <a:cubicBezTo>
                  <a:pt x="57807" y="1581"/>
                  <a:pt x="57807" y="1581"/>
                  <a:pt x="57807" y="1581"/>
                </a:cubicBezTo>
                <a:lnTo>
                  <a:pt x="57807" y="1581"/>
                </a:lnTo>
                <a:lnTo>
                  <a:pt x="57807" y="1581"/>
                </a:lnTo>
                <a:lnTo>
                  <a:pt x="57807" y="1581"/>
                </a:lnTo>
                <a:cubicBezTo>
                  <a:pt x="59202" y="0"/>
                  <a:pt x="59202" y="0"/>
                  <a:pt x="60598" y="0"/>
                </a:cubicBezTo>
                <a:cubicBezTo>
                  <a:pt x="60598" y="0"/>
                  <a:pt x="61993" y="0"/>
                  <a:pt x="61993" y="1581"/>
                </a:cubicBezTo>
                <a:lnTo>
                  <a:pt x="61993" y="1581"/>
                </a:lnTo>
                <a:lnTo>
                  <a:pt x="61993" y="1581"/>
                </a:lnTo>
                <a:lnTo>
                  <a:pt x="61993" y="1581"/>
                </a:lnTo>
                <a:cubicBezTo>
                  <a:pt x="117009" y="27118"/>
                  <a:pt x="117009" y="27118"/>
                  <a:pt x="117009" y="27118"/>
                </a:cubicBezTo>
                <a:lnTo>
                  <a:pt x="117009" y="27118"/>
                </a:lnTo>
                <a:cubicBezTo>
                  <a:pt x="118405" y="27118"/>
                  <a:pt x="119800" y="30282"/>
                  <a:pt x="119800" y="31864"/>
                </a:cubicBezTo>
                <a:cubicBezTo>
                  <a:pt x="119800" y="35028"/>
                  <a:pt x="118405" y="36610"/>
                  <a:pt x="117009" y="38192"/>
                </a:cubicBezTo>
                <a:close/>
                <a:moveTo>
                  <a:pt x="5780" y="81355"/>
                </a:moveTo>
                <a:lnTo>
                  <a:pt x="5780" y="81355"/>
                </a:lnTo>
                <a:cubicBezTo>
                  <a:pt x="7176" y="81355"/>
                  <a:pt x="7176" y="81355"/>
                  <a:pt x="8571" y="81355"/>
                </a:cubicBezTo>
                <a:lnTo>
                  <a:pt x="8571" y="81355"/>
                </a:lnTo>
                <a:lnTo>
                  <a:pt x="8571" y="81355"/>
                </a:lnTo>
                <a:lnTo>
                  <a:pt x="8571" y="81355"/>
                </a:lnTo>
                <a:cubicBezTo>
                  <a:pt x="60598" y="106892"/>
                  <a:pt x="60598" y="106892"/>
                  <a:pt x="60598" y="106892"/>
                </a:cubicBezTo>
                <a:cubicBezTo>
                  <a:pt x="112823" y="81355"/>
                  <a:pt x="112823" y="81355"/>
                  <a:pt x="112823" y="81355"/>
                </a:cubicBezTo>
                <a:lnTo>
                  <a:pt x="112823" y="81355"/>
                </a:lnTo>
                <a:lnTo>
                  <a:pt x="112823" y="81355"/>
                </a:lnTo>
                <a:lnTo>
                  <a:pt x="112823" y="81355"/>
                </a:lnTo>
                <a:lnTo>
                  <a:pt x="114219" y="81355"/>
                </a:lnTo>
                <a:cubicBezTo>
                  <a:pt x="118405" y="81355"/>
                  <a:pt x="119800" y="84519"/>
                  <a:pt x="119800" y="87683"/>
                </a:cubicBezTo>
                <a:cubicBezTo>
                  <a:pt x="119800" y="91073"/>
                  <a:pt x="118405" y="92655"/>
                  <a:pt x="117009" y="94237"/>
                </a:cubicBezTo>
                <a:lnTo>
                  <a:pt x="117009" y="94237"/>
                </a:lnTo>
                <a:cubicBezTo>
                  <a:pt x="61993" y="119774"/>
                  <a:pt x="61993" y="119774"/>
                  <a:pt x="61993" y="119774"/>
                </a:cubicBezTo>
                <a:lnTo>
                  <a:pt x="61993" y="119774"/>
                </a:lnTo>
                <a:lnTo>
                  <a:pt x="61993" y="119774"/>
                </a:lnTo>
                <a:lnTo>
                  <a:pt x="61993" y="119774"/>
                </a:lnTo>
                <a:lnTo>
                  <a:pt x="60598" y="119774"/>
                </a:lnTo>
                <a:cubicBezTo>
                  <a:pt x="59202" y="119774"/>
                  <a:pt x="59202" y="119774"/>
                  <a:pt x="57807" y="119774"/>
                </a:cubicBezTo>
                <a:lnTo>
                  <a:pt x="57807" y="119774"/>
                </a:lnTo>
                <a:lnTo>
                  <a:pt x="57807" y="119774"/>
                </a:lnTo>
                <a:lnTo>
                  <a:pt x="57807" y="119774"/>
                </a:lnTo>
                <a:cubicBezTo>
                  <a:pt x="2990" y="94237"/>
                  <a:pt x="2990" y="94237"/>
                  <a:pt x="2990" y="94237"/>
                </a:cubicBezTo>
                <a:lnTo>
                  <a:pt x="2990" y="94237"/>
                </a:lnTo>
                <a:cubicBezTo>
                  <a:pt x="1395" y="92655"/>
                  <a:pt x="0" y="91073"/>
                  <a:pt x="0" y="87683"/>
                </a:cubicBezTo>
                <a:cubicBezTo>
                  <a:pt x="0" y="84519"/>
                  <a:pt x="2990" y="81355"/>
                  <a:pt x="5780" y="81355"/>
                </a:cubicBezTo>
                <a:close/>
              </a:path>
            </a:pathLst>
          </a:custGeom>
          <a:solidFill>
            <a:schemeClr val="bg1">
              <a:lumMod val="50000"/>
            </a:schemeClr>
          </a:solidFill>
          <a:ln>
            <a:noFill/>
          </a:ln>
          <a:effectLst/>
        </p:spPr>
        <p:txBody>
          <a:bodyPr wrap="square" lIns="91440" tIns="45720" rIns="91440" bIns="45720" anchor="ctr">
            <a:normAutofit fontScale="25000" lnSpcReduction="20000"/>
          </a:bodyPr>
          <a:lstStyle/>
          <a:p>
            <a:pPr algn="ctr"/>
          </a:p>
        </p:txBody>
      </p:sp>
      <p:sp>
        <p:nvSpPr>
          <p:cNvPr id="231" name="ïśḷïḓe"/>
          <p:cNvSpPr/>
          <p:nvPr/>
        </p:nvSpPr>
        <p:spPr>
          <a:xfrm>
            <a:off x="2705176" y="4478647"/>
            <a:ext cx="211585" cy="259306"/>
          </a:xfrm>
          <a:custGeom>
            <a:avLst/>
            <a:gdLst/>
            <a:ahLst/>
            <a:cxnLst/>
            <a:rect l="0" t="0" r="0" b="0"/>
            <a:pathLst>
              <a:path w="120000" h="120000" extrusionOk="0">
                <a:moveTo>
                  <a:pt x="112868" y="119800"/>
                </a:moveTo>
                <a:lnTo>
                  <a:pt x="112868" y="119800"/>
                </a:lnTo>
                <a:cubicBezTo>
                  <a:pt x="6885" y="119800"/>
                  <a:pt x="6885" y="119800"/>
                  <a:pt x="6885" y="119800"/>
                </a:cubicBezTo>
                <a:cubicBezTo>
                  <a:pt x="1721" y="119800"/>
                  <a:pt x="0" y="117004"/>
                  <a:pt x="0" y="114209"/>
                </a:cubicBezTo>
                <a:cubicBezTo>
                  <a:pt x="0" y="64891"/>
                  <a:pt x="0" y="64891"/>
                  <a:pt x="0" y="64891"/>
                </a:cubicBezTo>
                <a:cubicBezTo>
                  <a:pt x="0" y="62096"/>
                  <a:pt x="1721" y="59101"/>
                  <a:pt x="6885" y="59101"/>
                </a:cubicBezTo>
                <a:cubicBezTo>
                  <a:pt x="17213" y="59101"/>
                  <a:pt x="17213" y="59101"/>
                  <a:pt x="17213" y="59101"/>
                </a:cubicBezTo>
                <a:cubicBezTo>
                  <a:pt x="17213" y="33743"/>
                  <a:pt x="17213" y="33743"/>
                  <a:pt x="17213" y="33743"/>
                </a:cubicBezTo>
                <a:cubicBezTo>
                  <a:pt x="17213" y="13976"/>
                  <a:pt x="36393" y="0"/>
                  <a:pt x="59016" y="0"/>
                </a:cubicBezTo>
                <a:cubicBezTo>
                  <a:pt x="83360" y="0"/>
                  <a:pt x="100573" y="13976"/>
                  <a:pt x="100573" y="33743"/>
                </a:cubicBezTo>
                <a:cubicBezTo>
                  <a:pt x="100573" y="36539"/>
                  <a:pt x="98852" y="39534"/>
                  <a:pt x="93688" y="39534"/>
                </a:cubicBezTo>
                <a:cubicBezTo>
                  <a:pt x="90245" y="39534"/>
                  <a:pt x="86803" y="36539"/>
                  <a:pt x="86803" y="33743"/>
                </a:cubicBezTo>
                <a:cubicBezTo>
                  <a:pt x="86803" y="21164"/>
                  <a:pt x="74754" y="11181"/>
                  <a:pt x="59016" y="11181"/>
                </a:cubicBezTo>
                <a:cubicBezTo>
                  <a:pt x="43278" y="11181"/>
                  <a:pt x="31229" y="21164"/>
                  <a:pt x="31229" y="33743"/>
                </a:cubicBezTo>
                <a:cubicBezTo>
                  <a:pt x="31229" y="59101"/>
                  <a:pt x="31229" y="59101"/>
                  <a:pt x="31229" y="59101"/>
                </a:cubicBezTo>
                <a:cubicBezTo>
                  <a:pt x="86803" y="59101"/>
                  <a:pt x="86803" y="59101"/>
                  <a:pt x="86803" y="59101"/>
                </a:cubicBezTo>
                <a:cubicBezTo>
                  <a:pt x="100573" y="59101"/>
                  <a:pt x="100573" y="59101"/>
                  <a:pt x="100573" y="59101"/>
                </a:cubicBezTo>
                <a:cubicBezTo>
                  <a:pt x="112868" y="59101"/>
                  <a:pt x="112868" y="59101"/>
                  <a:pt x="112868" y="59101"/>
                </a:cubicBezTo>
                <a:cubicBezTo>
                  <a:pt x="116311" y="59101"/>
                  <a:pt x="119754" y="62096"/>
                  <a:pt x="119754" y="64891"/>
                </a:cubicBezTo>
                <a:cubicBezTo>
                  <a:pt x="119754" y="114209"/>
                  <a:pt x="119754" y="114209"/>
                  <a:pt x="119754" y="114209"/>
                </a:cubicBezTo>
                <a:cubicBezTo>
                  <a:pt x="119754" y="117004"/>
                  <a:pt x="116311" y="119800"/>
                  <a:pt x="112868" y="119800"/>
                </a:cubicBezTo>
                <a:close/>
                <a:moveTo>
                  <a:pt x="59016" y="70482"/>
                </a:moveTo>
                <a:lnTo>
                  <a:pt x="59016" y="70482"/>
                </a:lnTo>
                <a:cubicBezTo>
                  <a:pt x="52131" y="70482"/>
                  <a:pt x="45000" y="76073"/>
                  <a:pt x="45000" y="81863"/>
                </a:cubicBezTo>
                <a:cubicBezTo>
                  <a:pt x="45000" y="86056"/>
                  <a:pt x="48688" y="90249"/>
                  <a:pt x="52131" y="91647"/>
                </a:cubicBezTo>
                <a:cubicBezTo>
                  <a:pt x="52131" y="103028"/>
                  <a:pt x="52131" y="103028"/>
                  <a:pt x="52131" y="103028"/>
                </a:cubicBezTo>
                <a:cubicBezTo>
                  <a:pt x="52131" y="105823"/>
                  <a:pt x="55573" y="108618"/>
                  <a:pt x="59016" y="108618"/>
                </a:cubicBezTo>
                <a:cubicBezTo>
                  <a:pt x="64180" y="108618"/>
                  <a:pt x="65901" y="105823"/>
                  <a:pt x="65901" y="103028"/>
                </a:cubicBezTo>
                <a:cubicBezTo>
                  <a:pt x="65901" y="91647"/>
                  <a:pt x="65901" y="91647"/>
                  <a:pt x="65901" y="91647"/>
                </a:cubicBezTo>
                <a:cubicBezTo>
                  <a:pt x="71065" y="90249"/>
                  <a:pt x="72786" y="86056"/>
                  <a:pt x="72786" y="81863"/>
                </a:cubicBezTo>
                <a:cubicBezTo>
                  <a:pt x="72786" y="76073"/>
                  <a:pt x="67622" y="70482"/>
                  <a:pt x="59016" y="70482"/>
                </a:cubicBezTo>
                <a:close/>
              </a:path>
            </a:pathLst>
          </a:custGeom>
          <a:solidFill>
            <a:schemeClr val="bg1">
              <a:lumMod val="50000"/>
            </a:schemeClr>
          </a:solidFill>
          <a:ln>
            <a:noFill/>
          </a:ln>
          <a:effectLst/>
        </p:spPr>
        <p:txBody>
          <a:bodyPr wrap="square" lIns="91440" tIns="45720" rIns="91440" bIns="45720" anchor="ctr">
            <a:normAutofit fontScale="25000" lnSpcReduction="20000"/>
          </a:bodyPr>
          <a:lstStyle/>
          <a:p>
            <a:pPr algn="ctr"/>
          </a:p>
        </p:txBody>
      </p:sp>
      <p:sp>
        <p:nvSpPr>
          <p:cNvPr id="236" name="î$ļíḋè"/>
          <p:cNvSpPr/>
          <p:nvPr/>
        </p:nvSpPr>
        <p:spPr>
          <a:xfrm>
            <a:off x="5230106" y="4884564"/>
            <a:ext cx="2006347" cy="523971"/>
          </a:xfrm>
          <a:prstGeom prst="rect">
            <a:avLst/>
          </a:prstGeom>
          <a:noFill/>
          <a:ln>
            <a:noFill/>
          </a:ln>
        </p:spPr>
        <p:txBody>
          <a:bodyPr wrap="square" lIns="91440" tIns="45720" rIns="91440" bIns="45720" anchor="t" anchorCtr="0">
            <a:noAutofit/>
          </a:bodyPr>
          <a:lstStyle/>
          <a:p>
            <a:pPr marL="342900" indent="-342900">
              <a:lnSpc>
                <a:spcPct val="120000"/>
              </a:lnSpc>
              <a:buClr>
                <a:srgbClr val="FF0000"/>
              </a:buClr>
              <a:buFont typeface="Wingdings" panose="05000000000000000000" pitchFamily="2" charset="2"/>
              <a:buChar char="Ø"/>
            </a:pPr>
            <a:r>
              <a:rPr lang="pt-BR" altLang="zh-CN" sz="2400" dirty="0"/>
              <a:t>Linux OS</a:t>
            </a:r>
            <a:endParaRPr lang="pt-BR" altLang="zh-CN" sz="2400" dirty="0"/>
          </a:p>
        </p:txBody>
      </p:sp>
      <p:sp>
        <p:nvSpPr>
          <p:cNvPr id="237" name="î$ļíḋè"/>
          <p:cNvSpPr/>
          <p:nvPr/>
        </p:nvSpPr>
        <p:spPr>
          <a:xfrm>
            <a:off x="7290725" y="4917054"/>
            <a:ext cx="2006347" cy="491481"/>
          </a:xfrm>
          <a:prstGeom prst="rect">
            <a:avLst/>
          </a:prstGeom>
          <a:noFill/>
          <a:ln>
            <a:noFill/>
          </a:ln>
        </p:spPr>
        <p:txBody>
          <a:bodyPr wrap="square" lIns="91440" tIns="45720" rIns="91440" bIns="45720" anchor="t" anchorCtr="0">
            <a:noAutofit/>
          </a:bodyPr>
          <a:lstStyle/>
          <a:p>
            <a:pPr marL="342900" indent="-342900">
              <a:lnSpc>
                <a:spcPct val="120000"/>
              </a:lnSpc>
              <a:buClr>
                <a:srgbClr val="FF0000"/>
              </a:buClr>
              <a:buFont typeface="Wingdings" panose="05000000000000000000" pitchFamily="2" charset="2"/>
              <a:buChar char="Ø"/>
            </a:pPr>
            <a:r>
              <a:rPr lang="pt-BR" altLang="zh-CN" sz="2400" dirty="0"/>
              <a:t>Windows</a:t>
            </a:r>
            <a:endParaRPr lang="pt-BR" altLang="zh-CN" sz="2400" dirty="0"/>
          </a:p>
        </p:txBody>
      </p:sp>
      <p:sp>
        <p:nvSpPr>
          <p:cNvPr id="238" name="î$ļíḋè"/>
          <p:cNvSpPr/>
          <p:nvPr/>
        </p:nvSpPr>
        <p:spPr>
          <a:xfrm>
            <a:off x="9351343" y="4917054"/>
            <a:ext cx="2012073" cy="491481"/>
          </a:xfrm>
          <a:prstGeom prst="rect">
            <a:avLst/>
          </a:prstGeom>
          <a:noFill/>
          <a:ln>
            <a:noFill/>
          </a:ln>
        </p:spPr>
        <p:txBody>
          <a:bodyPr wrap="square" lIns="91440" tIns="45720" rIns="91440" bIns="45720" anchor="t" anchorCtr="0">
            <a:noAutofit/>
          </a:bodyPr>
          <a:lstStyle/>
          <a:p>
            <a:pPr marL="342900" indent="-342900">
              <a:lnSpc>
                <a:spcPct val="120000"/>
              </a:lnSpc>
              <a:buClr>
                <a:srgbClr val="FF0000"/>
              </a:buClr>
              <a:buFont typeface="Wingdings" panose="05000000000000000000" pitchFamily="2" charset="2"/>
              <a:buChar char="Ø"/>
            </a:pPr>
            <a:r>
              <a:rPr lang="pt-BR" altLang="zh-CN" sz="2400" dirty="0"/>
              <a:t>NT/Server</a:t>
            </a:r>
            <a:endParaRPr lang="pt-BR" altLang="zh-CN" sz="2400" dirty="0"/>
          </a:p>
        </p:txBody>
      </p:sp>
    </p:spTree>
  </p:cSld>
  <p:clrMapOvr>
    <a:masterClrMapping/>
  </p:clrMapOvr>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78668"/>
            <a:ext cx="7026275" cy="523220"/>
          </a:xfrm>
          <a:prstGeom prst="rect">
            <a:avLst/>
          </a:prstGeom>
        </p:spPr>
        <p:txBody>
          <a:bodyPr wrap="square">
            <a:spAutoFit/>
          </a:bodyPr>
          <a:lstStyle/>
          <a:p>
            <a:r>
              <a:rPr lang="zh-CN" altLang="en-US" sz="2800" b="1" dirty="0">
                <a:solidFill>
                  <a:srgbClr val="FF0000"/>
                </a:solidFill>
              </a:rPr>
              <a:t>嵌入式操作系统</a:t>
            </a:r>
            <a:endParaRPr lang="zh-CN" altLang="en-US" sz="2800" b="1" dirty="0">
              <a:solidFill>
                <a:srgbClr val="FF0000"/>
              </a:solidFill>
            </a:endParaRPr>
          </a:p>
        </p:txBody>
      </p:sp>
      <p:sp>
        <p:nvSpPr>
          <p:cNvPr id="570" name="iṥlídè"/>
          <p:cNvSpPr/>
          <p:nvPr/>
        </p:nvSpPr>
        <p:spPr>
          <a:xfrm>
            <a:off x="6958245" y="1128057"/>
            <a:ext cx="5233755" cy="5008286"/>
          </a:xfrm>
          <a:prstGeom prst="rect">
            <a:avLst/>
          </a:prstGeom>
          <a:blipFill>
            <a:blip r:embed="rId1"/>
            <a:stretch>
              <a:fillRect t="-27413" b="-27272"/>
            </a:stretch>
          </a:blipFill>
          <a:ln w="28575">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a:bodyPr>
          <a:lstStyle/>
          <a:p>
            <a:pPr algn="ctr"/>
            <a:endParaRPr lang="zh-CN" altLang="en-US" dirty="0"/>
          </a:p>
        </p:txBody>
      </p:sp>
      <p:grpSp>
        <p:nvGrpSpPr>
          <p:cNvPr id="571" name="iṡļiḓe"/>
          <p:cNvGrpSpPr/>
          <p:nvPr/>
        </p:nvGrpSpPr>
        <p:grpSpPr>
          <a:xfrm>
            <a:off x="660400" y="1298467"/>
            <a:ext cx="5753279" cy="2333733"/>
            <a:chOff x="660400" y="1787149"/>
            <a:chExt cx="5753279" cy="2333733"/>
          </a:xfrm>
        </p:grpSpPr>
        <p:grpSp>
          <p:nvGrpSpPr>
            <p:cNvPr id="1144" name="iSḻíḓè"/>
            <p:cNvGrpSpPr/>
            <p:nvPr/>
          </p:nvGrpSpPr>
          <p:grpSpPr>
            <a:xfrm>
              <a:off x="1296567" y="1835355"/>
              <a:ext cx="5117112" cy="2285527"/>
              <a:chOff x="1296567" y="1835355"/>
              <a:chExt cx="6453960" cy="2285527"/>
            </a:xfrm>
          </p:grpSpPr>
          <p:sp>
            <p:nvSpPr>
              <p:cNvPr id="1148" name="îṧľîḋé"/>
              <p:cNvSpPr txBox="1"/>
              <p:nvPr/>
            </p:nvSpPr>
            <p:spPr>
              <a:xfrm>
                <a:off x="1296567" y="1835355"/>
                <a:ext cx="6293555" cy="389423"/>
              </a:xfrm>
              <a:prstGeom prst="rect">
                <a:avLst/>
              </a:prstGeom>
              <a:noFill/>
            </p:spPr>
            <p:txBody>
              <a:bodyPr wrap="square" lIns="91440" tIns="45720" rIns="91440" bIns="45720" rtlCol="0" anchor="ctr" anchorCtr="0">
                <a:no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r>
                  <a:rPr lang="zh-CN" altLang="en-US" sz="2400" dirty="0">
                    <a:solidFill>
                      <a:srgbClr val="0000FF"/>
                    </a:solidFill>
                  </a:rPr>
                  <a:t>嵌入式系统</a:t>
                </a:r>
                <a:endParaRPr lang="zh-CN" altLang="en-US" sz="2400" dirty="0">
                  <a:solidFill>
                    <a:srgbClr val="0000FF"/>
                  </a:solidFill>
                </a:endParaRPr>
              </a:p>
            </p:txBody>
          </p:sp>
          <p:sp>
            <p:nvSpPr>
              <p:cNvPr id="1149" name="íşļîḓé"/>
              <p:cNvSpPr/>
              <p:nvPr/>
            </p:nvSpPr>
            <p:spPr bwMode="auto">
              <a:xfrm>
                <a:off x="1296567" y="2279077"/>
                <a:ext cx="6453960" cy="18418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t" anchorCtr="0">
                <a:no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marL="342900" lvl="1" indent="-342900">
                  <a:lnSpc>
                    <a:spcPct val="132000"/>
                  </a:lnSpc>
                  <a:buClr>
                    <a:schemeClr val="accent4">
                      <a:lumMod val="40000"/>
                      <a:lumOff val="60000"/>
                    </a:schemeClr>
                  </a:buClr>
                  <a:buFont typeface="Wingdings" panose="05000000000000000000" pitchFamily="2" charset="2"/>
                  <a:buChar char="Ø"/>
                </a:pPr>
                <a:r>
                  <a:rPr lang="zh-CN" altLang="en-US" sz="2000" dirty="0"/>
                  <a:t>为了完成某个特定功能而设计的系统，或是有附加机制的系统，或是其他部分的计算机硬件与软件的结合体</a:t>
                </a:r>
                <a:endParaRPr lang="zh-CN" altLang="en-US" sz="2000" dirty="0"/>
              </a:p>
              <a:p>
                <a:pPr marL="342900" lvl="1" indent="-342900">
                  <a:lnSpc>
                    <a:spcPct val="132000"/>
                  </a:lnSpc>
                  <a:buClr>
                    <a:schemeClr val="accent4">
                      <a:lumMod val="40000"/>
                      <a:lumOff val="60000"/>
                    </a:schemeClr>
                  </a:buClr>
                  <a:buFont typeface="Wingdings" panose="05000000000000000000" pitchFamily="2" charset="2"/>
                  <a:buChar char="Ø"/>
                </a:pPr>
                <a:r>
                  <a:rPr lang="zh-CN" altLang="en-US" sz="2000" dirty="0"/>
                  <a:t>有实时限制，如响应速度、测量精度、持续时间等</a:t>
                </a:r>
                <a:endParaRPr lang="zh-CN" altLang="en-US" sz="2000" dirty="0"/>
              </a:p>
            </p:txBody>
          </p:sp>
        </p:grpSp>
        <p:grpSp>
          <p:nvGrpSpPr>
            <p:cNvPr id="1145" name="ïS1íḋé"/>
            <p:cNvGrpSpPr/>
            <p:nvPr/>
          </p:nvGrpSpPr>
          <p:grpSpPr>
            <a:xfrm>
              <a:off x="660400" y="1787149"/>
              <a:ext cx="497734" cy="497734"/>
              <a:chOff x="660400" y="1787149"/>
              <a:chExt cx="497734" cy="497734"/>
            </a:xfrm>
          </p:grpSpPr>
          <p:sp>
            <p:nvSpPr>
              <p:cNvPr id="1146" name="islîḋe"/>
              <p:cNvSpPr/>
              <p:nvPr/>
            </p:nvSpPr>
            <p:spPr>
              <a:xfrm>
                <a:off x="660400" y="1787149"/>
                <a:ext cx="497734" cy="497734"/>
              </a:xfrm>
              <a:prstGeom prst="ellipse">
                <a:avLst/>
              </a:prstGeom>
              <a:solidFill>
                <a:schemeClr val="accent1"/>
              </a:solidFill>
              <a:ln w="19050">
                <a:solidFill>
                  <a:schemeClr val="bg1"/>
                </a:solid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defTabSz="914400"/>
                <a:endParaRPr lang="zh-CN" altLang="en-US" sz="1600" dirty="0">
                  <a:solidFill>
                    <a:schemeClr val="bg1"/>
                  </a:solidFill>
                </a:endParaRPr>
              </a:p>
            </p:txBody>
          </p:sp>
          <p:sp>
            <p:nvSpPr>
              <p:cNvPr id="1147" name="îŝlîďe"/>
              <p:cNvSpPr/>
              <p:nvPr/>
            </p:nvSpPr>
            <p:spPr>
              <a:xfrm>
                <a:off x="779848" y="1918584"/>
                <a:ext cx="258838" cy="234864"/>
              </a:xfrm>
              <a:custGeom>
                <a:avLst/>
                <a:gdLst>
                  <a:gd name="connsiteX0" fmla="*/ 116112 w 607919"/>
                  <a:gd name="connsiteY0" fmla="*/ 473652 h 551610"/>
                  <a:gd name="connsiteX1" fmla="*/ 118901 w 607919"/>
                  <a:gd name="connsiteY1" fmla="*/ 480423 h 551610"/>
                  <a:gd name="connsiteX2" fmla="*/ 118901 w 607919"/>
                  <a:gd name="connsiteY2" fmla="*/ 551610 h 551610"/>
                  <a:gd name="connsiteX3" fmla="*/ 55604 w 607919"/>
                  <a:gd name="connsiteY3" fmla="*/ 551610 h 551610"/>
                  <a:gd name="connsiteX4" fmla="*/ 55604 w 607919"/>
                  <a:gd name="connsiteY4" fmla="*/ 540851 h 551610"/>
                  <a:gd name="connsiteX5" fmla="*/ 65255 w 607919"/>
                  <a:gd name="connsiteY5" fmla="*/ 520583 h 551610"/>
                  <a:gd name="connsiteX6" fmla="*/ 83555 w 607919"/>
                  <a:gd name="connsiteY6" fmla="*/ 502317 h 551610"/>
                  <a:gd name="connsiteX7" fmla="*/ 109375 w 607919"/>
                  <a:gd name="connsiteY7" fmla="*/ 476545 h 551610"/>
                  <a:gd name="connsiteX8" fmla="*/ 116112 w 607919"/>
                  <a:gd name="connsiteY8" fmla="*/ 473652 h 551610"/>
                  <a:gd name="connsiteX9" fmla="*/ 199155 w 607919"/>
                  <a:gd name="connsiteY9" fmla="*/ 390799 h 551610"/>
                  <a:gd name="connsiteX10" fmla="*/ 201956 w 607919"/>
                  <a:gd name="connsiteY10" fmla="*/ 397632 h 551610"/>
                  <a:gd name="connsiteX11" fmla="*/ 201956 w 607919"/>
                  <a:gd name="connsiteY11" fmla="*/ 551610 h 551610"/>
                  <a:gd name="connsiteX12" fmla="*/ 145363 w 607919"/>
                  <a:gd name="connsiteY12" fmla="*/ 551610 h 551610"/>
                  <a:gd name="connsiteX13" fmla="*/ 145363 w 607919"/>
                  <a:gd name="connsiteY13" fmla="*/ 454170 h 551610"/>
                  <a:gd name="connsiteX14" fmla="*/ 154879 w 607919"/>
                  <a:gd name="connsiteY14" fmla="*/ 431030 h 551610"/>
                  <a:gd name="connsiteX15" fmla="*/ 192315 w 607919"/>
                  <a:gd name="connsiteY15" fmla="*/ 393630 h 551610"/>
                  <a:gd name="connsiteX16" fmla="*/ 199155 w 607919"/>
                  <a:gd name="connsiteY16" fmla="*/ 390799 h 551610"/>
                  <a:gd name="connsiteX17" fmla="*/ 231082 w 607919"/>
                  <a:gd name="connsiteY17" fmla="*/ 388245 h 551610"/>
                  <a:gd name="connsiteX18" fmla="*/ 237930 w 607919"/>
                  <a:gd name="connsiteY18" fmla="*/ 391091 h 551610"/>
                  <a:gd name="connsiteX19" fmla="*/ 266763 w 607919"/>
                  <a:gd name="connsiteY19" fmla="*/ 419867 h 551610"/>
                  <a:gd name="connsiteX20" fmla="*/ 275915 w 607919"/>
                  <a:gd name="connsiteY20" fmla="*/ 428875 h 551610"/>
                  <a:gd name="connsiteX21" fmla="*/ 284941 w 607919"/>
                  <a:gd name="connsiteY21" fmla="*/ 451520 h 551610"/>
                  <a:gd name="connsiteX22" fmla="*/ 284941 w 607919"/>
                  <a:gd name="connsiteY22" fmla="*/ 551610 h 551610"/>
                  <a:gd name="connsiteX23" fmla="*/ 228277 w 607919"/>
                  <a:gd name="connsiteY23" fmla="*/ 551610 h 551610"/>
                  <a:gd name="connsiteX24" fmla="*/ 228277 w 607919"/>
                  <a:gd name="connsiteY24" fmla="*/ 394969 h 551610"/>
                  <a:gd name="connsiteX25" fmla="*/ 231082 w 607919"/>
                  <a:gd name="connsiteY25" fmla="*/ 388245 h 551610"/>
                  <a:gd name="connsiteX26" fmla="*/ 365148 w 607919"/>
                  <a:gd name="connsiteY26" fmla="*/ 381336 h 551610"/>
                  <a:gd name="connsiteX27" fmla="*/ 367997 w 607919"/>
                  <a:gd name="connsiteY27" fmla="*/ 388122 h 551610"/>
                  <a:gd name="connsiteX28" fmla="*/ 367997 w 607919"/>
                  <a:gd name="connsiteY28" fmla="*/ 551610 h 551610"/>
                  <a:gd name="connsiteX29" fmla="*/ 311262 w 607919"/>
                  <a:gd name="connsiteY29" fmla="*/ 551610 h 551610"/>
                  <a:gd name="connsiteX30" fmla="*/ 311262 w 607919"/>
                  <a:gd name="connsiteY30" fmla="*/ 444661 h 551610"/>
                  <a:gd name="connsiteX31" fmla="*/ 316898 w 607919"/>
                  <a:gd name="connsiteY31" fmla="*/ 425523 h 551610"/>
                  <a:gd name="connsiteX32" fmla="*/ 322534 w 607919"/>
                  <a:gd name="connsiteY32" fmla="*/ 419894 h 551610"/>
                  <a:gd name="connsiteX33" fmla="*/ 358353 w 607919"/>
                  <a:gd name="connsiteY33" fmla="*/ 384120 h 551610"/>
                  <a:gd name="connsiteX34" fmla="*/ 365148 w 607919"/>
                  <a:gd name="connsiteY34" fmla="*/ 381336 h 551610"/>
                  <a:gd name="connsiteX35" fmla="*/ 448177 w 607919"/>
                  <a:gd name="connsiteY35" fmla="*/ 298352 h 551610"/>
                  <a:gd name="connsiteX36" fmla="*/ 450982 w 607919"/>
                  <a:gd name="connsiteY36" fmla="*/ 305139 h 551610"/>
                  <a:gd name="connsiteX37" fmla="*/ 450982 w 607919"/>
                  <a:gd name="connsiteY37" fmla="*/ 551610 h 551610"/>
                  <a:gd name="connsiteX38" fmla="*/ 394318 w 607919"/>
                  <a:gd name="connsiteY38" fmla="*/ 551610 h 551610"/>
                  <a:gd name="connsiteX39" fmla="*/ 394318 w 607919"/>
                  <a:gd name="connsiteY39" fmla="*/ 361815 h 551610"/>
                  <a:gd name="connsiteX40" fmla="*/ 403846 w 607919"/>
                  <a:gd name="connsiteY40" fmla="*/ 338669 h 551610"/>
                  <a:gd name="connsiteX41" fmla="*/ 441329 w 607919"/>
                  <a:gd name="connsiteY41" fmla="*/ 301136 h 551610"/>
                  <a:gd name="connsiteX42" fmla="*/ 448177 w 607919"/>
                  <a:gd name="connsiteY42" fmla="*/ 298352 h 551610"/>
                  <a:gd name="connsiteX43" fmla="*/ 527085 w 607919"/>
                  <a:gd name="connsiteY43" fmla="*/ 219452 h 551610"/>
                  <a:gd name="connsiteX44" fmla="*/ 529874 w 607919"/>
                  <a:gd name="connsiteY44" fmla="*/ 226177 h 551610"/>
                  <a:gd name="connsiteX45" fmla="*/ 529874 w 607919"/>
                  <a:gd name="connsiteY45" fmla="*/ 551610 h 551610"/>
                  <a:gd name="connsiteX46" fmla="*/ 477232 w 607919"/>
                  <a:gd name="connsiteY46" fmla="*/ 551610 h 551610"/>
                  <a:gd name="connsiteX47" fmla="*/ 477232 w 607919"/>
                  <a:gd name="connsiteY47" fmla="*/ 278727 h 551610"/>
                  <a:gd name="connsiteX48" fmla="*/ 486883 w 607919"/>
                  <a:gd name="connsiteY48" fmla="*/ 255580 h 551610"/>
                  <a:gd name="connsiteX49" fmla="*/ 520348 w 607919"/>
                  <a:gd name="connsiteY49" fmla="*/ 222298 h 551610"/>
                  <a:gd name="connsiteX50" fmla="*/ 527085 w 607919"/>
                  <a:gd name="connsiteY50" fmla="*/ 219452 h 551610"/>
                  <a:gd name="connsiteX51" fmla="*/ 387769 w 607919"/>
                  <a:gd name="connsiteY51" fmla="*/ 0 h 551610"/>
                  <a:gd name="connsiteX52" fmla="*/ 580729 w 607919"/>
                  <a:gd name="connsiteY52" fmla="*/ 0 h 551610"/>
                  <a:gd name="connsiteX53" fmla="*/ 607919 w 607919"/>
                  <a:gd name="connsiteY53" fmla="*/ 26022 h 551610"/>
                  <a:gd name="connsiteX54" fmla="*/ 607919 w 607919"/>
                  <a:gd name="connsiteY54" fmla="*/ 219812 h 551610"/>
                  <a:gd name="connsiteX55" fmla="*/ 598271 w 607919"/>
                  <a:gd name="connsiteY55" fmla="*/ 223815 h 551610"/>
                  <a:gd name="connsiteX56" fmla="*/ 530610 w 607919"/>
                  <a:gd name="connsiteY56" fmla="*/ 156258 h 551610"/>
                  <a:gd name="connsiteX57" fmla="*/ 304320 w 607919"/>
                  <a:gd name="connsiteY57" fmla="*/ 382325 h 551610"/>
                  <a:gd name="connsiteX58" fmla="*/ 285024 w 607919"/>
                  <a:gd name="connsiteY58" fmla="*/ 382325 h 551610"/>
                  <a:gd name="connsiteX59" fmla="*/ 216360 w 607919"/>
                  <a:gd name="connsiteY59" fmla="*/ 313767 h 551610"/>
                  <a:gd name="connsiteX60" fmla="*/ 94068 w 607919"/>
                  <a:gd name="connsiteY60" fmla="*/ 435996 h 551610"/>
                  <a:gd name="connsiteX61" fmla="*/ 17260 w 607919"/>
                  <a:gd name="connsiteY61" fmla="*/ 435996 h 551610"/>
                  <a:gd name="connsiteX62" fmla="*/ 15882 w 607919"/>
                  <a:gd name="connsiteY62" fmla="*/ 434745 h 551610"/>
                  <a:gd name="connsiteX63" fmla="*/ 15882 w 607919"/>
                  <a:gd name="connsiteY63" fmla="*/ 358055 h 551610"/>
                  <a:gd name="connsiteX64" fmla="*/ 206837 w 607919"/>
                  <a:gd name="connsiteY64" fmla="*/ 167267 h 551610"/>
                  <a:gd name="connsiteX65" fmla="*/ 226008 w 607919"/>
                  <a:gd name="connsiteY65" fmla="*/ 167267 h 551610"/>
                  <a:gd name="connsiteX66" fmla="*/ 294672 w 607919"/>
                  <a:gd name="connsiteY66" fmla="*/ 235701 h 551610"/>
                  <a:gd name="connsiteX67" fmla="*/ 424481 w 607919"/>
                  <a:gd name="connsiteY67" fmla="*/ 105965 h 551610"/>
                  <a:gd name="connsiteX68" fmla="*/ 452423 w 607919"/>
                  <a:gd name="connsiteY68" fmla="*/ 78192 h 551610"/>
                  <a:gd name="connsiteX69" fmla="*/ 383885 w 607919"/>
                  <a:gd name="connsiteY69" fmla="*/ 9633 h 551610"/>
                  <a:gd name="connsiteX70" fmla="*/ 387769 w 607919"/>
                  <a:gd name="connsiteY70" fmla="*/ 0 h 5516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Lst>
                <a:rect l="l" t="t" r="r" b="b"/>
                <a:pathLst>
                  <a:path w="607919" h="551610">
                    <a:moveTo>
                      <a:pt x="116112" y="473652"/>
                    </a:moveTo>
                    <a:cubicBezTo>
                      <a:pt x="117836" y="474356"/>
                      <a:pt x="118901" y="476670"/>
                      <a:pt x="118901" y="480423"/>
                    </a:cubicBezTo>
                    <a:lnTo>
                      <a:pt x="118901" y="551610"/>
                    </a:lnTo>
                    <a:lnTo>
                      <a:pt x="55604" y="551610"/>
                    </a:lnTo>
                    <a:lnTo>
                      <a:pt x="55604" y="540851"/>
                    </a:lnTo>
                    <a:cubicBezTo>
                      <a:pt x="55604" y="534971"/>
                      <a:pt x="59991" y="525838"/>
                      <a:pt x="65255" y="520583"/>
                    </a:cubicBezTo>
                    <a:lnTo>
                      <a:pt x="83555" y="502317"/>
                    </a:lnTo>
                    <a:lnTo>
                      <a:pt x="109375" y="476545"/>
                    </a:lnTo>
                    <a:cubicBezTo>
                      <a:pt x="112007" y="473855"/>
                      <a:pt x="114389" y="472948"/>
                      <a:pt x="116112" y="473652"/>
                    </a:cubicBezTo>
                    <a:close/>
                    <a:moveTo>
                      <a:pt x="199155" y="390799"/>
                    </a:moveTo>
                    <a:cubicBezTo>
                      <a:pt x="200892" y="391534"/>
                      <a:pt x="201956" y="393880"/>
                      <a:pt x="201956" y="397632"/>
                    </a:cubicBezTo>
                    <a:lnTo>
                      <a:pt x="201956" y="551610"/>
                    </a:lnTo>
                    <a:lnTo>
                      <a:pt x="145363" y="551610"/>
                    </a:lnTo>
                    <a:lnTo>
                      <a:pt x="145363" y="454170"/>
                    </a:lnTo>
                    <a:cubicBezTo>
                      <a:pt x="145363" y="446665"/>
                      <a:pt x="149620" y="436283"/>
                      <a:pt x="154879" y="431030"/>
                    </a:cubicBezTo>
                    <a:lnTo>
                      <a:pt x="192315" y="393630"/>
                    </a:lnTo>
                    <a:cubicBezTo>
                      <a:pt x="195007" y="390941"/>
                      <a:pt x="197417" y="390065"/>
                      <a:pt x="199155" y="390799"/>
                    </a:cubicBezTo>
                    <a:close/>
                    <a:moveTo>
                      <a:pt x="231082" y="388245"/>
                    </a:moveTo>
                    <a:cubicBezTo>
                      <a:pt x="232822" y="387525"/>
                      <a:pt x="235235" y="388401"/>
                      <a:pt x="237930" y="391091"/>
                    </a:cubicBezTo>
                    <a:lnTo>
                      <a:pt x="266763" y="419867"/>
                    </a:lnTo>
                    <a:lnTo>
                      <a:pt x="275915" y="428875"/>
                    </a:lnTo>
                    <a:cubicBezTo>
                      <a:pt x="280929" y="433879"/>
                      <a:pt x="284941" y="444013"/>
                      <a:pt x="284941" y="451520"/>
                    </a:cubicBezTo>
                    <a:lnTo>
                      <a:pt x="284941" y="551610"/>
                    </a:lnTo>
                    <a:lnTo>
                      <a:pt x="228277" y="551610"/>
                    </a:lnTo>
                    <a:lnTo>
                      <a:pt x="228277" y="394969"/>
                    </a:lnTo>
                    <a:cubicBezTo>
                      <a:pt x="228277" y="391278"/>
                      <a:pt x="229343" y="388964"/>
                      <a:pt x="231082" y="388245"/>
                    </a:cubicBezTo>
                    <a:close/>
                    <a:moveTo>
                      <a:pt x="365148" y="381336"/>
                    </a:moveTo>
                    <a:cubicBezTo>
                      <a:pt x="366901" y="382055"/>
                      <a:pt x="367997" y="384370"/>
                      <a:pt x="367997" y="388122"/>
                    </a:cubicBezTo>
                    <a:lnTo>
                      <a:pt x="367997" y="551610"/>
                    </a:lnTo>
                    <a:lnTo>
                      <a:pt x="311262" y="551610"/>
                    </a:lnTo>
                    <a:lnTo>
                      <a:pt x="311262" y="444661"/>
                    </a:lnTo>
                    <a:cubicBezTo>
                      <a:pt x="311262" y="437156"/>
                      <a:pt x="313767" y="428650"/>
                      <a:pt x="316898" y="425523"/>
                    </a:cubicBezTo>
                    <a:cubicBezTo>
                      <a:pt x="320029" y="422396"/>
                      <a:pt x="322534" y="419894"/>
                      <a:pt x="322534" y="419894"/>
                    </a:cubicBezTo>
                    <a:lnTo>
                      <a:pt x="358353" y="384120"/>
                    </a:lnTo>
                    <a:cubicBezTo>
                      <a:pt x="360983" y="381493"/>
                      <a:pt x="363394" y="380617"/>
                      <a:pt x="365148" y="381336"/>
                    </a:cubicBezTo>
                    <a:close/>
                    <a:moveTo>
                      <a:pt x="448177" y="298352"/>
                    </a:moveTo>
                    <a:cubicBezTo>
                      <a:pt x="449916" y="299071"/>
                      <a:pt x="450982" y="301386"/>
                      <a:pt x="450982" y="305139"/>
                    </a:cubicBezTo>
                    <a:lnTo>
                      <a:pt x="450982" y="551610"/>
                    </a:lnTo>
                    <a:lnTo>
                      <a:pt x="394318" y="551610"/>
                    </a:lnTo>
                    <a:lnTo>
                      <a:pt x="394318" y="361815"/>
                    </a:lnTo>
                    <a:cubicBezTo>
                      <a:pt x="394318" y="354308"/>
                      <a:pt x="398580" y="343924"/>
                      <a:pt x="403846" y="338669"/>
                    </a:cubicBezTo>
                    <a:lnTo>
                      <a:pt x="441329" y="301136"/>
                    </a:lnTo>
                    <a:cubicBezTo>
                      <a:pt x="444024" y="298508"/>
                      <a:pt x="446438" y="297633"/>
                      <a:pt x="448177" y="298352"/>
                    </a:cubicBezTo>
                    <a:close/>
                    <a:moveTo>
                      <a:pt x="527085" y="219452"/>
                    </a:moveTo>
                    <a:cubicBezTo>
                      <a:pt x="528809" y="220171"/>
                      <a:pt x="529874" y="222486"/>
                      <a:pt x="529874" y="226177"/>
                    </a:cubicBezTo>
                    <a:lnTo>
                      <a:pt x="529874" y="551610"/>
                    </a:lnTo>
                    <a:lnTo>
                      <a:pt x="477232" y="551610"/>
                    </a:lnTo>
                    <a:lnTo>
                      <a:pt x="477232" y="278727"/>
                    </a:lnTo>
                    <a:cubicBezTo>
                      <a:pt x="477232" y="271345"/>
                      <a:pt x="481494" y="260960"/>
                      <a:pt x="486883" y="255580"/>
                    </a:cubicBezTo>
                    <a:lnTo>
                      <a:pt x="520348" y="222298"/>
                    </a:lnTo>
                    <a:cubicBezTo>
                      <a:pt x="522980" y="219608"/>
                      <a:pt x="525362" y="218732"/>
                      <a:pt x="527085" y="219452"/>
                    </a:cubicBezTo>
                    <a:close/>
                    <a:moveTo>
                      <a:pt x="387769" y="0"/>
                    </a:moveTo>
                    <a:lnTo>
                      <a:pt x="580729" y="0"/>
                    </a:lnTo>
                    <a:cubicBezTo>
                      <a:pt x="594512" y="0"/>
                      <a:pt x="607919" y="12135"/>
                      <a:pt x="607919" y="26022"/>
                    </a:cubicBezTo>
                    <a:lnTo>
                      <a:pt x="607919" y="219812"/>
                    </a:lnTo>
                    <a:cubicBezTo>
                      <a:pt x="607919" y="227318"/>
                      <a:pt x="603534" y="229070"/>
                      <a:pt x="598271" y="223815"/>
                    </a:cubicBezTo>
                    <a:lnTo>
                      <a:pt x="530610" y="156258"/>
                    </a:lnTo>
                    <a:lnTo>
                      <a:pt x="304320" y="382325"/>
                    </a:lnTo>
                    <a:cubicBezTo>
                      <a:pt x="298932" y="387580"/>
                      <a:pt x="290412" y="387580"/>
                      <a:pt x="285024" y="382325"/>
                    </a:cubicBezTo>
                    <a:lnTo>
                      <a:pt x="216360" y="313767"/>
                    </a:lnTo>
                    <a:lnTo>
                      <a:pt x="94068" y="435996"/>
                    </a:lnTo>
                    <a:cubicBezTo>
                      <a:pt x="72767" y="457264"/>
                      <a:pt x="38435" y="457264"/>
                      <a:pt x="17260" y="435996"/>
                    </a:cubicBezTo>
                    <a:lnTo>
                      <a:pt x="15882" y="434745"/>
                    </a:lnTo>
                    <a:cubicBezTo>
                      <a:pt x="-5294" y="413477"/>
                      <a:pt x="-5294" y="379198"/>
                      <a:pt x="15882" y="358055"/>
                    </a:cubicBezTo>
                    <a:lnTo>
                      <a:pt x="206837" y="167267"/>
                    </a:lnTo>
                    <a:cubicBezTo>
                      <a:pt x="212100" y="161888"/>
                      <a:pt x="220745" y="161888"/>
                      <a:pt x="226008" y="167267"/>
                    </a:cubicBezTo>
                    <a:lnTo>
                      <a:pt x="294672" y="235701"/>
                    </a:lnTo>
                    <a:lnTo>
                      <a:pt x="424481" y="105965"/>
                    </a:lnTo>
                    <a:lnTo>
                      <a:pt x="452423" y="78192"/>
                    </a:lnTo>
                    <a:lnTo>
                      <a:pt x="383885" y="9633"/>
                    </a:lnTo>
                    <a:cubicBezTo>
                      <a:pt x="378497" y="4379"/>
                      <a:pt x="380376" y="0"/>
                      <a:pt x="387769" y="0"/>
                    </a:cubicBezTo>
                    <a:close/>
                  </a:path>
                </a:pathLst>
              </a:custGeom>
              <a:solidFill>
                <a:schemeClr val="bg1"/>
              </a:solidFill>
              <a:ln w="1270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fontScale="55000" lnSpcReduction="20000"/>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defTabSz="914400"/>
                <a:endParaRPr lang="zh-CN" altLang="en-US" sz="2000" b="1" dirty="0">
                  <a:solidFill>
                    <a:schemeClr val="bg1"/>
                  </a:solidFill>
                </a:endParaRPr>
              </a:p>
            </p:txBody>
          </p:sp>
        </p:grpSp>
      </p:grpSp>
      <p:grpSp>
        <p:nvGrpSpPr>
          <p:cNvPr id="572" name="iŝļïḓê"/>
          <p:cNvGrpSpPr/>
          <p:nvPr/>
        </p:nvGrpSpPr>
        <p:grpSpPr>
          <a:xfrm>
            <a:off x="660400" y="3994675"/>
            <a:ext cx="8120136" cy="2504143"/>
            <a:chOff x="660400" y="2092935"/>
            <a:chExt cx="8120136" cy="2504143"/>
          </a:xfrm>
        </p:grpSpPr>
        <p:grpSp>
          <p:nvGrpSpPr>
            <p:cNvPr id="574" name="ïṧļïḓe"/>
            <p:cNvGrpSpPr/>
            <p:nvPr/>
          </p:nvGrpSpPr>
          <p:grpSpPr>
            <a:xfrm>
              <a:off x="1296567" y="2092935"/>
              <a:ext cx="7483969" cy="2504143"/>
              <a:chOff x="1296567" y="2092935"/>
              <a:chExt cx="9439156" cy="2504143"/>
            </a:xfrm>
          </p:grpSpPr>
          <p:sp>
            <p:nvSpPr>
              <p:cNvPr id="1142" name="ïšļíďè"/>
              <p:cNvSpPr txBox="1"/>
              <p:nvPr/>
            </p:nvSpPr>
            <p:spPr>
              <a:xfrm>
                <a:off x="1296567" y="2092935"/>
                <a:ext cx="7140794" cy="389423"/>
              </a:xfrm>
              <a:prstGeom prst="rect">
                <a:avLst/>
              </a:prstGeom>
              <a:noFill/>
            </p:spPr>
            <p:txBody>
              <a:bodyPr wrap="square" lIns="91440" tIns="45720" rIns="91440" bIns="45720" rtlCol="0" anchor="ctr" anchorCtr="0">
                <a:no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r>
                  <a:rPr lang="zh-CN" altLang="en-US" sz="2400" dirty="0">
                    <a:solidFill>
                      <a:srgbClr val="FF0000"/>
                    </a:solidFill>
                  </a:rPr>
                  <a:t>嵌入式</a:t>
                </a:r>
                <a:r>
                  <a:rPr lang="en-US" altLang="zh-CN" sz="2400" dirty="0">
                    <a:solidFill>
                      <a:srgbClr val="FF0000"/>
                    </a:solidFill>
                  </a:rPr>
                  <a:t>OS</a:t>
                </a:r>
                <a:r>
                  <a:rPr lang="zh-CN" altLang="en-US" sz="2400" dirty="0"/>
                  <a:t>：用于嵌入式系统的</a:t>
                </a:r>
                <a:r>
                  <a:rPr lang="en-US" altLang="zh-CN" sz="2400" dirty="0"/>
                  <a:t>OS</a:t>
                </a:r>
                <a:endParaRPr lang="en-US" altLang="zh-CN" sz="2400" dirty="0"/>
              </a:p>
            </p:txBody>
          </p:sp>
          <p:sp>
            <p:nvSpPr>
              <p:cNvPr id="1143" name="íşľíḑè"/>
              <p:cNvSpPr/>
              <p:nvPr/>
            </p:nvSpPr>
            <p:spPr bwMode="auto">
              <a:xfrm>
                <a:off x="1312811" y="2588173"/>
                <a:ext cx="6632637" cy="14891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t" anchorCtr="0">
                <a:no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marL="342900" lvl="1" indent="-342900">
                  <a:buFont typeface="Wingdings" panose="05000000000000000000" pitchFamily="2" charset="2"/>
                  <a:buChar char="Ø"/>
                </a:pPr>
                <a:r>
                  <a:rPr lang="en-US" altLang="zh-CN" sz="2000" dirty="0"/>
                  <a:t>µC/OS-II</a:t>
                </a:r>
                <a:r>
                  <a:rPr lang="zh-CN" altLang="en-US" sz="2000" dirty="0"/>
                  <a:t>、嵌入式</a:t>
                </a:r>
                <a:r>
                  <a:rPr lang="en-US" altLang="zh-CN" sz="2000" dirty="0"/>
                  <a:t>Linux</a:t>
                </a:r>
                <a:r>
                  <a:rPr lang="zh-CN" altLang="en-US" sz="2000" dirty="0"/>
                  <a:t>、</a:t>
                </a:r>
                <a:r>
                  <a:rPr lang="en-US" altLang="zh-CN" sz="2000" dirty="0"/>
                  <a:t>Windows Embedded</a:t>
                </a:r>
                <a:r>
                  <a:rPr lang="zh-CN" altLang="en-US" sz="2000" dirty="0"/>
                  <a:t>、</a:t>
                </a:r>
                <a:r>
                  <a:rPr lang="en-US" altLang="zh-CN" sz="2000" dirty="0" err="1"/>
                  <a:t>VxWorks</a:t>
                </a:r>
                <a:r>
                  <a:rPr lang="zh-CN" altLang="en-US" sz="2000" dirty="0"/>
                  <a:t>、</a:t>
                </a:r>
                <a:r>
                  <a:rPr lang="en-US" altLang="zh-CN" sz="2000" dirty="0"/>
                  <a:t>Android</a:t>
                </a:r>
                <a:r>
                  <a:rPr lang="zh-CN" altLang="en-US" sz="2000" dirty="0"/>
                  <a:t>、</a:t>
                </a:r>
                <a:r>
                  <a:rPr lang="en-US" altLang="zh-CN" sz="2000" dirty="0"/>
                  <a:t>iOS</a:t>
                </a:r>
                <a:r>
                  <a:rPr lang="zh-CN" altLang="en-US" sz="2000" dirty="0"/>
                  <a:t>等</a:t>
                </a:r>
                <a:endParaRPr lang="en-US" altLang="zh-CN" sz="2000" dirty="0"/>
              </a:p>
              <a:p>
                <a:pPr marL="342900" lvl="1" indent="-342900">
                  <a:lnSpc>
                    <a:spcPct val="132000"/>
                  </a:lnSpc>
                  <a:buFont typeface="Wingdings" panose="05000000000000000000" pitchFamily="2" charset="2"/>
                  <a:buChar char="Ø"/>
                </a:pPr>
                <a:r>
                  <a:rPr lang="zh-CN" altLang="en-US" sz="2000" dirty="0">
                    <a:solidFill>
                      <a:srgbClr val="FF0000"/>
                    </a:solidFill>
                  </a:rPr>
                  <a:t>特点</a:t>
                </a:r>
                <a:r>
                  <a:rPr lang="zh-CN" altLang="en-US" sz="2000" dirty="0"/>
                  <a:t>：</a:t>
                </a:r>
                <a:endParaRPr lang="en-US" altLang="zh-CN" sz="2000" dirty="0"/>
              </a:p>
              <a:p>
                <a:pPr marL="800100" lvl="2" indent="-342900">
                  <a:lnSpc>
                    <a:spcPct val="132000"/>
                  </a:lnSpc>
                  <a:buClr>
                    <a:srgbClr val="FF0000"/>
                  </a:buClr>
                  <a:buFont typeface="Wingdings" panose="05000000000000000000" pitchFamily="2" charset="2"/>
                  <a:buChar char="l"/>
                </a:pPr>
                <a:r>
                  <a:rPr lang="zh-CN" altLang="en-US" sz="2000" dirty="0"/>
                  <a:t>系统内核小</a:t>
                </a:r>
                <a:endParaRPr lang="zh-CN" altLang="en-US" sz="2000" dirty="0"/>
              </a:p>
            </p:txBody>
          </p:sp>
          <p:sp>
            <p:nvSpPr>
              <p:cNvPr id="1150" name="íşľíḑè"/>
              <p:cNvSpPr/>
              <p:nvPr/>
            </p:nvSpPr>
            <p:spPr bwMode="auto">
              <a:xfrm>
                <a:off x="3682198" y="3602688"/>
                <a:ext cx="4950084" cy="4746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t" anchorCtr="0">
                <a:no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marL="800100" lvl="2" indent="-342900">
                  <a:lnSpc>
                    <a:spcPct val="132000"/>
                  </a:lnSpc>
                  <a:buClr>
                    <a:srgbClr val="FF0000"/>
                  </a:buClr>
                  <a:buFont typeface="Wingdings" panose="05000000000000000000" pitchFamily="2" charset="2"/>
                  <a:buChar char="l"/>
                </a:pPr>
                <a:r>
                  <a:rPr lang="zh-CN" altLang="en-US" sz="2000" dirty="0"/>
                  <a:t>系统精简</a:t>
                </a:r>
                <a:endParaRPr lang="en-US" altLang="zh-CN" sz="2000" dirty="0"/>
              </a:p>
            </p:txBody>
          </p:sp>
          <p:sp>
            <p:nvSpPr>
              <p:cNvPr id="1151" name="íşľíḑè"/>
              <p:cNvSpPr/>
              <p:nvPr/>
            </p:nvSpPr>
            <p:spPr bwMode="auto">
              <a:xfrm>
                <a:off x="1296567" y="4045190"/>
                <a:ext cx="4856624" cy="551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t" anchorCtr="0">
                <a:no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marL="800100" lvl="2" indent="-342900">
                  <a:lnSpc>
                    <a:spcPct val="132000"/>
                  </a:lnSpc>
                  <a:buClr>
                    <a:srgbClr val="FF0000"/>
                  </a:buClr>
                  <a:buFont typeface="Wingdings" panose="05000000000000000000" pitchFamily="2" charset="2"/>
                  <a:buChar char="l"/>
                </a:pPr>
                <a:r>
                  <a:rPr lang="zh-CN" altLang="en-US" sz="2000" dirty="0"/>
                  <a:t>具有可配置性</a:t>
                </a:r>
                <a:endParaRPr lang="zh-CN" altLang="en-US" sz="2000" dirty="0"/>
              </a:p>
              <a:p>
                <a:pPr marL="342900" lvl="1" indent="-342900">
                  <a:buFont typeface="Wingdings" panose="05000000000000000000" pitchFamily="2" charset="2"/>
                  <a:buChar char="Ø"/>
                </a:pPr>
                <a:endParaRPr lang="en-US" altLang="zh-CN" sz="2000" dirty="0"/>
              </a:p>
            </p:txBody>
          </p:sp>
          <p:sp>
            <p:nvSpPr>
              <p:cNvPr id="1152" name="íşľíḑè"/>
              <p:cNvSpPr/>
              <p:nvPr/>
            </p:nvSpPr>
            <p:spPr bwMode="auto">
              <a:xfrm>
                <a:off x="5879100" y="3589809"/>
                <a:ext cx="4856623" cy="551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t" anchorCtr="0">
                <a:no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marL="800100" lvl="2" indent="-342900">
                  <a:lnSpc>
                    <a:spcPct val="132000"/>
                  </a:lnSpc>
                  <a:buClr>
                    <a:srgbClr val="FF0000"/>
                  </a:buClr>
                  <a:buFont typeface="Wingdings" panose="05000000000000000000" pitchFamily="2" charset="2"/>
                  <a:buChar char="l"/>
                </a:pPr>
                <a:r>
                  <a:rPr lang="zh-CN" altLang="en-US" sz="2000" dirty="0"/>
                  <a:t>高实时性</a:t>
                </a:r>
                <a:endParaRPr lang="en-US" altLang="zh-CN" sz="2000" dirty="0"/>
              </a:p>
            </p:txBody>
          </p:sp>
        </p:grpSp>
        <p:grpSp>
          <p:nvGrpSpPr>
            <p:cNvPr id="1139" name="ïŝľídè"/>
            <p:cNvGrpSpPr/>
            <p:nvPr/>
          </p:nvGrpSpPr>
          <p:grpSpPr>
            <a:xfrm>
              <a:off x="660400" y="2096245"/>
              <a:ext cx="497734" cy="497734"/>
              <a:chOff x="660400" y="2096245"/>
              <a:chExt cx="497734" cy="497734"/>
            </a:xfrm>
          </p:grpSpPr>
          <p:sp>
            <p:nvSpPr>
              <p:cNvPr id="1140" name="ïṡľïde"/>
              <p:cNvSpPr/>
              <p:nvPr/>
            </p:nvSpPr>
            <p:spPr>
              <a:xfrm>
                <a:off x="660400" y="2096245"/>
                <a:ext cx="497734" cy="497734"/>
              </a:xfrm>
              <a:prstGeom prst="ellipse">
                <a:avLst/>
              </a:prstGeom>
              <a:solidFill>
                <a:schemeClr val="tx1">
                  <a:lumMod val="50000"/>
                  <a:lumOff val="50000"/>
                </a:schemeClr>
              </a:solidFill>
              <a:ln w="19050">
                <a:solidFill>
                  <a:schemeClr val="bg1"/>
                </a:solid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defTabSz="914400"/>
                <a:endParaRPr lang="zh-CN" altLang="en-US" sz="1600" dirty="0">
                  <a:solidFill>
                    <a:schemeClr val="bg1"/>
                  </a:solidFill>
                </a:endParaRPr>
              </a:p>
            </p:txBody>
          </p:sp>
          <p:sp>
            <p:nvSpPr>
              <p:cNvPr id="1141" name="ïšliḍe"/>
              <p:cNvSpPr/>
              <p:nvPr/>
            </p:nvSpPr>
            <p:spPr>
              <a:xfrm>
                <a:off x="779848" y="2227680"/>
                <a:ext cx="258838" cy="234864"/>
              </a:xfrm>
              <a:custGeom>
                <a:avLst/>
                <a:gdLst>
                  <a:gd name="connsiteX0" fmla="*/ 116112 w 607919"/>
                  <a:gd name="connsiteY0" fmla="*/ 473652 h 551610"/>
                  <a:gd name="connsiteX1" fmla="*/ 118901 w 607919"/>
                  <a:gd name="connsiteY1" fmla="*/ 480423 h 551610"/>
                  <a:gd name="connsiteX2" fmla="*/ 118901 w 607919"/>
                  <a:gd name="connsiteY2" fmla="*/ 551610 h 551610"/>
                  <a:gd name="connsiteX3" fmla="*/ 55604 w 607919"/>
                  <a:gd name="connsiteY3" fmla="*/ 551610 h 551610"/>
                  <a:gd name="connsiteX4" fmla="*/ 55604 w 607919"/>
                  <a:gd name="connsiteY4" fmla="*/ 540851 h 551610"/>
                  <a:gd name="connsiteX5" fmla="*/ 65255 w 607919"/>
                  <a:gd name="connsiteY5" fmla="*/ 520583 h 551610"/>
                  <a:gd name="connsiteX6" fmla="*/ 83555 w 607919"/>
                  <a:gd name="connsiteY6" fmla="*/ 502317 h 551610"/>
                  <a:gd name="connsiteX7" fmla="*/ 109375 w 607919"/>
                  <a:gd name="connsiteY7" fmla="*/ 476545 h 551610"/>
                  <a:gd name="connsiteX8" fmla="*/ 116112 w 607919"/>
                  <a:gd name="connsiteY8" fmla="*/ 473652 h 551610"/>
                  <a:gd name="connsiteX9" fmla="*/ 199155 w 607919"/>
                  <a:gd name="connsiteY9" fmla="*/ 390799 h 551610"/>
                  <a:gd name="connsiteX10" fmla="*/ 201956 w 607919"/>
                  <a:gd name="connsiteY10" fmla="*/ 397632 h 551610"/>
                  <a:gd name="connsiteX11" fmla="*/ 201956 w 607919"/>
                  <a:gd name="connsiteY11" fmla="*/ 551610 h 551610"/>
                  <a:gd name="connsiteX12" fmla="*/ 145363 w 607919"/>
                  <a:gd name="connsiteY12" fmla="*/ 551610 h 551610"/>
                  <a:gd name="connsiteX13" fmla="*/ 145363 w 607919"/>
                  <a:gd name="connsiteY13" fmla="*/ 454170 h 551610"/>
                  <a:gd name="connsiteX14" fmla="*/ 154879 w 607919"/>
                  <a:gd name="connsiteY14" fmla="*/ 431030 h 551610"/>
                  <a:gd name="connsiteX15" fmla="*/ 192315 w 607919"/>
                  <a:gd name="connsiteY15" fmla="*/ 393630 h 551610"/>
                  <a:gd name="connsiteX16" fmla="*/ 199155 w 607919"/>
                  <a:gd name="connsiteY16" fmla="*/ 390799 h 551610"/>
                  <a:gd name="connsiteX17" fmla="*/ 231082 w 607919"/>
                  <a:gd name="connsiteY17" fmla="*/ 388245 h 551610"/>
                  <a:gd name="connsiteX18" fmla="*/ 237930 w 607919"/>
                  <a:gd name="connsiteY18" fmla="*/ 391091 h 551610"/>
                  <a:gd name="connsiteX19" fmla="*/ 266763 w 607919"/>
                  <a:gd name="connsiteY19" fmla="*/ 419867 h 551610"/>
                  <a:gd name="connsiteX20" fmla="*/ 275915 w 607919"/>
                  <a:gd name="connsiteY20" fmla="*/ 428875 h 551610"/>
                  <a:gd name="connsiteX21" fmla="*/ 284941 w 607919"/>
                  <a:gd name="connsiteY21" fmla="*/ 451520 h 551610"/>
                  <a:gd name="connsiteX22" fmla="*/ 284941 w 607919"/>
                  <a:gd name="connsiteY22" fmla="*/ 551610 h 551610"/>
                  <a:gd name="connsiteX23" fmla="*/ 228277 w 607919"/>
                  <a:gd name="connsiteY23" fmla="*/ 551610 h 551610"/>
                  <a:gd name="connsiteX24" fmla="*/ 228277 w 607919"/>
                  <a:gd name="connsiteY24" fmla="*/ 394969 h 551610"/>
                  <a:gd name="connsiteX25" fmla="*/ 231082 w 607919"/>
                  <a:gd name="connsiteY25" fmla="*/ 388245 h 551610"/>
                  <a:gd name="connsiteX26" fmla="*/ 365148 w 607919"/>
                  <a:gd name="connsiteY26" fmla="*/ 381336 h 551610"/>
                  <a:gd name="connsiteX27" fmla="*/ 367997 w 607919"/>
                  <a:gd name="connsiteY27" fmla="*/ 388122 h 551610"/>
                  <a:gd name="connsiteX28" fmla="*/ 367997 w 607919"/>
                  <a:gd name="connsiteY28" fmla="*/ 551610 h 551610"/>
                  <a:gd name="connsiteX29" fmla="*/ 311262 w 607919"/>
                  <a:gd name="connsiteY29" fmla="*/ 551610 h 551610"/>
                  <a:gd name="connsiteX30" fmla="*/ 311262 w 607919"/>
                  <a:gd name="connsiteY30" fmla="*/ 444661 h 551610"/>
                  <a:gd name="connsiteX31" fmla="*/ 316898 w 607919"/>
                  <a:gd name="connsiteY31" fmla="*/ 425523 h 551610"/>
                  <a:gd name="connsiteX32" fmla="*/ 322534 w 607919"/>
                  <a:gd name="connsiteY32" fmla="*/ 419894 h 551610"/>
                  <a:gd name="connsiteX33" fmla="*/ 358353 w 607919"/>
                  <a:gd name="connsiteY33" fmla="*/ 384120 h 551610"/>
                  <a:gd name="connsiteX34" fmla="*/ 365148 w 607919"/>
                  <a:gd name="connsiteY34" fmla="*/ 381336 h 551610"/>
                  <a:gd name="connsiteX35" fmla="*/ 448177 w 607919"/>
                  <a:gd name="connsiteY35" fmla="*/ 298352 h 551610"/>
                  <a:gd name="connsiteX36" fmla="*/ 450982 w 607919"/>
                  <a:gd name="connsiteY36" fmla="*/ 305139 h 551610"/>
                  <a:gd name="connsiteX37" fmla="*/ 450982 w 607919"/>
                  <a:gd name="connsiteY37" fmla="*/ 551610 h 551610"/>
                  <a:gd name="connsiteX38" fmla="*/ 394318 w 607919"/>
                  <a:gd name="connsiteY38" fmla="*/ 551610 h 551610"/>
                  <a:gd name="connsiteX39" fmla="*/ 394318 w 607919"/>
                  <a:gd name="connsiteY39" fmla="*/ 361815 h 551610"/>
                  <a:gd name="connsiteX40" fmla="*/ 403846 w 607919"/>
                  <a:gd name="connsiteY40" fmla="*/ 338669 h 551610"/>
                  <a:gd name="connsiteX41" fmla="*/ 441329 w 607919"/>
                  <a:gd name="connsiteY41" fmla="*/ 301136 h 551610"/>
                  <a:gd name="connsiteX42" fmla="*/ 448177 w 607919"/>
                  <a:gd name="connsiteY42" fmla="*/ 298352 h 551610"/>
                  <a:gd name="connsiteX43" fmla="*/ 527085 w 607919"/>
                  <a:gd name="connsiteY43" fmla="*/ 219452 h 551610"/>
                  <a:gd name="connsiteX44" fmla="*/ 529874 w 607919"/>
                  <a:gd name="connsiteY44" fmla="*/ 226177 h 551610"/>
                  <a:gd name="connsiteX45" fmla="*/ 529874 w 607919"/>
                  <a:gd name="connsiteY45" fmla="*/ 551610 h 551610"/>
                  <a:gd name="connsiteX46" fmla="*/ 477232 w 607919"/>
                  <a:gd name="connsiteY46" fmla="*/ 551610 h 551610"/>
                  <a:gd name="connsiteX47" fmla="*/ 477232 w 607919"/>
                  <a:gd name="connsiteY47" fmla="*/ 278727 h 551610"/>
                  <a:gd name="connsiteX48" fmla="*/ 486883 w 607919"/>
                  <a:gd name="connsiteY48" fmla="*/ 255580 h 551610"/>
                  <a:gd name="connsiteX49" fmla="*/ 520348 w 607919"/>
                  <a:gd name="connsiteY49" fmla="*/ 222298 h 551610"/>
                  <a:gd name="connsiteX50" fmla="*/ 527085 w 607919"/>
                  <a:gd name="connsiteY50" fmla="*/ 219452 h 551610"/>
                  <a:gd name="connsiteX51" fmla="*/ 387769 w 607919"/>
                  <a:gd name="connsiteY51" fmla="*/ 0 h 551610"/>
                  <a:gd name="connsiteX52" fmla="*/ 580729 w 607919"/>
                  <a:gd name="connsiteY52" fmla="*/ 0 h 551610"/>
                  <a:gd name="connsiteX53" fmla="*/ 607919 w 607919"/>
                  <a:gd name="connsiteY53" fmla="*/ 26022 h 551610"/>
                  <a:gd name="connsiteX54" fmla="*/ 607919 w 607919"/>
                  <a:gd name="connsiteY54" fmla="*/ 219812 h 551610"/>
                  <a:gd name="connsiteX55" fmla="*/ 598271 w 607919"/>
                  <a:gd name="connsiteY55" fmla="*/ 223815 h 551610"/>
                  <a:gd name="connsiteX56" fmla="*/ 530610 w 607919"/>
                  <a:gd name="connsiteY56" fmla="*/ 156258 h 551610"/>
                  <a:gd name="connsiteX57" fmla="*/ 304320 w 607919"/>
                  <a:gd name="connsiteY57" fmla="*/ 382325 h 551610"/>
                  <a:gd name="connsiteX58" fmla="*/ 285024 w 607919"/>
                  <a:gd name="connsiteY58" fmla="*/ 382325 h 551610"/>
                  <a:gd name="connsiteX59" fmla="*/ 216360 w 607919"/>
                  <a:gd name="connsiteY59" fmla="*/ 313767 h 551610"/>
                  <a:gd name="connsiteX60" fmla="*/ 94068 w 607919"/>
                  <a:gd name="connsiteY60" fmla="*/ 435996 h 551610"/>
                  <a:gd name="connsiteX61" fmla="*/ 17260 w 607919"/>
                  <a:gd name="connsiteY61" fmla="*/ 435996 h 551610"/>
                  <a:gd name="connsiteX62" fmla="*/ 15882 w 607919"/>
                  <a:gd name="connsiteY62" fmla="*/ 434745 h 551610"/>
                  <a:gd name="connsiteX63" fmla="*/ 15882 w 607919"/>
                  <a:gd name="connsiteY63" fmla="*/ 358055 h 551610"/>
                  <a:gd name="connsiteX64" fmla="*/ 206837 w 607919"/>
                  <a:gd name="connsiteY64" fmla="*/ 167267 h 551610"/>
                  <a:gd name="connsiteX65" fmla="*/ 226008 w 607919"/>
                  <a:gd name="connsiteY65" fmla="*/ 167267 h 551610"/>
                  <a:gd name="connsiteX66" fmla="*/ 294672 w 607919"/>
                  <a:gd name="connsiteY66" fmla="*/ 235701 h 551610"/>
                  <a:gd name="connsiteX67" fmla="*/ 424481 w 607919"/>
                  <a:gd name="connsiteY67" fmla="*/ 105965 h 551610"/>
                  <a:gd name="connsiteX68" fmla="*/ 452423 w 607919"/>
                  <a:gd name="connsiteY68" fmla="*/ 78192 h 551610"/>
                  <a:gd name="connsiteX69" fmla="*/ 383885 w 607919"/>
                  <a:gd name="connsiteY69" fmla="*/ 9633 h 551610"/>
                  <a:gd name="connsiteX70" fmla="*/ 387769 w 607919"/>
                  <a:gd name="connsiteY70" fmla="*/ 0 h 5516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Lst>
                <a:rect l="l" t="t" r="r" b="b"/>
                <a:pathLst>
                  <a:path w="607919" h="551610">
                    <a:moveTo>
                      <a:pt x="116112" y="473652"/>
                    </a:moveTo>
                    <a:cubicBezTo>
                      <a:pt x="117836" y="474356"/>
                      <a:pt x="118901" y="476670"/>
                      <a:pt x="118901" y="480423"/>
                    </a:cubicBezTo>
                    <a:lnTo>
                      <a:pt x="118901" y="551610"/>
                    </a:lnTo>
                    <a:lnTo>
                      <a:pt x="55604" y="551610"/>
                    </a:lnTo>
                    <a:lnTo>
                      <a:pt x="55604" y="540851"/>
                    </a:lnTo>
                    <a:cubicBezTo>
                      <a:pt x="55604" y="534971"/>
                      <a:pt x="59991" y="525838"/>
                      <a:pt x="65255" y="520583"/>
                    </a:cubicBezTo>
                    <a:lnTo>
                      <a:pt x="83555" y="502317"/>
                    </a:lnTo>
                    <a:lnTo>
                      <a:pt x="109375" y="476545"/>
                    </a:lnTo>
                    <a:cubicBezTo>
                      <a:pt x="112007" y="473855"/>
                      <a:pt x="114389" y="472948"/>
                      <a:pt x="116112" y="473652"/>
                    </a:cubicBezTo>
                    <a:close/>
                    <a:moveTo>
                      <a:pt x="199155" y="390799"/>
                    </a:moveTo>
                    <a:cubicBezTo>
                      <a:pt x="200892" y="391534"/>
                      <a:pt x="201956" y="393880"/>
                      <a:pt x="201956" y="397632"/>
                    </a:cubicBezTo>
                    <a:lnTo>
                      <a:pt x="201956" y="551610"/>
                    </a:lnTo>
                    <a:lnTo>
                      <a:pt x="145363" y="551610"/>
                    </a:lnTo>
                    <a:lnTo>
                      <a:pt x="145363" y="454170"/>
                    </a:lnTo>
                    <a:cubicBezTo>
                      <a:pt x="145363" y="446665"/>
                      <a:pt x="149620" y="436283"/>
                      <a:pt x="154879" y="431030"/>
                    </a:cubicBezTo>
                    <a:lnTo>
                      <a:pt x="192315" y="393630"/>
                    </a:lnTo>
                    <a:cubicBezTo>
                      <a:pt x="195007" y="390941"/>
                      <a:pt x="197417" y="390065"/>
                      <a:pt x="199155" y="390799"/>
                    </a:cubicBezTo>
                    <a:close/>
                    <a:moveTo>
                      <a:pt x="231082" y="388245"/>
                    </a:moveTo>
                    <a:cubicBezTo>
                      <a:pt x="232822" y="387525"/>
                      <a:pt x="235235" y="388401"/>
                      <a:pt x="237930" y="391091"/>
                    </a:cubicBezTo>
                    <a:lnTo>
                      <a:pt x="266763" y="419867"/>
                    </a:lnTo>
                    <a:lnTo>
                      <a:pt x="275915" y="428875"/>
                    </a:lnTo>
                    <a:cubicBezTo>
                      <a:pt x="280929" y="433879"/>
                      <a:pt x="284941" y="444013"/>
                      <a:pt x="284941" y="451520"/>
                    </a:cubicBezTo>
                    <a:lnTo>
                      <a:pt x="284941" y="551610"/>
                    </a:lnTo>
                    <a:lnTo>
                      <a:pt x="228277" y="551610"/>
                    </a:lnTo>
                    <a:lnTo>
                      <a:pt x="228277" y="394969"/>
                    </a:lnTo>
                    <a:cubicBezTo>
                      <a:pt x="228277" y="391278"/>
                      <a:pt x="229343" y="388964"/>
                      <a:pt x="231082" y="388245"/>
                    </a:cubicBezTo>
                    <a:close/>
                    <a:moveTo>
                      <a:pt x="365148" y="381336"/>
                    </a:moveTo>
                    <a:cubicBezTo>
                      <a:pt x="366901" y="382055"/>
                      <a:pt x="367997" y="384370"/>
                      <a:pt x="367997" y="388122"/>
                    </a:cubicBezTo>
                    <a:lnTo>
                      <a:pt x="367997" y="551610"/>
                    </a:lnTo>
                    <a:lnTo>
                      <a:pt x="311262" y="551610"/>
                    </a:lnTo>
                    <a:lnTo>
                      <a:pt x="311262" y="444661"/>
                    </a:lnTo>
                    <a:cubicBezTo>
                      <a:pt x="311262" y="437156"/>
                      <a:pt x="313767" y="428650"/>
                      <a:pt x="316898" y="425523"/>
                    </a:cubicBezTo>
                    <a:cubicBezTo>
                      <a:pt x="320029" y="422396"/>
                      <a:pt x="322534" y="419894"/>
                      <a:pt x="322534" y="419894"/>
                    </a:cubicBezTo>
                    <a:lnTo>
                      <a:pt x="358353" y="384120"/>
                    </a:lnTo>
                    <a:cubicBezTo>
                      <a:pt x="360983" y="381493"/>
                      <a:pt x="363394" y="380617"/>
                      <a:pt x="365148" y="381336"/>
                    </a:cubicBezTo>
                    <a:close/>
                    <a:moveTo>
                      <a:pt x="448177" y="298352"/>
                    </a:moveTo>
                    <a:cubicBezTo>
                      <a:pt x="449916" y="299071"/>
                      <a:pt x="450982" y="301386"/>
                      <a:pt x="450982" y="305139"/>
                    </a:cubicBezTo>
                    <a:lnTo>
                      <a:pt x="450982" y="551610"/>
                    </a:lnTo>
                    <a:lnTo>
                      <a:pt x="394318" y="551610"/>
                    </a:lnTo>
                    <a:lnTo>
                      <a:pt x="394318" y="361815"/>
                    </a:lnTo>
                    <a:cubicBezTo>
                      <a:pt x="394318" y="354308"/>
                      <a:pt x="398580" y="343924"/>
                      <a:pt x="403846" y="338669"/>
                    </a:cubicBezTo>
                    <a:lnTo>
                      <a:pt x="441329" y="301136"/>
                    </a:lnTo>
                    <a:cubicBezTo>
                      <a:pt x="444024" y="298508"/>
                      <a:pt x="446438" y="297633"/>
                      <a:pt x="448177" y="298352"/>
                    </a:cubicBezTo>
                    <a:close/>
                    <a:moveTo>
                      <a:pt x="527085" y="219452"/>
                    </a:moveTo>
                    <a:cubicBezTo>
                      <a:pt x="528809" y="220171"/>
                      <a:pt x="529874" y="222486"/>
                      <a:pt x="529874" y="226177"/>
                    </a:cubicBezTo>
                    <a:lnTo>
                      <a:pt x="529874" y="551610"/>
                    </a:lnTo>
                    <a:lnTo>
                      <a:pt x="477232" y="551610"/>
                    </a:lnTo>
                    <a:lnTo>
                      <a:pt x="477232" y="278727"/>
                    </a:lnTo>
                    <a:cubicBezTo>
                      <a:pt x="477232" y="271345"/>
                      <a:pt x="481494" y="260960"/>
                      <a:pt x="486883" y="255580"/>
                    </a:cubicBezTo>
                    <a:lnTo>
                      <a:pt x="520348" y="222298"/>
                    </a:lnTo>
                    <a:cubicBezTo>
                      <a:pt x="522980" y="219608"/>
                      <a:pt x="525362" y="218732"/>
                      <a:pt x="527085" y="219452"/>
                    </a:cubicBezTo>
                    <a:close/>
                    <a:moveTo>
                      <a:pt x="387769" y="0"/>
                    </a:moveTo>
                    <a:lnTo>
                      <a:pt x="580729" y="0"/>
                    </a:lnTo>
                    <a:cubicBezTo>
                      <a:pt x="594512" y="0"/>
                      <a:pt x="607919" y="12135"/>
                      <a:pt x="607919" y="26022"/>
                    </a:cubicBezTo>
                    <a:lnTo>
                      <a:pt x="607919" y="219812"/>
                    </a:lnTo>
                    <a:cubicBezTo>
                      <a:pt x="607919" y="227318"/>
                      <a:pt x="603534" y="229070"/>
                      <a:pt x="598271" y="223815"/>
                    </a:cubicBezTo>
                    <a:lnTo>
                      <a:pt x="530610" y="156258"/>
                    </a:lnTo>
                    <a:lnTo>
                      <a:pt x="304320" y="382325"/>
                    </a:lnTo>
                    <a:cubicBezTo>
                      <a:pt x="298932" y="387580"/>
                      <a:pt x="290412" y="387580"/>
                      <a:pt x="285024" y="382325"/>
                    </a:cubicBezTo>
                    <a:lnTo>
                      <a:pt x="216360" y="313767"/>
                    </a:lnTo>
                    <a:lnTo>
                      <a:pt x="94068" y="435996"/>
                    </a:lnTo>
                    <a:cubicBezTo>
                      <a:pt x="72767" y="457264"/>
                      <a:pt x="38435" y="457264"/>
                      <a:pt x="17260" y="435996"/>
                    </a:cubicBezTo>
                    <a:lnTo>
                      <a:pt x="15882" y="434745"/>
                    </a:lnTo>
                    <a:cubicBezTo>
                      <a:pt x="-5294" y="413477"/>
                      <a:pt x="-5294" y="379198"/>
                      <a:pt x="15882" y="358055"/>
                    </a:cubicBezTo>
                    <a:lnTo>
                      <a:pt x="206837" y="167267"/>
                    </a:lnTo>
                    <a:cubicBezTo>
                      <a:pt x="212100" y="161888"/>
                      <a:pt x="220745" y="161888"/>
                      <a:pt x="226008" y="167267"/>
                    </a:cubicBezTo>
                    <a:lnTo>
                      <a:pt x="294672" y="235701"/>
                    </a:lnTo>
                    <a:lnTo>
                      <a:pt x="424481" y="105965"/>
                    </a:lnTo>
                    <a:lnTo>
                      <a:pt x="452423" y="78192"/>
                    </a:lnTo>
                    <a:lnTo>
                      <a:pt x="383885" y="9633"/>
                    </a:lnTo>
                    <a:cubicBezTo>
                      <a:pt x="378497" y="4379"/>
                      <a:pt x="380376" y="0"/>
                      <a:pt x="387769" y="0"/>
                    </a:cubicBezTo>
                    <a:close/>
                  </a:path>
                </a:pathLst>
              </a:custGeom>
              <a:solidFill>
                <a:schemeClr val="bg1"/>
              </a:solidFill>
              <a:ln w="1270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fontScale="55000" lnSpcReduction="20000"/>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defTabSz="914400"/>
                <a:endParaRPr lang="zh-CN" altLang="en-US" sz="2000" b="1" dirty="0">
                  <a:solidFill>
                    <a:schemeClr val="bg1"/>
                  </a:solidFill>
                </a:endParaRPr>
              </a:p>
            </p:txBody>
          </p:sp>
        </p:grpSp>
      </p:grpSp>
    </p:spTree>
  </p:cSld>
  <p:clrMapOvr>
    <a:masterClrMapping/>
  </p:clrMapOvr>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78668"/>
            <a:ext cx="7026275" cy="523220"/>
          </a:xfrm>
          <a:prstGeom prst="rect">
            <a:avLst/>
          </a:prstGeom>
        </p:spPr>
        <p:txBody>
          <a:bodyPr wrap="square">
            <a:spAutoFit/>
          </a:bodyPr>
          <a:lstStyle/>
          <a:p>
            <a:r>
              <a:rPr lang="zh-CN" altLang="en-US" sz="2800" b="1" dirty="0">
                <a:solidFill>
                  <a:srgbClr val="FF0000"/>
                </a:solidFill>
              </a:rPr>
              <a:t>网络操作系统</a:t>
            </a:r>
            <a:endParaRPr lang="zh-CN" altLang="en-US" sz="2800" b="1" dirty="0">
              <a:solidFill>
                <a:srgbClr val="FF0000"/>
              </a:solidFill>
            </a:endParaRPr>
          </a:p>
        </p:txBody>
      </p:sp>
      <p:sp>
        <p:nvSpPr>
          <p:cNvPr id="220" name="íšḻîḋè"/>
          <p:cNvSpPr/>
          <p:nvPr/>
        </p:nvSpPr>
        <p:spPr>
          <a:xfrm>
            <a:off x="1746844" y="4120203"/>
            <a:ext cx="2224360" cy="523971"/>
          </a:xfrm>
          <a:prstGeom prst="rect">
            <a:avLst/>
          </a:prstGeom>
          <a:noFill/>
          <a:ln>
            <a:noFill/>
          </a:ln>
        </p:spPr>
        <p:txBody>
          <a:bodyPr wrap="square" lIns="91440" tIns="45720" rIns="91440" bIns="45720" anchor="t" anchorCtr="0">
            <a:noAutofit/>
          </a:bodyPr>
          <a:lstStyle/>
          <a:p>
            <a:pPr marL="342900" indent="-342900">
              <a:lnSpc>
                <a:spcPct val="120000"/>
              </a:lnSpc>
              <a:buClr>
                <a:srgbClr val="FF0000"/>
              </a:buClr>
              <a:buFont typeface="Wingdings" panose="05000000000000000000" pitchFamily="2" charset="2"/>
              <a:buChar char="Ø"/>
            </a:pPr>
            <a:r>
              <a:rPr lang="zh-CN" altLang="en-US" sz="2200" dirty="0"/>
              <a:t>硬件独立性</a:t>
            </a:r>
            <a:endParaRPr lang="zh-CN" altLang="en-US" sz="2200" dirty="0"/>
          </a:p>
        </p:txBody>
      </p:sp>
      <p:sp>
        <p:nvSpPr>
          <p:cNvPr id="221" name="i$lîďê"/>
          <p:cNvSpPr/>
          <p:nvPr/>
        </p:nvSpPr>
        <p:spPr>
          <a:xfrm>
            <a:off x="1802479" y="3590034"/>
            <a:ext cx="3696051" cy="392877"/>
          </a:xfrm>
          <a:prstGeom prst="rect">
            <a:avLst/>
          </a:prstGeom>
          <a:noFill/>
          <a:ln>
            <a:noFill/>
          </a:ln>
        </p:spPr>
        <p:txBody>
          <a:bodyPr wrap="square" lIns="91440" tIns="45720" rIns="91440" bIns="45720" anchor="ctr" anchorCtr="0">
            <a:noAutofit/>
          </a:bodyPr>
          <a:lstStyle/>
          <a:p>
            <a:r>
              <a:rPr lang="zh-CN" altLang="en-US" sz="2400" dirty="0"/>
              <a:t>网络</a:t>
            </a:r>
            <a:r>
              <a:rPr lang="en-US" altLang="zh-CN" sz="2400" dirty="0"/>
              <a:t>OS</a:t>
            </a:r>
            <a:r>
              <a:rPr lang="zh-CN" altLang="en-US" sz="2400" dirty="0"/>
              <a:t>的</a:t>
            </a:r>
            <a:r>
              <a:rPr lang="zh-CN" altLang="en-US" sz="2400" dirty="0">
                <a:solidFill>
                  <a:srgbClr val="FF0000"/>
                </a:solidFill>
              </a:rPr>
              <a:t>特征</a:t>
            </a:r>
            <a:r>
              <a:rPr lang="zh-CN" altLang="en-US" sz="2400" dirty="0"/>
              <a:t>：</a:t>
            </a:r>
            <a:endParaRPr lang="zh-CN" altLang="en-US" sz="2400" dirty="0"/>
          </a:p>
        </p:txBody>
      </p:sp>
      <p:sp>
        <p:nvSpPr>
          <p:cNvPr id="222" name="î$ļíḋè"/>
          <p:cNvSpPr/>
          <p:nvPr/>
        </p:nvSpPr>
        <p:spPr>
          <a:xfrm>
            <a:off x="1802481" y="5431648"/>
            <a:ext cx="5459358" cy="523971"/>
          </a:xfrm>
          <a:prstGeom prst="rect">
            <a:avLst/>
          </a:prstGeom>
          <a:noFill/>
          <a:ln>
            <a:noFill/>
          </a:ln>
        </p:spPr>
        <p:txBody>
          <a:bodyPr wrap="square" lIns="91440" tIns="45720" rIns="91440" bIns="45720" anchor="t" anchorCtr="0">
            <a:noAutofit/>
          </a:bodyPr>
          <a:lstStyle/>
          <a:p>
            <a:pPr marL="342900" indent="-342900">
              <a:lnSpc>
                <a:spcPct val="120000"/>
              </a:lnSpc>
              <a:buClr>
                <a:srgbClr val="FF0000"/>
              </a:buClr>
              <a:buFont typeface="Wingdings" panose="05000000000000000000" pitchFamily="2" charset="2"/>
              <a:buChar char="Ø"/>
            </a:pPr>
            <a:r>
              <a:rPr lang="zh-CN" altLang="en-US" sz="2200" dirty="0"/>
              <a:t>数据通信、应用互操作、网络管理</a:t>
            </a:r>
            <a:endParaRPr lang="zh-CN" altLang="en-US" sz="2200" dirty="0"/>
          </a:p>
        </p:txBody>
      </p:sp>
      <p:sp>
        <p:nvSpPr>
          <p:cNvPr id="223" name="ïṧḷïḋè"/>
          <p:cNvSpPr/>
          <p:nvPr/>
        </p:nvSpPr>
        <p:spPr>
          <a:xfrm>
            <a:off x="1802481" y="4918873"/>
            <a:ext cx="3696051" cy="415102"/>
          </a:xfrm>
          <a:prstGeom prst="rect">
            <a:avLst/>
          </a:prstGeom>
          <a:noFill/>
          <a:ln>
            <a:noFill/>
          </a:ln>
        </p:spPr>
        <p:txBody>
          <a:bodyPr wrap="square" lIns="91440" tIns="45720" rIns="91440" bIns="45720" anchor="ctr" anchorCtr="0">
            <a:noAutofit/>
          </a:bodyPr>
          <a:lstStyle/>
          <a:p>
            <a:r>
              <a:rPr lang="zh-CN" altLang="en-US" sz="2400" dirty="0"/>
              <a:t>网络</a:t>
            </a:r>
            <a:r>
              <a:rPr lang="en-US" altLang="zh-CN" sz="2400" dirty="0"/>
              <a:t>OS</a:t>
            </a:r>
            <a:r>
              <a:rPr lang="zh-CN" altLang="en-US" sz="2400" dirty="0"/>
              <a:t>的功能：</a:t>
            </a:r>
            <a:endParaRPr lang="zh-CN" altLang="en-US" sz="2400" dirty="0"/>
          </a:p>
        </p:txBody>
      </p:sp>
      <p:sp>
        <p:nvSpPr>
          <p:cNvPr id="224" name="îs1iďé"/>
          <p:cNvSpPr/>
          <p:nvPr/>
        </p:nvSpPr>
        <p:spPr>
          <a:xfrm>
            <a:off x="1821537" y="1720047"/>
            <a:ext cx="9711234" cy="1490610"/>
          </a:xfrm>
          <a:prstGeom prst="rect">
            <a:avLst/>
          </a:prstGeom>
          <a:noFill/>
          <a:ln>
            <a:noFill/>
          </a:ln>
        </p:spPr>
        <p:txBody>
          <a:bodyPr wrap="square" lIns="91440" tIns="45720" rIns="91440" bIns="45720" anchor="t" anchorCtr="0">
            <a:noAutofit/>
          </a:bodyPr>
          <a:lstStyle/>
          <a:p>
            <a:pPr marL="342900" indent="-342900">
              <a:lnSpc>
                <a:spcPct val="120000"/>
              </a:lnSpc>
              <a:spcBef>
                <a:spcPts val="800"/>
              </a:spcBef>
              <a:buClr>
                <a:srgbClr val="FF0000"/>
              </a:buClr>
              <a:buFont typeface="Wingdings" panose="05000000000000000000" pitchFamily="2" charset="2"/>
              <a:buChar char="Ø"/>
            </a:pPr>
            <a:r>
              <a:rPr lang="zh-CN" altLang="en-US" sz="2400" dirty="0"/>
              <a:t>在计算机网络环境下对网络资源进行管理和控制，实现数据通信及对</a:t>
            </a:r>
            <a:r>
              <a:rPr lang="zh-CN" altLang="en-US" sz="2400" dirty="0">
                <a:solidFill>
                  <a:srgbClr val="FF0000"/>
                </a:solidFill>
              </a:rPr>
              <a:t>网络资源的共享</a:t>
            </a:r>
            <a:r>
              <a:rPr lang="zh-CN" altLang="en-US" sz="2400" dirty="0"/>
              <a:t>，为用户提供与网络资源接口的一组软件和规程的集合</a:t>
            </a:r>
            <a:endParaRPr lang="zh-CN" altLang="en-US" sz="2400" dirty="0"/>
          </a:p>
          <a:p>
            <a:pPr marL="342900" indent="-342900">
              <a:lnSpc>
                <a:spcPct val="120000"/>
              </a:lnSpc>
              <a:spcBef>
                <a:spcPts val="800"/>
              </a:spcBef>
              <a:buClr>
                <a:srgbClr val="FF0000"/>
              </a:buClr>
              <a:buFont typeface="Wingdings" panose="05000000000000000000" pitchFamily="2" charset="2"/>
              <a:buChar char="Ø"/>
            </a:pPr>
            <a:r>
              <a:rPr lang="en-US" altLang="zh-CN" sz="2400" dirty="0"/>
              <a:t>UNIX</a:t>
            </a:r>
            <a:r>
              <a:rPr lang="zh-CN" altLang="en-US" sz="2400" dirty="0"/>
              <a:t>、</a:t>
            </a:r>
            <a:r>
              <a:rPr lang="en-US" altLang="zh-CN" sz="2400" dirty="0"/>
              <a:t>Linux</a:t>
            </a:r>
            <a:r>
              <a:rPr lang="zh-CN" altLang="en-US" sz="2400" dirty="0"/>
              <a:t>、</a:t>
            </a:r>
            <a:r>
              <a:rPr lang="en-US" altLang="zh-CN" sz="2400" dirty="0"/>
              <a:t>Window NT/2000/Server</a:t>
            </a:r>
            <a:endParaRPr lang="en-US" altLang="zh-CN" sz="2400" dirty="0"/>
          </a:p>
        </p:txBody>
      </p:sp>
      <p:sp>
        <p:nvSpPr>
          <p:cNvPr id="225" name="íšḻíḑê"/>
          <p:cNvSpPr/>
          <p:nvPr/>
        </p:nvSpPr>
        <p:spPr>
          <a:xfrm>
            <a:off x="1802480" y="1361556"/>
            <a:ext cx="3696051" cy="405747"/>
          </a:xfrm>
          <a:prstGeom prst="rect">
            <a:avLst/>
          </a:prstGeom>
          <a:noFill/>
          <a:ln>
            <a:noFill/>
          </a:ln>
        </p:spPr>
        <p:txBody>
          <a:bodyPr wrap="square" lIns="91440" tIns="45720" rIns="91440" bIns="45720" anchor="ctr" anchorCtr="0">
            <a:noAutofit/>
          </a:bodyPr>
          <a:lstStyle/>
          <a:p>
            <a:r>
              <a:rPr lang="zh-CN" altLang="en-US" sz="2400" dirty="0"/>
              <a:t>网络</a:t>
            </a:r>
            <a:r>
              <a:rPr lang="en-US" altLang="zh-CN" sz="2400" dirty="0"/>
              <a:t>OS</a:t>
            </a:r>
            <a:r>
              <a:rPr lang="zh-CN" altLang="en-US" sz="2400" dirty="0"/>
              <a:t>的概念：</a:t>
            </a:r>
            <a:endParaRPr lang="zh-CN" altLang="en-US" sz="2400" dirty="0"/>
          </a:p>
        </p:txBody>
      </p:sp>
      <p:sp>
        <p:nvSpPr>
          <p:cNvPr id="226" name="îSļiḓè"/>
          <p:cNvSpPr/>
          <p:nvPr/>
        </p:nvSpPr>
        <p:spPr>
          <a:xfrm>
            <a:off x="1118977" y="1347994"/>
            <a:ext cx="627867" cy="627867"/>
          </a:xfrm>
          <a:prstGeom prst="ellipse">
            <a:avLst/>
          </a:prstGeom>
          <a:solidFill>
            <a:srgbClr val="00005C"/>
          </a:solidFill>
          <a:ln>
            <a:solidFill>
              <a:srgbClr val="00005C"/>
            </a:solidFill>
          </a:ln>
          <a:effec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a:bodyPr>
          <a:lstStyle/>
          <a:p>
            <a:pPr algn="ctr"/>
          </a:p>
        </p:txBody>
      </p:sp>
      <p:sp>
        <p:nvSpPr>
          <p:cNvPr id="227" name="íṥḻîḓe"/>
          <p:cNvSpPr/>
          <p:nvPr/>
        </p:nvSpPr>
        <p:spPr>
          <a:xfrm>
            <a:off x="1118977" y="4836271"/>
            <a:ext cx="627867" cy="627867"/>
          </a:xfrm>
          <a:prstGeom prst="ellipse">
            <a:avLst/>
          </a:prstGeom>
          <a:solidFill>
            <a:srgbClr val="00005C"/>
          </a:solidFill>
          <a:ln>
            <a:solidFill>
              <a:srgbClr val="00005C"/>
            </a:solidFill>
          </a:ln>
          <a:effec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a:bodyPr>
          <a:lstStyle/>
          <a:p>
            <a:pPr algn="ctr"/>
          </a:p>
        </p:txBody>
      </p:sp>
      <p:sp>
        <p:nvSpPr>
          <p:cNvPr id="228" name="îşļiḓè"/>
          <p:cNvSpPr/>
          <p:nvPr/>
        </p:nvSpPr>
        <p:spPr>
          <a:xfrm>
            <a:off x="1118977" y="3489508"/>
            <a:ext cx="627867" cy="627867"/>
          </a:xfrm>
          <a:prstGeom prst="ellipse">
            <a:avLst/>
          </a:prstGeom>
          <a:solidFill>
            <a:srgbClr val="00005C"/>
          </a:solidFill>
          <a:ln>
            <a:solidFill>
              <a:srgbClr val="00005C"/>
            </a:solidFill>
          </a:ln>
          <a:effec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a:bodyPr>
          <a:lstStyle/>
          <a:p>
            <a:pPr algn="ctr"/>
          </a:p>
        </p:txBody>
      </p:sp>
      <p:sp>
        <p:nvSpPr>
          <p:cNvPr id="229" name="îṡḷíďe"/>
          <p:cNvSpPr/>
          <p:nvPr/>
        </p:nvSpPr>
        <p:spPr>
          <a:xfrm>
            <a:off x="1309232" y="1544132"/>
            <a:ext cx="261147" cy="247870"/>
          </a:xfrm>
          <a:custGeom>
            <a:avLst/>
            <a:gdLst/>
            <a:ahLst/>
            <a:cxnLst/>
            <a:rect l="0" t="0" r="0" b="0"/>
            <a:pathLst>
              <a:path w="120000" h="120000" extrusionOk="0">
                <a:moveTo>
                  <a:pt x="119800" y="63664"/>
                </a:moveTo>
                <a:lnTo>
                  <a:pt x="119800" y="63664"/>
                </a:lnTo>
                <a:cubicBezTo>
                  <a:pt x="119800" y="66596"/>
                  <a:pt x="118405" y="69528"/>
                  <a:pt x="114219" y="69528"/>
                </a:cubicBezTo>
                <a:cubicBezTo>
                  <a:pt x="112823" y="69528"/>
                  <a:pt x="111428" y="68062"/>
                  <a:pt x="111428" y="68062"/>
                </a:cubicBezTo>
                <a:lnTo>
                  <a:pt x="111428" y="68062"/>
                </a:lnTo>
                <a:cubicBezTo>
                  <a:pt x="60598" y="14869"/>
                  <a:pt x="60598" y="14869"/>
                  <a:pt x="60598" y="14869"/>
                </a:cubicBezTo>
                <a:lnTo>
                  <a:pt x="60598" y="14869"/>
                </a:lnTo>
                <a:lnTo>
                  <a:pt x="60598" y="14869"/>
                </a:lnTo>
                <a:lnTo>
                  <a:pt x="60598" y="14869"/>
                </a:lnTo>
                <a:cubicBezTo>
                  <a:pt x="9966" y="68062"/>
                  <a:pt x="9966" y="68062"/>
                  <a:pt x="9966" y="68062"/>
                </a:cubicBezTo>
                <a:lnTo>
                  <a:pt x="9966" y="68062"/>
                </a:lnTo>
                <a:cubicBezTo>
                  <a:pt x="8571" y="68062"/>
                  <a:pt x="7176" y="69528"/>
                  <a:pt x="5780" y="69528"/>
                </a:cubicBezTo>
                <a:cubicBezTo>
                  <a:pt x="2990" y="69528"/>
                  <a:pt x="0" y="66596"/>
                  <a:pt x="0" y="63664"/>
                </a:cubicBezTo>
                <a:cubicBezTo>
                  <a:pt x="0" y="62198"/>
                  <a:pt x="0" y="60523"/>
                  <a:pt x="1395" y="59057"/>
                </a:cubicBezTo>
                <a:cubicBezTo>
                  <a:pt x="56411" y="1465"/>
                  <a:pt x="56411" y="1465"/>
                  <a:pt x="56411" y="1465"/>
                </a:cubicBezTo>
                <a:cubicBezTo>
                  <a:pt x="57807" y="0"/>
                  <a:pt x="59202" y="0"/>
                  <a:pt x="60598" y="0"/>
                </a:cubicBezTo>
                <a:lnTo>
                  <a:pt x="60598" y="0"/>
                </a:lnTo>
                <a:lnTo>
                  <a:pt x="60598" y="0"/>
                </a:lnTo>
                <a:lnTo>
                  <a:pt x="60598" y="0"/>
                </a:lnTo>
                <a:lnTo>
                  <a:pt x="60598" y="0"/>
                </a:lnTo>
                <a:lnTo>
                  <a:pt x="60598" y="0"/>
                </a:lnTo>
                <a:lnTo>
                  <a:pt x="60598" y="0"/>
                </a:lnTo>
                <a:lnTo>
                  <a:pt x="60598" y="0"/>
                </a:lnTo>
                <a:cubicBezTo>
                  <a:pt x="61993" y="0"/>
                  <a:pt x="63388" y="1465"/>
                  <a:pt x="64784" y="1465"/>
                </a:cubicBezTo>
                <a:lnTo>
                  <a:pt x="64784" y="1465"/>
                </a:lnTo>
                <a:cubicBezTo>
                  <a:pt x="85913" y="25130"/>
                  <a:pt x="85913" y="25130"/>
                  <a:pt x="85913" y="25130"/>
                </a:cubicBezTo>
                <a:cubicBezTo>
                  <a:pt x="85913" y="19267"/>
                  <a:pt x="85913" y="19267"/>
                  <a:pt x="85913" y="19267"/>
                </a:cubicBezTo>
                <a:cubicBezTo>
                  <a:pt x="85913" y="16335"/>
                  <a:pt x="88903" y="13193"/>
                  <a:pt x="91694" y="13193"/>
                </a:cubicBezTo>
                <a:cubicBezTo>
                  <a:pt x="95880" y="13193"/>
                  <a:pt x="97275" y="16335"/>
                  <a:pt x="97275" y="19267"/>
                </a:cubicBezTo>
                <a:cubicBezTo>
                  <a:pt x="97275" y="36858"/>
                  <a:pt x="97275" y="36858"/>
                  <a:pt x="97275" y="36858"/>
                </a:cubicBezTo>
                <a:cubicBezTo>
                  <a:pt x="118405" y="59057"/>
                  <a:pt x="118405" y="59057"/>
                  <a:pt x="118405" y="59057"/>
                </a:cubicBezTo>
                <a:lnTo>
                  <a:pt x="118405" y="59057"/>
                </a:lnTo>
                <a:cubicBezTo>
                  <a:pt x="119800" y="60523"/>
                  <a:pt x="119800" y="62198"/>
                  <a:pt x="119800" y="63664"/>
                </a:cubicBezTo>
                <a:close/>
                <a:moveTo>
                  <a:pt x="108438" y="72460"/>
                </a:moveTo>
                <a:lnTo>
                  <a:pt x="108438" y="72460"/>
                </a:lnTo>
                <a:cubicBezTo>
                  <a:pt x="108438" y="90261"/>
                  <a:pt x="108438" y="90261"/>
                  <a:pt x="108438" y="90261"/>
                </a:cubicBezTo>
                <a:cubicBezTo>
                  <a:pt x="108438" y="99057"/>
                  <a:pt x="108438" y="99057"/>
                  <a:pt x="108438" y="99057"/>
                </a:cubicBezTo>
                <a:cubicBezTo>
                  <a:pt x="108438" y="113926"/>
                  <a:pt x="108438" y="113926"/>
                  <a:pt x="108438" y="113926"/>
                </a:cubicBezTo>
                <a:cubicBezTo>
                  <a:pt x="108438" y="118324"/>
                  <a:pt x="107043" y="119790"/>
                  <a:pt x="102857" y="119790"/>
                </a:cubicBezTo>
                <a:cubicBezTo>
                  <a:pt x="91694" y="119790"/>
                  <a:pt x="91694" y="119790"/>
                  <a:pt x="91694" y="119790"/>
                </a:cubicBezTo>
                <a:cubicBezTo>
                  <a:pt x="91694" y="72460"/>
                  <a:pt x="91694" y="72460"/>
                  <a:pt x="91694" y="72460"/>
                </a:cubicBezTo>
                <a:cubicBezTo>
                  <a:pt x="69169" y="72460"/>
                  <a:pt x="69169" y="72460"/>
                  <a:pt x="69169" y="72460"/>
                </a:cubicBezTo>
                <a:cubicBezTo>
                  <a:pt x="69169" y="119790"/>
                  <a:pt x="69169" y="119790"/>
                  <a:pt x="69169" y="119790"/>
                </a:cubicBezTo>
                <a:cubicBezTo>
                  <a:pt x="16943" y="119790"/>
                  <a:pt x="16943" y="119790"/>
                  <a:pt x="16943" y="119790"/>
                </a:cubicBezTo>
                <a:cubicBezTo>
                  <a:pt x="14152" y="119790"/>
                  <a:pt x="11362" y="118324"/>
                  <a:pt x="11362" y="113926"/>
                </a:cubicBezTo>
                <a:cubicBezTo>
                  <a:pt x="11362" y="99057"/>
                  <a:pt x="11362" y="99057"/>
                  <a:pt x="11362" y="99057"/>
                </a:cubicBezTo>
                <a:cubicBezTo>
                  <a:pt x="11362" y="90261"/>
                  <a:pt x="11362" y="90261"/>
                  <a:pt x="11362" y="90261"/>
                </a:cubicBezTo>
                <a:cubicBezTo>
                  <a:pt x="11362" y="72460"/>
                  <a:pt x="11362" y="72460"/>
                  <a:pt x="11362" y="72460"/>
                </a:cubicBezTo>
                <a:cubicBezTo>
                  <a:pt x="60598" y="22198"/>
                  <a:pt x="60598" y="22198"/>
                  <a:pt x="60598" y="22198"/>
                </a:cubicBezTo>
                <a:lnTo>
                  <a:pt x="108438" y="72460"/>
                </a:lnTo>
                <a:close/>
                <a:moveTo>
                  <a:pt x="50830" y="72460"/>
                </a:moveTo>
                <a:lnTo>
                  <a:pt x="50830" y="72460"/>
                </a:lnTo>
                <a:cubicBezTo>
                  <a:pt x="28305" y="72460"/>
                  <a:pt x="28305" y="72460"/>
                  <a:pt x="28305" y="72460"/>
                </a:cubicBezTo>
                <a:cubicBezTo>
                  <a:pt x="28305" y="96125"/>
                  <a:pt x="28305" y="96125"/>
                  <a:pt x="28305" y="96125"/>
                </a:cubicBezTo>
                <a:cubicBezTo>
                  <a:pt x="50830" y="96125"/>
                  <a:pt x="50830" y="96125"/>
                  <a:pt x="50830" y="96125"/>
                </a:cubicBezTo>
                <a:lnTo>
                  <a:pt x="50830" y="72460"/>
                </a:lnTo>
                <a:close/>
              </a:path>
            </a:pathLst>
          </a:custGeom>
          <a:solidFill>
            <a:schemeClr val="bg1"/>
          </a:solidFill>
          <a:ln>
            <a:noFill/>
          </a:ln>
          <a:effectLst/>
        </p:spPr>
        <p:txBody>
          <a:bodyPr wrap="square" lIns="91440" tIns="45720" rIns="91440" bIns="45720" anchor="ctr">
            <a:normAutofit fontScale="25000" lnSpcReduction="20000"/>
          </a:bodyPr>
          <a:lstStyle/>
          <a:p>
            <a:pPr algn="ctr"/>
          </a:p>
        </p:txBody>
      </p:sp>
      <p:sp>
        <p:nvSpPr>
          <p:cNvPr id="230" name="íSlíḋe"/>
          <p:cNvSpPr/>
          <p:nvPr/>
        </p:nvSpPr>
        <p:spPr>
          <a:xfrm>
            <a:off x="1309231" y="3711525"/>
            <a:ext cx="261148" cy="228804"/>
          </a:xfrm>
          <a:custGeom>
            <a:avLst/>
            <a:gdLst/>
            <a:ahLst/>
            <a:cxnLst/>
            <a:rect l="0" t="0" r="0" b="0"/>
            <a:pathLst>
              <a:path w="120000" h="120000" extrusionOk="0">
                <a:moveTo>
                  <a:pt x="117009" y="65310"/>
                </a:moveTo>
                <a:lnTo>
                  <a:pt x="117009" y="65310"/>
                </a:lnTo>
                <a:lnTo>
                  <a:pt x="117009" y="65310"/>
                </a:lnTo>
                <a:cubicBezTo>
                  <a:pt x="61993" y="91073"/>
                  <a:pt x="61993" y="91073"/>
                  <a:pt x="61993" y="91073"/>
                </a:cubicBezTo>
                <a:lnTo>
                  <a:pt x="61993" y="91073"/>
                </a:lnTo>
                <a:lnTo>
                  <a:pt x="61993" y="91073"/>
                </a:lnTo>
                <a:lnTo>
                  <a:pt x="61993" y="91073"/>
                </a:lnTo>
                <a:cubicBezTo>
                  <a:pt x="61993" y="92655"/>
                  <a:pt x="60598" y="92655"/>
                  <a:pt x="60598" y="92655"/>
                </a:cubicBezTo>
                <a:cubicBezTo>
                  <a:pt x="59202" y="92655"/>
                  <a:pt x="59202" y="92655"/>
                  <a:pt x="57807" y="91073"/>
                </a:cubicBezTo>
                <a:lnTo>
                  <a:pt x="57807" y="91073"/>
                </a:lnTo>
                <a:lnTo>
                  <a:pt x="57807" y="91073"/>
                </a:lnTo>
                <a:lnTo>
                  <a:pt x="57807" y="91073"/>
                </a:lnTo>
                <a:cubicBezTo>
                  <a:pt x="2990" y="65310"/>
                  <a:pt x="2990" y="65310"/>
                  <a:pt x="2990" y="65310"/>
                </a:cubicBezTo>
                <a:lnTo>
                  <a:pt x="2990" y="65310"/>
                </a:lnTo>
                <a:cubicBezTo>
                  <a:pt x="1395" y="65310"/>
                  <a:pt x="0" y="62146"/>
                  <a:pt x="0" y="60564"/>
                </a:cubicBezTo>
                <a:cubicBezTo>
                  <a:pt x="0" y="55819"/>
                  <a:pt x="2990" y="54237"/>
                  <a:pt x="5780" y="54237"/>
                </a:cubicBezTo>
                <a:cubicBezTo>
                  <a:pt x="7176" y="54237"/>
                  <a:pt x="7176" y="54237"/>
                  <a:pt x="8571" y="54237"/>
                </a:cubicBezTo>
                <a:lnTo>
                  <a:pt x="8571" y="54237"/>
                </a:lnTo>
                <a:lnTo>
                  <a:pt x="8571" y="54237"/>
                </a:lnTo>
                <a:lnTo>
                  <a:pt x="8571" y="54237"/>
                </a:lnTo>
                <a:cubicBezTo>
                  <a:pt x="60598" y="78192"/>
                  <a:pt x="60598" y="78192"/>
                  <a:pt x="60598" y="78192"/>
                </a:cubicBezTo>
                <a:cubicBezTo>
                  <a:pt x="112823" y="54237"/>
                  <a:pt x="112823" y="54237"/>
                  <a:pt x="112823" y="54237"/>
                </a:cubicBezTo>
                <a:lnTo>
                  <a:pt x="112823" y="54237"/>
                </a:lnTo>
                <a:lnTo>
                  <a:pt x="112823" y="54237"/>
                </a:lnTo>
                <a:lnTo>
                  <a:pt x="112823" y="54237"/>
                </a:lnTo>
                <a:lnTo>
                  <a:pt x="114219" y="54237"/>
                </a:lnTo>
                <a:cubicBezTo>
                  <a:pt x="118405" y="54237"/>
                  <a:pt x="119800" y="55819"/>
                  <a:pt x="119800" y="60564"/>
                </a:cubicBezTo>
                <a:cubicBezTo>
                  <a:pt x="119800" y="62146"/>
                  <a:pt x="118405" y="65310"/>
                  <a:pt x="117009" y="65310"/>
                </a:cubicBezTo>
                <a:close/>
                <a:moveTo>
                  <a:pt x="117009" y="38192"/>
                </a:moveTo>
                <a:lnTo>
                  <a:pt x="117009" y="38192"/>
                </a:lnTo>
                <a:lnTo>
                  <a:pt x="117009" y="38192"/>
                </a:lnTo>
                <a:cubicBezTo>
                  <a:pt x="61993" y="63728"/>
                  <a:pt x="61993" y="63728"/>
                  <a:pt x="61993" y="63728"/>
                </a:cubicBezTo>
                <a:lnTo>
                  <a:pt x="61993" y="63728"/>
                </a:lnTo>
                <a:lnTo>
                  <a:pt x="61993" y="63728"/>
                </a:lnTo>
                <a:lnTo>
                  <a:pt x="61993" y="63728"/>
                </a:lnTo>
                <a:lnTo>
                  <a:pt x="60598" y="63728"/>
                </a:lnTo>
                <a:cubicBezTo>
                  <a:pt x="59202" y="63728"/>
                  <a:pt x="59202" y="63728"/>
                  <a:pt x="57807" y="63728"/>
                </a:cubicBezTo>
                <a:lnTo>
                  <a:pt x="57807" y="63728"/>
                </a:lnTo>
                <a:lnTo>
                  <a:pt x="57807" y="63728"/>
                </a:lnTo>
                <a:lnTo>
                  <a:pt x="57807" y="63728"/>
                </a:lnTo>
                <a:cubicBezTo>
                  <a:pt x="2990" y="38192"/>
                  <a:pt x="2990" y="38192"/>
                  <a:pt x="2990" y="38192"/>
                </a:cubicBezTo>
                <a:lnTo>
                  <a:pt x="2990" y="38192"/>
                </a:lnTo>
                <a:cubicBezTo>
                  <a:pt x="1395" y="36610"/>
                  <a:pt x="0" y="35028"/>
                  <a:pt x="0" y="31864"/>
                </a:cubicBezTo>
                <a:cubicBezTo>
                  <a:pt x="0" y="30282"/>
                  <a:pt x="1395" y="27118"/>
                  <a:pt x="2990" y="27118"/>
                </a:cubicBezTo>
                <a:lnTo>
                  <a:pt x="2990" y="27118"/>
                </a:lnTo>
                <a:cubicBezTo>
                  <a:pt x="57807" y="1581"/>
                  <a:pt x="57807" y="1581"/>
                  <a:pt x="57807" y="1581"/>
                </a:cubicBezTo>
                <a:lnTo>
                  <a:pt x="57807" y="1581"/>
                </a:lnTo>
                <a:lnTo>
                  <a:pt x="57807" y="1581"/>
                </a:lnTo>
                <a:lnTo>
                  <a:pt x="57807" y="1581"/>
                </a:lnTo>
                <a:cubicBezTo>
                  <a:pt x="59202" y="0"/>
                  <a:pt x="59202" y="0"/>
                  <a:pt x="60598" y="0"/>
                </a:cubicBezTo>
                <a:cubicBezTo>
                  <a:pt x="60598" y="0"/>
                  <a:pt x="61993" y="0"/>
                  <a:pt x="61993" y="1581"/>
                </a:cubicBezTo>
                <a:lnTo>
                  <a:pt x="61993" y="1581"/>
                </a:lnTo>
                <a:lnTo>
                  <a:pt x="61993" y="1581"/>
                </a:lnTo>
                <a:lnTo>
                  <a:pt x="61993" y="1581"/>
                </a:lnTo>
                <a:cubicBezTo>
                  <a:pt x="117009" y="27118"/>
                  <a:pt x="117009" y="27118"/>
                  <a:pt x="117009" y="27118"/>
                </a:cubicBezTo>
                <a:lnTo>
                  <a:pt x="117009" y="27118"/>
                </a:lnTo>
                <a:cubicBezTo>
                  <a:pt x="118405" y="27118"/>
                  <a:pt x="119800" y="30282"/>
                  <a:pt x="119800" y="31864"/>
                </a:cubicBezTo>
                <a:cubicBezTo>
                  <a:pt x="119800" y="35028"/>
                  <a:pt x="118405" y="36610"/>
                  <a:pt x="117009" y="38192"/>
                </a:cubicBezTo>
                <a:close/>
                <a:moveTo>
                  <a:pt x="5780" y="81355"/>
                </a:moveTo>
                <a:lnTo>
                  <a:pt x="5780" y="81355"/>
                </a:lnTo>
                <a:cubicBezTo>
                  <a:pt x="7176" y="81355"/>
                  <a:pt x="7176" y="81355"/>
                  <a:pt x="8571" y="81355"/>
                </a:cubicBezTo>
                <a:lnTo>
                  <a:pt x="8571" y="81355"/>
                </a:lnTo>
                <a:lnTo>
                  <a:pt x="8571" y="81355"/>
                </a:lnTo>
                <a:lnTo>
                  <a:pt x="8571" y="81355"/>
                </a:lnTo>
                <a:cubicBezTo>
                  <a:pt x="60598" y="106892"/>
                  <a:pt x="60598" y="106892"/>
                  <a:pt x="60598" y="106892"/>
                </a:cubicBezTo>
                <a:cubicBezTo>
                  <a:pt x="112823" y="81355"/>
                  <a:pt x="112823" y="81355"/>
                  <a:pt x="112823" y="81355"/>
                </a:cubicBezTo>
                <a:lnTo>
                  <a:pt x="112823" y="81355"/>
                </a:lnTo>
                <a:lnTo>
                  <a:pt x="112823" y="81355"/>
                </a:lnTo>
                <a:lnTo>
                  <a:pt x="112823" y="81355"/>
                </a:lnTo>
                <a:lnTo>
                  <a:pt x="114219" y="81355"/>
                </a:lnTo>
                <a:cubicBezTo>
                  <a:pt x="118405" y="81355"/>
                  <a:pt x="119800" y="84519"/>
                  <a:pt x="119800" y="87683"/>
                </a:cubicBezTo>
                <a:cubicBezTo>
                  <a:pt x="119800" y="91073"/>
                  <a:pt x="118405" y="92655"/>
                  <a:pt x="117009" y="94237"/>
                </a:cubicBezTo>
                <a:lnTo>
                  <a:pt x="117009" y="94237"/>
                </a:lnTo>
                <a:cubicBezTo>
                  <a:pt x="61993" y="119774"/>
                  <a:pt x="61993" y="119774"/>
                  <a:pt x="61993" y="119774"/>
                </a:cubicBezTo>
                <a:lnTo>
                  <a:pt x="61993" y="119774"/>
                </a:lnTo>
                <a:lnTo>
                  <a:pt x="61993" y="119774"/>
                </a:lnTo>
                <a:lnTo>
                  <a:pt x="61993" y="119774"/>
                </a:lnTo>
                <a:lnTo>
                  <a:pt x="60598" y="119774"/>
                </a:lnTo>
                <a:cubicBezTo>
                  <a:pt x="59202" y="119774"/>
                  <a:pt x="59202" y="119774"/>
                  <a:pt x="57807" y="119774"/>
                </a:cubicBezTo>
                <a:lnTo>
                  <a:pt x="57807" y="119774"/>
                </a:lnTo>
                <a:lnTo>
                  <a:pt x="57807" y="119774"/>
                </a:lnTo>
                <a:lnTo>
                  <a:pt x="57807" y="119774"/>
                </a:lnTo>
                <a:cubicBezTo>
                  <a:pt x="2990" y="94237"/>
                  <a:pt x="2990" y="94237"/>
                  <a:pt x="2990" y="94237"/>
                </a:cubicBezTo>
                <a:lnTo>
                  <a:pt x="2990" y="94237"/>
                </a:lnTo>
                <a:cubicBezTo>
                  <a:pt x="1395" y="92655"/>
                  <a:pt x="0" y="91073"/>
                  <a:pt x="0" y="87683"/>
                </a:cubicBezTo>
                <a:cubicBezTo>
                  <a:pt x="0" y="84519"/>
                  <a:pt x="2990" y="81355"/>
                  <a:pt x="5780" y="81355"/>
                </a:cubicBezTo>
                <a:close/>
              </a:path>
            </a:pathLst>
          </a:custGeom>
          <a:solidFill>
            <a:schemeClr val="bg1"/>
          </a:solidFill>
          <a:ln>
            <a:noFill/>
          </a:ln>
          <a:effectLst/>
        </p:spPr>
        <p:txBody>
          <a:bodyPr wrap="square" lIns="91440" tIns="45720" rIns="91440" bIns="45720" anchor="ctr">
            <a:normAutofit fontScale="25000" lnSpcReduction="20000"/>
          </a:bodyPr>
          <a:lstStyle/>
          <a:p>
            <a:pPr algn="ctr"/>
          </a:p>
        </p:txBody>
      </p:sp>
      <p:sp>
        <p:nvSpPr>
          <p:cNvPr id="231" name="ïśḷïḓe"/>
          <p:cNvSpPr/>
          <p:nvPr/>
        </p:nvSpPr>
        <p:spPr>
          <a:xfrm>
            <a:off x="1338170" y="5025731"/>
            <a:ext cx="211585" cy="259306"/>
          </a:xfrm>
          <a:custGeom>
            <a:avLst/>
            <a:gdLst/>
            <a:ahLst/>
            <a:cxnLst/>
            <a:rect l="0" t="0" r="0" b="0"/>
            <a:pathLst>
              <a:path w="120000" h="120000" extrusionOk="0">
                <a:moveTo>
                  <a:pt x="112868" y="119800"/>
                </a:moveTo>
                <a:lnTo>
                  <a:pt x="112868" y="119800"/>
                </a:lnTo>
                <a:cubicBezTo>
                  <a:pt x="6885" y="119800"/>
                  <a:pt x="6885" y="119800"/>
                  <a:pt x="6885" y="119800"/>
                </a:cubicBezTo>
                <a:cubicBezTo>
                  <a:pt x="1721" y="119800"/>
                  <a:pt x="0" y="117004"/>
                  <a:pt x="0" y="114209"/>
                </a:cubicBezTo>
                <a:cubicBezTo>
                  <a:pt x="0" y="64891"/>
                  <a:pt x="0" y="64891"/>
                  <a:pt x="0" y="64891"/>
                </a:cubicBezTo>
                <a:cubicBezTo>
                  <a:pt x="0" y="62096"/>
                  <a:pt x="1721" y="59101"/>
                  <a:pt x="6885" y="59101"/>
                </a:cubicBezTo>
                <a:cubicBezTo>
                  <a:pt x="17213" y="59101"/>
                  <a:pt x="17213" y="59101"/>
                  <a:pt x="17213" y="59101"/>
                </a:cubicBezTo>
                <a:cubicBezTo>
                  <a:pt x="17213" y="33743"/>
                  <a:pt x="17213" y="33743"/>
                  <a:pt x="17213" y="33743"/>
                </a:cubicBezTo>
                <a:cubicBezTo>
                  <a:pt x="17213" y="13976"/>
                  <a:pt x="36393" y="0"/>
                  <a:pt x="59016" y="0"/>
                </a:cubicBezTo>
                <a:cubicBezTo>
                  <a:pt x="83360" y="0"/>
                  <a:pt x="100573" y="13976"/>
                  <a:pt x="100573" y="33743"/>
                </a:cubicBezTo>
                <a:cubicBezTo>
                  <a:pt x="100573" y="36539"/>
                  <a:pt x="98852" y="39534"/>
                  <a:pt x="93688" y="39534"/>
                </a:cubicBezTo>
                <a:cubicBezTo>
                  <a:pt x="90245" y="39534"/>
                  <a:pt x="86803" y="36539"/>
                  <a:pt x="86803" y="33743"/>
                </a:cubicBezTo>
                <a:cubicBezTo>
                  <a:pt x="86803" y="21164"/>
                  <a:pt x="74754" y="11181"/>
                  <a:pt x="59016" y="11181"/>
                </a:cubicBezTo>
                <a:cubicBezTo>
                  <a:pt x="43278" y="11181"/>
                  <a:pt x="31229" y="21164"/>
                  <a:pt x="31229" y="33743"/>
                </a:cubicBezTo>
                <a:cubicBezTo>
                  <a:pt x="31229" y="59101"/>
                  <a:pt x="31229" y="59101"/>
                  <a:pt x="31229" y="59101"/>
                </a:cubicBezTo>
                <a:cubicBezTo>
                  <a:pt x="86803" y="59101"/>
                  <a:pt x="86803" y="59101"/>
                  <a:pt x="86803" y="59101"/>
                </a:cubicBezTo>
                <a:cubicBezTo>
                  <a:pt x="100573" y="59101"/>
                  <a:pt x="100573" y="59101"/>
                  <a:pt x="100573" y="59101"/>
                </a:cubicBezTo>
                <a:cubicBezTo>
                  <a:pt x="112868" y="59101"/>
                  <a:pt x="112868" y="59101"/>
                  <a:pt x="112868" y="59101"/>
                </a:cubicBezTo>
                <a:cubicBezTo>
                  <a:pt x="116311" y="59101"/>
                  <a:pt x="119754" y="62096"/>
                  <a:pt x="119754" y="64891"/>
                </a:cubicBezTo>
                <a:cubicBezTo>
                  <a:pt x="119754" y="114209"/>
                  <a:pt x="119754" y="114209"/>
                  <a:pt x="119754" y="114209"/>
                </a:cubicBezTo>
                <a:cubicBezTo>
                  <a:pt x="119754" y="117004"/>
                  <a:pt x="116311" y="119800"/>
                  <a:pt x="112868" y="119800"/>
                </a:cubicBezTo>
                <a:close/>
                <a:moveTo>
                  <a:pt x="59016" y="70482"/>
                </a:moveTo>
                <a:lnTo>
                  <a:pt x="59016" y="70482"/>
                </a:lnTo>
                <a:cubicBezTo>
                  <a:pt x="52131" y="70482"/>
                  <a:pt x="45000" y="76073"/>
                  <a:pt x="45000" y="81863"/>
                </a:cubicBezTo>
                <a:cubicBezTo>
                  <a:pt x="45000" y="86056"/>
                  <a:pt x="48688" y="90249"/>
                  <a:pt x="52131" y="91647"/>
                </a:cubicBezTo>
                <a:cubicBezTo>
                  <a:pt x="52131" y="103028"/>
                  <a:pt x="52131" y="103028"/>
                  <a:pt x="52131" y="103028"/>
                </a:cubicBezTo>
                <a:cubicBezTo>
                  <a:pt x="52131" y="105823"/>
                  <a:pt x="55573" y="108618"/>
                  <a:pt x="59016" y="108618"/>
                </a:cubicBezTo>
                <a:cubicBezTo>
                  <a:pt x="64180" y="108618"/>
                  <a:pt x="65901" y="105823"/>
                  <a:pt x="65901" y="103028"/>
                </a:cubicBezTo>
                <a:cubicBezTo>
                  <a:pt x="65901" y="91647"/>
                  <a:pt x="65901" y="91647"/>
                  <a:pt x="65901" y="91647"/>
                </a:cubicBezTo>
                <a:cubicBezTo>
                  <a:pt x="71065" y="90249"/>
                  <a:pt x="72786" y="86056"/>
                  <a:pt x="72786" y="81863"/>
                </a:cubicBezTo>
                <a:cubicBezTo>
                  <a:pt x="72786" y="76073"/>
                  <a:pt x="67622" y="70482"/>
                  <a:pt x="59016" y="70482"/>
                </a:cubicBezTo>
                <a:close/>
              </a:path>
            </a:pathLst>
          </a:custGeom>
          <a:solidFill>
            <a:schemeClr val="bg1"/>
          </a:solidFill>
          <a:ln>
            <a:noFill/>
          </a:ln>
          <a:effectLst/>
        </p:spPr>
        <p:txBody>
          <a:bodyPr wrap="square" lIns="91440" tIns="45720" rIns="91440" bIns="45720" anchor="ctr">
            <a:normAutofit fontScale="25000" lnSpcReduction="20000"/>
          </a:bodyPr>
          <a:lstStyle/>
          <a:p>
            <a:pPr algn="ctr"/>
          </a:p>
        </p:txBody>
      </p:sp>
      <p:sp>
        <p:nvSpPr>
          <p:cNvPr id="18" name="íšḻîḋè"/>
          <p:cNvSpPr/>
          <p:nvPr/>
        </p:nvSpPr>
        <p:spPr>
          <a:xfrm>
            <a:off x="3655909" y="4146393"/>
            <a:ext cx="2224360" cy="523971"/>
          </a:xfrm>
          <a:prstGeom prst="rect">
            <a:avLst/>
          </a:prstGeom>
          <a:noFill/>
          <a:ln>
            <a:noFill/>
          </a:ln>
        </p:spPr>
        <p:txBody>
          <a:bodyPr wrap="square" lIns="91440" tIns="45720" rIns="91440" bIns="45720" anchor="t" anchorCtr="0">
            <a:noAutofit/>
          </a:bodyPr>
          <a:lstStyle/>
          <a:p>
            <a:pPr marL="342900" indent="-342900">
              <a:lnSpc>
                <a:spcPct val="120000"/>
              </a:lnSpc>
              <a:buClr>
                <a:srgbClr val="FF0000"/>
              </a:buClr>
              <a:buFont typeface="Wingdings" panose="05000000000000000000" pitchFamily="2" charset="2"/>
              <a:buChar char="Ø"/>
            </a:pPr>
            <a:r>
              <a:rPr lang="zh-CN" altLang="en-US" sz="2200" dirty="0"/>
              <a:t>接口一致性</a:t>
            </a:r>
            <a:endParaRPr lang="zh-CN" altLang="en-US" sz="2200" dirty="0"/>
          </a:p>
        </p:txBody>
      </p:sp>
      <p:sp>
        <p:nvSpPr>
          <p:cNvPr id="19" name="íšḻîḋè"/>
          <p:cNvSpPr/>
          <p:nvPr/>
        </p:nvSpPr>
        <p:spPr>
          <a:xfrm>
            <a:off x="5564974" y="4156766"/>
            <a:ext cx="2224360" cy="523971"/>
          </a:xfrm>
          <a:prstGeom prst="rect">
            <a:avLst/>
          </a:prstGeom>
          <a:noFill/>
          <a:ln>
            <a:noFill/>
          </a:ln>
        </p:spPr>
        <p:txBody>
          <a:bodyPr wrap="square" lIns="91440" tIns="45720" rIns="91440" bIns="45720" anchor="t" anchorCtr="0">
            <a:noAutofit/>
          </a:bodyPr>
          <a:lstStyle/>
          <a:p>
            <a:pPr marL="342900" indent="-342900">
              <a:lnSpc>
                <a:spcPct val="120000"/>
              </a:lnSpc>
              <a:buClr>
                <a:srgbClr val="FF0000"/>
              </a:buClr>
              <a:buFont typeface="Wingdings" panose="05000000000000000000" pitchFamily="2" charset="2"/>
              <a:buChar char="Ø"/>
            </a:pPr>
            <a:r>
              <a:rPr lang="zh-CN" altLang="en-US" sz="2200" dirty="0"/>
              <a:t>资源透明性</a:t>
            </a:r>
            <a:endParaRPr lang="zh-CN" altLang="en-US" sz="2200" dirty="0"/>
          </a:p>
        </p:txBody>
      </p:sp>
      <p:sp>
        <p:nvSpPr>
          <p:cNvPr id="21" name="íšḻîḋè"/>
          <p:cNvSpPr/>
          <p:nvPr/>
        </p:nvSpPr>
        <p:spPr>
          <a:xfrm>
            <a:off x="7474039" y="4164907"/>
            <a:ext cx="2224360" cy="523971"/>
          </a:xfrm>
          <a:prstGeom prst="rect">
            <a:avLst/>
          </a:prstGeom>
          <a:noFill/>
          <a:ln>
            <a:noFill/>
          </a:ln>
        </p:spPr>
        <p:txBody>
          <a:bodyPr wrap="square" lIns="91440" tIns="45720" rIns="91440" bIns="45720" anchor="t" anchorCtr="0">
            <a:noAutofit/>
          </a:bodyPr>
          <a:lstStyle/>
          <a:p>
            <a:pPr marL="342900" indent="-342900">
              <a:lnSpc>
                <a:spcPct val="120000"/>
              </a:lnSpc>
              <a:buClr>
                <a:srgbClr val="FF0000"/>
              </a:buClr>
              <a:buFont typeface="Wingdings" panose="05000000000000000000" pitchFamily="2" charset="2"/>
              <a:buChar char="Ø"/>
            </a:pPr>
            <a:r>
              <a:rPr lang="zh-CN" altLang="en-US" sz="2200" dirty="0"/>
              <a:t>系统可靠性</a:t>
            </a:r>
            <a:endParaRPr lang="zh-CN" altLang="en-US" sz="2200" dirty="0"/>
          </a:p>
        </p:txBody>
      </p:sp>
      <p:sp>
        <p:nvSpPr>
          <p:cNvPr id="22" name="íšḻîḋè"/>
          <p:cNvSpPr/>
          <p:nvPr/>
        </p:nvSpPr>
        <p:spPr>
          <a:xfrm>
            <a:off x="9383102" y="4147817"/>
            <a:ext cx="2224360" cy="523971"/>
          </a:xfrm>
          <a:prstGeom prst="rect">
            <a:avLst/>
          </a:prstGeom>
          <a:noFill/>
          <a:ln>
            <a:noFill/>
          </a:ln>
        </p:spPr>
        <p:txBody>
          <a:bodyPr wrap="square" lIns="91440" tIns="45720" rIns="91440" bIns="45720" anchor="t" anchorCtr="0">
            <a:noAutofit/>
          </a:bodyPr>
          <a:lstStyle/>
          <a:p>
            <a:pPr marL="342900" indent="-342900">
              <a:lnSpc>
                <a:spcPct val="120000"/>
              </a:lnSpc>
              <a:buClr>
                <a:srgbClr val="FF0000"/>
              </a:buClr>
              <a:buFont typeface="Wingdings" panose="05000000000000000000" pitchFamily="2" charset="2"/>
              <a:buChar char="Ø"/>
            </a:pPr>
            <a:r>
              <a:rPr lang="zh-CN" altLang="en-US" sz="2200" dirty="0"/>
              <a:t>执行并行性</a:t>
            </a:r>
            <a:endParaRPr lang="zh-CN" altLang="en-US" sz="2200" dirty="0"/>
          </a:p>
        </p:txBody>
      </p:sp>
    </p:spTree>
  </p:cSld>
  <p:clrMapOvr>
    <a:masterClrMapping/>
  </p:clrMapOvr>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78668"/>
            <a:ext cx="7026275" cy="521970"/>
          </a:xfrm>
          <a:prstGeom prst="rect">
            <a:avLst/>
          </a:prstGeom>
        </p:spPr>
        <p:txBody>
          <a:bodyPr wrap="square">
            <a:spAutoFit/>
          </a:bodyPr>
          <a:lstStyle/>
          <a:p>
            <a:r>
              <a:rPr lang="zh-CN" altLang="en-US" sz="2800" b="1" dirty="0">
                <a:solidFill>
                  <a:srgbClr val="FF0000"/>
                </a:solidFill>
              </a:rPr>
              <a:t>分布式操作系统</a:t>
            </a:r>
            <a:endParaRPr lang="zh-CN" altLang="en-US" sz="2800" b="1" dirty="0">
              <a:solidFill>
                <a:srgbClr val="FF0000"/>
              </a:solidFill>
            </a:endParaRPr>
          </a:p>
        </p:txBody>
      </p:sp>
      <p:sp>
        <p:nvSpPr>
          <p:cNvPr id="220" name="íšḻîḋè"/>
          <p:cNvSpPr/>
          <p:nvPr/>
        </p:nvSpPr>
        <p:spPr>
          <a:xfrm>
            <a:off x="1746844" y="3577516"/>
            <a:ext cx="8388829" cy="933134"/>
          </a:xfrm>
          <a:prstGeom prst="rect">
            <a:avLst/>
          </a:prstGeom>
          <a:noFill/>
          <a:ln>
            <a:noFill/>
          </a:ln>
        </p:spPr>
        <p:txBody>
          <a:bodyPr wrap="square" lIns="91440" tIns="45720" rIns="91440" bIns="45720" anchor="t" anchorCtr="0">
            <a:noAutofit/>
          </a:bodyPr>
          <a:lstStyle/>
          <a:p>
            <a:pPr marL="342900" indent="-342900">
              <a:lnSpc>
                <a:spcPct val="120000"/>
              </a:lnSpc>
              <a:buClr>
                <a:srgbClr val="FF0000"/>
              </a:buClr>
              <a:buFont typeface="Wingdings" panose="05000000000000000000" pitchFamily="2" charset="2"/>
              <a:buChar char="Ø"/>
            </a:pPr>
            <a:r>
              <a:rPr lang="zh-CN" altLang="en-US" sz="2200" dirty="0"/>
              <a:t>定义：配置在分布式系统上的公用</a:t>
            </a:r>
            <a:r>
              <a:rPr lang="en-US" altLang="zh-CN" sz="2200" dirty="0"/>
              <a:t>OS</a:t>
            </a:r>
            <a:r>
              <a:rPr lang="zh-CN" altLang="en-US" sz="2200" dirty="0"/>
              <a:t>。</a:t>
            </a:r>
            <a:endParaRPr lang="zh-CN" altLang="en-US" sz="2200" dirty="0"/>
          </a:p>
          <a:p>
            <a:pPr marL="342900" indent="-342900">
              <a:lnSpc>
                <a:spcPct val="120000"/>
              </a:lnSpc>
              <a:buClr>
                <a:srgbClr val="FF0000"/>
              </a:buClr>
              <a:buFont typeface="Wingdings" panose="05000000000000000000" pitchFamily="2" charset="2"/>
              <a:buChar char="Ø"/>
            </a:pPr>
            <a:r>
              <a:rPr lang="zh-CN" altLang="en-US" sz="2200" dirty="0"/>
              <a:t>例子：万维网、鸿蒙</a:t>
            </a:r>
            <a:r>
              <a:rPr lang="en-US" altLang="zh-CN" sz="2200" dirty="0"/>
              <a:t>OS</a:t>
            </a:r>
            <a:r>
              <a:rPr lang="zh-CN" altLang="en-US" sz="2200" dirty="0"/>
              <a:t>。</a:t>
            </a:r>
            <a:endParaRPr lang="zh-CN" altLang="en-US" sz="2200" dirty="0"/>
          </a:p>
        </p:txBody>
      </p:sp>
      <p:sp>
        <p:nvSpPr>
          <p:cNvPr id="221" name="i$lîďê"/>
          <p:cNvSpPr/>
          <p:nvPr/>
        </p:nvSpPr>
        <p:spPr>
          <a:xfrm>
            <a:off x="1802479" y="3126390"/>
            <a:ext cx="3696051" cy="392877"/>
          </a:xfrm>
          <a:prstGeom prst="rect">
            <a:avLst/>
          </a:prstGeom>
          <a:noFill/>
          <a:ln>
            <a:noFill/>
          </a:ln>
        </p:spPr>
        <p:txBody>
          <a:bodyPr wrap="square" lIns="91440" tIns="45720" rIns="91440" bIns="45720" anchor="ctr" anchorCtr="0">
            <a:noAutofit/>
          </a:bodyPr>
          <a:lstStyle/>
          <a:p>
            <a:r>
              <a:rPr lang="zh-CN" altLang="en-US" sz="2400" dirty="0">
                <a:solidFill>
                  <a:srgbClr val="0000FF"/>
                </a:solidFill>
              </a:rPr>
              <a:t>分布式</a:t>
            </a:r>
            <a:r>
              <a:rPr lang="en-US" altLang="zh-CN" sz="2400" dirty="0">
                <a:solidFill>
                  <a:srgbClr val="0000FF"/>
                </a:solidFill>
              </a:rPr>
              <a:t>OS</a:t>
            </a:r>
            <a:endParaRPr lang="en-US" altLang="zh-CN" sz="2400" dirty="0">
              <a:solidFill>
                <a:srgbClr val="0000FF"/>
              </a:solidFill>
            </a:endParaRPr>
          </a:p>
        </p:txBody>
      </p:sp>
      <p:sp>
        <p:nvSpPr>
          <p:cNvPr id="222" name="î$ļíḋè"/>
          <p:cNvSpPr/>
          <p:nvPr/>
        </p:nvSpPr>
        <p:spPr>
          <a:xfrm>
            <a:off x="1802479" y="5012000"/>
            <a:ext cx="9730290" cy="1405419"/>
          </a:xfrm>
          <a:prstGeom prst="rect">
            <a:avLst/>
          </a:prstGeom>
          <a:noFill/>
          <a:ln>
            <a:noFill/>
          </a:ln>
        </p:spPr>
        <p:txBody>
          <a:bodyPr wrap="square" lIns="91440" tIns="45720" rIns="91440" bIns="45720" anchor="t" anchorCtr="0">
            <a:noAutofit/>
          </a:bodyPr>
          <a:lstStyle/>
          <a:p>
            <a:pPr marL="342900" indent="-342900">
              <a:lnSpc>
                <a:spcPct val="120000"/>
              </a:lnSpc>
              <a:buClr>
                <a:srgbClr val="FF0000"/>
              </a:buClr>
              <a:buFont typeface="Wingdings" panose="05000000000000000000" pitchFamily="2" charset="2"/>
              <a:buChar char="Ø"/>
            </a:pPr>
            <a:r>
              <a:rPr lang="zh-CN" altLang="en-US" sz="2200" dirty="0"/>
              <a:t>单处理机</a:t>
            </a:r>
            <a:r>
              <a:rPr lang="en-US" altLang="zh-CN" sz="2200" dirty="0"/>
              <a:t>OS</a:t>
            </a:r>
            <a:r>
              <a:rPr lang="zh-CN" altLang="en-US" sz="2200" dirty="0"/>
              <a:t>的主要功能；</a:t>
            </a:r>
            <a:endParaRPr lang="zh-CN" altLang="en-US" sz="2200" dirty="0"/>
          </a:p>
          <a:p>
            <a:pPr marL="342900" indent="-342900">
              <a:lnSpc>
                <a:spcPct val="120000"/>
              </a:lnSpc>
              <a:buClr>
                <a:srgbClr val="FF0000"/>
              </a:buClr>
              <a:buFont typeface="Wingdings" panose="05000000000000000000" pitchFamily="2" charset="2"/>
              <a:buChar char="Ø"/>
            </a:pPr>
            <a:r>
              <a:rPr lang="zh-CN" altLang="en-US" sz="2200" dirty="0"/>
              <a:t>网络</a:t>
            </a:r>
            <a:r>
              <a:rPr lang="en-US" altLang="zh-CN" sz="2200" dirty="0"/>
              <a:t>OS</a:t>
            </a:r>
            <a:r>
              <a:rPr lang="zh-CN" altLang="en-US" sz="2200" dirty="0"/>
              <a:t>所拥有的全部功能；</a:t>
            </a:r>
            <a:endParaRPr lang="zh-CN" altLang="en-US" sz="2200" dirty="0"/>
          </a:p>
          <a:p>
            <a:pPr marL="342900" indent="-342900">
              <a:lnSpc>
                <a:spcPct val="120000"/>
              </a:lnSpc>
              <a:buClr>
                <a:srgbClr val="FF0000"/>
              </a:buClr>
              <a:buFont typeface="Wingdings" panose="05000000000000000000" pitchFamily="2" charset="2"/>
              <a:buChar char="Ø"/>
            </a:pPr>
            <a:r>
              <a:rPr lang="zh-CN" altLang="en-US" sz="2200" dirty="0"/>
              <a:t>还包括：通信管理功能、资源管理功能、进程管理功能。</a:t>
            </a:r>
            <a:endParaRPr lang="zh-CN" altLang="en-US" sz="2200" dirty="0"/>
          </a:p>
        </p:txBody>
      </p:sp>
      <p:sp>
        <p:nvSpPr>
          <p:cNvPr id="223" name="ïṧḷïḋè"/>
          <p:cNvSpPr/>
          <p:nvPr/>
        </p:nvSpPr>
        <p:spPr>
          <a:xfrm>
            <a:off x="1802481" y="4596898"/>
            <a:ext cx="3696051" cy="415102"/>
          </a:xfrm>
          <a:prstGeom prst="rect">
            <a:avLst/>
          </a:prstGeom>
          <a:noFill/>
          <a:ln>
            <a:noFill/>
          </a:ln>
        </p:spPr>
        <p:txBody>
          <a:bodyPr wrap="square" lIns="91440" tIns="45720" rIns="91440" bIns="45720" anchor="ctr" anchorCtr="0">
            <a:noAutofit/>
          </a:bodyPr>
          <a:lstStyle/>
          <a:p>
            <a:r>
              <a:rPr lang="zh-CN" altLang="en-US" sz="2400" dirty="0">
                <a:solidFill>
                  <a:srgbClr val="0000FF"/>
                </a:solidFill>
              </a:rPr>
              <a:t>分布式</a:t>
            </a:r>
            <a:r>
              <a:rPr lang="en-US" altLang="zh-CN" sz="2400" dirty="0">
                <a:solidFill>
                  <a:srgbClr val="0000FF"/>
                </a:solidFill>
              </a:rPr>
              <a:t>OS</a:t>
            </a:r>
            <a:r>
              <a:rPr lang="zh-CN" altLang="en-US" sz="2400" dirty="0">
                <a:solidFill>
                  <a:srgbClr val="0000FF"/>
                </a:solidFill>
              </a:rPr>
              <a:t>的功能</a:t>
            </a:r>
            <a:endParaRPr lang="zh-CN" altLang="en-US" sz="2400" dirty="0">
              <a:solidFill>
                <a:srgbClr val="0000FF"/>
              </a:solidFill>
            </a:endParaRPr>
          </a:p>
        </p:txBody>
      </p:sp>
      <p:sp>
        <p:nvSpPr>
          <p:cNvPr id="224" name="îs1iďé"/>
          <p:cNvSpPr/>
          <p:nvPr/>
        </p:nvSpPr>
        <p:spPr>
          <a:xfrm>
            <a:off x="1821535" y="1637377"/>
            <a:ext cx="9711234" cy="1490610"/>
          </a:xfrm>
          <a:prstGeom prst="rect">
            <a:avLst/>
          </a:prstGeom>
          <a:noFill/>
          <a:ln>
            <a:noFill/>
          </a:ln>
        </p:spPr>
        <p:txBody>
          <a:bodyPr wrap="square" lIns="91440" tIns="45720" rIns="91440" bIns="45720" anchor="t" anchorCtr="0">
            <a:normAutofit fontScale="90000"/>
          </a:bodyPr>
          <a:lstStyle/>
          <a:p>
            <a:pPr marL="342900" indent="-342900">
              <a:lnSpc>
                <a:spcPct val="120000"/>
              </a:lnSpc>
              <a:spcBef>
                <a:spcPts val="600"/>
              </a:spcBef>
              <a:buClr>
                <a:srgbClr val="FF0000"/>
              </a:buClr>
              <a:buFont typeface="Wingdings" panose="05000000000000000000" pitchFamily="2" charset="2"/>
              <a:buChar char="Ø"/>
            </a:pPr>
            <a:r>
              <a:rPr lang="zh-CN" altLang="en-US" sz="2200" dirty="0"/>
              <a:t>定义：基于软件实现的一种多处理机系统，是多个处理机通过通信线路互连而构成的紧密耦合系统。</a:t>
            </a:r>
            <a:endParaRPr lang="zh-CN" altLang="en-US" sz="2200" dirty="0"/>
          </a:p>
          <a:p>
            <a:pPr marL="342900" indent="-342900">
              <a:lnSpc>
                <a:spcPct val="120000"/>
              </a:lnSpc>
              <a:spcBef>
                <a:spcPts val="600"/>
              </a:spcBef>
              <a:buClr>
                <a:srgbClr val="FF0000"/>
              </a:buClr>
              <a:buFont typeface="Wingdings" panose="05000000000000000000" pitchFamily="2" charset="2"/>
              <a:buChar char="Ø"/>
            </a:pPr>
            <a:r>
              <a:rPr lang="zh-CN" altLang="en-US" sz="2200" dirty="0"/>
              <a:t>目的</a:t>
            </a:r>
            <a:r>
              <a:rPr lang="en-US" altLang="zh-CN" sz="2200" dirty="0"/>
              <a:t>：</a:t>
            </a:r>
            <a:r>
              <a:rPr lang="zh-CN" altLang="en-US" sz="2200" dirty="0"/>
              <a:t>是将多台计算机整合成一个单一、强大的计算系统，共同完成一个任务</a:t>
            </a:r>
            <a:r>
              <a:rPr lang="en-US" altLang="zh-CN" sz="2200" dirty="0"/>
              <a:t>。</a:t>
            </a:r>
            <a:endParaRPr lang="zh-CN" altLang="en-US" sz="2200" dirty="0"/>
          </a:p>
          <a:p>
            <a:pPr marL="342900" indent="-342900">
              <a:lnSpc>
                <a:spcPct val="120000"/>
              </a:lnSpc>
              <a:spcBef>
                <a:spcPts val="600"/>
              </a:spcBef>
              <a:buClr>
                <a:srgbClr val="FF0000"/>
              </a:buClr>
              <a:buFont typeface="Wingdings" panose="05000000000000000000" pitchFamily="2" charset="2"/>
              <a:buChar char="Ø"/>
            </a:pPr>
            <a:endParaRPr lang="zh-CN" altLang="en-US" sz="2200" dirty="0"/>
          </a:p>
        </p:txBody>
      </p:sp>
      <p:sp>
        <p:nvSpPr>
          <p:cNvPr id="225" name="íšḻíḑê"/>
          <p:cNvSpPr/>
          <p:nvPr/>
        </p:nvSpPr>
        <p:spPr>
          <a:xfrm>
            <a:off x="1802480" y="1232766"/>
            <a:ext cx="3696051" cy="405747"/>
          </a:xfrm>
          <a:prstGeom prst="rect">
            <a:avLst/>
          </a:prstGeom>
          <a:noFill/>
          <a:ln>
            <a:noFill/>
          </a:ln>
        </p:spPr>
        <p:txBody>
          <a:bodyPr wrap="square" lIns="91440" tIns="45720" rIns="91440" bIns="45720" anchor="ctr" anchorCtr="0">
            <a:noAutofit/>
          </a:bodyPr>
          <a:lstStyle/>
          <a:p>
            <a:r>
              <a:rPr lang="zh-CN" altLang="en-US" sz="2400" dirty="0">
                <a:solidFill>
                  <a:srgbClr val="0000FF"/>
                </a:solidFill>
              </a:rPr>
              <a:t>分布式系统</a:t>
            </a:r>
            <a:endParaRPr lang="zh-CN" altLang="en-US" sz="2400" dirty="0">
              <a:solidFill>
                <a:srgbClr val="0000FF"/>
              </a:solidFill>
            </a:endParaRPr>
          </a:p>
        </p:txBody>
      </p:sp>
      <p:sp>
        <p:nvSpPr>
          <p:cNvPr id="226" name="îSļiḓè"/>
          <p:cNvSpPr/>
          <p:nvPr/>
        </p:nvSpPr>
        <p:spPr>
          <a:xfrm>
            <a:off x="1118977" y="1219204"/>
            <a:ext cx="627867" cy="627867"/>
          </a:xfrm>
          <a:prstGeom prst="ellipse">
            <a:avLst/>
          </a:prstGeom>
          <a:solidFill>
            <a:srgbClr val="00005C"/>
          </a:solidFill>
          <a:ln>
            <a:solidFill>
              <a:srgbClr val="00005C"/>
            </a:solidFill>
          </a:ln>
          <a:effec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a:bodyPr>
          <a:lstStyle/>
          <a:p>
            <a:pPr algn="ctr"/>
          </a:p>
        </p:txBody>
      </p:sp>
      <p:sp>
        <p:nvSpPr>
          <p:cNvPr id="227" name="íṥḻîḓe"/>
          <p:cNvSpPr/>
          <p:nvPr/>
        </p:nvSpPr>
        <p:spPr>
          <a:xfrm>
            <a:off x="1118977" y="4552933"/>
            <a:ext cx="627867" cy="627867"/>
          </a:xfrm>
          <a:prstGeom prst="ellipse">
            <a:avLst/>
          </a:prstGeom>
          <a:solidFill>
            <a:srgbClr val="00005C"/>
          </a:solidFill>
          <a:ln>
            <a:solidFill>
              <a:srgbClr val="00005C"/>
            </a:solidFill>
          </a:ln>
          <a:effec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a:bodyPr>
          <a:lstStyle/>
          <a:p>
            <a:pPr algn="ctr"/>
          </a:p>
        </p:txBody>
      </p:sp>
      <p:sp>
        <p:nvSpPr>
          <p:cNvPr id="228" name="îşļiḓè"/>
          <p:cNvSpPr/>
          <p:nvPr/>
        </p:nvSpPr>
        <p:spPr>
          <a:xfrm>
            <a:off x="1118977" y="3077380"/>
            <a:ext cx="627867" cy="627867"/>
          </a:xfrm>
          <a:prstGeom prst="ellipse">
            <a:avLst/>
          </a:prstGeom>
          <a:solidFill>
            <a:srgbClr val="00005C"/>
          </a:solidFill>
          <a:ln>
            <a:solidFill>
              <a:srgbClr val="00005C"/>
            </a:solidFill>
          </a:ln>
          <a:effec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a:bodyPr>
          <a:lstStyle/>
          <a:p>
            <a:pPr algn="ctr"/>
          </a:p>
        </p:txBody>
      </p:sp>
      <p:sp>
        <p:nvSpPr>
          <p:cNvPr id="229" name="îṡḷíďe"/>
          <p:cNvSpPr/>
          <p:nvPr/>
        </p:nvSpPr>
        <p:spPr>
          <a:xfrm>
            <a:off x="1309232" y="1415342"/>
            <a:ext cx="261147" cy="247870"/>
          </a:xfrm>
          <a:custGeom>
            <a:avLst/>
            <a:gdLst/>
            <a:ahLst/>
            <a:cxnLst/>
            <a:rect l="0" t="0" r="0" b="0"/>
            <a:pathLst>
              <a:path w="120000" h="120000" extrusionOk="0">
                <a:moveTo>
                  <a:pt x="119800" y="63664"/>
                </a:moveTo>
                <a:lnTo>
                  <a:pt x="119800" y="63664"/>
                </a:lnTo>
                <a:cubicBezTo>
                  <a:pt x="119800" y="66596"/>
                  <a:pt x="118405" y="69528"/>
                  <a:pt x="114219" y="69528"/>
                </a:cubicBezTo>
                <a:cubicBezTo>
                  <a:pt x="112823" y="69528"/>
                  <a:pt x="111428" y="68062"/>
                  <a:pt x="111428" y="68062"/>
                </a:cubicBezTo>
                <a:lnTo>
                  <a:pt x="111428" y="68062"/>
                </a:lnTo>
                <a:cubicBezTo>
                  <a:pt x="60598" y="14869"/>
                  <a:pt x="60598" y="14869"/>
                  <a:pt x="60598" y="14869"/>
                </a:cubicBezTo>
                <a:lnTo>
                  <a:pt x="60598" y="14869"/>
                </a:lnTo>
                <a:lnTo>
                  <a:pt x="60598" y="14869"/>
                </a:lnTo>
                <a:lnTo>
                  <a:pt x="60598" y="14869"/>
                </a:lnTo>
                <a:cubicBezTo>
                  <a:pt x="9966" y="68062"/>
                  <a:pt x="9966" y="68062"/>
                  <a:pt x="9966" y="68062"/>
                </a:cubicBezTo>
                <a:lnTo>
                  <a:pt x="9966" y="68062"/>
                </a:lnTo>
                <a:cubicBezTo>
                  <a:pt x="8571" y="68062"/>
                  <a:pt x="7176" y="69528"/>
                  <a:pt x="5780" y="69528"/>
                </a:cubicBezTo>
                <a:cubicBezTo>
                  <a:pt x="2990" y="69528"/>
                  <a:pt x="0" y="66596"/>
                  <a:pt x="0" y="63664"/>
                </a:cubicBezTo>
                <a:cubicBezTo>
                  <a:pt x="0" y="62198"/>
                  <a:pt x="0" y="60523"/>
                  <a:pt x="1395" y="59057"/>
                </a:cubicBezTo>
                <a:cubicBezTo>
                  <a:pt x="56411" y="1465"/>
                  <a:pt x="56411" y="1465"/>
                  <a:pt x="56411" y="1465"/>
                </a:cubicBezTo>
                <a:cubicBezTo>
                  <a:pt x="57807" y="0"/>
                  <a:pt x="59202" y="0"/>
                  <a:pt x="60598" y="0"/>
                </a:cubicBezTo>
                <a:lnTo>
                  <a:pt x="60598" y="0"/>
                </a:lnTo>
                <a:lnTo>
                  <a:pt x="60598" y="0"/>
                </a:lnTo>
                <a:lnTo>
                  <a:pt x="60598" y="0"/>
                </a:lnTo>
                <a:lnTo>
                  <a:pt x="60598" y="0"/>
                </a:lnTo>
                <a:lnTo>
                  <a:pt x="60598" y="0"/>
                </a:lnTo>
                <a:lnTo>
                  <a:pt x="60598" y="0"/>
                </a:lnTo>
                <a:lnTo>
                  <a:pt x="60598" y="0"/>
                </a:lnTo>
                <a:cubicBezTo>
                  <a:pt x="61993" y="0"/>
                  <a:pt x="63388" y="1465"/>
                  <a:pt x="64784" y="1465"/>
                </a:cubicBezTo>
                <a:lnTo>
                  <a:pt x="64784" y="1465"/>
                </a:lnTo>
                <a:cubicBezTo>
                  <a:pt x="85913" y="25130"/>
                  <a:pt x="85913" y="25130"/>
                  <a:pt x="85913" y="25130"/>
                </a:cubicBezTo>
                <a:cubicBezTo>
                  <a:pt x="85913" y="19267"/>
                  <a:pt x="85913" y="19267"/>
                  <a:pt x="85913" y="19267"/>
                </a:cubicBezTo>
                <a:cubicBezTo>
                  <a:pt x="85913" y="16335"/>
                  <a:pt x="88903" y="13193"/>
                  <a:pt x="91694" y="13193"/>
                </a:cubicBezTo>
                <a:cubicBezTo>
                  <a:pt x="95880" y="13193"/>
                  <a:pt x="97275" y="16335"/>
                  <a:pt x="97275" y="19267"/>
                </a:cubicBezTo>
                <a:cubicBezTo>
                  <a:pt x="97275" y="36858"/>
                  <a:pt x="97275" y="36858"/>
                  <a:pt x="97275" y="36858"/>
                </a:cubicBezTo>
                <a:cubicBezTo>
                  <a:pt x="118405" y="59057"/>
                  <a:pt x="118405" y="59057"/>
                  <a:pt x="118405" y="59057"/>
                </a:cubicBezTo>
                <a:lnTo>
                  <a:pt x="118405" y="59057"/>
                </a:lnTo>
                <a:cubicBezTo>
                  <a:pt x="119800" y="60523"/>
                  <a:pt x="119800" y="62198"/>
                  <a:pt x="119800" y="63664"/>
                </a:cubicBezTo>
                <a:close/>
                <a:moveTo>
                  <a:pt x="108438" y="72460"/>
                </a:moveTo>
                <a:lnTo>
                  <a:pt x="108438" y="72460"/>
                </a:lnTo>
                <a:cubicBezTo>
                  <a:pt x="108438" y="90261"/>
                  <a:pt x="108438" y="90261"/>
                  <a:pt x="108438" y="90261"/>
                </a:cubicBezTo>
                <a:cubicBezTo>
                  <a:pt x="108438" y="99057"/>
                  <a:pt x="108438" y="99057"/>
                  <a:pt x="108438" y="99057"/>
                </a:cubicBezTo>
                <a:cubicBezTo>
                  <a:pt x="108438" y="113926"/>
                  <a:pt x="108438" y="113926"/>
                  <a:pt x="108438" y="113926"/>
                </a:cubicBezTo>
                <a:cubicBezTo>
                  <a:pt x="108438" y="118324"/>
                  <a:pt x="107043" y="119790"/>
                  <a:pt x="102857" y="119790"/>
                </a:cubicBezTo>
                <a:cubicBezTo>
                  <a:pt x="91694" y="119790"/>
                  <a:pt x="91694" y="119790"/>
                  <a:pt x="91694" y="119790"/>
                </a:cubicBezTo>
                <a:cubicBezTo>
                  <a:pt x="91694" y="72460"/>
                  <a:pt x="91694" y="72460"/>
                  <a:pt x="91694" y="72460"/>
                </a:cubicBezTo>
                <a:cubicBezTo>
                  <a:pt x="69169" y="72460"/>
                  <a:pt x="69169" y="72460"/>
                  <a:pt x="69169" y="72460"/>
                </a:cubicBezTo>
                <a:cubicBezTo>
                  <a:pt x="69169" y="119790"/>
                  <a:pt x="69169" y="119790"/>
                  <a:pt x="69169" y="119790"/>
                </a:cubicBezTo>
                <a:cubicBezTo>
                  <a:pt x="16943" y="119790"/>
                  <a:pt x="16943" y="119790"/>
                  <a:pt x="16943" y="119790"/>
                </a:cubicBezTo>
                <a:cubicBezTo>
                  <a:pt x="14152" y="119790"/>
                  <a:pt x="11362" y="118324"/>
                  <a:pt x="11362" y="113926"/>
                </a:cubicBezTo>
                <a:cubicBezTo>
                  <a:pt x="11362" y="99057"/>
                  <a:pt x="11362" y="99057"/>
                  <a:pt x="11362" y="99057"/>
                </a:cubicBezTo>
                <a:cubicBezTo>
                  <a:pt x="11362" y="90261"/>
                  <a:pt x="11362" y="90261"/>
                  <a:pt x="11362" y="90261"/>
                </a:cubicBezTo>
                <a:cubicBezTo>
                  <a:pt x="11362" y="72460"/>
                  <a:pt x="11362" y="72460"/>
                  <a:pt x="11362" y="72460"/>
                </a:cubicBezTo>
                <a:cubicBezTo>
                  <a:pt x="60598" y="22198"/>
                  <a:pt x="60598" y="22198"/>
                  <a:pt x="60598" y="22198"/>
                </a:cubicBezTo>
                <a:lnTo>
                  <a:pt x="108438" y="72460"/>
                </a:lnTo>
                <a:close/>
                <a:moveTo>
                  <a:pt x="50830" y="72460"/>
                </a:moveTo>
                <a:lnTo>
                  <a:pt x="50830" y="72460"/>
                </a:lnTo>
                <a:cubicBezTo>
                  <a:pt x="28305" y="72460"/>
                  <a:pt x="28305" y="72460"/>
                  <a:pt x="28305" y="72460"/>
                </a:cubicBezTo>
                <a:cubicBezTo>
                  <a:pt x="28305" y="96125"/>
                  <a:pt x="28305" y="96125"/>
                  <a:pt x="28305" y="96125"/>
                </a:cubicBezTo>
                <a:cubicBezTo>
                  <a:pt x="50830" y="96125"/>
                  <a:pt x="50830" y="96125"/>
                  <a:pt x="50830" y="96125"/>
                </a:cubicBezTo>
                <a:lnTo>
                  <a:pt x="50830" y="72460"/>
                </a:lnTo>
                <a:close/>
              </a:path>
            </a:pathLst>
          </a:custGeom>
          <a:solidFill>
            <a:schemeClr val="bg1"/>
          </a:solidFill>
          <a:ln>
            <a:noFill/>
          </a:ln>
          <a:effectLst/>
        </p:spPr>
        <p:txBody>
          <a:bodyPr wrap="square" lIns="91440" tIns="45720" rIns="91440" bIns="45720" anchor="ctr">
            <a:normAutofit fontScale="25000" lnSpcReduction="20000"/>
          </a:bodyPr>
          <a:lstStyle/>
          <a:p>
            <a:pPr algn="ctr"/>
          </a:p>
        </p:txBody>
      </p:sp>
      <p:sp>
        <p:nvSpPr>
          <p:cNvPr id="230" name="íSlíḋe"/>
          <p:cNvSpPr/>
          <p:nvPr/>
        </p:nvSpPr>
        <p:spPr>
          <a:xfrm>
            <a:off x="1309231" y="3299397"/>
            <a:ext cx="261148" cy="228804"/>
          </a:xfrm>
          <a:custGeom>
            <a:avLst/>
            <a:gdLst/>
            <a:ahLst/>
            <a:cxnLst/>
            <a:rect l="0" t="0" r="0" b="0"/>
            <a:pathLst>
              <a:path w="120000" h="120000" extrusionOk="0">
                <a:moveTo>
                  <a:pt x="117009" y="65310"/>
                </a:moveTo>
                <a:lnTo>
                  <a:pt x="117009" y="65310"/>
                </a:lnTo>
                <a:lnTo>
                  <a:pt x="117009" y="65310"/>
                </a:lnTo>
                <a:cubicBezTo>
                  <a:pt x="61993" y="91073"/>
                  <a:pt x="61993" y="91073"/>
                  <a:pt x="61993" y="91073"/>
                </a:cubicBezTo>
                <a:lnTo>
                  <a:pt x="61993" y="91073"/>
                </a:lnTo>
                <a:lnTo>
                  <a:pt x="61993" y="91073"/>
                </a:lnTo>
                <a:lnTo>
                  <a:pt x="61993" y="91073"/>
                </a:lnTo>
                <a:cubicBezTo>
                  <a:pt x="61993" y="92655"/>
                  <a:pt x="60598" y="92655"/>
                  <a:pt x="60598" y="92655"/>
                </a:cubicBezTo>
                <a:cubicBezTo>
                  <a:pt x="59202" y="92655"/>
                  <a:pt x="59202" y="92655"/>
                  <a:pt x="57807" y="91073"/>
                </a:cubicBezTo>
                <a:lnTo>
                  <a:pt x="57807" y="91073"/>
                </a:lnTo>
                <a:lnTo>
                  <a:pt x="57807" y="91073"/>
                </a:lnTo>
                <a:lnTo>
                  <a:pt x="57807" y="91073"/>
                </a:lnTo>
                <a:cubicBezTo>
                  <a:pt x="2990" y="65310"/>
                  <a:pt x="2990" y="65310"/>
                  <a:pt x="2990" y="65310"/>
                </a:cubicBezTo>
                <a:lnTo>
                  <a:pt x="2990" y="65310"/>
                </a:lnTo>
                <a:cubicBezTo>
                  <a:pt x="1395" y="65310"/>
                  <a:pt x="0" y="62146"/>
                  <a:pt x="0" y="60564"/>
                </a:cubicBezTo>
                <a:cubicBezTo>
                  <a:pt x="0" y="55819"/>
                  <a:pt x="2990" y="54237"/>
                  <a:pt x="5780" y="54237"/>
                </a:cubicBezTo>
                <a:cubicBezTo>
                  <a:pt x="7176" y="54237"/>
                  <a:pt x="7176" y="54237"/>
                  <a:pt x="8571" y="54237"/>
                </a:cubicBezTo>
                <a:lnTo>
                  <a:pt x="8571" y="54237"/>
                </a:lnTo>
                <a:lnTo>
                  <a:pt x="8571" y="54237"/>
                </a:lnTo>
                <a:lnTo>
                  <a:pt x="8571" y="54237"/>
                </a:lnTo>
                <a:cubicBezTo>
                  <a:pt x="60598" y="78192"/>
                  <a:pt x="60598" y="78192"/>
                  <a:pt x="60598" y="78192"/>
                </a:cubicBezTo>
                <a:cubicBezTo>
                  <a:pt x="112823" y="54237"/>
                  <a:pt x="112823" y="54237"/>
                  <a:pt x="112823" y="54237"/>
                </a:cubicBezTo>
                <a:lnTo>
                  <a:pt x="112823" y="54237"/>
                </a:lnTo>
                <a:lnTo>
                  <a:pt x="112823" y="54237"/>
                </a:lnTo>
                <a:lnTo>
                  <a:pt x="112823" y="54237"/>
                </a:lnTo>
                <a:lnTo>
                  <a:pt x="114219" y="54237"/>
                </a:lnTo>
                <a:cubicBezTo>
                  <a:pt x="118405" y="54237"/>
                  <a:pt x="119800" y="55819"/>
                  <a:pt x="119800" y="60564"/>
                </a:cubicBezTo>
                <a:cubicBezTo>
                  <a:pt x="119800" y="62146"/>
                  <a:pt x="118405" y="65310"/>
                  <a:pt x="117009" y="65310"/>
                </a:cubicBezTo>
                <a:close/>
                <a:moveTo>
                  <a:pt x="117009" y="38192"/>
                </a:moveTo>
                <a:lnTo>
                  <a:pt x="117009" y="38192"/>
                </a:lnTo>
                <a:lnTo>
                  <a:pt x="117009" y="38192"/>
                </a:lnTo>
                <a:cubicBezTo>
                  <a:pt x="61993" y="63728"/>
                  <a:pt x="61993" y="63728"/>
                  <a:pt x="61993" y="63728"/>
                </a:cubicBezTo>
                <a:lnTo>
                  <a:pt x="61993" y="63728"/>
                </a:lnTo>
                <a:lnTo>
                  <a:pt x="61993" y="63728"/>
                </a:lnTo>
                <a:lnTo>
                  <a:pt x="61993" y="63728"/>
                </a:lnTo>
                <a:lnTo>
                  <a:pt x="60598" y="63728"/>
                </a:lnTo>
                <a:cubicBezTo>
                  <a:pt x="59202" y="63728"/>
                  <a:pt x="59202" y="63728"/>
                  <a:pt x="57807" y="63728"/>
                </a:cubicBezTo>
                <a:lnTo>
                  <a:pt x="57807" y="63728"/>
                </a:lnTo>
                <a:lnTo>
                  <a:pt x="57807" y="63728"/>
                </a:lnTo>
                <a:lnTo>
                  <a:pt x="57807" y="63728"/>
                </a:lnTo>
                <a:cubicBezTo>
                  <a:pt x="2990" y="38192"/>
                  <a:pt x="2990" y="38192"/>
                  <a:pt x="2990" y="38192"/>
                </a:cubicBezTo>
                <a:lnTo>
                  <a:pt x="2990" y="38192"/>
                </a:lnTo>
                <a:cubicBezTo>
                  <a:pt x="1395" y="36610"/>
                  <a:pt x="0" y="35028"/>
                  <a:pt x="0" y="31864"/>
                </a:cubicBezTo>
                <a:cubicBezTo>
                  <a:pt x="0" y="30282"/>
                  <a:pt x="1395" y="27118"/>
                  <a:pt x="2990" y="27118"/>
                </a:cubicBezTo>
                <a:lnTo>
                  <a:pt x="2990" y="27118"/>
                </a:lnTo>
                <a:cubicBezTo>
                  <a:pt x="57807" y="1581"/>
                  <a:pt x="57807" y="1581"/>
                  <a:pt x="57807" y="1581"/>
                </a:cubicBezTo>
                <a:lnTo>
                  <a:pt x="57807" y="1581"/>
                </a:lnTo>
                <a:lnTo>
                  <a:pt x="57807" y="1581"/>
                </a:lnTo>
                <a:lnTo>
                  <a:pt x="57807" y="1581"/>
                </a:lnTo>
                <a:cubicBezTo>
                  <a:pt x="59202" y="0"/>
                  <a:pt x="59202" y="0"/>
                  <a:pt x="60598" y="0"/>
                </a:cubicBezTo>
                <a:cubicBezTo>
                  <a:pt x="60598" y="0"/>
                  <a:pt x="61993" y="0"/>
                  <a:pt x="61993" y="1581"/>
                </a:cubicBezTo>
                <a:lnTo>
                  <a:pt x="61993" y="1581"/>
                </a:lnTo>
                <a:lnTo>
                  <a:pt x="61993" y="1581"/>
                </a:lnTo>
                <a:lnTo>
                  <a:pt x="61993" y="1581"/>
                </a:lnTo>
                <a:cubicBezTo>
                  <a:pt x="117009" y="27118"/>
                  <a:pt x="117009" y="27118"/>
                  <a:pt x="117009" y="27118"/>
                </a:cubicBezTo>
                <a:lnTo>
                  <a:pt x="117009" y="27118"/>
                </a:lnTo>
                <a:cubicBezTo>
                  <a:pt x="118405" y="27118"/>
                  <a:pt x="119800" y="30282"/>
                  <a:pt x="119800" y="31864"/>
                </a:cubicBezTo>
                <a:cubicBezTo>
                  <a:pt x="119800" y="35028"/>
                  <a:pt x="118405" y="36610"/>
                  <a:pt x="117009" y="38192"/>
                </a:cubicBezTo>
                <a:close/>
                <a:moveTo>
                  <a:pt x="5780" y="81355"/>
                </a:moveTo>
                <a:lnTo>
                  <a:pt x="5780" y="81355"/>
                </a:lnTo>
                <a:cubicBezTo>
                  <a:pt x="7176" y="81355"/>
                  <a:pt x="7176" y="81355"/>
                  <a:pt x="8571" y="81355"/>
                </a:cubicBezTo>
                <a:lnTo>
                  <a:pt x="8571" y="81355"/>
                </a:lnTo>
                <a:lnTo>
                  <a:pt x="8571" y="81355"/>
                </a:lnTo>
                <a:lnTo>
                  <a:pt x="8571" y="81355"/>
                </a:lnTo>
                <a:cubicBezTo>
                  <a:pt x="60598" y="106892"/>
                  <a:pt x="60598" y="106892"/>
                  <a:pt x="60598" y="106892"/>
                </a:cubicBezTo>
                <a:cubicBezTo>
                  <a:pt x="112823" y="81355"/>
                  <a:pt x="112823" y="81355"/>
                  <a:pt x="112823" y="81355"/>
                </a:cubicBezTo>
                <a:lnTo>
                  <a:pt x="112823" y="81355"/>
                </a:lnTo>
                <a:lnTo>
                  <a:pt x="112823" y="81355"/>
                </a:lnTo>
                <a:lnTo>
                  <a:pt x="112823" y="81355"/>
                </a:lnTo>
                <a:lnTo>
                  <a:pt x="114219" y="81355"/>
                </a:lnTo>
                <a:cubicBezTo>
                  <a:pt x="118405" y="81355"/>
                  <a:pt x="119800" y="84519"/>
                  <a:pt x="119800" y="87683"/>
                </a:cubicBezTo>
                <a:cubicBezTo>
                  <a:pt x="119800" y="91073"/>
                  <a:pt x="118405" y="92655"/>
                  <a:pt x="117009" y="94237"/>
                </a:cubicBezTo>
                <a:lnTo>
                  <a:pt x="117009" y="94237"/>
                </a:lnTo>
                <a:cubicBezTo>
                  <a:pt x="61993" y="119774"/>
                  <a:pt x="61993" y="119774"/>
                  <a:pt x="61993" y="119774"/>
                </a:cubicBezTo>
                <a:lnTo>
                  <a:pt x="61993" y="119774"/>
                </a:lnTo>
                <a:lnTo>
                  <a:pt x="61993" y="119774"/>
                </a:lnTo>
                <a:lnTo>
                  <a:pt x="61993" y="119774"/>
                </a:lnTo>
                <a:lnTo>
                  <a:pt x="60598" y="119774"/>
                </a:lnTo>
                <a:cubicBezTo>
                  <a:pt x="59202" y="119774"/>
                  <a:pt x="59202" y="119774"/>
                  <a:pt x="57807" y="119774"/>
                </a:cubicBezTo>
                <a:lnTo>
                  <a:pt x="57807" y="119774"/>
                </a:lnTo>
                <a:lnTo>
                  <a:pt x="57807" y="119774"/>
                </a:lnTo>
                <a:lnTo>
                  <a:pt x="57807" y="119774"/>
                </a:lnTo>
                <a:cubicBezTo>
                  <a:pt x="2990" y="94237"/>
                  <a:pt x="2990" y="94237"/>
                  <a:pt x="2990" y="94237"/>
                </a:cubicBezTo>
                <a:lnTo>
                  <a:pt x="2990" y="94237"/>
                </a:lnTo>
                <a:cubicBezTo>
                  <a:pt x="1395" y="92655"/>
                  <a:pt x="0" y="91073"/>
                  <a:pt x="0" y="87683"/>
                </a:cubicBezTo>
                <a:cubicBezTo>
                  <a:pt x="0" y="84519"/>
                  <a:pt x="2990" y="81355"/>
                  <a:pt x="5780" y="81355"/>
                </a:cubicBezTo>
                <a:close/>
              </a:path>
            </a:pathLst>
          </a:custGeom>
          <a:solidFill>
            <a:schemeClr val="bg1"/>
          </a:solidFill>
          <a:ln>
            <a:noFill/>
          </a:ln>
          <a:effectLst/>
        </p:spPr>
        <p:txBody>
          <a:bodyPr wrap="square" lIns="91440" tIns="45720" rIns="91440" bIns="45720" anchor="ctr">
            <a:normAutofit fontScale="25000" lnSpcReduction="20000"/>
          </a:bodyPr>
          <a:lstStyle/>
          <a:p>
            <a:pPr algn="ctr"/>
          </a:p>
        </p:txBody>
      </p:sp>
      <p:sp>
        <p:nvSpPr>
          <p:cNvPr id="231" name="ïśḷïḓe"/>
          <p:cNvSpPr/>
          <p:nvPr/>
        </p:nvSpPr>
        <p:spPr>
          <a:xfrm>
            <a:off x="1338170" y="4742393"/>
            <a:ext cx="211585" cy="259306"/>
          </a:xfrm>
          <a:custGeom>
            <a:avLst/>
            <a:gdLst/>
            <a:ahLst/>
            <a:cxnLst/>
            <a:rect l="0" t="0" r="0" b="0"/>
            <a:pathLst>
              <a:path w="120000" h="120000" extrusionOk="0">
                <a:moveTo>
                  <a:pt x="112868" y="119800"/>
                </a:moveTo>
                <a:lnTo>
                  <a:pt x="112868" y="119800"/>
                </a:lnTo>
                <a:cubicBezTo>
                  <a:pt x="6885" y="119800"/>
                  <a:pt x="6885" y="119800"/>
                  <a:pt x="6885" y="119800"/>
                </a:cubicBezTo>
                <a:cubicBezTo>
                  <a:pt x="1721" y="119800"/>
                  <a:pt x="0" y="117004"/>
                  <a:pt x="0" y="114209"/>
                </a:cubicBezTo>
                <a:cubicBezTo>
                  <a:pt x="0" y="64891"/>
                  <a:pt x="0" y="64891"/>
                  <a:pt x="0" y="64891"/>
                </a:cubicBezTo>
                <a:cubicBezTo>
                  <a:pt x="0" y="62096"/>
                  <a:pt x="1721" y="59101"/>
                  <a:pt x="6885" y="59101"/>
                </a:cubicBezTo>
                <a:cubicBezTo>
                  <a:pt x="17213" y="59101"/>
                  <a:pt x="17213" y="59101"/>
                  <a:pt x="17213" y="59101"/>
                </a:cubicBezTo>
                <a:cubicBezTo>
                  <a:pt x="17213" y="33743"/>
                  <a:pt x="17213" y="33743"/>
                  <a:pt x="17213" y="33743"/>
                </a:cubicBezTo>
                <a:cubicBezTo>
                  <a:pt x="17213" y="13976"/>
                  <a:pt x="36393" y="0"/>
                  <a:pt x="59016" y="0"/>
                </a:cubicBezTo>
                <a:cubicBezTo>
                  <a:pt x="83360" y="0"/>
                  <a:pt x="100573" y="13976"/>
                  <a:pt x="100573" y="33743"/>
                </a:cubicBezTo>
                <a:cubicBezTo>
                  <a:pt x="100573" y="36539"/>
                  <a:pt x="98852" y="39534"/>
                  <a:pt x="93688" y="39534"/>
                </a:cubicBezTo>
                <a:cubicBezTo>
                  <a:pt x="90245" y="39534"/>
                  <a:pt x="86803" y="36539"/>
                  <a:pt x="86803" y="33743"/>
                </a:cubicBezTo>
                <a:cubicBezTo>
                  <a:pt x="86803" y="21164"/>
                  <a:pt x="74754" y="11181"/>
                  <a:pt x="59016" y="11181"/>
                </a:cubicBezTo>
                <a:cubicBezTo>
                  <a:pt x="43278" y="11181"/>
                  <a:pt x="31229" y="21164"/>
                  <a:pt x="31229" y="33743"/>
                </a:cubicBezTo>
                <a:cubicBezTo>
                  <a:pt x="31229" y="59101"/>
                  <a:pt x="31229" y="59101"/>
                  <a:pt x="31229" y="59101"/>
                </a:cubicBezTo>
                <a:cubicBezTo>
                  <a:pt x="86803" y="59101"/>
                  <a:pt x="86803" y="59101"/>
                  <a:pt x="86803" y="59101"/>
                </a:cubicBezTo>
                <a:cubicBezTo>
                  <a:pt x="100573" y="59101"/>
                  <a:pt x="100573" y="59101"/>
                  <a:pt x="100573" y="59101"/>
                </a:cubicBezTo>
                <a:cubicBezTo>
                  <a:pt x="112868" y="59101"/>
                  <a:pt x="112868" y="59101"/>
                  <a:pt x="112868" y="59101"/>
                </a:cubicBezTo>
                <a:cubicBezTo>
                  <a:pt x="116311" y="59101"/>
                  <a:pt x="119754" y="62096"/>
                  <a:pt x="119754" y="64891"/>
                </a:cubicBezTo>
                <a:cubicBezTo>
                  <a:pt x="119754" y="114209"/>
                  <a:pt x="119754" y="114209"/>
                  <a:pt x="119754" y="114209"/>
                </a:cubicBezTo>
                <a:cubicBezTo>
                  <a:pt x="119754" y="117004"/>
                  <a:pt x="116311" y="119800"/>
                  <a:pt x="112868" y="119800"/>
                </a:cubicBezTo>
                <a:close/>
                <a:moveTo>
                  <a:pt x="59016" y="70482"/>
                </a:moveTo>
                <a:lnTo>
                  <a:pt x="59016" y="70482"/>
                </a:lnTo>
                <a:cubicBezTo>
                  <a:pt x="52131" y="70482"/>
                  <a:pt x="45000" y="76073"/>
                  <a:pt x="45000" y="81863"/>
                </a:cubicBezTo>
                <a:cubicBezTo>
                  <a:pt x="45000" y="86056"/>
                  <a:pt x="48688" y="90249"/>
                  <a:pt x="52131" y="91647"/>
                </a:cubicBezTo>
                <a:cubicBezTo>
                  <a:pt x="52131" y="103028"/>
                  <a:pt x="52131" y="103028"/>
                  <a:pt x="52131" y="103028"/>
                </a:cubicBezTo>
                <a:cubicBezTo>
                  <a:pt x="52131" y="105823"/>
                  <a:pt x="55573" y="108618"/>
                  <a:pt x="59016" y="108618"/>
                </a:cubicBezTo>
                <a:cubicBezTo>
                  <a:pt x="64180" y="108618"/>
                  <a:pt x="65901" y="105823"/>
                  <a:pt x="65901" y="103028"/>
                </a:cubicBezTo>
                <a:cubicBezTo>
                  <a:pt x="65901" y="91647"/>
                  <a:pt x="65901" y="91647"/>
                  <a:pt x="65901" y="91647"/>
                </a:cubicBezTo>
                <a:cubicBezTo>
                  <a:pt x="71065" y="90249"/>
                  <a:pt x="72786" y="86056"/>
                  <a:pt x="72786" y="81863"/>
                </a:cubicBezTo>
                <a:cubicBezTo>
                  <a:pt x="72786" y="76073"/>
                  <a:pt x="67622" y="70482"/>
                  <a:pt x="59016" y="70482"/>
                </a:cubicBezTo>
                <a:close/>
              </a:path>
            </a:pathLst>
          </a:custGeom>
          <a:solidFill>
            <a:schemeClr val="bg1"/>
          </a:solidFill>
          <a:ln>
            <a:noFill/>
          </a:ln>
          <a:effectLst/>
        </p:spPr>
        <p:txBody>
          <a:bodyPr wrap="square" lIns="91440" tIns="45720" rIns="91440" bIns="45720" anchor="ctr">
            <a:normAutofit fontScale="25000" lnSpcReduction="20000"/>
          </a:bodyPr>
          <a:lstStyle/>
          <a:p>
            <a:pPr algn="ctr"/>
          </a:p>
        </p:txBody>
      </p:sp>
    </p:spTree>
  </p:cSld>
  <p:clrMapOvr>
    <a:masterClrMapping/>
  </p:clrMapOvr>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 name="图片 1"/>
          <p:cNvPicPr>
            <a:picLocks noChangeAspect="1"/>
          </p:cNvPicPr>
          <p:nvPr/>
        </p:nvPicPr>
        <p:blipFill>
          <a:blip r:embed="rId1"/>
          <a:stretch>
            <a:fillRect/>
          </a:stretch>
        </p:blipFill>
        <p:spPr>
          <a:xfrm>
            <a:off x="171450" y="1099820"/>
            <a:ext cx="11849100" cy="5295900"/>
          </a:xfrm>
          <a:prstGeom prst="rect">
            <a:avLst/>
          </a:prstGeom>
        </p:spPr>
      </p:pic>
      <p:sp>
        <p:nvSpPr>
          <p:cNvPr id="3" name="文本框 2"/>
          <p:cNvSpPr txBox="1"/>
          <p:nvPr/>
        </p:nvSpPr>
        <p:spPr>
          <a:xfrm>
            <a:off x="828675" y="99695"/>
            <a:ext cx="6096000" cy="521970"/>
          </a:xfrm>
          <a:prstGeom prst="rect">
            <a:avLst/>
          </a:prstGeom>
          <a:noFill/>
        </p:spPr>
        <p:txBody>
          <a:bodyPr wrap="square" rtlCol="0" anchor="t">
            <a:spAutoFit/>
          </a:bodyPr>
          <a:p>
            <a:r>
              <a:rPr lang="zh-CN" altLang="en-US" sz="2800" b="1" dirty="0">
                <a:solidFill>
                  <a:srgbClr val="FF0000"/>
                </a:solidFill>
                <a:sym typeface="+mn-ea"/>
              </a:rPr>
              <a:t>网络操作系统</a:t>
            </a:r>
            <a:r>
              <a:rPr lang="zh-CN" altLang="en-US" sz="2800" b="1" dirty="0">
                <a:solidFill>
                  <a:srgbClr val="FF0000"/>
                </a:solidFill>
                <a:sym typeface="+mn-ea"/>
              </a:rPr>
              <a:t>与分布式操作系统</a:t>
            </a:r>
            <a:endParaRPr lang="zh-CN" altLang="en-US" sz="2800" b="1" dirty="0">
              <a:solidFill>
                <a:srgbClr val="FF0000"/>
              </a:solidFill>
              <a:sym typeface="+mn-ea"/>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文本占位符 13"/>
          <p:cNvSpPr txBox="1"/>
          <p:nvPr/>
        </p:nvSpPr>
        <p:spPr>
          <a:xfrm>
            <a:off x="669925" y="5602927"/>
            <a:ext cx="10850563" cy="296271"/>
          </a:xfrm>
          <a:prstGeom prst="rect">
            <a:avLst/>
          </a:prstGeom>
        </p:spPr>
        <p:txBody>
          <a:bodyPr vert="horz" anchor="ctr">
            <a:noAutofit/>
          </a:bodyPr>
          <a:lstStyle>
            <a:lvl1pPr marL="0" indent="0" algn="r" defTabSz="914400" rtl="0" eaLnBrk="1" latinLnBrk="0" hangingPunct="1">
              <a:lnSpc>
                <a:spcPct val="90000"/>
              </a:lnSpc>
              <a:spcBef>
                <a:spcPts val="1000"/>
              </a:spcBef>
              <a:buFont typeface="Arial" panose="020B0604020202090204" pitchFamily="34" charset="0"/>
              <a:buNone/>
              <a:defRPr sz="1500" b="0" kern="1200">
                <a:solidFill>
                  <a:schemeClr val="bg1"/>
                </a:solidFill>
                <a:latin typeface="+mn-lt"/>
                <a:ea typeface="+mn-ea"/>
                <a:cs typeface="+mn-cs"/>
              </a:defRPr>
            </a:lvl1pPr>
            <a:lvl2pPr marL="457200" indent="0" algn="l"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90204" pitchFamily="34" charset="0"/>
              <a:buNone/>
              <a:defRPr sz="1400"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90204" pitchFamily="34" charset="0"/>
              <a:buNone/>
              <a:defRPr sz="12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90204" pitchFamily="34" charset="0"/>
              <a:buNone/>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r>
              <a:rPr lang="en-US" altLang="zh-CN"/>
              <a:t>Date</a:t>
            </a:r>
            <a:endParaRPr lang="zh-CN" altLang="en-US" dirty="0"/>
          </a:p>
        </p:txBody>
      </p:sp>
      <p:sp>
        <p:nvSpPr>
          <p:cNvPr id="20" name="矩形 19"/>
          <p:cNvSpPr/>
          <p:nvPr/>
        </p:nvSpPr>
        <p:spPr>
          <a:xfrm>
            <a:off x="771525" y="257830"/>
            <a:ext cx="1980029" cy="523220"/>
          </a:xfrm>
          <a:prstGeom prst="rect">
            <a:avLst/>
          </a:prstGeom>
        </p:spPr>
        <p:txBody>
          <a:bodyPr wrap="none">
            <a:spAutoFit/>
          </a:bodyPr>
          <a:lstStyle/>
          <a:p>
            <a:r>
              <a:rPr lang="zh-CN" altLang="en-US" sz="2800" b="1" dirty="0">
                <a:solidFill>
                  <a:srgbClr val="FF0000"/>
                </a:solidFill>
              </a:rPr>
              <a:t>内容导航：</a:t>
            </a:r>
            <a:endParaRPr lang="zh-CN" altLang="en-US" sz="2800" b="1" dirty="0">
              <a:solidFill>
                <a:srgbClr val="FF0000"/>
              </a:solidFill>
            </a:endParaRPr>
          </a:p>
        </p:txBody>
      </p:sp>
      <p:sp>
        <p:nvSpPr>
          <p:cNvPr id="22" name="矩形 21"/>
          <p:cNvSpPr/>
          <p:nvPr/>
        </p:nvSpPr>
        <p:spPr>
          <a:xfrm>
            <a:off x="1696469" y="1737498"/>
            <a:ext cx="4500146" cy="461665"/>
          </a:xfrm>
          <a:prstGeom prst="rect">
            <a:avLst/>
          </a:prstGeom>
        </p:spPr>
        <p:txBody>
          <a:bodyPr wrap="square">
            <a:spAutoFit/>
          </a:bodyPr>
          <a:lstStyle/>
          <a:p>
            <a:r>
              <a:rPr lang="en-US" altLang="zh-CN" sz="2400" dirty="0">
                <a:solidFill>
                  <a:srgbClr val="00005C"/>
                </a:solidFill>
                <a:latin typeface="+mj-ea"/>
                <a:ea typeface="+mj-ea"/>
              </a:rPr>
              <a:t>1.1 </a:t>
            </a:r>
            <a:r>
              <a:rPr lang="zh-CN" altLang="en-US" sz="2400" dirty="0">
                <a:solidFill>
                  <a:srgbClr val="00005C"/>
                </a:solidFill>
                <a:latin typeface="+mj-ea"/>
                <a:ea typeface="+mj-ea"/>
              </a:rPr>
              <a:t>操作系统的目标和作用</a:t>
            </a:r>
            <a:endParaRPr lang="en-US" altLang="zh-CN" sz="2400" dirty="0">
              <a:solidFill>
                <a:srgbClr val="00005C"/>
              </a:solidFill>
              <a:latin typeface="+mj-ea"/>
              <a:ea typeface="+mj-ea"/>
            </a:endParaRPr>
          </a:p>
        </p:txBody>
      </p:sp>
      <p:sp>
        <p:nvSpPr>
          <p:cNvPr id="23" name="矩形 22"/>
          <p:cNvSpPr/>
          <p:nvPr/>
        </p:nvSpPr>
        <p:spPr>
          <a:xfrm>
            <a:off x="1696469" y="2375673"/>
            <a:ext cx="3682150" cy="461665"/>
          </a:xfrm>
          <a:prstGeom prst="rect">
            <a:avLst/>
          </a:prstGeom>
        </p:spPr>
        <p:txBody>
          <a:bodyPr wrap="square">
            <a:spAutoFit/>
          </a:bodyPr>
          <a:lstStyle/>
          <a:p>
            <a:r>
              <a:rPr lang="en-US" altLang="zh-CN" sz="2400" dirty="0">
                <a:latin typeface="+mj-ea"/>
              </a:rPr>
              <a:t>1.2 </a:t>
            </a:r>
            <a:r>
              <a:rPr lang="zh-CN" altLang="en-US" sz="2400" dirty="0">
                <a:latin typeface="+mj-ea"/>
              </a:rPr>
              <a:t>操作系统的发展过程</a:t>
            </a:r>
            <a:endParaRPr lang="en-US" altLang="zh-CN" sz="2400" dirty="0">
              <a:latin typeface="+mj-ea"/>
            </a:endParaRPr>
          </a:p>
        </p:txBody>
      </p:sp>
      <p:sp>
        <p:nvSpPr>
          <p:cNvPr id="24" name="矩形 23"/>
          <p:cNvSpPr/>
          <p:nvPr/>
        </p:nvSpPr>
        <p:spPr>
          <a:xfrm>
            <a:off x="1696468" y="2994798"/>
            <a:ext cx="3488967" cy="461665"/>
          </a:xfrm>
          <a:prstGeom prst="rect">
            <a:avLst/>
          </a:prstGeom>
        </p:spPr>
        <p:txBody>
          <a:bodyPr wrap="square">
            <a:spAutoFit/>
          </a:bodyPr>
          <a:lstStyle/>
          <a:p>
            <a:r>
              <a:rPr lang="en-US" altLang="zh-CN" sz="2400" b="1" dirty="0">
                <a:solidFill>
                  <a:srgbClr val="0000FF"/>
                </a:solidFill>
                <a:latin typeface="+mj-ea"/>
              </a:rPr>
              <a:t>1.3 </a:t>
            </a:r>
            <a:r>
              <a:rPr lang="zh-CN" altLang="en-US" sz="2400" b="1" dirty="0">
                <a:solidFill>
                  <a:srgbClr val="0000FF"/>
                </a:solidFill>
                <a:latin typeface="+mj-ea"/>
              </a:rPr>
              <a:t>操作系统的基本特征</a:t>
            </a:r>
            <a:endParaRPr lang="en-US" altLang="zh-CN" sz="2400" b="1" dirty="0">
              <a:solidFill>
                <a:srgbClr val="0000FF"/>
              </a:solidFill>
              <a:latin typeface="+mj-ea"/>
            </a:endParaRPr>
          </a:p>
        </p:txBody>
      </p:sp>
      <p:sp>
        <p:nvSpPr>
          <p:cNvPr id="25" name="矩形 24"/>
          <p:cNvSpPr/>
          <p:nvPr/>
        </p:nvSpPr>
        <p:spPr>
          <a:xfrm>
            <a:off x="1696468" y="3613923"/>
            <a:ext cx="3488967" cy="400110"/>
          </a:xfrm>
          <a:prstGeom prst="rect">
            <a:avLst/>
          </a:prstGeom>
        </p:spPr>
        <p:txBody>
          <a:bodyPr wrap="square">
            <a:spAutoFit/>
          </a:bodyPr>
          <a:lstStyle/>
          <a:p>
            <a:r>
              <a:rPr lang="en-US" altLang="zh-CN" sz="2400" dirty="0">
                <a:latin typeface="+mj-ea"/>
              </a:rPr>
              <a:t>1.4 </a:t>
            </a:r>
            <a:r>
              <a:rPr lang="zh-CN" altLang="en-US" sz="2400" dirty="0">
                <a:latin typeface="+mj-ea"/>
              </a:rPr>
              <a:t>操作系统的运行环境</a:t>
            </a:r>
            <a:endParaRPr lang="zh-CN" altLang="en-US" sz="2400" dirty="0">
              <a:latin typeface="+mj-ea"/>
            </a:endParaRPr>
          </a:p>
        </p:txBody>
      </p:sp>
      <p:sp>
        <p:nvSpPr>
          <p:cNvPr id="27" name="矩形 26"/>
          <p:cNvSpPr/>
          <p:nvPr/>
        </p:nvSpPr>
        <p:spPr>
          <a:xfrm>
            <a:off x="1696469" y="4233048"/>
            <a:ext cx="3905342" cy="461665"/>
          </a:xfrm>
          <a:prstGeom prst="rect">
            <a:avLst/>
          </a:prstGeom>
        </p:spPr>
        <p:txBody>
          <a:bodyPr wrap="square">
            <a:spAutoFit/>
          </a:bodyPr>
          <a:lstStyle/>
          <a:p>
            <a:r>
              <a:rPr lang="en-US" altLang="zh-CN" sz="2400" dirty="0">
                <a:latin typeface="+mj-ea"/>
              </a:rPr>
              <a:t>1.5 </a:t>
            </a:r>
            <a:r>
              <a:rPr lang="zh-CN" altLang="en-US" sz="2400" dirty="0">
                <a:latin typeface="+mj-ea"/>
              </a:rPr>
              <a:t>操作系统的主要功能</a:t>
            </a:r>
            <a:endParaRPr lang="zh-CN" altLang="en-US" sz="2400" dirty="0">
              <a:latin typeface="+mj-ea"/>
            </a:endParaRPr>
          </a:p>
        </p:txBody>
      </p:sp>
      <p:sp>
        <p:nvSpPr>
          <p:cNvPr id="28" name="矩形 27"/>
          <p:cNvSpPr/>
          <p:nvPr/>
        </p:nvSpPr>
        <p:spPr>
          <a:xfrm>
            <a:off x="1696468" y="4852173"/>
            <a:ext cx="3682151" cy="400110"/>
          </a:xfrm>
          <a:prstGeom prst="rect">
            <a:avLst/>
          </a:prstGeom>
        </p:spPr>
        <p:txBody>
          <a:bodyPr wrap="square">
            <a:spAutoFit/>
          </a:bodyPr>
          <a:lstStyle/>
          <a:p>
            <a:r>
              <a:rPr lang="en-US" altLang="zh-CN" sz="2400" dirty="0">
                <a:latin typeface="+mj-ea"/>
              </a:rPr>
              <a:t>1.6 </a:t>
            </a:r>
            <a:r>
              <a:rPr lang="zh-CN" altLang="en-US" sz="2400" dirty="0">
                <a:latin typeface="+mj-ea"/>
              </a:rPr>
              <a:t>操作系统的结构设计</a:t>
            </a:r>
            <a:endParaRPr lang="zh-CN" altLang="en-US" sz="2400" dirty="0">
              <a:latin typeface="+mj-ea"/>
            </a:endParaRPr>
          </a:p>
        </p:txBody>
      </p:sp>
      <p:sp>
        <p:nvSpPr>
          <p:cNvPr id="29" name="矩形 28"/>
          <p:cNvSpPr/>
          <p:nvPr/>
        </p:nvSpPr>
        <p:spPr>
          <a:xfrm>
            <a:off x="1696469" y="5471298"/>
            <a:ext cx="2587446" cy="400110"/>
          </a:xfrm>
          <a:prstGeom prst="rect">
            <a:avLst/>
          </a:prstGeom>
        </p:spPr>
        <p:txBody>
          <a:bodyPr wrap="square">
            <a:spAutoFit/>
          </a:bodyPr>
          <a:lstStyle/>
          <a:p>
            <a:r>
              <a:rPr lang="en-US" altLang="zh-CN" sz="2400" dirty="0">
                <a:latin typeface="+mj-ea"/>
              </a:rPr>
              <a:t>1.7 </a:t>
            </a:r>
            <a:r>
              <a:rPr lang="zh-CN" altLang="en-US" sz="2400" dirty="0">
                <a:latin typeface="+mj-ea"/>
              </a:rPr>
              <a:t>系统调用</a:t>
            </a:r>
            <a:endParaRPr lang="zh-CN" altLang="en-US" sz="2400" dirty="0">
              <a:latin typeface="+mj-ea"/>
            </a:endParaRPr>
          </a:p>
        </p:txBody>
      </p:sp>
      <p:sp>
        <p:nvSpPr>
          <p:cNvPr id="3" name="矩形 2"/>
          <p:cNvSpPr/>
          <p:nvPr/>
        </p:nvSpPr>
        <p:spPr>
          <a:xfrm>
            <a:off x="7395099" y="2386337"/>
            <a:ext cx="4262705" cy="646331"/>
          </a:xfrm>
          <a:prstGeom prst="rect">
            <a:avLst/>
          </a:prstGeom>
        </p:spPr>
        <p:txBody>
          <a:bodyPr wrap="none">
            <a:spAutoFit/>
          </a:bodyPr>
          <a:lstStyle/>
          <a:p>
            <a:r>
              <a:rPr lang="zh-CN" altLang="en-US" sz="3600" dirty="0">
                <a:solidFill>
                  <a:srgbClr val="000000"/>
                </a:solidFill>
              </a:rPr>
              <a:t>第</a:t>
            </a:r>
            <a:r>
              <a:rPr lang="en-US" altLang="zh-CN" sz="3600" dirty="0">
                <a:solidFill>
                  <a:srgbClr val="000000"/>
                </a:solidFill>
              </a:rPr>
              <a:t>1</a:t>
            </a:r>
            <a:r>
              <a:rPr lang="zh-CN" altLang="en-US" sz="3600" dirty="0">
                <a:solidFill>
                  <a:srgbClr val="000000"/>
                </a:solidFill>
              </a:rPr>
              <a:t>章 操作系统引论</a:t>
            </a:r>
            <a:endParaRPr lang="zh-CN" altLang="en-US" sz="3600" dirty="0"/>
          </a:p>
        </p:txBody>
      </p:sp>
      <p:cxnSp>
        <p:nvCxnSpPr>
          <p:cNvPr id="5" name="直接连接符 4"/>
          <p:cNvCxnSpPr/>
          <p:nvPr/>
        </p:nvCxnSpPr>
        <p:spPr>
          <a:xfrm>
            <a:off x="7421733" y="3190471"/>
            <a:ext cx="4125389" cy="0"/>
          </a:xfrm>
          <a:prstGeom prst="line">
            <a:avLst/>
          </a:prstGeom>
        </p:spPr>
        <p:style>
          <a:lnRef idx="1">
            <a:schemeClr val="accent1"/>
          </a:lnRef>
          <a:fillRef idx="0">
            <a:schemeClr val="accent1"/>
          </a:fillRef>
          <a:effectRef idx="0">
            <a:schemeClr val="accent1"/>
          </a:effectRef>
          <a:fontRef idx="minor">
            <a:schemeClr val="tx1"/>
          </a:fontRef>
        </p:style>
      </p:cxnSp>
      <p:sp>
        <p:nvSpPr>
          <p:cNvPr id="8" name="矩形 7"/>
          <p:cNvSpPr/>
          <p:nvPr/>
        </p:nvSpPr>
        <p:spPr>
          <a:xfrm>
            <a:off x="-9526" y="6375042"/>
            <a:ext cx="12201526" cy="48295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30" name="图片 29"/>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244475" y="261476"/>
            <a:ext cx="527050" cy="527050"/>
          </a:xfrm>
          <a:prstGeom prst="rect">
            <a:avLst/>
          </a:prstGeom>
        </p:spPr>
      </p:pic>
      <p:pic>
        <p:nvPicPr>
          <p:cNvPr id="31" name="图片 30"/>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1169418" y="1700488"/>
            <a:ext cx="527050" cy="527050"/>
          </a:xfrm>
          <a:prstGeom prst="rect">
            <a:avLst/>
          </a:prstGeom>
          <a:ln>
            <a:noFill/>
          </a:ln>
          <a:effectLst>
            <a:softEdge rad="0"/>
          </a:effectLst>
        </p:spPr>
      </p:pic>
      <p:pic>
        <p:nvPicPr>
          <p:cNvPr id="32" name="图片 31"/>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1169418" y="2285628"/>
            <a:ext cx="527050" cy="527050"/>
          </a:xfrm>
          <a:prstGeom prst="rect">
            <a:avLst/>
          </a:prstGeom>
          <a:ln>
            <a:noFill/>
          </a:ln>
          <a:effectLst>
            <a:softEdge rad="0"/>
          </a:effectLst>
        </p:spPr>
      </p:pic>
      <p:pic>
        <p:nvPicPr>
          <p:cNvPr id="40" name="图片 39"/>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1169418" y="2941097"/>
            <a:ext cx="527050" cy="527050"/>
          </a:xfrm>
          <a:prstGeom prst="rect">
            <a:avLst/>
          </a:prstGeom>
          <a:ln>
            <a:noFill/>
          </a:ln>
          <a:effectLst>
            <a:softEdge rad="0"/>
          </a:effectLst>
        </p:spPr>
      </p:pic>
      <p:pic>
        <p:nvPicPr>
          <p:cNvPr id="41" name="图片 40"/>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1169418" y="3559570"/>
            <a:ext cx="527050" cy="527050"/>
          </a:xfrm>
          <a:prstGeom prst="rect">
            <a:avLst/>
          </a:prstGeom>
          <a:ln>
            <a:noFill/>
          </a:ln>
          <a:effectLst>
            <a:softEdge rad="0"/>
          </a:effectLst>
        </p:spPr>
      </p:pic>
      <p:pic>
        <p:nvPicPr>
          <p:cNvPr id="42" name="图片 41"/>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1169418" y="4185650"/>
            <a:ext cx="527050" cy="527050"/>
          </a:xfrm>
          <a:prstGeom prst="rect">
            <a:avLst/>
          </a:prstGeom>
          <a:ln>
            <a:noFill/>
          </a:ln>
          <a:effectLst>
            <a:softEdge rad="0"/>
          </a:effectLst>
        </p:spPr>
      </p:pic>
      <p:pic>
        <p:nvPicPr>
          <p:cNvPr id="43" name="图片 42"/>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1169418" y="4823363"/>
            <a:ext cx="527050" cy="527050"/>
          </a:xfrm>
          <a:prstGeom prst="rect">
            <a:avLst/>
          </a:prstGeom>
          <a:ln>
            <a:noFill/>
          </a:ln>
          <a:effectLst>
            <a:softEdge rad="0"/>
          </a:effectLst>
        </p:spPr>
      </p:pic>
      <p:pic>
        <p:nvPicPr>
          <p:cNvPr id="44" name="图片 43"/>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1169418" y="5424080"/>
            <a:ext cx="527050" cy="527050"/>
          </a:xfrm>
          <a:prstGeom prst="rect">
            <a:avLst/>
          </a:prstGeom>
          <a:ln>
            <a:noFill/>
          </a:ln>
          <a:effectLst>
            <a:softEdge rad="0"/>
          </a:effectLst>
        </p:spPr>
      </p:pic>
    </p:spTree>
  </p:cSld>
  <p:clrMapOvr>
    <a:masterClrMapping/>
  </p:clrMapOvr>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78668"/>
            <a:ext cx="7026275" cy="523220"/>
          </a:xfrm>
          <a:prstGeom prst="rect">
            <a:avLst/>
          </a:prstGeom>
        </p:spPr>
        <p:txBody>
          <a:bodyPr wrap="square">
            <a:spAutoFit/>
          </a:bodyPr>
          <a:lstStyle/>
          <a:p>
            <a:r>
              <a:rPr lang="zh-CN" altLang="en-US" sz="2800" b="1" dirty="0">
                <a:solidFill>
                  <a:srgbClr val="FF0000"/>
                </a:solidFill>
              </a:rPr>
              <a:t>操作系统的基本特征</a:t>
            </a:r>
            <a:endParaRPr lang="zh-CN" altLang="en-US" sz="2800" b="1" dirty="0">
              <a:solidFill>
                <a:srgbClr val="FF0000"/>
              </a:solidFill>
            </a:endParaRPr>
          </a:p>
        </p:txBody>
      </p:sp>
      <p:grpSp>
        <p:nvGrpSpPr>
          <p:cNvPr id="58" name="217641" descr="本素材由iSlide™ 提供&#10;iSlide™尊重知识产权并注重保护用户享有的各项权利。郑重提醒您：&#10;iSlide™插件中提供的任何信息内容的所有权、知识产权归其原始权利人或权利受让人所有，您免费/购买获得的是信息内容的使用权，并受下述条款的约束；&#10;1. 您仅可以个人非商业用途使用该等信息内容，不可将信息内容的全部或部分用于出售，或以出租、出借、转让、分销、发布等其他任何方式供他人使用；&#10;2. 禁止在接入互联网或移动互联网的任何网站、平台、应用或程序上以任何方式为他人提供iSlide™插件资源内容的下载。&#10;The resource is supplied by iSlide™.&#10;iSlide™ respects all intellectual property rights and protects all the rights its users acquired.Solemnly remind you:&#10;The ownership and intellectual property of the resources supplied in iSlide Add-in belongs to its owner or the assignee of this ownership.you only acquired the usage of the resources supplied in iSlide Add-in, as well as respected the following restrain terms:&#10;1.You are only allowed to use such resource for personal and non-commercial aim, not allowed to use such resource or part of it for the sale; or rent, lend, transfer to others; or distribution or release it in any way.&#10;2.You are not permitted to provide the resource of iSlide Add-in in any website, platform, application access to the Internet or mobile Internet." title="iSlide™ 版权声明  COPYRIGHT NOTICE"/>
          <p:cNvGrpSpPr>
            <a:grpSpLocks noChangeAspect="1"/>
          </p:cNvGrpSpPr>
          <p:nvPr>
            <p:custDataLst>
              <p:tags r:id="rId1"/>
            </p:custDataLst>
          </p:nvPr>
        </p:nvGrpSpPr>
        <p:grpSpPr>
          <a:xfrm>
            <a:off x="554015" y="1080592"/>
            <a:ext cx="11246982" cy="5160785"/>
            <a:chOff x="673099" y="1260897"/>
            <a:chExt cx="11246982" cy="5160785"/>
          </a:xfrm>
        </p:grpSpPr>
        <p:sp>
          <p:nvSpPr>
            <p:cNvPr id="59" name="ïsḷîḋê"/>
            <p:cNvSpPr/>
            <p:nvPr>
              <p:custDataLst>
                <p:tags r:id="rId2"/>
              </p:custDataLst>
            </p:nvPr>
          </p:nvSpPr>
          <p:spPr>
            <a:xfrm>
              <a:off x="673100" y="1929384"/>
              <a:ext cx="10845800" cy="2125980"/>
            </a:xfrm>
            <a:prstGeom prst="rightArrow">
              <a:avLst>
                <a:gd name="adj1" fmla="val 50000"/>
                <a:gd name="adj2" fmla="val 42258"/>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p>
              <a:pPr algn="ctr"/>
              <a:endParaRPr lang="zh-CN" altLang="en-US"/>
            </a:p>
          </p:txBody>
        </p:sp>
        <p:sp>
          <p:nvSpPr>
            <p:cNvPr id="60" name="ïṩḻíḑe"/>
            <p:cNvSpPr/>
            <p:nvPr>
              <p:custDataLst>
                <p:tags r:id="rId3"/>
              </p:custDataLst>
            </p:nvPr>
          </p:nvSpPr>
          <p:spPr>
            <a:xfrm rot="2700000">
              <a:off x="1148317" y="2189617"/>
              <a:ext cx="1605516" cy="1605516"/>
            </a:xfrm>
            <a:custGeom>
              <a:avLst/>
              <a:gdLst>
                <a:gd name="connsiteX0" fmla="*/ 135628 w 1605516"/>
                <a:gd name="connsiteY0" fmla="*/ 135628 h 1605516"/>
                <a:gd name="connsiteX1" fmla="*/ 463063 w 1605516"/>
                <a:gd name="connsiteY1" fmla="*/ 0 h 1605516"/>
                <a:gd name="connsiteX2" fmla="*/ 1142453 w 1605516"/>
                <a:gd name="connsiteY2" fmla="*/ 0 h 1605516"/>
                <a:gd name="connsiteX3" fmla="*/ 1605516 w 1605516"/>
                <a:gd name="connsiteY3" fmla="*/ 463063 h 1605516"/>
                <a:gd name="connsiteX4" fmla="*/ 1605516 w 1605516"/>
                <a:gd name="connsiteY4" fmla="*/ 1142453 h 1605516"/>
                <a:gd name="connsiteX5" fmla="*/ 1142453 w 1605516"/>
                <a:gd name="connsiteY5" fmla="*/ 1605516 h 1605516"/>
                <a:gd name="connsiteX6" fmla="*/ 463063 w 1605516"/>
                <a:gd name="connsiteY6" fmla="*/ 1605516 h 1605516"/>
                <a:gd name="connsiteX7" fmla="*/ 282818 w 1605516"/>
                <a:gd name="connsiteY7" fmla="*/ 1569126 h 1605516"/>
                <a:gd name="connsiteX8" fmla="*/ 247355 w 1605516"/>
                <a:gd name="connsiteY8" fmla="*/ 1549878 h 1605516"/>
                <a:gd name="connsiteX9" fmla="*/ 706898 w 1605516"/>
                <a:gd name="connsiteY9" fmla="*/ 1090334 h 1605516"/>
                <a:gd name="connsiteX10" fmla="*/ 802757 w 1605516"/>
                <a:gd name="connsiteY10" fmla="*/ 1186193 h 1605516"/>
                <a:gd name="connsiteX11" fmla="*/ 802757 w 1605516"/>
                <a:gd name="connsiteY11" fmla="*/ 802757 h 1605516"/>
                <a:gd name="connsiteX12" fmla="*/ 419322 w 1605516"/>
                <a:gd name="connsiteY12" fmla="*/ 802757 h 1605516"/>
                <a:gd name="connsiteX13" fmla="*/ 515181 w 1605516"/>
                <a:gd name="connsiteY13" fmla="*/ 898616 h 1605516"/>
                <a:gd name="connsiteX14" fmla="*/ 55637 w 1605516"/>
                <a:gd name="connsiteY14" fmla="*/ 1358159 h 1605516"/>
                <a:gd name="connsiteX15" fmla="*/ 36390 w 1605516"/>
                <a:gd name="connsiteY15" fmla="*/ 1322698 h 1605516"/>
                <a:gd name="connsiteX16" fmla="*/ 0 w 1605516"/>
                <a:gd name="connsiteY16" fmla="*/ 1142453 h 1605516"/>
                <a:gd name="connsiteX17" fmla="*/ 0 w 1605516"/>
                <a:gd name="connsiteY17" fmla="*/ 463063 h 1605516"/>
                <a:gd name="connsiteX18" fmla="*/ 135628 w 1605516"/>
                <a:gd name="connsiteY18" fmla="*/ 135628 h 16055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1605516" h="1605516">
                  <a:moveTo>
                    <a:pt x="135628" y="135628"/>
                  </a:moveTo>
                  <a:cubicBezTo>
                    <a:pt x="219426" y="51830"/>
                    <a:pt x="335192" y="0"/>
                    <a:pt x="463063" y="0"/>
                  </a:cubicBezTo>
                  <a:lnTo>
                    <a:pt x="1142453" y="0"/>
                  </a:lnTo>
                  <a:cubicBezTo>
                    <a:pt x="1398196" y="0"/>
                    <a:pt x="1605516" y="207320"/>
                    <a:pt x="1605516" y="463063"/>
                  </a:cubicBezTo>
                  <a:lnTo>
                    <a:pt x="1605516" y="1142453"/>
                  </a:lnTo>
                  <a:cubicBezTo>
                    <a:pt x="1605516" y="1398196"/>
                    <a:pt x="1398196" y="1605516"/>
                    <a:pt x="1142453" y="1605516"/>
                  </a:cubicBezTo>
                  <a:lnTo>
                    <a:pt x="463063" y="1605516"/>
                  </a:lnTo>
                  <a:cubicBezTo>
                    <a:pt x="399127" y="1605516"/>
                    <a:pt x="338218" y="1592559"/>
                    <a:pt x="282818" y="1569126"/>
                  </a:cubicBezTo>
                  <a:lnTo>
                    <a:pt x="247355" y="1549878"/>
                  </a:lnTo>
                  <a:lnTo>
                    <a:pt x="706898" y="1090334"/>
                  </a:lnTo>
                  <a:lnTo>
                    <a:pt x="802757" y="1186193"/>
                  </a:lnTo>
                  <a:lnTo>
                    <a:pt x="802757" y="802757"/>
                  </a:lnTo>
                  <a:lnTo>
                    <a:pt x="419322" y="802757"/>
                  </a:lnTo>
                  <a:lnTo>
                    <a:pt x="515181" y="898616"/>
                  </a:lnTo>
                  <a:lnTo>
                    <a:pt x="55637" y="1358159"/>
                  </a:lnTo>
                  <a:lnTo>
                    <a:pt x="36390" y="1322698"/>
                  </a:lnTo>
                  <a:cubicBezTo>
                    <a:pt x="12957" y="1267298"/>
                    <a:pt x="0" y="1206389"/>
                    <a:pt x="0" y="1142453"/>
                  </a:cubicBezTo>
                  <a:lnTo>
                    <a:pt x="0" y="463063"/>
                  </a:lnTo>
                  <a:cubicBezTo>
                    <a:pt x="0" y="335192"/>
                    <a:pt x="51830" y="219426"/>
                    <a:pt x="135628" y="135628"/>
                  </a:cubicBez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p>
              <a:pPr algn="ctr"/>
              <a:endParaRPr lang="zh-CN" altLang="en-US" dirty="0"/>
            </a:p>
          </p:txBody>
        </p:sp>
        <p:sp>
          <p:nvSpPr>
            <p:cNvPr id="61" name="is1íḑe"/>
            <p:cNvSpPr/>
            <p:nvPr>
              <p:custDataLst>
                <p:tags r:id="rId4"/>
              </p:custDataLst>
            </p:nvPr>
          </p:nvSpPr>
          <p:spPr>
            <a:xfrm rot="2700000">
              <a:off x="3911600" y="2189617"/>
              <a:ext cx="1605516" cy="1605516"/>
            </a:xfrm>
            <a:custGeom>
              <a:avLst/>
              <a:gdLst>
                <a:gd name="connsiteX0" fmla="*/ 135459 w 1605516"/>
                <a:gd name="connsiteY0" fmla="*/ 135459 h 1605516"/>
                <a:gd name="connsiteX1" fmla="*/ 462485 w 1605516"/>
                <a:gd name="connsiteY1" fmla="*/ 0 h 1605516"/>
                <a:gd name="connsiteX2" fmla="*/ 1143031 w 1605516"/>
                <a:gd name="connsiteY2" fmla="*/ 0 h 1605516"/>
                <a:gd name="connsiteX3" fmla="*/ 1605516 w 1605516"/>
                <a:gd name="connsiteY3" fmla="*/ 462485 h 1605516"/>
                <a:gd name="connsiteX4" fmla="*/ 1605516 w 1605516"/>
                <a:gd name="connsiteY4" fmla="*/ 1143031 h 1605516"/>
                <a:gd name="connsiteX5" fmla="*/ 1143031 w 1605516"/>
                <a:gd name="connsiteY5" fmla="*/ 1605516 h 1605516"/>
                <a:gd name="connsiteX6" fmla="*/ 462485 w 1605516"/>
                <a:gd name="connsiteY6" fmla="*/ 1605516 h 1605516"/>
                <a:gd name="connsiteX7" fmla="*/ 282465 w 1605516"/>
                <a:gd name="connsiteY7" fmla="*/ 1569172 h 1605516"/>
                <a:gd name="connsiteX8" fmla="*/ 247202 w 1605516"/>
                <a:gd name="connsiteY8" fmla="*/ 1550031 h 1605516"/>
                <a:gd name="connsiteX9" fmla="*/ 706898 w 1605516"/>
                <a:gd name="connsiteY9" fmla="*/ 1090334 h 1605516"/>
                <a:gd name="connsiteX10" fmla="*/ 802757 w 1605516"/>
                <a:gd name="connsiteY10" fmla="*/ 1186193 h 1605516"/>
                <a:gd name="connsiteX11" fmla="*/ 802757 w 1605516"/>
                <a:gd name="connsiteY11" fmla="*/ 802757 h 1605516"/>
                <a:gd name="connsiteX12" fmla="*/ 419322 w 1605516"/>
                <a:gd name="connsiteY12" fmla="*/ 802757 h 1605516"/>
                <a:gd name="connsiteX13" fmla="*/ 515181 w 1605516"/>
                <a:gd name="connsiteY13" fmla="*/ 898616 h 1605516"/>
                <a:gd name="connsiteX14" fmla="*/ 55484 w 1605516"/>
                <a:gd name="connsiteY14" fmla="*/ 1358313 h 1605516"/>
                <a:gd name="connsiteX15" fmla="*/ 36345 w 1605516"/>
                <a:gd name="connsiteY15" fmla="*/ 1323051 h 1605516"/>
                <a:gd name="connsiteX16" fmla="*/ 0 w 1605516"/>
                <a:gd name="connsiteY16" fmla="*/ 1143031 h 1605516"/>
                <a:gd name="connsiteX17" fmla="*/ 0 w 1605516"/>
                <a:gd name="connsiteY17" fmla="*/ 462485 h 1605516"/>
                <a:gd name="connsiteX18" fmla="*/ 135459 w 1605516"/>
                <a:gd name="connsiteY18" fmla="*/ 135459 h 16055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1605516" h="1605516">
                  <a:moveTo>
                    <a:pt x="135459" y="135459"/>
                  </a:moveTo>
                  <a:cubicBezTo>
                    <a:pt x="219152" y="51765"/>
                    <a:pt x="334773" y="0"/>
                    <a:pt x="462485" y="0"/>
                  </a:cubicBezTo>
                  <a:lnTo>
                    <a:pt x="1143031" y="0"/>
                  </a:lnTo>
                  <a:cubicBezTo>
                    <a:pt x="1398454" y="0"/>
                    <a:pt x="1605516" y="207062"/>
                    <a:pt x="1605516" y="462485"/>
                  </a:cubicBezTo>
                  <a:lnTo>
                    <a:pt x="1605516" y="1143031"/>
                  </a:lnTo>
                  <a:cubicBezTo>
                    <a:pt x="1605516" y="1398454"/>
                    <a:pt x="1398454" y="1605516"/>
                    <a:pt x="1143031" y="1605516"/>
                  </a:cubicBezTo>
                  <a:lnTo>
                    <a:pt x="462485" y="1605516"/>
                  </a:lnTo>
                  <a:cubicBezTo>
                    <a:pt x="398629" y="1605516"/>
                    <a:pt x="337796" y="1592575"/>
                    <a:pt x="282465" y="1569172"/>
                  </a:cubicBezTo>
                  <a:lnTo>
                    <a:pt x="247202" y="1550031"/>
                  </a:lnTo>
                  <a:lnTo>
                    <a:pt x="706898" y="1090334"/>
                  </a:lnTo>
                  <a:lnTo>
                    <a:pt x="802757" y="1186193"/>
                  </a:lnTo>
                  <a:lnTo>
                    <a:pt x="802757" y="802757"/>
                  </a:lnTo>
                  <a:lnTo>
                    <a:pt x="419322" y="802757"/>
                  </a:lnTo>
                  <a:lnTo>
                    <a:pt x="515181" y="898616"/>
                  </a:lnTo>
                  <a:lnTo>
                    <a:pt x="55484" y="1358313"/>
                  </a:lnTo>
                  <a:lnTo>
                    <a:pt x="36345" y="1323051"/>
                  </a:lnTo>
                  <a:cubicBezTo>
                    <a:pt x="12941" y="1267720"/>
                    <a:pt x="0" y="1206887"/>
                    <a:pt x="0" y="1143031"/>
                  </a:cubicBezTo>
                  <a:lnTo>
                    <a:pt x="0" y="462485"/>
                  </a:lnTo>
                  <a:cubicBezTo>
                    <a:pt x="0" y="334773"/>
                    <a:pt x="51765" y="219152"/>
                    <a:pt x="135459" y="135459"/>
                  </a:cubicBez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p>
              <a:pPr algn="ctr"/>
              <a:endParaRPr lang="zh-CN" altLang="en-US"/>
            </a:p>
          </p:txBody>
        </p:sp>
        <p:sp>
          <p:nvSpPr>
            <p:cNvPr id="62" name="íṡ1ïḋé"/>
            <p:cNvSpPr/>
            <p:nvPr>
              <p:custDataLst>
                <p:tags r:id="rId5"/>
              </p:custDataLst>
            </p:nvPr>
          </p:nvSpPr>
          <p:spPr>
            <a:xfrm rot="2700000">
              <a:off x="6674883" y="2189617"/>
              <a:ext cx="1605516" cy="1605516"/>
            </a:xfrm>
            <a:custGeom>
              <a:avLst/>
              <a:gdLst>
                <a:gd name="connsiteX0" fmla="*/ 135431 w 1605516"/>
                <a:gd name="connsiteY0" fmla="*/ 135431 h 1605516"/>
                <a:gd name="connsiteX1" fmla="*/ 462389 w 1605516"/>
                <a:gd name="connsiteY1" fmla="*/ 0 h 1605516"/>
                <a:gd name="connsiteX2" fmla="*/ 1143127 w 1605516"/>
                <a:gd name="connsiteY2" fmla="*/ 0 h 1605516"/>
                <a:gd name="connsiteX3" fmla="*/ 1605516 w 1605516"/>
                <a:gd name="connsiteY3" fmla="*/ 462389 h 1605516"/>
                <a:gd name="connsiteX4" fmla="*/ 1605516 w 1605516"/>
                <a:gd name="connsiteY4" fmla="*/ 1143127 h 1605516"/>
                <a:gd name="connsiteX5" fmla="*/ 1143127 w 1605516"/>
                <a:gd name="connsiteY5" fmla="*/ 1605516 h 1605516"/>
                <a:gd name="connsiteX6" fmla="*/ 462389 w 1605516"/>
                <a:gd name="connsiteY6" fmla="*/ 1605516 h 1605516"/>
                <a:gd name="connsiteX7" fmla="*/ 282407 w 1605516"/>
                <a:gd name="connsiteY7" fmla="*/ 1569179 h 1605516"/>
                <a:gd name="connsiteX8" fmla="*/ 247177 w 1605516"/>
                <a:gd name="connsiteY8" fmla="*/ 1550057 h 1605516"/>
                <a:gd name="connsiteX9" fmla="*/ 706899 w 1605516"/>
                <a:gd name="connsiteY9" fmla="*/ 1090335 h 1605516"/>
                <a:gd name="connsiteX10" fmla="*/ 802758 w 1605516"/>
                <a:gd name="connsiteY10" fmla="*/ 1186194 h 1605516"/>
                <a:gd name="connsiteX11" fmla="*/ 802758 w 1605516"/>
                <a:gd name="connsiteY11" fmla="*/ 802758 h 1605516"/>
                <a:gd name="connsiteX12" fmla="*/ 419322 w 1605516"/>
                <a:gd name="connsiteY12" fmla="*/ 802758 h 1605516"/>
                <a:gd name="connsiteX13" fmla="*/ 515181 w 1605516"/>
                <a:gd name="connsiteY13" fmla="*/ 898617 h 1605516"/>
                <a:gd name="connsiteX14" fmla="*/ 55459 w 1605516"/>
                <a:gd name="connsiteY14" fmla="*/ 1358339 h 1605516"/>
                <a:gd name="connsiteX15" fmla="*/ 36337 w 1605516"/>
                <a:gd name="connsiteY15" fmla="*/ 1323109 h 1605516"/>
                <a:gd name="connsiteX16" fmla="*/ 0 w 1605516"/>
                <a:gd name="connsiteY16" fmla="*/ 1143127 h 1605516"/>
                <a:gd name="connsiteX17" fmla="*/ 0 w 1605516"/>
                <a:gd name="connsiteY17" fmla="*/ 462389 h 1605516"/>
                <a:gd name="connsiteX18" fmla="*/ 135431 w 1605516"/>
                <a:gd name="connsiteY18" fmla="*/ 135431 h 16055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1605516" h="1605516">
                  <a:moveTo>
                    <a:pt x="135431" y="135431"/>
                  </a:moveTo>
                  <a:cubicBezTo>
                    <a:pt x="219107" y="51755"/>
                    <a:pt x="334704" y="0"/>
                    <a:pt x="462389" y="0"/>
                  </a:cubicBezTo>
                  <a:lnTo>
                    <a:pt x="1143127" y="0"/>
                  </a:lnTo>
                  <a:cubicBezTo>
                    <a:pt x="1398497" y="0"/>
                    <a:pt x="1605516" y="207019"/>
                    <a:pt x="1605516" y="462389"/>
                  </a:cubicBezTo>
                  <a:lnTo>
                    <a:pt x="1605516" y="1143127"/>
                  </a:lnTo>
                  <a:cubicBezTo>
                    <a:pt x="1605516" y="1398497"/>
                    <a:pt x="1398497" y="1605516"/>
                    <a:pt x="1143127" y="1605516"/>
                  </a:cubicBezTo>
                  <a:lnTo>
                    <a:pt x="462389" y="1605516"/>
                  </a:lnTo>
                  <a:cubicBezTo>
                    <a:pt x="398546" y="1605516"/>
                    <a:pt x="337726" y="1592577"/>
                    <a:pt x="282407" y="1569179"/>
                  </a:cubicBezTo>
                  <a:lnTo>
                    <a:pt x="247177" y="1550057"/>
                  </a:lnTo>
                  <a:lnTo>
                    <a:pt x="706899" y="1090335"/>
                  </a:lnTo>
                  <a:lnTo>
                    <a:pt x="802758" y="1186194"/>
                  </a:lnTo>
                  <a:lnTo>
                    <a:pt x="802758" y="802758"/>
                  </a:lnTo>
                  <a:lnTo>
                    <a:pt x="419322" y="802758"/>
                  </a:lnTo>
                  <a:lnTo>
                    <a:pt x="515181" y="898617"/>
                  </a:lnTo>
                  <a:lnTo>
                    <a:pt x="55459" y="1358339"/>
                  </a:lnTo>
                  <a:lnTo>
                    <a:pt x="36337" y="1323109"/>
                  </a:lnTo>
                  <a:cubicBezTo>
                    <a:pt x="12939" y="1267790"/>
                    <a:pt x="0" y="1206970"/>
                    <a:pt x="0" y="1143127"/>
                  </a:cubicBezTo>
                  <a:lnTo>
                    <a:pt x="0" y="462389"/>
                  </a:lnTo>
                  <a:cubicBezTo>
                    <a:pt x="0" y="334704"/>
                    <a:pt x="51755" y="219107"/>
                    <a:pt x="135431" y="135431"/>
                  </a:cubicBez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p>
              <a:pPr algn="ctr"/>
              <a:endParaRPr lang="zh-CN" altLang="en-US" dirty="0"/>
            </a:p>
          </p:txBody>
        </p:sp>
        <p:sp>
          <p:nvSpPr>
            <p:cNvPr id="63" name="îṡlíḓè"/>
            <p:cNvSpPr/>
            <p:nvPr>
              <p:custDataLst>
                <p:tags r:id="rId6"/>
              </p:custDataLst>
            </p:nvPr>
          </p:nvSpPr>
          <p:spPr>
            <a:xfrm rot="2700000">
              <a:off x="9438167" y="2189617"/>
              <a:ext cx="1605516" cy="1605516"/>
            </a:xfrm>
            <a:custGeom>
              <a:avLst/>
              <a:gdLst>
                <a:gd name="connsiteX0" fmla="*/ 135431 w 1605516"/>
                <a:gd name="connsiteY0" fmla="*/ 135431 h 1605516"/>
                <a:gd name="connsiteX1" fmla="*/ 462389 w 1605516"/>
                <a:gd name="connsiteY1" fmla="*/ 0 h 1605516"/>
                <a:gd name="connsiteX2" fmla="*/ 1143127 w 1605516"/>
                <a:gd name="connsiteY2" fmla="*/ 0 h 1605516"/>
                <a:gd name="connsiteX3" fmla="*/ 1605516 w 1605516"/>
                <a:gd name="connsiteY3" fmla="*/ 462389 h 1605516"/>
                <a:gd name="connsiteX4" fmla="*/ 1605516 w 1605516"/>
                <a:gd name="connsiteY4" fmla="*/ 1143127 h 1605516"/>
                <a:gd name="connsiteX5" fmla="*/ 1143127 w 1605516"/>
                <a:gd name="connsiteY5" fmla="*/ 1605516 h 1605516"/>
                <a:gd name="connsiteX6" fmla="*/ 462389 w 1605516"/>
                <a:gd name="connsiteY6" fmla="*/ 1605516 h 1605516"/>
                <a:gd name="connsiteX7" fmla="*/ 282406 w 1605516"/>
                <a:gd name="connsiteY7" fmla="*/ 1569179 h 1605516"/>
                <a:gd name="connsiteX8" fmla="*/ 247176 w 1605516"/>
                <a:gd name="connsiteY8" fmla="*/ 1550057 h 1605516"/>
                <a:gd name="connsiteX9" fmla="*/ 706898 w 1605516"/>
                <a:gd name="connsiteY9" fmla="*/ 1090334 h 1605516"/>
                <a:gd name="connsiteX10" fmla="*/ 802757 w 1605516"/>
                <a:gd name="connsiteY10" fmla="*/ 1186193 h 1605516"/>
                <a:gd name="connsiteX11" fmla="*/ 802757 w 1605516"/>
                <a:gd name="connsiteY11" fmla="*/ 802757 h 1605516"/>
                <a:gd name="connsiteX12" fmla="*/ 419322 w 1605516"/>
                <a:gd name="connsiteY12" fmla="*/ 802757 h 1605516"/>
                <a:gd name="connsiteX13" fmla="*/ 515181 w 1605516"/>
                <a:gd name="connsiteY13" fmla="*/ 898616 h 1605516"/>
                <a:gd name="connsiteX14" fmla="*/ 55459 w 1605516"/>
                <a:gd name="connsiteY14" fmla="*/ 1358338 h 1605516"/>
                <a:gd name="connsiteX15" fmla="*/ 36337 w 1605516"/>
                <a:gd name="connsiteY15" fmla="*/ 1323110 h 1605516"/>
                <a:gd name="connsiteX16" fmla="*/ 0 w 1605516"/>
                <a:gd name="connsiteY16" fmla="*/ 1143127 h 1605516"/>
                <a:gd name="connsiteX17" fmla="*/ 0 w 1605516"/>
                <a:gd name="connsiteY17" fmla="*/ 462389 h 1605516"/>
                <a:gd name="connsiteX18" fmla="*/ 135431 w 1605516"/>
                <a:gd name="connsiteY18" fmla="*/ 135431 h 16055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1605516" h="1605516">
                  <a:moveTo>
                    <a:pt x="135431" y="135431"/>
                  </a:moveTo>
                  <a:cubicBezTo>
                    <a:pt x="219107" y="51755"/>
                    <a:pt x="334704" y="0"/>
                    <a:pt x="462389" y="0"/>
                  </a:cubicBezTo>
                  <a:lnTo>
                    <a:pt x="1143127" y="0"/>
                  </a:lnTo>
                  <a:cubicBezTo>
                    <a:pt x="1398497" y="0"/>
                    <a:pt x="1605516" y="207019"/>
                    <a:pt x="1605516" y="462389"/>
                  </a:cubicBezTo>
                  <a:lnTo>
                    <a:pt x="1605516" y="1143127"/>
                  </a:lnTo>
                  <a:cubicBezTo>
                    <a:pt x="1605516" y="1398497"/>
                    <a:pt x="1398497" y="1605516"/>
                    <a:pt x="1143127" y="1605516"/>
                  </a:cubicBezTo>
                  <a:lnTo>
                    <a:pt x="462389" y="1605516"/>
                  </a:lnTo>
                  <a:cubicBezTo>
                    <a:pt x="398547" y="1605516"/>
                    <a:pt x="337726" y="1592577"/>
                    <a:pt x="282406" y="1569179"/>
                  </a:cubicBezTo>
                  <a:lnTo>
                    <a:pt x="247176" y="1550057"/>
                  </a:lnTo>
                  <a:lnTo>
                    <a:pt x="706898" y="1090334"/>
                  </a:lnTo>
                  <a:lnTo>
                    <a:pt x="802757" y="1186193"/>
                  </a:lnTo>
                  <a:lnTo>
                    <a:pt x="802757" y="802757"/>
                  </a:lnTo>
                  <a:lnTo>
                    <a:pt x="419322" y="802757"/>
                  </a:lnTo>
                  <a:lnTo>
                    <a:pt x="515181" y="898616"/>
                  </a:lnTo>
                  <a:lnTo>
                    <a:pt x="55459" y="1358338"/>
                  </a:lnTo>
                  <a:lnTo>
                    <a:pt x="36337" y="1323110"/>
                  </a:lnTo>
                  <a:cubicBezTo>
                    <a:pt x="12939" y="1267790"/>
                    <a:pt x="0" y="1206969"/>
                    <a:pt x="0" y="1143127"/>
                  </a:cubicBezTo>
                  <a:lnTo>
                    <a:pt x="0" y="462389"/>
                  </a:lnTo>
                  <a:cubicBezTo>
                    <a:pt x="0" y="334704"/>
                    <a:pt x="51755" y="219107"/>
                    <a:pt x="135431" y="135431"/>
                  </a:cubicBez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p>
              <a:pPr algn="ctr"/>
              <a:endParaRPr lang="zh-CN" altLang="en-US" dirty="0"/>
            </a:p>
          </p:txBody>
        </p:sp>
        <p:sp>
          <p:nvSpPr>
            <p:cNvPr id="64" name="ï$1iḍe"/>
            <p:cNvSpPr txBox="1"/>
            <p:nvPr/>
          </p:nvSpPr>
          <p:spPr>
            <a:xfrm>
              <a:off x="738159" y="1491721"/>
              <a:ext cx="2687137" cy="392512"/>
            </a:xfrm>
            <a:prstGeom prst="rect">
              <a:avLst/>
            </a:prstGeom>
            <a:noFill/>
            <a:ln>
              <a:noFill/>
            </a:ln>
          </p:spPr>
          <p:txBody>
            <a:bodyPr wrap="square" lIns="91440" tIns="45720" rIns="91440" bIns="45720" anchor="t" anchorCtr="0">
              <a:noAutofit/>
            </a:bodyPr>
            <a:lstStyle/>
            <a:p>
              <a:pPr algn="r"/>
              <a:r>
                <a:rPr lang="zh-CN" altLang="en-US" sz="2200" b="1" dirty="0">
                  <a:solidFill>
                    <a:srgbClr val="FF0000"/>
                  </a:solidFill>
                </a:rPr>
                <a:t>并发</a:t>
              </a:r>
              <a:r>
                <a:rPr lang="en-US" altLang="zh-CN" sz="2200" b="1" dirty="0"/>
                <a:t>(Concurrence)</a:t>
              </a:r>
              <a:endParaRPr lang="en-US" altLang="zh-CN" sz="2200" b="1" dirty="0"/>
            </a:p>
          </p:txBody>
        </p:sp>
        <p:sp>
          <p:nvSpPr>
            <p:cNvPr id="65" name="isľîdê"/>
            <p:cNvSpPr txBox="1"/>
            <p:nvPr>
              <p:custDataLst>
                <p:tags r:id="rId7"/>
              </p:custDataLst>
            </p:nvPr>
          </p:nvSpPr>
          <p:spPr>
            <a:xfrm>
              <a:off x="673099" y="4123968"/>
              <a:ext cx="2598408" cy="1461716"/>
            </a:xfrm>
            <a:prstGeom prst="rect">
              <a:avLst/>
            </a:prstGeom>
            <a:noFill/>
            <a:ln>
              <a:noFill/>
            </a:ln>
          </p:spPr>
          <p:txBody>
            <a:bodyPr wrap="square" lIns="91440" tIns="45720" rIns="91440" bIns="45720" anchor="t" anchorCtr="0">
              <a:noAutofit/>
            </a:bodyPr>
            <a:lstStyle/>
            <a:p>
              <a:pPr marL="342900" indent="-342900">
                <a:lnSpc>
                  <a:spcPct val="120000"/>
                </a:lnSpc>
                <a:buClr>
                  <a:srgbClr val="FF0000"/>
                </a:buClr>
                <a:buFont typeface="Wingdings" panose="05000000000000000000" pitchFamily="2" charset="2"/>
                <a:buChar char="Ø"/>
              </a:pPr>
              <a:r>
                <a:rPr lang="zh-CN" altLang="en-US" dirty="0"/>
                <a:t>并行性：两个或多个事件在同一时刻发生</a:t>
              </a:r>
              <a:endParaRPr lang="zh-CN" altLang="en-US" dirty="0"/>
            </a:p>
            <a:p>
              <a:pPr marL="342900" indent="-342900">
                <a:lnSpc>
                  <a:spcPct val="120000"/>
                </a:lnSpc>
                <a:buClr>
                  <a:srgbClr val="FF0000"/>
                </a:buClr>
                <a:buFont typeface="Wingdings" panose="05000000000000000000" pitchFamily="2" charset="2"/>
                <a:buChar char="Ø"/>
              </a:pPr>
              <a:r>
                <a:rPr lang="zh-CN" altLang="en-US" dirty="0"/>
                <a:t>并发性：两个或多个事件在同一时间间隔内发生</a:t>
              </a:r>
              <a:endParaRPr lang="zh-CN" altLang="en-US" dirty="0"/>
            </a:p>
            <a:p>
              <a:pPr marL="342900" indent="-342900">
                <a:lnSpc>
                  <a:spcPct val="120000"/>
                </a:lnSpc>
                <a:buClr>
                  <a:srgbClr val="FF0000"/>
                </a:buClr>
                <a:buFont typeface="Wingdings" panose="05000000000000000000" pitchFamily="2" charset="2"/>
                <a:buChar char="Ø"/>
              </a:pPr>
              <a:r>
                <a:rPr lang="zh-CN" altLang="en-US" dirty="0"/>
                <a:t>引入进程（任务）：动态、并发</a:t>
              </a:r>
              <a:endParaRPr lang="zh-CN" altLang="en-US" dirty="0"/>
            </a:p>
          </p:txBody>
        </p:sp>
        <p:sp>
          <p:nvSpPr>
            <p:cNvPr id="66" name="íṩ1ïḑe"/>
            <p:cNvSpPr txBox="1"/>
            <p:nvPr/>
          </p:nvSpPr>
          <p:spPr>
            <a:xfrm>
              <a:off x="3743577" y="1491721"/>
              <a:ext cx="2204373" cy="392512"/>
            </a:xfrm>
            <a:prstGeom prst="rect">
              <a:avLst/>
            </a:prstGeom>
            <a:noFill/>
            <a:ln>
              <a:noFill/>
            </a:ln>
          </p:spPr>
          <p:txBody>
            <a:bodyPr wrap="square" lIns="91440" tIns="45720" rIns="91440" bIns="45720" anchor="t" anchorCtr="0">
              <a:noAutofit/>
            </a:bodyPr>
            <a:lstStyle/>
            <a:p>
              <a:pPr>
                <a:lnSpc>
                  <a:spcPct val="110000"/>
                </a:lnSpc>
              </a:pPr>
              <a:r>
                <a:rPr lang="zh-CN" altLang="en-US" sz="2400" b="1" dirty="0">
                  <a:solidFill>
                    <a:srgbClr val="FF0000"/>
                  </a:solidFill>
                </a:rPr>
                <a:t>共享</a:t>
              </a:r>
              <a:r>
                <a:rPr lang="en-US" altLang="zh-CN" sz="2400" b="1" dirty="0"/>
                <a:t>(Sharing)</a:t>
              </a:r>
              <a:endParaRPr lang="zh-CN" altLang="en-US" sz="2400" b="1" dirty="0"/>
            </a:p>
          </p:txBody>
        </p:sp>
        <p:sp>
          <p:nvSpPr>
            <p:cNvPr id="67" name="ïsḻiďê"/>
            <p:cNvSpPr txBox="1"/>
            <p:nvPr/>
          </p:nvSpPr>
          <p:spPr>
            <a:xfrm>
              <a:off x="6255660" y="1491721"/>
              <a:ext cx="2356280" cy="392512"/>
            </a:xfrm>
            <a:prstGeom prst="rect">
              <a:avLst/>
            </a:prstGeom>
            <a:noFill/>
            <a:ln>
              <a:noFill/>
            </a:ln>
          </p:spPr>
          <p:txBody>
            <a:bodyPr wrap="square" lIns="91440" tIns="45720" rIns="91440" bIns="45720" anchor="t" anchorCtr="0">
              <a:noAutofit/>
            </a:bodyPr>
            <a:lstStyle/>
            <a:p>
              <a:pPr algn="r"/>
              <a:r>
                <a:rPr lang="zh-CN" altLang="en-US" sz="2400" b="1" dirty="0">
                  <a:solidFill>
                    <a:srgbClr val="0000FF"/>
                  </a:solidFill>
                </a:rPr>
                <a:t>虚拟</a:t>
              </a:r>
              <a:r>
                <a:rPr lang="en-US" altLang="zh-CN" sz="2400" b="1" dirty="0"/>
                <a:t>(Virtual)</a:t>
              </a:r>
              <a:endParaRPr lang="en-US" altLang="zh-CN" sz="2400" b="1" dirty="0"/>
            </a:p>
          </p:txBody>
        </p:sp>
        <p:sp>
          <p:nvSpPr>
            <p:cNvPr id="68" name="isḷiḋé"/>
            <p:cNvSpPr txBox="1"/>
            <p:nvPr/>
          </p:nvSpPr>
          <p:spPr>
            <a:xfrm>
              <a:off x="8833059" y="1260897"/>
              <a:ext cx="3087022" cy="392512"/>
            </a:xfrm>
            <a:prstGeom prst="rect">
              <a:avLst/>
            </a:prstGeom>
            <a:noFill/>
            <a:ln>
              <a:noFill/>
            </a:ln>
          </p:spPr>
          <p:txBody>
            <a:bodyPr wrap="square" lIns="91440" tIns="45720" rIns="91440" bIns="45720" anchor="t" anchorCtr="0">
              <a:noAutofit/>
            </a:bodyPr>
            <a:lstStyle/>
            <a:p>
              <a:pPr algn="ctr"/>
              <a:r>
                <a:rPr lang="zh-CN" altLang="en-US" sz="2400" b="1" dirty="0">
                  <a:solidFill>
                    <a:srgbClr val="0000FF"/>
                  </a:solidFill>
                </a:rPr>
                <a:t>异步</a:t>
              </a:r>
              <a:br>
                <a:rPr lang="en-US" altLang="zh-CN" sz="2400" b="1" dirty="0">
                  <a:solidFill>
                    <a:srgbClr val="0000FF"/>
                  </a:solidFill>
                </a:rPr>
              </a:br>
              <a:r>
                <a:rPr lang="en-US" altLang="zh-CN" sz="2400" b="1" dirty="0"/>
                <a:t>(Asynchronism)</a:t>
              </a:r>
              <a:endParaRPr lang="en-US" altLang="zh-CN" sz="2400" b="1" dirty="0"/>
            </a:p>
          </p:txBody>
        </p:sp>
        <p:sp>
          <p:nvSpPr>
            <p:cNvPr id="69" name="îṣḻidé"/>
            <p:cNvSpPr txBox="1"/>
            <p:nvPr>
              <p:custDataLst>
                <p:tags r:id="rId8"/>
              </p:custDataLst>
            </p:nvPr>
          </p:nvSpPr>
          <p:spPr>
            <a:xfrm>
              <a:off x="1960664" y="2605404"/>
              <a:ext cx="708108" cy="678249"/>
            </a:xfrm>
            <a:prstGeom prst="rect">
              <a:avLst/>
            </a:prstGeom>
            <a:noFill/>
          </p:spPr>
          <p:txBody>
            <a:bodyPr wrap="square" lIns="91440" tIns="45720" rIns="91440" bIns="45720" rtlCol="0" anchor="ctr">
              <a:normAutofit/>
            </a:bodyPr>
            <a:lstStyle/>
            <a:p>
              <a:pPr algn="ctr"/>
              <a:r>
                <a:rPr lang="en-US" altLang="zh-CN" sz="3200" b="1" i="1" dirty="0">
                  <a:solidFill>
                    <a:schemeClr val="bg1"/>
                  </a:solidFill>
                </a:rPr>
                <a:t>00</a:t>
              </a:r>
              <a:endParaRPr lang="zh-CN" altLang="en-US" sz="3200" b="1" i="1" dirty="0">
                <a:solidFill>
                  <a:schemeClr val="bg1"/>
                </a:solidFill>
              </a:endParaRPr>
            </a:p>
          </p:txBody>
        </p:sp>
        <p:sp>
          <p:nvSpPr>
            <p:cNvPr id="70" name="ïŝ1ïḋè"/>
            <p:cNvSpPr txBox="1"/>
            <p:nvPr>
              <p:custDataLst>
                <p:tags r:id="rId9"/>
              </p:custDataLst>
            </p:nvPr>
          </p:nvSpPr>
          <p:spPr>
            <a:xfrm>
              <a:off x="4741597" y="2605404"/>
              <a:ext cx="708108" cy="678249"/>
            </a:xfrm>
            <a:prstGeom prst="rect">
              <a:avLst/>
            </a:prstGeom>
            <a:noFill/>
          </p:spPr>
          <p:txBody>
            <a:bodyPr wrap="square" lIns="91440" tIns="45720" rIns="91440" bIns="45720" rtlCol="0" anchor="ctr">
              <a:normAutofit/>
            </a:bodyPr>
            <a:lstStyle/>
            <a:p>
              <a:pPr algn="ctr"/>
              <a:r>
                <a:rPr lang="en-US" altLang="zh-CN" sz="3200" b="1" i="1" dirty="0">
                  <a:solidFill>
                    <a:schemeClr val="bg1"/>
                  </a:solidFill>
                </a:rPr>
                <a:t>00</a:t>
              </a:r>
              <a:endParaRPr lang="zh-CN" altLang="en-US" sz="3200" b="1" i="1" dirty="0">
                <a:solidFill>
                  <a:schemeClr val="bg1"/>
                </a:solidFill>
              </a:endParaRPr>
            </a:p>
          </p:txBody>
        </p:sp>
        <p:sp>
          <p:nvSpPr>
            <p:cNvPr id="71" name="í$lîdé"/>
            <p:cNvSpPr txBox="1"/>
            <p:nvPr>
              <p:custDataLst>
                <p:tags r:id="rId10"/>
              </p:custDataLst>
            </p:nvPr>
          </p:nvSpPr>
          <p:spPr>
            <a:xfrm>
              <a:off x="7522530" y="2605404"/>
              <a:ext cx="708108" cy="678249"/>
            </a:xfrm>
            <a:prstGeom prst="rect">
              <a:avLst/>
            </a:prstGeom>
            <a:noFill/>
          </p:spPr>
          <p:txBody>
            <a:bodyPr wrap="square" lIns="91440" tIns="45720" rIns="91440" bIns="45720" rtlCol="0" anchor="ctr">
              <a:normAutofit/>
            </a:bodyPr>
            <a:lstStyle/>
            <a:p>
              <a:pPr algn="ctr"/>
              <a:r>
                <a:rPr lang="en-US" altLang="zh-CN" sz="3200" b="1" i="1" dirty="0">
                  <a:solidFill>
                    <a:schemeClr val="bg1"/>
                  </a:solidFill>
                </a:rPr>
                <a:t>00</a:t>
              </a:r>
              <a:endParaRPr lang="zh-CN" altLang="en-US" sz="3200" b="1" i="1" dirty="0">
                <a:solidFill>
                  <a:schemeClr val="bg1"/>
                </a:solidFill>
              </a:endParaRPr>
            </a:p>
          </p:txBody>
        </p:sp>
        <p:sp>
          <p:nvSpPr>
            <p:cNvPr id="72" name="išḻïďè"/>
            <p:cNvSpPr txBox="1"/>
            <p:nvPr>
              <p:custDataLst>
                <p:tags r:id="rId11"/>
              </p:custDataLst>
            </p:nvPr>
          </p:nvSpPr>
          <p:spPr>
            <a:xfrm>
              <a:off x="10303464" y="2605404"/>
              <a:ext cx="708108" cy="678249"/>
            </a:xfrm>
            <a:prstGeom prst="rect">
              <a:avLst/>
            </a:prstGeom>
            <a:noFill/>
          </p:spPr>
          <p:txBody>
            <a:bodyPr wrap="square" lIns="91440" tIns="45720" rIns="91440" bIns="45720" rtlCol="0" anchor="ctr">
              <a:normAutofit/>
            </a:bodyPr>
            <a:lstStyle/>
            <a:p>
              <a:pPr algn="ctr"/>
              <a:r>
                <a:rPr lang="en-US" altLang="zh-CN" sz="3200" b="1" i="1" dirty="0">
                  <a:solidFill>
                    <a:schemeClr val="bg1"/>
                  </a:solidFill>
                </a:rPr>
                <a:t>00</a:t>
              </a:r>
              <a:endParaRPr lang="zh-CN" altLang="en-US" sz="3200" b="1" i="1" dirty="0">
                <a:solidFill>
                  <a:schemeClr val="bg1"/>
                </a:solidFill>
              </a:endParaRPr>
            </a:p>
          </p:txBody>
        </p:sp>
        <p:sp>
          <p:nvSpPr>
            <p:cNvPr id="77" name="isľîdê"/>
            <p:cNvSpPr txBox="1"/>
            <p:nvPr>
              <p:custDataLst>
                <p:tags r:id="rId12"/>
              </p:custDataLst>
            </p:nvPr>
          </p:nvSpPr>
          <p:spPr>
            <a:xfrm>
              <a:off x="3458154" y="4151139"/>
              <a:ext cx="2601746" cy="2270543"/>
            </a:xfrm>
            <a:prstGeom prst="rect">
              <a:avLst/>
            </a:prstGeom>
            <a:noFill/>
            <a:ln>
              <a:noFill/>
            </a:ln>
          </p:spPr>
          <p:txBody>
            <a:bodyPr wrap="square" lIns="91440" tIns="45720" rIns="91440" bIns="45720" anchor="t" anchorCtr="0">
              <a:noAutofit/>
            </a:bodyPr>
            <a:lstStyle/>
            <a:p>
              <a:pPr marL="0" lvl="1">
                <a:lnSpc>
                  <a:spcPct val="120000"/>
                </a:lnSpc>
              </a:pPr>
              <a:r>
                <a:rPr lang="zh-CN" altLang="en-US" sz="2000" dirty="0"/>
                <a:t>系统中的资源可供内存中多个并发执行的进程共同使用</a:t>
              </a:r>
              <a:endParaRPr lang="en-US" altLang="zh-CN" sz="2000" dirty="0"/>
            </a:p>
            <a:p>
              <a:pPr marL="342900" indent="-342900">
                <a:lnSpc>
                  <a:spcPct val="120000"/>
                </a:lnSpc>
                <a:buClr>
                  <a:srgbClr val="FF0000"/>
                </a:buClr>
                <a:buFont typeface="Wingdings" panose="05000000000000000000" pitchFamily="2" charset="2"/>
                <a:buChar char="Ø"/>
              </a:pPr>
              <a:r>
                <a:rPr lang="zh-CN" altLang="en-US" sz="2000" dirty="0"/>
                <a:t>互斥共享方式（临界资源）</a:t>
              </a:r>
              <a:endParaRPr lang="zh-CN" altLang="en-US" sz="2000" dirty="0"/>
            </a:p>
            <a:p>
              <a:pPr marL="342900" indent="-342900">
                <a:lnSpc>
                  <a:spcPct val="120000"/>
                </a:lnSpc>
                <a:buClr>
                  <a:srgbClr val="FF0000"/>
                </a:buClr>
                <a:buFont typeface="Wingdings" panose="05000000000000000000" pitchFamily="2" charset="2"/>
                <a:buChar char="Ø"/>
              </a:pPr>
              <a:r>
                <a:rPr lang="zh-CN" altLang="en-US" sz="2000" dirty="0"/>
                <a:t>同时</a:t>
              </a:r>
              <a:r>
                <a:rPr lang="zh-CN" altLang="en-US" sz="2000" dirty="0"/>
                <a:t>共享方式</a:t>
              </a:r>
              <a:endParaRPr lang="zh-CN" altLang="en-US" sz="2000" dirty="0"/>
            </a:p>
          </p:txBody>
        </p:sp>
        <p:sp>
          <p:nvSpPr>
            <p:cNvPr id="78" name="isľîdê"/>
            <p:cNvSpPr txBox="1"/>
            <p:nvPr>
              <p:custDataLst>
                <p:tags r:id="rId13"/>
              </p:custDataLst>
            </p:nvPr>
          </p:nvSpPr>
          <p:spPr>
            <a:xfrm>
              <a:off x="6212001" y="4199928"/>
              <a:ext cx="2621058" cy="1461716"/>
            </a:xfrm>
            <a:prstGeom prst="rect">
              <a:avLst/>
            </a:prstGeom>
            <a:noFill/>
            <a:ln>
              <a:noFill/>
            </a:ln>
          </p:spPr>
          <p:txBody>
            <a:bodyPr wrap="square" lIns="91440" tIns="45720" rIns="91440" bIns="45720" anchor="t" anchorCtr="0">
              <a:noAutofit/>
            </a:bodyPr>
            <a:lstStyle/>
            <a:p>
              <a:pPr marL="342900" indent="-342900">
                <a:lnSpc>
                  <a:spcPct val="120000"/>
                </a:lnSpc>
                <a:buClr>
                  <a:srgbClr val="0000FF"/>
                </a:buClr>
                <a:buFont typeface="Wingdings" panose="05000000000000000000" pitchFamily="2" charset="2"/>
                <a:buChar char="Ø"/>
              </a:pPr>
              <a:r>
                <a:rPr lang="zh-CN" altLang="en-US" dirty="0"/>
                <a:t>时分复用技术：虚拟处理机、虚拟设备</a:t>
              </a:r>
              <a:endParaRPr lang="zh-CN" altLang="en-US" dirty="0"/>
            </a:p>
            <a:p>
              <a:pPr marL="342900" indent="-342900">
                <a:lnSpc>
                  <a:spcPct val="120000"/>
                </a:lnSpc>
                <a:buClr>
                  <a:srgbClr val="0000FF"/>
                </a:buClr>
                <a:buFont typeface="Wingdings" panose="05000000000000000000" pitchFamily="2" charset="2"/>
                <a:buChar char="Ø"/>
              </a:pPr>
              <a:r>
                <a:rPr lang="zh-CN" altLang="en-US" dirty="0"/>
                <a:t>空分复用技术：虚拟存储</a:t>
              </a:r>
              <a:endParaRPr lang="zh-CN" altLang="en-US" dirty="0"/>
            </a:p>
          </p:txBody>
        </p:sp>
        <p:sp>
          <p:nvSpPr>
            <p:cNvPr id="79" name="isľîdê"/>
            <p:cNvSpPr txBox="1"/>
            <p:nvPr>
              <p:custDataLst>
                <p:tags r:id="rId14"/>
              </p:custDataLst>
            </p:nvPr>
          </p:nvSpPr>
          <p:spPr>
            <a:xfrm>
              <a:off x="9105653" y="4151140"/>
              <a:ext cx="2565780" cy="1461716"/>
            </a:xfrm>
            <a:prstGeom prst="rect">
              <a:avLst/>
            </a:prstGeom>
            <a:noFill/>
            <a:ln>
              <a:noFill/>
            </a:ln>
          </p:spPr>
          <p:txBody>
            <a:bodyPr wrap="square" lIns="91440" tIns="45720" rIns="91440" bIns="45720" anchor="t" anchorCtr="0">
              <a:noAutofit/>
            </a:bodyPr>
            <a:lstStyle/>
            <a:p>
              <a:pPr marL="342900" indent="-342900">
                <a:lnSpc>
                  <a:spcPct val="120000"/>
                </a:lnSpc>
                <a:buClr>
                  <a:srgbClr val="0000FF"/>
                </a:buClr>
                <a:buFont typeface="Wingdings" panose="05000000000000000000" pitchFamily="2" charset="2"/>
                <a:buChar char="Ø"/>
              </a:pPr>
              <a:r>
                <a:rPr lang="zh-CN" altLang="en-US" sz="2000" dirty="0"/>
                <a:t>进程的异步性：进程是以人们不可预知的速度向前推进的</a:t>
              </a:r>
              <a:endParaRPr lang="zh-CN" altLang="en-US" sz="2000" dirty="0"/>
            </a:p>
          </p:txBody>
        </p:sp>
      </p:grpSp>
    </p:spTree>
  </p:cSld>
  <p:clrMapOvr>
    <a:masterClrMapping/>
  </p:clrMapOvr>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2705" name="Rectangle 3"/>
          <p:cNvSpPr>
            <a:spLocks noGrp="1"/>
          </p:cNvSpPr>
          <p:nvPr>
            <p:ph idx="1"/>
          </p:nvPr>
        </p:nvSpPr>
        <p:spPr>
          <a:xfrm>
            <a:off x="861695" y="963930"/>
            <a:ext cx="9555480" cy="5633720"/>
          </a:xfrm>
        </p:spPr>
        <p:txBody>
          <a:bodyPr wrap="square" lIns="91440" tIns="45720" rIns="91440" bIns="45720" anchor="t" anchorCtr="0">
            <a:normAutofit fontScale="90000"/>
          </a:bodyPr>
          <a:p>
            <a:pPr marL="0" indent="0" algn="just">
              <a:lnSpc>
                <a:spcPct val="150000"/>
              </a:lnSpc>
              <a:buNone/>
            </a:pPr>
            <a:r>
              <a:rPr lang="zh-CN" altLang="en-US" sz="2800" dirty="0"/>
              <a:t>       在多道程序环境下，</a:t>
            </a:r>
            <a:r>
              <a:rPr lang="zh-CN" altLang="en-US" sz="2800" dirty="0">
                <a:solidFill>
                  <a:srgbClr val="FF0000"/>
                </a:solidFill>
              </a:rPr>
              <a:t>并发性</a:t>
            </a:r>
            <a:r>
              <a:rPr lang="zh-CN" altLang="en-US" sz="2800" dirty="0"/>
              <a:t>是指宏观上在一段时间内有多道程序在同时运行。但在单处理机系统中，每一时刻仅能执行一道程序，因此，微观上，这些程序是在交替执行的。</a:t>
            </a:r>
            <a:endParaRPr lang="zh-CN" altLang="en-US" sz="2800" dirty="0"/>
          </a:p>
          <a:p>
            <a:pPr marL="0" indent="457200" algn="just">
              <a:lnSpc>
                <a:spcPct val="150000"/>
              </a:lnSpc>
              <a:buNone/>
            </a:pPr>
            <a:r>
              <a:rPr lang="zh-CN" altLang="en-US" sz="2800" dirty="0"/>
              <a:t>并发性和并行性是两个既相似又有区别的概念：</a:t>
            </a:r>
            <a:endParaRPr lang="zh-CN" altLang="en-US" sz="2800" dirty="0"/>
          </a:p>
          <a:p>
            <a:pPr marL="0" lvl="1" indent="0" algn="just">
              <a:lnSpc>
                <a:spcPct val="150000"/>
              </a:lnSpc>
              <a:buNone/>
            </a:pPr>
            <a:r>
              <a:rPr lang="zh-CN" altLang="en-US" sz="2400" dirty="0">
                <a:solidFill>
                  <a:srgbClr val="FF0000"/>
                </a:solidFill>
              </a:rPr>
              <a:t>        并行性：</a:t>
            </a:r>
            <a:r>
              <a:rPr lang="zh-CN" altLang="en-US" sz="2400" dirty="0"/>
              <a:t>两个或两个以上的事件或活动在同一时刻发生。</a:t>
            </a:r>
            <a:endParaRPr lang="zh-CN" altLang="en-US" sz="2400" dirty="0"/>
          </a:p>
          <a:p>
            <a:pPr marL="0" lvl="1" indent="0" algn="just">
              <a:lnSpc>
                <a:spcPct val="150000"/>
              </a:lnSpc>
              <a:buNone/>
            </a:pPr>
            <a:r>
              <a:rPr lang="zh-CN" altLang="en-US" sz="2400" dirty="0">
                <a:solidFill>
                  <a:srgbClr val="FF0000"/>
                </a:solidFill>
              </a:rPr>
              <a:t>        并发性：</a:t>
            </a:r>
            <a:r>
              <a:rPr lang="zh-CN" altLang="en-US" sz="2400" dirty="0"/>
              <a:t>两个或多个事件在同一时间间隔内发生。</a:t>
            </a:r>
            <a:endParaRPr lang="zh-CN" altLang="en-US" sz="2400" dirty="0"/>
          </a:p>
          <a:p>
            <a:pPr marL="0" lvl="1" indent="457200" algn="just">
              <a:lnSpc>
                <a:spcPct val="150000"/>
              </a:lnSpc>
              <a:buNone/>
            </a:pPr>
            <a:r>
              <a:rPr kumimoji="1" lang="zh-CN" altLang="en-US" sz="2400" kern="0" noProof="0" dirty="0">
                <a:ln>
                  <a:noFill/>
                </a:ln>
                <a:effectLst/>
                <a:uLnTx/>
                <a:uFillTx/>
                <a:sym typeface="+mn-ea"/>
              </a:rPr>
              <a:t>我们通常所指的</a:t>
            </a:r>
            <a:r>
              <a:rPr kumimoji="1" lang="zh-CN" altLang="en-US" sz="2400" kern="0" noProof="0" dirty="0">
                <a:ln>
                  <a:noFill/>
                </a:ln>
                <a:solidFill>
                  <a:srgbClr val="FF0000"/>
                </a:solidFill>
                <a:effectLst/>
                <a:uLnTx/>
                <a:uFillTx/>
                <a:sym typeface="+mn-ea"/>
              </a:rPr>
              <a:t>程序是一个静态实体</a:t>
            </a:r>
            <a:r>
              <a:rPr kumimoji="1" lang="zh-CN" altLang="en-US" sz="2400" kern="0" noProof="0" dirty="0">
                <a:ln>
                  <a:noFill/>
                </a:ln>
                <a:effectLst/>
                <a:uLnTx/>
                <a:uFillTx/>
                <a:sym typeface="+mn-ea"/>
              </a:rPr>
              <a:t>，它们是不能并发执行的。因此，</a:t>
            </a:r>
            <a:r>
              <a:rPr kumimoji="1" lang="zh-CN" altLang="en-US" sz="2400" kern="0" noProof="0" dirty="0">
                <a:ln>
                  <a:noFill/>
                </a:ln>
                <a:solidFill>
                  <a:srgbClr val="FF0000"/>
                </a:solidFill>
                <a:effectLst/>
                <a:uLnTx/>
                <a:uFillTx/>
                <a:sym typeface="+mn-ea"/>
              </a:rPr>
              <a:t>为了使程序能并发执行，系统需分别为每个程序建立进程</a:t>
            </a:r>
            <a:r>
              <a:rPr kumimoji="1" lang="zh-CN" altLang="en-US" sz="2400" kern="0" noProof="0" dirty="0">
                <a:ln>
                  <a:noFill/>
                </a:ln>
                <a:effectLst/>
                <a:uLnTx/>
                <a:uFillTx/>
                <a:sym typeface="+mn-ea"/>
              </a:rPr>
              <a:t>。</a:t>
            </a:r>
            <a:r>
              <a:rPr kumimoji="1" lang="zh-CN" altLang="en-US" sz="2400" kern="0" noProof="0" dirty="0">
                <a:ln>
                  <a:noFill/>
                </a:ln>
                <a:solidFill>
                  <a:srgbClr val="FF0000"/>
                </a:solidFill>
                <a:effectLst/>
                <a:uLnTx/>
                <a:uFillTx/>
                <a:sym typeface="+mn-ea"/>
              </a:rPr>
              <a:t>进程又称为任务</a:t>
            </a:r>
            <a:r>
              <a:rPr kumimoji="1" lang="zh-CN" altLang="en-US" sz="2400" kern="0" noProof="0" dirty="0">
                <a:ln>
                  <a:noFill/>
                </a:ln>
                <a:effectLst/>
                <a:uLnTx/>
                <a:uFillTx/>
                <a:sym typeface="+mn-ea"/>
              </a:rPr>
              <a:t>，是指系统中能独立运行并作为资源分配的</a:t>
            </a:r>
            <a:r>
              <a:rPr kumimoji="1" lang="zh-CN" altLang="en-US" sz="2400" kern="0" noProof="0" dirty="0">
                <a:ln>
                  <a:noFill/>
                </a:ln>
                <a:solidFill>
                  <a:srgbClr val="FF0000"/>
                </a:solidFill>
                <a:effectLst/>
                <a:uLnTx/>
                <a:uFillTx/>
                <a:sym typeface="+mn-ea"/>
              </a:rPr>
              <a:t>基本单位</a:t>
            </a:r>
            <a:r>
              <a:rPr kumimoji="1" lang="zh-CN" altLang="en-US" sz="2400" kern="0" noProof="0" dirty="0">
                <a:ln>
                  <a:noFill/>
                </a:ln>
                <a:effectLst/>
                <a:uLnTx/>
                <a:uFillTx/>
                <a:sym typeface="+mn-ea"/>
              </a:rPr>
              <a:t>，它是一个活动的实体。 </a:t>
            </a:r>
            <a:endParaRPr kumimoji="1" lang="zh-CN" altLang="en-US" sz="2400" i="0" u="none" strike="noStrike" kern="0" cap="none" spc="0" normalizeH="0" baseline="0" noProof="0" dirty="0">
              <a:ln>
                <a:noFill/>
              </a:ln>
              <a:solidFill>
                <a:schemeClr val="tx1"/>
              </a:solidFill>
              <a:effectLst/>
              <a:uLnTx/>
              <a:uFillTx/>
              <a:latin typeface="+mn-lt"/>
              <a:ea typeface="+mn-ea"/>
              <a:cs typeface="+mn-cs"/>
            </a:endParaRPr>
          </a:p>
          <a:p>
            <a:pPr marL="0" lvl="1" indent="0" algn="just">
              <a:lnSpc>
                <a:spcPct val="150000"/>
              </a:lnSpc>
              <a:buNone/>
            </a:pPr>
            <a:endParaRPr lang="zh-CN" altLang="en-US" sz="2400" dirty="0"/>
          </a:p>
        </p:txBody>
      </p:sp>
      <p:sp>
        <p:nvSpPr>
          <p:cNvPr id="72706" name="Text Box 4"/>
          <p:cNvSpPr txBox="1"/>
          <p:nvPr/>
        </p:nvSpPr>
        <p:spPr>
          <a:xfrm>
            <a:off x="1057910" y="0"/>
            <a:ext cx="7848600" cy="583565"/>
          </a:xfrm>
          <a:prstGeom prst="rect">
            <a:avLst/>
          </a:prstGeom>
          <a:noFill/>
          <a:ln w="9525">
            <a:noFill/>
          </a:ln>
          <a:effectLst>
            <a:prstShdw prst="shdw17" dist="17961" dir="2699999">
              <a:srgbClr val="007A5C"/>
            </a:prstShdw>
          </a:effectLst>
        </p:spPr>
        <p:txBody>
          <a:bodyPr anchor="t" anchorCtr="0">
            <a:spAutoFit/>
          </a:bodyPr>
          <a:p>
            <a:r>
              <a:rPr lang="zh-CN" altLang="en-US" sz="3200" b="1" dirty="0">
                <a:solidFill>
                  <a:srgbClr val="FF0000"/>
                </a:solidFill>
                <a:latin typeface="+mn-ea"/>
                <a:cs typeface="+mn-ea"/>
              </a:rPr>
              <a:t>并发性（</a:t>
            </a:r>
            <a:r>
              <a:rPr lang="en-US" altLang="zh-CN" sz="3200" b="1" dirty="0">
                <a:solidFill>
                  <a:srgbClr val="FF0000"/>
                </a:solidFill>
                <a:latin typeface="+mn-ea"/>
                <a:cs typeface="+mn-ea"/>
              </a:rPr>
              <a:t>Concurrency</a:t>
            </a:r>
            <a:r>
              <a:rPr lang="zh-CN" altLang="en-US" sz="3200" b="1" dirty="0">
                <a:solidFill>
                  <a:srgbClr val="FF0000"/>
                </a:solidFill>
                <a:latin typeface="+mn-ea"/>
                <a:cs typeface="+mn-ea"/>
              </a:rPr>
              <a:t>）</a:t>
            </a:r>
            <a:endParaRPr lang="zh-CN" altLang="en-US" sz="3200" b="1" dirty="0">
              <a:solidFill>
                <a:srgbClr val="FF0000"/>
              </a:solidFill>
              <a:latin typeface="+mn-ea"/>
              <a:cs typeface="+mn-ea"/>
            </a:endParaRP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4753" name="Rectangle 2"/>
          <p:cNvSpPr>
            <a:spLocks noGrp="1"/>
          </p:cNvSpPr>
          <p:nvPr>
            <p:ph type="title"/>
          </p:nvPr>
        </p:nvSpPr>
        <p:spPr>
          <a:xfrm>
            <a:off x="982028" y="62548"/>
            <a:ext cx="7772400" cy="838200"/>
          </a:xfrm>
        </p:spPr>
        <p:txBody>
          <a:bodyPr wrap="square" lIns="91440" tIns="45720" rIns="91440" bIns="45720" anchor="ctr" anchorCtr="0"/>
          <a:p>
            <a:r>
              <a:rPr lang="zh-CN" altLang="en-US" sz="3200" dirty="0">
                <a:solidFill>
                  <a:srgbClr val="FF0000"/>
                </a:solidFill>
                <a:latin typeface="+mn-ea"/>
                <a:ea typeface="+mn-ea"/>
                <a:cs typeface="+mn-ea"/>
              </a:rPr>
              <a:t>共享性（</a:t>
            </a:r>
            <a:r>
              <a:rPr lang="zh-CN" altLang="en-US" sz="3200" dirty="0">
                <a:solidFill>
                  <a:srgbClr val="FF0000"/>
                </a:solidFill>
                <a:latin typeface="+mn-ea"/>
                <a:ea typeface="+mn-ea"/>
                <a:cs typeface="+mn-ea"/>
              </a:rPr>
              <a:t>Sharing）</a:t>
            </a:r>
            <a:r>
              <a:rPr lang="zh-CN" altLang="en-US" sz="3200" dirty="0">
                <a:latin typeface="+mn-ea"/>
                <a:ea typeface="+mn-ea"/>
                <a:cs typeface="+mn-ea"/>
              </a:rPr>
              <a:t> </a:t>
            </a:r>
            <a:endParaRPr lang="zh-CN" altLang="en-US" sz="3200" dirty="0">
              <a:latin typeface="+mn-ea"/>
              <a:ea typeface="+mn-ea"/>
              <a:cs typeface="+mn-ea"/>
            </a:endParaRPr>
          </a:p>
        </p:txBody>
      </p:sp>
      <p:sp>
        <p:nvSpPr>
          <p:cNvPr id="74754" name="Rectangle 3"/>
          <p:cNvSpPr>
            <a:spLocks noGrp="1"/>
          </p:cNvSpPr>
          <p:nvPr>
            <p:ph idx="1"/>
          </p:nvPr>
        </p:nvSpPr>
        <p:spPr>
          <a:xfrm>
            <a:off x="1112520" y="1157605"/>
            <a:ext cx="9404350" cy="5327650"/>
          </a:xfrm>
        </p:spPr>
        <p:txBody>
          <a:bodyPr wrap="square" lIns="91440" tIns="45720" rIns="91440" bIns="45720" anchor="t" anchorCtr="0"/>
          <a:p>
            <a:pPr marL="0" indent="0" algn="just">
              <a:lnSpc>
                <a:spcPct val="150000"/>
              </a:lnSpc>
              <a:buNone/>
            </a:pPr>
            <a:r>
              <a:rPr lang="zh-CN" altLang="en-US" sz="2400" dirty="0">
                <a:solidFill>
                  <a:srgbClr val="FF0000"/>
                </a:solidFill>
              </a:rPr>
              <a:t>        共享</a:t>
            </a:r>
            <a:r>
              <a:rPr lang="zh-CN" altLang="en-US" sz="2400" dirty="0"/>
              <a:t>是指操作系统中的资源可被多个并发执行的进程共同使用。</a:t>
            </a:r>
            <a:endParaRPr lang="zh-CN" altLang="en-US" sz="2400" dirty="0"/>
          </a:p>
          <a:p>
            <a:pPr marL="0" indent="0" algn="just">
              <a:lnSpc>
                <a:spcPct val="150000"/>
              </a:lnSpc>
              <a:buNone/>
            </a:pPr>
            <a:r>
              <a:rPr lang="zh-CN" altLang="en-US" sz="2400" dirty="0"/>
              <a:t>        资源共享的方式：</a:t>
            </a:r>
            <a:endParaRPr lang="zh-CN" altLang="en-US" sz="2400" dirty="0"/>
          </a:p>
          <a:p>
            <a:pPr marL="0" lvl="1" indent="457200" algn="just">
              <a:lnSpc>
                <a:spcPct val="150000"/>
              </a:lnSpc>
              <a:buNone/>
            </a:pPr>
            <a:r>
              <a:rPr lang="zh-CN" altLang="en-US" sz="2400" dirty="0">
                <a:solidFill>
                  <a:srgbClr val="FF0000"/>
                </a:solidFill>
              </a:rPr>
              <a:t>（</a:t>
            </a:r>
            <a:r>
              <a:rPr lang="en-US" altLang="zh-CN" sz="2400" dirty="0">
                <a:solidFill>
                  <a:srgbClr val="FF0000"/>
                </a:solidFill>
              </a:rPr>
              <a:t>1</a:t>
            </a:r>
            <a:r>
              <a:rPr lang="zh-CN" altLang="en-US" sz="2400" dirty="0">
                <a:solidFill>
                  <a:srgbClr val="FF0000"/>
                </a:solidFill>
              </a:rPr>
              <a:t>）互斥访问：</a:t>
            </a:r>
            <a:r>
              <a:rPr lang="zh-CN" altLang="en-US" sz="2400" dirty="0"/>
              <a:t>系统中的某些资源虽然可提供给多个进程使用，但在同一时间内却只允许一个进程访问这些资源。仅当该进程访问完毕并释放资源后，才允许另一进程访问该资源。     </a:t>
            </a:r>
            <a:endParaRPr lang="zh-CN" altLang="en-US" sz="2400" dirty="0"/>
          </a:p>
          <a:p>
            <a:pPr marL="0" lvl="1" indent="457200" algn="just">
              <a:lnSpc>
                <a:spcPct val="150000"/>
              </a:lnSpc>
              <a:buNone/>
            </a:pPr>
            <a:r>
              <a:rPr lang="zh-CN" altLang="en-US" sz="2400" dirty="0">
                <a:solidFill>
                  <a:srgbClr val="FF0000"/>
                </a:solidFill>
              </a:rPr>
              <a:t>（</a:t>
            </a:r>
            <a:r>
              <a:rPr lang="en-US" altLang="zh-CN" sz="2400" dirty="0">
                <a:solidFill>
                  <a:srgbClr val="FF0000"/>
                </a:solidFill>
              </a:rPr>
              <a:t>2</a:t>
            </a:r>
            <a:r>
              <a:rPr lang="zh-CN" altLang="en-US" sz="2400" dirty="0">
                <a:solidFill>
                  <a:srgbClr val="FF0000"/>
                </a:solidFill>
              </a:rPr>
              <a:t>）同时访问：</a:t>
            </a:r>
            <a:r>
              <a:rPr lang="zh-CN" altLang="en-US" sz="2400" dirty="0"/>
              <a:t>允许同一时间内多个进程对它们进行访问 </a:t>
            </a:r>
            <a:endParaRPr lang="zh-CN" altLang="en-US" sz="24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5777" name="Rectangle 2"/>
          <p:cNvSpPr>
            <a:spLocks noGrp="1"/>
          </p:cNvSpPr>
          <p:nvPr>
            <p:ph type="title"/>
          </p:nvPr>
        </p:nvSpPr>
        <p:spPr>
          <a:xfrm>
            <a:off x="1124585" y="-54292"/>
            <a:ext cx="7772400" cy="838200"/>
          </a:xfrm>
        </p:spPr>
        <p:txBody>
          <a:bodyPr wrap="square" lIns="91440" tIns="45720" rIns="91440" bIns="45720" anchor="ctr" anchorCtr="0"/>
          <a:p>
            <a:r>
              <a:rPr lang="zh-CN" altLang="en-US" sz="3200" dirty="0">
                <a:solidFill>
                  <a:srgbClr val="FF0000"/>
                </a:solidFill>
                <a:latin typeface="+mn-ea"/>
                <a:ea typeface="+mn-ea"/>
                <a:cs typeface="+mn-ea"/>
              </a:rPr>
              <a:t>异步性</a:t>
            </a:r>
            <a:r>
              <a:rPr lang="en-US" altLang="zh-CN" sz="3200" dirty="0">
                <a:solidFill>
                  <a:srgbClr val="FF0000"/>
                </a:solidFill>
                <a:latin typeface="+mn-ea"/>
                <a:ea typeface="+mn-ea"/>
                <a:cs typeface="+mn-ea"/>
              </a:rPr>
              <a:t>(Asynchronism)</a:t>
            </a:r>
            <a:r>
              <a:rPr lang="en-US" altLang="zh-CN" sz="3200" dirty="0">
                <a:latin typeface="+mn-ea"/>
                <a:ea typeface="+mn-ea"/>
                <a:cs typeface="+mn-ea"/>
              </a:rPr>
              <a:t> </a:t>
            </a:r>
            <a:endParaRPr lang="en-US" altLang="zh-CN" sz="3200" dirty="0">
              <a:latin typeface="+mn-ea"/>
              <a:ea typeface="+mn-ea"/>
              <a:cs typeface="+mn-ea"/>
            </a:endParaRPr>
          </a:p>
        </p:txBody>
      </p:sp>
      <p:sp>
        <p:nvSpPr>
          <p:cNvPr id="75778" name="Rectangle 3"/>
          <p:cNvSpPr>
            <a:spLocks noGrp="1"/>
          </p:cNvSpPr>
          <p:nvPr>
            <p:ph idx="1"/>
          </p:nvPr>
        </p:nvSpPr>
        <p:spPr>
          <a:xfrm>
            <a:off x="698500" y="1125855"/>
            <a:ext cx="9817100" cy="5111750"/>
          </a:xfrm>
        </p:spPr>
        <p:txBody>
          <a:bodyPr wrap="square" lIns="91440" tIns="45720" rIns="91440" bIns="45720" anchor="t" anchorCtr="0"/>
          <a:p>
            <a:pPr algn="just">
              <a:lnSpc>
                <a:spcPct val="150000"/>
              </a:lnSpc>
            </a:pPr>
            <a:r>
              <a:rPr lang="zh-CN" altLang="en-US" sz="2800" dirty="0">
                <a:solidFill>
                  <a:srgbClr val="FF0000"/>
                </a:solidFill>
              </a:rPr>
              <a:t>异步性</a:t>
            </a:r>
            <a:r>
              <a:rPr lang="zh-CN" altLang="en-US" sz="2800" dirty="0"/>
              <a:t>，也称</a:t>
            </a:r>
            <a:r>
              <a:rPr lang="zh-CN" altLang="en-US" sz="2800" dirty="0">
                <a:solidFill>
                  <a:srgbClr val="FF0000"/>
                </a:solidFill>
              </a:rPr>
              <a:t>随机性</a:t>
            </a:r>
            <a:r>
              <a:rPr lang="zh-CN" altLang="en-US" sz="2800" dirty="0"/>
              <a:t>、</a:t>
            </a:r>
            <a:r>
              <a:rPr lang="zh-CN" altLang="en-US" sz="2800" dirty="0">
                <a:solidFill>
                  <a:srgbClr val="FF0000"/>
                </a:solidFill>
              </a:rPr>
              <a:t>不确定性</a:t>
            </a:r>
            <a:r>
              <a:rPr lang="zh-CN" altLang="en-US" sz="2800" dirty="0"/>
              <a:t>。指在操作系统控制下多个进程的执行次序和每个进程的执行时间是不确定的。 </a:t>
            </a:r>
            <a:endParaRPr lang="zh-CN" altLang="en-US" sz="2800" dirty="0"/>
          </a:p>
          <a:p>
            <a:pPr algn="just">
              <a:lnSpc>
                <a:spcPct val="150000"/>
              </a:lnSpc>
            </a:pPr>
            <a:r>
              <a:rPr lang="zh-CN" altLang="en-US" sz="2800" dirty="0"/>
              <a:t>例如：</a:t>
            </a:r>
            <a:endParaRPr lang="zh-CN" altLang="en-US" sz="2800" dirty="0"/>
          </a:p>
          <a:p>
            <a:pPr lvl="1" algn="just">
              <a:lnSpc>
                <a:spcPct val="150000"/>
              </a:lnSpc>
            </a:pPr>
            <a:r>
              <a:rPr lang="zh-CN" altLang="en-US" sz="2400" dirty="0"/>
              <a:t>同一组进程（</a:t>
            </a:r>
            <a:r>
              <a:rPr lang="en-US" altLang="zh-CN" sz="2400" dirty="0"/>
              <a:t>P1</a:t>
            </a:r>
            <a:r>
              <a:rPr lang="zh-CN" altLang="en-US" sz="2400" dirty="0"/>
              <a:t>、</a:t>
            </a:r>
            <a:r>
              <a:rPr lang="en-US" altLang="zh-CN" sz="2400" dirty="0"/>
              <a:t>P2</a:t>
            </a:r>
            <a:r>
              <a:rPr lang="zh-CN" altLang="en-US" sz="2400" dirty="0"/>
              <a:t>、</a:t>
            </a:r>
            <a:r>
              <a:rPr lang="en-US" altLang="zh-CN" sz="2400" dirty="0"/>
              <a:t>P3</a:t>
            </a:r>
            <a:r>
              <a:rPr lang="zh-CN" altLang="en-US" sz="2400" dirty="0"/>
              <a:t>），两次或多次运行的执行序列可能是不同的，第一次可能是</a:t>
            </a:r>
            <a:r>
              <a:rPr lang="en-US" altLang="zh-CN" sz="2400" dirty="0"/>
              <a:t>P1</a:t>
            </a:r>
            <a:r>
              <a:rPr lang="zh-CN" altLang="en-US" sz="2400" dirty="0"/>
              <a:t>、</a:t>
            </a:r>
            <a:r>
              <a:rPr lang="en-US" altLang="zh-CN" sz="2400" dirty="0"/>
              <a:t>P2</a:t>
            </a:r>
            <a:r>
              <a:rPr lang="zh-CN" altLang="en-US" sz="2400" dirty="0"/>
              <a:t>、</a:t>
            </a:r>
            <a:r>
              <a:rPr lang="en-US" altLang="zh-CN" sz="2400" dirty="0"/>
              <a:t>P3</a:t>
            </a:r>
            <a:r>
              <a:rPr lang="zh-CN" altLang="en-US" sz="2400" dirty="0"/>
              <a:t>；第二次可能是</a:t>
            </a:r>
            <a:r>
              <a:rPr lang="en-US" altLang="zh-CN" sz="2400" dirty="0"/>
              <a:t>P2</a:t>
            </a:r>
            <a:r>
              <a:rPr lang="zh-CN" altLang="en-US" sz="2400" dirty="0"/>
              <a:t>、</a:t>
            </a:r>
            <a:r>
              <a:rPr lang="en-US" altLang="zh-CN" sz="2400" dirty="0"/>
              <a:t>P1</a:t>
            </a:r>
            <a:r>
              <a:rPr lang="zh-CN" altLang="en-US" sz="2400" dirty="0"/>
              <a:t>、</a:t>
            </a:r>
            <a:r>
              <a:rPr lang="en-US" altLang="zh-CN" sz="2400" dirty="0"/>
              <a:t>P3</a:t>
            </a:r>
            <a:r>
              <a:rPr lang="zh-CN" altLang="en-US" sz="2400" dirty="0"/>
              <a:t>。</a:t>
            </a:r>
            <a:endParaRPr lang="zh-CN" altLang="en-US" sz="24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6801" name="Rectangle 3"/>
          <p:cNvSpPr>
            <a:spLocks noGrp="1"/>
          </p:cNvSpPr>
          <p:nvPr>
            <p:ph idx="1"/>
          </p:nvPr>
        </p:nvSpPr>
        <p:spPr>
          <a:xfrm>
            <a:off x="1185545" y="944245"/>
            <a:ext cx="10203815" cy="5616575"/>
          </a:xfrm>
        </p:spPr>
        <p:txBody>
          <a:bodyPr wrap="square" lIns="91440" tIns="45720" rIns="91440" bIns="45720" anchor="t" anchorCtr="0">
            <a:normAutofit fontScale="90000"/>
          </a:bodyPr>
          <a:p>
            <a:pPr algn="just">
              <a:lnSpc>
                <a:spcPct val="150000"/>
              </a:lnSpc>
            </a:pPr>
            <a:r>
              <a:rPr lang="zh-CN" altLang="en-US" sz="2400" dirty="0"/>
              <a:t>操作系统表现出的这种异步性是因为在多道程序环境中，允许多个进程</a:t>
            </a:r>
            <a:r>
              <a:rPr lang="zh-CN" altLang="en-US" sz="2400" dirty="0">
                <a:solidFill>
                  <a:srgbClr val="FF0000"/>
                </a:solidFill>
              </a:rPr>
              <a:t>并发执行</a:t>
            </a:r>
            <a:r>
              <a:rPr lang="zh-CN" altLang="en-US" sz="2400" dirty="0"/>
              <a:t>。但由于资源有限而进程众多，多数情况下，进程的执行不是一贯到底，而是“</a:t>
            </a:r>
            <a:r>
              <a:rPr lang="zh-CN" altLang="en-US" sz="2400" dirty="0">
                <a:solidFill>
                  <a:srgbClr val="FF0000"/>
                </a:solidFill>
              </a:rPr>
              <a:t>走走停停</a:t>
            </a:r>
            <a:r>
              <a:rPr lang="zh-CN" altLang="en-US" sz="2400" dirty="0"/>
              <a:t>”。 </a:t>
            </a:r>
            <a:endParaRPr lang="zh-CN" altLang="en-US" sz="2400" dirty="0"/>
          </a:p>
          <a:p>
            <a:pPr algn="just">
              <a:lnSpc>
                <a:spcPct val="150000"/>
              </a:lnSpc>
            </a:pPr>
            <a:r>
              <a:rPr lang="zh-CN" altLang="en-US" sz="2400" dirty="0"/>
              <a:t>异步性给系统带来了潜在的危险，有可能导致进程产生与时间有关的错误。因此，操作系统的一</a:t>
            </a:r>
            <a:r>
              <a:rPr lang="zh-CN" altLang="en-US" sz="2400" dirty="0">
                <a:solidFill>
                  <a:schemeClr val="tx1"/>
                </a:solidFill>
              </a:rPr>
              <a:t>个重要任务是</a:t>
            </a:r>
            <a:r>
              <a:rPr lang="zh-CN" altLang="en-US" sz="2400" dirty="0"/>
              <a:t>确保捕捉到任何一种随机事件，正确处理可能发生的随机事件或事件序列。只要运行环境相同，操作系统必须保证</a:t>
            </a:r>
            <a:r>
              <a:rPr lang="zh-CN" altLang="en-US" sz="2400" dirty="0">
                <a:solidFill>
                  <a:srgbClr val="FF0000"/>
                </a:solidFill>
              </a:rPr>
              <a:t>多次运行的同一进程，都会获得完全相同的结果。 </a:t>
            </a:r>
            <a:r>
              <a:rPr lang="zh-CN" altLang="en-US" sz="2400" dirty="0">
                <a:solidFill>
                  <a:srgbClr val="FF0000"/>
                </a:solidFill>
                <a:sym typeface="+mn-ea"/>
              </a:rPr>
              <a:t>（通过同步技术）</a:t>
            </a:r>
            <a:endParaRPr lang="zh-CN" altLang="en-US" sz="2400" dirty="0">
              <a:solidFill>
                <a:srgbClr val="FF0000"/>
              </a:solidFill>
            </a:endParaRPr>
          </a:p>
          <a:p>
            <a:pPr algn="just">
              <a:lnSpc>
                <a:spcPct val="150000"/>
              </a:lnSpc>
            </a:pPr>
            <a:r>
              <a:rPr lang="zh-CN" altLang="en-US" sz="2400" dirty="0">
                <a:solidFill>
                  <a:srgbClr val="FF0000"/>
                </a:solidFill>
              </a:rPr>
              <a:t>同步（</a:t>
            </a:r>
            <a:r>
              <a:rPr lang="en-US" altLang="zh-CN" sz="2400" dirty="0">
                <a:solidFill>
                  <a:srgbClr val="FF0000"/>
                </a:solidFill>
              </a:rPr>
              <a:t>Synchronization</a:t>
            </a:r>
            <a:r>
              <a:rPr lang="zh-CN" altLang="en-US" sz="2400" dirty="0">
                <a:solidFill>
                  <a:srgbClr val="FF0000"/>
                </a:solidFill>
              </a:rPr>
              <a:t>）</a:t>
            </a:r>
            <a:r>
              <a:rPr lang="zh-CN" altLang="en-US" sz="2400" dirty="0">
                <a:solidFill>
                  <a:schemeClr val="tx1"/>
                </a:solidFill>
              </a:rPr>
              <a:t>是指协调多个并发执行的进程或线程，以确保它们按照预定的顺序访问共享资源或执行特定操作，从而避免数据不一致、竞争条件（</a:t>
            </a:r>
            <a:r>
              <a:rPr lang="en-US" altLang="zh-CN" sz="2400" dirty="0">
                <a:solidFill>
                  <a:schemeClr val="tx1"/>
                </a:solidFill>
              </a:rPr>
              <a:t>Race Conditions</a:t>
            </a:r>
            <a:r>
              <a:rPr lang="zh-CN" altLang="en-US" sz="2400" dirty="0">
                <a:solidFill>
                  <a:schemeClr val="tx1"/>
                </a:solidFill>
              </a:rPr>
              <a:t>）和其他并发问题，保证每次执行结果一致。</a:t>
            </a:r>
            <a:endParaRPr lang="en-US" altLang="zh-CN" sz="2400" dirty="0">
              <a:solidFill>
                <a:schemeClr val="tx1"/>
              </a:solidFill>
            </a:endParaRPr>
          </a:p>
        </p:txBody>
      </p:sp>
      <p:sp>
        <p:nvSpPr>
          <p:cNvPr id="76802" name="Rectangle 2"/>
          <p:cNvSpPr txBox="1"/>
          <p:nvPr/>
        </p:nvSpPr>
        <p:spPr>
          <a:xfrm>
            <a:off x="976630" y="0"/>
            <a:ext cx="5609590" cy="838200"/>
          </a:xfrm>
          <a:prstGeom prst="rect">
            <a:avLst/>
          </a:prstGeom>
          <a:noFill/>
          <a:ln w="9525">
            <a:noFill/>
          </a:ln>
        </p:spPr>
        <p:txBody>
          <a:bodyPr anchor="ctr" anchorCtr="0"/>
          <a:p>
            <a:pPr algn="l" eaLnBrk="0" hangingPunct="0"/>
            <a:r>
              <a:rPr lang="zh-CN" altLang="en-US" sz="3600" b="1">
                <a:solidFill>
                  <a:srgbClr val="FF0000"/>
                </a:solidFill>
                <a:latin typeface="+mn-ea"/>
                <a:cs typeface="+mn-ea"/>
              </a:rPr>
              <a:t>异步性</a:t>
            </a:r>
            <a:r>
              <a:rPr lang="en-US" altLang="zh-CN" sz="3600" b="1">
                <a:solidFill>
                  <a:srgbClr val="FF0000"/>
                </a:solidFill>
                <a:latin typeface="+mn-ea"/>
                <a:cs typeface="+mn-ea"/>
              </a:rPr>
              <a:t>(Asynchronism)</a:t>
            </a:r>
            <a:r>
              <a:rPr lang="en-US" altLang="zh-CN" sz="3200" b="1">
                <a:solidFill>
                  <a:srgbClr val="CC3300"/>
                </a:solidFill>
                <a:latin typeface="+mn-ea"/>
                <a:cs typeface="+mn-ea"/>
              </a:rPr>
              <a:t> </a:t>
            </a:r>
            <a:endParaRPr lang="en-US" altLang="zh-CN" sz="3200" b="1" dirty="0">
              <a:solidFill>
                <a:srgbClr val="CC3300"/>
              </a:solidFill>
              <a:latin typeface="+mn-ea"/>
              <a:cs typeface="+mn-ea"/>
            </a:endParaRP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7825" name="Rectangle 2"/>
          <p:cNvSpPr>
            <a:spLocks noGrp="1"/>
          </p:cNvSpPr>
          <p:nvPr>
            <p:ph type="title"/>
          </p:nvPr>
        </p:nvSpPr>
        <p:spPr>
          <a:xfrm>
            <a:off x="1124268" y="-317"/>
            <a:ext cx="7772400" cy="838200"/>
          </a:xfrm>
        </p:spPr>
        <p:txBody>
          <a:bodyPr wrap="square" lIns="91440" tIns="45720" rIns="91440" bIns="45720" anchor="ctr" anchorCtr="0"/>
          <a:p>
            <a:r>
              <a:rPr lang="zh-CN" altLang="en-US" dirty="0">
                <a:solidFill>
                  <a:srgbClr val="FF0000"/>
                </a:solidFill>
              </a:rPr>
              <a:t>虚拟性</a:t>
            </a:r>
            <a:r>
              <a:rPr lang="en-US" altLang="zh-CN" dirty="0">
                <a:solidFill>
                  <a:srgbClr val="FF0000"/>
                </a:solidFill>
              </a:rPr>
              <a:t>(virtuality)</a:t>
            </a:r>
            <a:endParaRPr lang="zh-CN" altLang="en-US" dirty="0">
              <a:solidFill>
                <a:srgbClr val="FF0000"/>
              </a:solidFill>
            </a:endParaRPr>
          </a:p>
        </p:txBody>
      </p:sp>
      <p:sp>
        <p:nvSpPr>
          <p:cNvPr id="77826" name="Rectangle 3"/>
          <p:cNvSpPr>
            <a:spLocks noGrp="1"/>
          </p:cNvSpPr>
          <p:nvPr>
            <p:ph idx="1"/>
          </p:nvPr>
        </p:nvSpPr>
        <p:spPr>
          <a:xfrm>
            <a:off x="1244600" y="981075"/>
            <a:ext cx="10021570" cy="4968875"/>
          </a:xfrm>
        </p:spPr>
        <p:txBody>
          <a:bodyPr wrap="square" lIns="91440" tIns="45720" rIns="91440" bIns="45720" anchor="t" anchorCtr="0">
            <a:normAutofit fontScale="80000"/>
          </a:bodyPr>
          <a:p>
            <a:pPr marL="0" indent="0">
              <a:lnSpc>
                <a:spcPct val="150000"/>
              </a:lnSpc>
              <a:buNone/>
            </a:pPr>
            <a:r>
              <a:rPr lang="zh-CN" altLang="en-US" sz="2800" dirty="0">
                <a:solidFill>
                  <a:srgbClr val="FF0000"/>
                </a:solidFill>
              </a:rPr>
              <a:t>        虚拟性</a:t>
            </a:r>
            <a:r>
              <a:rPr lang="zh-CN" altLang="en-US" sz="2800" dirty="0"/>
              <a:t>是指操作系统中的一种</a:t>
            </a:r>
            <a:r>
              <a:rPr lang="zh-CN" altLang="en-US" sz="2800" dirty="0">
                <a:solidFill>
                  <a:srgbClr val="FF0000"/>
                </a:solidFill>
              </a:rPr>
              <a:t>管理技术</a:t>
            </a:r>
            <a:r>
              <a:rPr lang="zh-CN" altLang="en-US" sz="2800" dirty="0"/>
              <a:t>，它是把物理上的一个实体变成逻辑上的多个对应物，或把物理上的多个实体变成逻辑上的一个对应物的技术。</a:t>
            </a:r>
            <a:endParaRPr lang="zh-CN" altLang="en-US" sz="2800" dirty="0"/>
          </a:p>
          <a:p>
            <a:pPr marL="0" indent="0" algn="just">
              <a:lnSpc>
                <a:spcPct val="150000"/>
              </a:lnSpc>
              <a:buNone/>
            </a:pPr>
            <a:r>
              <a:rPr lang="zh-CN" altLang="en-US" sz="2800" dirty="0"/>
              <a:t>        采用虚拟技术的目的是为用户提供易于使用、方便高效的操作环境。 </a:t>
            </a:r>
            <a:endParaRPr lang="zh-CN" altLang="en-US" sz="2800" dirty="0"/>
          </a:p>
          <a:p>
            <a:pPr lvl="1" algn="just">
              <a:lnSpc>
                <a:spcPct val="150000"/>
              </a:lnSpc>
              <a:buFont typeface="Wingdings" panose="05000000000000000000" charset="0"/>
              <a:buChar char="ü"/>
            </a:pPr>
            <a:r>
              <a:rPr lang="en-US" altLang="zh-CN" sz="2800" dirty="0">
                <a:sym typeface="+mn-ea"/>
              </a:rPr>
              <a:t>SPOOLing </a:t>
            </a:r>
            <a:r>
              <a:rPr lang="zh-CN" altLang="en-US" sz="2800" dirty="0">
                <a:sym typeface="+mn-ea"/>
              </a:rPr>
              <a:t>技术可把物理上的一台独占设备变成逻辑上的多台虚拟设备；</a:t>
            </a:r>
            <a:endParaRPr lang="zh-CN" altLang="en-US" sz="2800" dirty="0"/>
          </a:p>
          <a:p>
            <a:pPr lvl="1" algn="just">
              <a:lnSpc>
                <a:spcPct val="150000"/>
              </a:lnSpc>
              <a:buFont typeface="Wingdings" panose="05000000000000000000" charset="0"/>
              <a:buChar char="ü"/>
            </a:pPr>
            <a:r>
              <a:rPr lang="zh-CN" altLang="en-US" sz="2800" dirty="0">
                <a:sym typeface="+mn-ea"/>
              </a:rPr>
              <a:t>窗口技术可把一个物理屏幕变成逻辑上的多个虚拟屏幕；</a:t>
            </a:r>
            <a:endParaRPr lang="zh-CN" altLang="en-US" sz="2800" dirty="0"/>
          </a:p>
          <a:p>
            <a:pPr lvl="1" algn="just">
              <a:lnSpc>
                <a:spcPct val="150000"/>
              </a:lnSpc>
              <a:buFont typeface="Wingdings" panose="05000000000000000000" charset="0"/>
              <a:buChar char="ü"/>
            </a:pPr>
            <a:r>
              <a:rPr lang="zh-CN" altLang="en-US" sz="2800" dirty="0">
                <a:sym typeface="+mn-ea"/>
              </a:rPr>
              <a:t>通过时分或频分多路复用技术可以把一个物理信道变成多个逻辑信道；</a:t>
            </a:r>
            <a:endParaRPr lang="zh-CN" altLang="en-US" sz="2800" dirty="0"/>
          </a:p>
          <a:p>
            <a:pPr lvl="1" algn="just">
              <a:lnSpc>
                <a:spcPct val="150000"/>
              </a:lnSpc>
              <a:buFont typeface="Wingdings" panose="05000000000000000000" charset="0"/>
              <a:buChar char="ü"/>
            </a:pPr>
            <a:r>
              <a:rPr lang="zh-CN" altLang="en-US" sz="2800" dirty="0">
                <a:sym typeface="+mn-ea"/>
              </a:rPr>
              <a:t>虚拟存储器则是把物理上的多个存储器（主存和辅存）变成逻辑上的一个存储器（虚存）的例子。 </a:t>
            </a:r>
            <a:endParaRPr lang="zh-CN" altLang="en-US" sz="2800" dirty="0"/>
          </a:p>
          <a:p>
            <a:pPr marL="0" indent="0" algn="just">
              <a:lnSpc>
                <a:spcPct val="150000"/>
              </a:lnSpc>
              <a:buNone/>
            </a:pPr>
            <a:endParaRPr lang="zh-CN" altLang="en-US" sz="280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文本占位符 13"/>
          <p:cNvSpPr txBox="1"/>
          <p:nvPr/>
        </p:nvSpPr>
        <p:spPr>
          <a:xfrm>
            <a:off x="669925" y="5602927"/>
            <a:ext cx="10850563" cy="296271"/>
          </a:xfrm>
          <a:prstGeom prst="rect">
            <a:avLst/>
          </a:prstGeom>
        </p:spPr>
        <p:txBody>
          <a:bodyPr vert="horz" anchor="ctr">
            <a:noAutofit/>
          </a:bodyPr>
          <a:lstStyle>
            <a:lvl1pPr marL="0" indent="0" algn="r" defTabSz="914400" rtl="0" eaLnBrk="1" latinLnBrk="0" hangingPunct="1">
              <a:lnSpc>
                <a:spcPct val="90000"/>
              </a:lnSpc>
              <a:spcBef>
                <a:spcPts val="1000"/>
              </a:spcBef>
              <a:buFont typeface="Arial" panose="020B0604020202090204" pitchFamily="34" charset="0"/>
              <a:buNone/>
              <a:defRPr sz="1500" b="0" kern="1200">
                <a:solidFill>
                  <a:schemeClr val="bg1"/>
                </a:solidFill>
                <a:latin typeface="+mn-lt"/>
                <a:ea typeface="+mn-ea"/>
                <a:cs typeface="+mn-cs"/>
              </a:defRPr>
            </a:lvl1pPr>
            <a:lvl2pPr marL="457200" indent="0" algn="l"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90204" pitchFamily="34" charset="0"/>
              <a:buNone/>
              <a:defRPr sz="1400"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90204" pitchFamily="34" charset="0"/>
              <a:buNone/>
              <a:defRPr sz="12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90204" pitchFamily="34" charset="0"/>
              <a:buNone/>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r>
              <a:rPr lang="en-US" altLang="zh-CN"/>
              <a:t>Date</a:t>
            </a:r>
            <a:endParaRPr lang="zh-CN" altLang="en-US" dirty="0"/>
          </a:p>
        </p:txBody>
      </p:sp>
      <p:sp>
        <p:nvSpPr>
          <p:cNvPr id="20" name="矩形 19"/>
          <p:cNvSpPr/>
          <p:nvPr/>
        </p:nvSpPr>
        <p:spPr>
          <a:xfrm>
            <a:off x="771525" y="257830"/>
            <a:ext cx="1980029" cy="523220"/>
          </a:xfrm>
          <a:prstGeom prst="rect">
            <a:avLst/>
          </a:prstGeom>
        </p:spPr>
        <p:txBody>
          <a:bodyPr wrap="none">
            <a:spAutoFit/>
          </a:bodyPr>
          <a:lstStyle/>
          <a:p>
            <a:r>
              <a:rPr lang="zh-CN" altLang="en-US" sz="2800" b="1" dirty="0">
                <a:solidFill>
                  <a:srgbClr val="FF0000"/>
                </a:solidFill>
              </a:rPr>
              <a:t>内容导航：</a:t>
            </a:r>
            <a:endParaRPr lang="zh-CN" altLang="en-US" sz="2800" b="1" dirty="0">
              <a:solidFill>
                <a:srgbClr val="FF0000"/>
              </a:solidFill>
            </a:endParaRPr>
          </a:p>
        </p:txBody>
      </p:sp>
      <p:sp>
        <p:nvSpPr>
          <p:cNvPr id="22" name="矩形 21"/>
          <p:cNvSpPr/>
          <p:nvPr/>
        </p:nvSpPr>
        <p:spPr>
          <a:xfrm>
            <a:off x="1696469" y="1737498"/>
            <a:ext cx="4500146" cy="461665"/>
          </a:xfrm>
          <a:prstGeom prst="rect">
            <a:avLst/>
          </a:prstGeom>
        </p:spPr>
        <p:txBody>
          <a:bodyPr wrap="square">
            <a:spAutoFit/>
          </a:bodyPr>
          <a:lstStyle/>
          <a:p>
            <a:r>
              <a:rPr lang="en-US" altLang="zh-CN" sz="2400" dirty="0">
                <a:solidFill>
                  <a:srgbClr val="00005C"/>
                </a:solidFill>
                <a:latin typeface="+mj-ea"/>
                <a:ea typeface="+mj-ea"/>
              </a:rPr>
              <a:t>1.1 </a:t>
            </a:r>
            <a:r>
              <a:rPr lang="zh-CN" altLang="en-US" sz="2400" dirty="0">
                <a:solidFill>
                  <a:srgbClr val="00005C"/>
                </a:solidFill>
                <a:latin typeface="+mj-ea"/>
                <a:ea typeface="+mj-ea"/>
              </a:rPr>
              <a:t>操作系统的目标和作用</a:t>
            </a:r>
            <a:endParaRPr lang="en-US" altLang="zh-CN" sz="2400" dirty="0">
              <a:solidFill>
                <a:srgbClr val="00005C"/>
              </a:solidFill>
              <a:latin typeface="+mj-ea"/>
              <a:ea typeface="+mj-ea"/>
            </a:endParaRPr>
          </a:p>
        </p:txBody>
      </p:sp>
      <p:sp>
        <p:nvSpPr>
          <p:cNvPr id="23" name="矩形 22"/>
          <p:cNvSpPr/>
          <p:nvPr/>
        </p:nvSpPr>
        <p:spPr>
          <a:xfrm>
            <a:off x="1696469" y="2375673"/>
            <a:ext cx="3682150" cy="461665"/>
          </a:xfrm>
          <a:prstGeom prst="rect">
            <a:avLst/>
          </a:prstGeom>
        </p:spPr>
        <p:txBody>
          <a:bodyPr wrap="square">
            <a:spAutoFit/>
          </a:bodyPr>
          <a:lstStyle/>
          <a:p>
            <a:r>
              <a:rPr lang="en-US" altLang="zh-CN" sz="2400" dirty="0">
                <a:latin typeface="+mj-ea"/>
              </a:rPr>
              <a:t>1.2 </a:t>
            </a:r>
            <a:r>
              <a:rPr lang="zh-CN" altLang="en-US" sz="2400" dirty="0">
                <a:latin typeface="+mj-ea"/>
              </a:rPr>
              <a:t>操作系统的发展过程</a:t>
            </a:r>
            <a:endParaRPr lang="en-US" altLang="zh-CN" sz="2400" dirty="0">
              <a:latin typeface="+mj-ea"/>
            </a:endParaRPr>
          </a:p>
        </p:txBody>
      </p:sp>
      <p:sp>
        <p:nvSpPr>
          <p:cNvPr id="24" name="矩形 23"/>
          <p:cNvSpPr/>
          <p:nvPr/>
        </p:nvSpPr>
        <p:spPr>
          <a:xfrm>
            <a:off x="1696468" y="2994798"/>
            <a:ext cx="3488967" cy="461665"/>
          </a:xfrm>
          <a:prstGeom prst="rect">
            <a:avLst/>
          </a:prstGeom>
        </p:spPr>
        <p:txBody>
          <a:bodyPr wrap="square">
            <a:spAutoFit/>
          </a:bodyPr>
          <a:lstStyle/>
          <a:p>
            <a:r>
              <a:rPr lang="en-US" altLang="zh-CN" sz="2400" dirty="0">
                <a:latin typeface="+mj-ea"/>
              </a:rPr>
              <a:t>1.3 </a:t>
            </a:r>
            <a:r>
              <a:rPr lang="zh-CN" altLang="en-US" sz="2400" dirty="0">
                <a:latin typeface="+mj-ea"/>
              </a:rPr>
              <a:t>操作系统的基本特征</a:t>
            </a:r>
            <a:endParaRPr lang="en-US" altLang="zh-CN" sz="2400" dirty="0">
              <a:latin typeface="+mj-ea"/>
            </a:endParaRPr>
          </a:p>
        </p:txBody>
      </p:sp>
      <p:sp>
        <p:nvSpPr>
          <p:cNvPr id="25" name="矩形 24"/>
          <p:cNvSpPr/>
          <p:nvPr/>
        </p:nvSpPr>
        <p:spPr>
          <a:xfrm>
            <a:off x="1696468" y="3613923"/>
            <a:ext cx="3488967" cy="461665"/>
          </a:xfrm>
          <a:prstGeom prst="rect">
            <a:avLst/>
          </a:prstGeom>
        </p:spPr>
        <p:txBody>
          <a:bodyPr wrap="square">
            <a:spAutoFit/>
          </a:bodyPr>
          <a:lstStyle/>
          <a:p>
            <a:r>
              <a:rPr lang="en-US" altLang="zh-CN" sz="2400" b="1" dirty="0">
                <a:solidFill>
                  <a:srgbClr val="0000FF"/>
                </a:solidFill>
                <a:latin typeface="+mj-ea"/>
              </a:rPr>
              <a:t>1.4 </a:t>
            </a:r>
            <a:r>
              <a:rPr lang="zh-CN" altLang="en-US" sz="2400" b="1" dirty="0">
                <a:solidFill>
                  <a:srgbClr val="0000FF"/>
                </a:solidFill>
                <a:latin typeface="+mj-ea"/>
              </a:rPr>
              <a:t>操作系统的运行环境</a:t>
            </a:r>
            <a:endParaRPr lang="zh-CN" altLang="en-US" sz="2400" b="1" dirty="0">
              <a:solidFill>
                <a:srgbClr val="0000FF"/>
              </a:solidFill>
              <a:latin typeface="+mj-ea"/>
            </a:endParaRPr>
          </a:p>
        </p:txBody>
      </p:sp>
      <p:sp>
        <p:nvSpPr>
          <p:cNvPr id="27" name="矩形 26"/>
          <p:cNvSpPr/>
          <p:nvPr/>
        </p:nvSpPr>
        <p:spPr>
          <a:xfrm>
            <a:off x="1696469" y="4233048"/>
            <a:ext cx="3905342" cy="461665"/>
          </a:xfrm>
          <a:prstGeom prst="rect">
            <a:avLst/>
          </a:prstGeom>
        </p:spPr>
        <p:txBody>
          <a:bodyPr wrap="square">
            <a:spAutoFit/>
          </a:bodyPr>
          <a:lstStyle/>
          <a:p>
            <a:r>
              <a:rPr lang="en-US" altLang="zh-CN" sz="2400" dirty="0">
                <a:latin typeface="+mj-ea"/>
              </a:rPr>
              <a:t>1.5 </a:t>
            </a:r>
            <a:r>
              <a:rPr lang="zh-CN" altLang="en-US" sz="2400" dirty="0">
                <a:latin typeface="+mj-ea"/>
              </a:rPr>
              <a:t>操作系统的主要功能</a:t>
            </a:r>
            <a:endParaRPr lang="zh-CN" altLang="en-US" sz="2400" dirty="0">
              <a:latin typeface="+mj-ea"/>
            </a:endParaRPr>
          </a:p>
        </p:txBody>
      </p:sp>
      <p:sp>
        <p:nvSpPr>
          <p:cNvPr id="28" name="矩形 27"/>
          <p:cNvSpPr/>
          <p:nvPr/>
        </p:nvSpPr>
        <p:spPr>
          <a:xfrm>
            <a:off x="1696468" y="4852173"/>
            <a:ext cx="3682151" cy="400110"/>
          </a:xfrm>
          <a:prstGeom prst="rect">
            <a:avLst/>
          </a:prstGeom>
        </p:spPr>
        <p:txBody>
          <a:bodyPr wrap="square">
            <a:spAutoFit/>
          </a:bodyPr>
          <a:lstStyle/>
          <a:p>
            <a:r>
              <a:rPr lang="en-US" altLang="zh-CN" sz="2400" dirty="0">
                <a:latin typeface="+mj-ea"/>
              </a:rPr>
              <a:t>1.6 </a:t>
            </a:r>
            <a:r>
              <a:rPr lang="zh-CN" altLang="en-US" sz="2400" dirty="0">
                <a:latin typeface="+mj-ea"/>
              </a:rPr>
              <a:t>操作系统的结构设计</a:t>
            </a:r>
            <a:endParaRPr lang="zh-CN" altLang="en-US" sz="2400" dirty="0">
              <a:latin typeface="+mj-ea"/>
            </a:endParaRPr>
          </a:p>
        </p:txBody>
      </p:sp>
      <p:sp>
        <p:nvSpPr>
          <p:cNvPr id="29" name="矩形 28"/>
          <p:cNvSpPr/>
          <p:nvPr/>
        </p:nvSpPr>
        <p:spPr>
          <a:xfrm>
            <a:off x="1696469" y="5471298"/>
            <a:ext cx="2587446" cy="400110"/>
          </a:xfrm>
          <a:prstGeom prst="rect">
            <a:avLst/>
          </a:prstGeom>
        </p:spPr>
        <p:txBody>
          <a:bodyPr wrap="square">
            <a:spAutoFit/>
          </a:bodyPr>
          <a:lstStyle/>
          <a:p>
            <a:r>
              <a:rPr lang="en-US" altLang="zh-CN" sz="2400" dirty="0">
                <a:latin typeface="+mj-ea"/>
              </a:rPr>
              <a:t>1.7 </a:t>
            </a:r>
            <a:r>
              <a:rPr lang="zh-CN" altLang="en-US" sz="2400" dirty="0">
                <a:latin typeface="+mj-ea"/>
              </a:rPr>
              <a:t>系统调用</a:t>
            </a:r>
            <a:endParaRPr lang="zh-CN" altLang="en-US" sz="2400" dirty="0">
              <a:latin typeface="+mj-ea"/>
            </a:endParaRPr>
          </a:p>
        </p:txBody>
      </p:sp>
      <p:sp>
        <p:nvSpPr>
          <p:cNvPr id="3" name="矩形 2"/>
          <p:cNvSpPr/>
          <p:nvPr/>
        </p:nvSpPr>
        <p:spPr>
          <a:xfrm>
            <a:off x="7395099" y="2386337"/>
            <a:ext cx="4262705" cy="646331"/>
          </a:xfrm>
          <a:prstGeom prst="rect">
            <a:avLst/>
          </a:prstGeom>
        </p:spPr>
        <p:txBody>
          <a:bodyPr wrap="none">
            <a:spAutoFit/>
          </a:bodyPr>
          <a:lstStyle/>
          <a:p>
            <a:r>
              <a:rPr lang="zh-CN" altLang="en-US" sz="3600" dirty="0">
                <a:solidFill>
                  <a:srgbClr val="000000"/>
                </a:solidFill>
              </a:rPr>
              <a:t>第</a:t>
            </a:r>
            <a:r>
              <a:rPr lang="en-US" altLang="zh-CN" sz="3600" dirty="0">
                <a:solidFill>
                  <a:srgbClr val="000000"/>
                </a:solidFill>
              </a:rPr>
              <a:t>1</a:t>
            </a:r>
            <a:r>
              <a:rPr lang="zh-CN" altLang="en-US" sz="3600" dirty="0">
                <a:solidFill>
                  <a:srgbClr val="000000"/>
                </a:solidFill>
              </a:rPr>
              <a:t>章 操作系统引论</a:t>
            </a:r>
            <a:endParaRPr lang="zh-CN" altLang="en-US" sz="3600" dirty="0"/>
          </a:p>
        </p:txBody>
      </p:sp>
      <p:cxnSp>
        <p:nvCxnSpPr>
          <p:cNvPr id="5" name="直接连接符 4"/>
          <p:cNvCxnSpPr/>
          <p:nvPr/>
        </p:nvCxnSpPr>
        <p:spPr>
          <a:xfrm>
            <a:off x="7421733" y="3190471"/>
            <a:ext cx="4125389" cy="0"/>
          </a:xfrm>
          <a:prstGeom prst="line">
            <a:avLst/>
          </a:prstGeom>
        </p:spPr>
        <p:style>
          <a:lnRef idx="1">
            <a:schemeClr val="accent1"/>
          </a:lnRef>
          <a:fillRef idx="0">
            <a:schemeClr val="accent1"/>
          </a:fillRef>
          <a:effectRef idx="0">
            <a:schemeClr val="accent1"/>
          </a:effectRef>
          <a:fontRef idx="minor">
            <a:schemeClr val="tx1"/>
          </a:fontRef>
        </p:style>
      </p:cxnSp>
      <p:sp>
        <p:nvSpPr>
          <p:cNvPr id="8" name="矩形 7"/>
          <p:cNvSpPr/>
          <p:nvPr/>
        </p:nvSpPr>
        <p:spPr>
          <a:xfrm>
            <a:off x="-9526" y="6375042"/>
            <a:ext cx="12201526" cy="48295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30" name="图片 29"/>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244475" y="261476"/>
            <a:ext cx="527050" cy="527050"/>
          </a:xfrm>
          <a:prstGeom prst="rect">
            <a:avLst/>
          </a:prstGeom>
        </p:spPr>
      </p:pic>
      <p:pic>
        <p:nvPicPr>
          <p:cNvPr id="31" name="图片 30"/>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1169418" y="1700488"/>
            <a:ext cx="527050" cy="527050"/>
          </a:xfrm>
          <a:prstGeom prst="rect">
            <a:avLst/>
          </a:prstGeom>
          <a:ln>
            <a:noFill/>
          </a:ln>
          <a:effectLst>
            <a:softEdge rad="0"/>
          </a:effectLst>
        </p:spPr>
      </p:pic>
      <p:pic>
        <p:nvPicPr>
          <p:cNvPr id="32" name="图片 31"/>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1169418" y="2285628"/>
            <a:ext cx="527050" cy="527050"/>
          </a:xfrm>
          <a:prstGeom prst="rect">
            <a:avLst/>
          </a:prstGeom>
          <a:ln>
            <a:noFill/>
          </a:ln>
          <a:effectLst>
            <a:softEdge rad="0"/>
          </a:effectLst>
        </p:spPr>
      </p:pic>
      <p:pic>
        <p:nvPicPr>
          <p:cNvPr id="40" name="图片 39"/>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1169418" y="2941097"/>
            <a:ext cx="527050" cy="527050"/>
          </a:xfrm>
          <a:prstGeom prst="rect">
            <a:avLst/>
          </a:prstGeom>
          <a:ln>
            <a:noFill/>
          </a:ln>
          <a:effectLst>
            <a:softEdge rad="0"/>
          </a:effectLst>
        </p:spPr>
      </p:pic>
      <p:pic>
        <p:nvPicPr>
          <p:cNvPr id="41" name="图片 40"/>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1169418" y="3559570"/>
            <a:ext cx="527050" cy="527050"/>
          </a:xfrm>
          <a:prstGeom prst="rect">
            <a:avLst/>
          </a:prstGeom>
          <a:ln>
            <a:noFill/>
          </a:ln>
          <a:effectLst>
            <a:softEdge rad="0"/>
          </a:effectLst>
        </p:spPr>
      </p:pic>
      <p:pic>
        <p:nvPicPr>
          <p:cNvPr id="42" name="图片 41"/>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1169418" y="4185650"/>
            <a:ext cx="527050" cy="527050"/>
          </a:xfrm>
          <a:prstGeom prst="rect">
            <a:avLst/>
          </a:prstGeom>
          <a:ln>
            <a:noFill/>
          </a:ln>
          <a:effectLst>
            <a:softEdge rad="0"/>
          </a:effectLst>
        </p:spPr>
      </p:pic>
      <p:pic>
        <p:nvPicPr>
          <p:cNvPr id="43" name="图片 42"/>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1169418" y="4823363"/>
            <a:ext cx="527050" cy="527050"/>
          </a:xfrm>
          <a:prstGeom prst="rect">
            <a:avLst/>
          </a:prstGeom>
          <a:ln>
            <a:noFill/>
          </a:ln>
          <a:effectLst>
            <a:softEdge rad="0"/>
          </a:effectLst>
        </p:spPr>
      </p:pic>
      <p:pic>
        <p:nvPicPr>
          <p:cNvPr id="44" name="图片 43"/>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1169418" y="5424080"/>
            <a:ext cx="527050" cy="527050"/>
          </a:xfrm>
          <a:prstGeom prst="rect">
            <a:avLst/>
          </a:prstGeom>
          <a:ln>
            <a:noFill/>
          </a:ln>
          <a:effectLst>
            <a:softEdge rad="0"/>
          </a:effectLst>
        </p:spPr>
      </p:pic>
    </p:spTree>
  </p:cSld>
  <p:clrMapOvr>
    <a:masterClrMapping/>
  </p:clrMapOvr>
  <p:transition/>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78668"/>
            <a:ext cx="7026275" cy="523220"/>
          </a:xfrm>
          <a:prstGeom prst="rect">
            <a:avLst/>
          </a:prstGeom>
        </p:spPr>
        <p:txBody>
          <a:bodyPr wrap="square">
            <a:spAutoFit/>
          </a:bodyPr>
          <a:lstStyle/>
          <a:p>
            <a:r>
              <a:rPr lang="zh-CN" altLang="en-US" sz="2800" b="1" dirty="0">
                <a:solidFill>
                  <a:srgbClr val="FF0000"/>
                </a:solidFill>
              </a:rPr>
              <a:t>操作系统的运行环境</a:t>
            </a:r>
            <a:r>
              <a:rPr lang="en-US" altLang="zh-CN" sz="2800" b="1" dirty="0">
                <a:solidFill>
                  <a:srgbClr val="FF0000"/>
                </a:solidFill>
              </a:rPr>
              <a:t>——</a:t>
            </a:r>
            <a:r>
              <a:rPr lang="zh-CN" altLang="en-US" sz="2800" b="1" dirty="0">
                <a:solidFill>
                  <a:srgbClr val="FF0000"/>
                </a:solidFill>
              </a:rPr>
              <a:t>硬件支持</a:t>
            </a:r>
            <a:endParaRPr lang="zh-CN" altLang="en-US" sz="2800" b="1" dirty="0">
              <a:solidFill>
                <a:srgbClr val="FF0000"/>
              </a:solidFill>
            </a:endParaRPr>
          </a:p>
        </p:txBody>
      </p:sp>
      <p:grpSp>
        <p:nvGrpSpPr>
          <p:cNvPr id="39" name="204110" descr="本素材由iSlide™ 提供&#10;iSlide™尊重知识产权并注重保护用户享有的各项权利。郑重提醒您：&#10;iSlide™插件中提供的任何信息内容的所有权、知识产权归其原始权利人或权利受让人所有，您免费/购买获得的是信息内容的使用权，并受下述条款的约束；&#10;1. 您仅可以个人非商业用途使用该等信息内容，不可将信息内容的全部或部分用于出售，或以出租、出借、转让、分销、发布等其他任何方式供他人使用；&#10;2. 禁止在接入互联网或移动互联网的任何网站、平台、应用或程序上以任何方式为他人提供iSlide™插件资源内容的下载。&#10;The resource is supplied by iSlide™.&#10;iSlide™ respects all intellectual property rights and protects all the rights its users acquired.Solemnly remind you:&#10;The ownership and intellectual property of the resources supplied in iSlide Add-in belongs to its owner or the assignee of this ownership.you only acquired the usage of the resources supplied in iSlide Add-in, as well as respected the following restrain terms:&#10;1.You are only allowed to use such resource for personal and non-commercial aim, not allowed to use such resource or part of it for the sale; or rent, lend, transfer to others; or distribution or release it in any way.&#10;2.You are not permitted to provide the resource of iSlide Add-in in any website, platform, application access to the Internet or mobile Internet." title="iSlide™ 版权声明  COPYRIGHT NOTICE"/>
          <p:cNvGrpSpPr>
            <a:grpSpLocks noChangeAspect="1"/>
          </p:cNvGrpSpPr>
          <p:nvPr>
            <p:custDataLst>
              <p:tags r:id="rId1"/>
            </p:custDataLst>
          </p:nvPr>
        </p:nvGrpSpPr>
        <p:grpSpPr>
          <a:xfrm>
            <a:off x="669925" y="1711651"/>
            <a:ext cx="10848976" cy="4000820"/>
            <a:chOff x="669924" y="2239685"/>
            <a:chExt cx="10848976" cy="4000820"/>
          </a:xfrm>
        </p:grpSpPr>
        <p:sp>
          <p:nvSpPr>
            <p:cNvPr id="58" name="ïsḷîde"/>
            <p:cNvSpPr/>
            <p:nvPr/>
          </p:nvSpPr>
          <p:spPr bwMode="auto">
            <a:xfrm>
              <a:off x="673100" y="2982961"/>
              <a:ext cx="2628292" cy="1311179"/>
            </a:xfrm>
            <a:prstGeom prst="hexagon">
              <a:avLst/>
            </a:prstGeom>
            <a:solidFill>
              <a:schemeClr val="accent1"/>
            </a:solidFill>
            <a:ln w="19050">
              <a:noFill/>
              <a:round/>
            </a:ln>
          </p:spPr>
          <p:txBody>
            <a:bodyPr wrap="square" lIns="91440" tIns="45720" rIns="91440" bIns="45720" anchor="ctr">
              <a:normAutofit/>
            </a:bodyPr>
            <a:lstStyle/>
            <a:p>
              <a:pPr algn="ctr"/>
              <a:endParaRPr lang="en-US" altLang="zh-CN" sz="3200" dirty="0">
                <a:solidFill>
                  <a:schemeClr val="bg1">
                    <a:lumMod val="100000"/>
                  </a:schemeClr>
                </a:solidFill>
                <a:latin typeface="Impact" panose="020B0806030902050204" pitchFamily="34" charset="0"/>
              </a:endParaRPr>
            </a:p>
          </p:txBody>
        </p:sp>
        <p:sp>
          <p:nvSpPr>
            <p:cNvPr id="59" name="îSḷïḋe"/>
            <p:cNvSpPr/>
            <p:nvPr/>
          </p:nvSpPr>
          <p:spPr bwMode="auto">
            <a:xfrm>
              <a:off x="2727477" y="2982961"/>
              <a:ext cx="2628292" cy="1311179"/>
            </a:xfrm>
            <a:prstGeom prst="hexagon">
              <a:avLst/>
            </a:prstGeom>
            <a:solidFill>
              <a:schemeClr val="bg1">
                <a:lumMod val="95000"/>
              </a:schemeClr>
            </a:solidFill>
            <a:ln w="19050">
              <a:noFill/>
              <a:round/>
            </a:ln>
          </p:spPr>
          <p:txBody>
            <a:bodyPr wrap="square" lIns="91440" tIns="45720" rIns="91440" bIns="45720" anchor="ctr">
              <a:normAutofit/>
            </a:bodyPr>
            <a:lstStyle/>
            <a:p>
              <a:pPr algn="ctr"/>
              <a:endParaRPr lang="en-US" altLang="zh-CN" sz="3200" dirty="0">
                <a:solidFill>
                  <a:schemeClr val="bg1">
                    <a:lumMod val="100000"/>
                  </a:schemeClr>
                </a:solidFill>
                <a:latin typeface="Impact" panose="020B0806030902050204" pitchFamily="34" charset="0"/>
              </a:endParaRPr>
            </a:p>
          </p:txBody>
        </p:sp>
        <p:sp>
          <p:nvSpPr>
            <p:cNvPr id="60" name="íšļíḍè"/>
            <p:cNvSpPr/>
            <p:nvPr/>
          </p:nvSpPr>
          <p:spPr bwMode="auto">
            <a:xfrm>
              <a:off x="4781854" y="2982961"/>
              <a:ext cx="2628292" cy="1311179"/>
            </a:xfrm>
            <a:prstGeom prst="hexagon">
              <a:avLst/>
            </a:prstGeom>
            <a:solidFill>
              <a:schemeClr val="accent1"/>
            </a:solidFill>
            <a:ln w="19050">
              <a:noFill/>
              <a:round/>
            </a:ln>
          </p:spPr>
          <p:txBody>
            <a:bodyPr wrap="square" lIns="91440" tIns="45720" rIns="91440" bIns="45720" anchor="ctr">
              <a:normAutofit/>
            </a:bodyPr>
            <a:lstStyle/>
            <a:p>
              <a:pPr algn="ctr"/>
              <a:endParaRPr lang="en-US" altLang="zh-CN" sz="3200" dirty="0">
                <a:solidFill>
                  <a:schemeClr val="bg1">
                    <a:lumMod val="100000"/>
                  </a:schemeClr>
                </a:solidFill>
                <a:latin typeface="Impact" panose="020B0806030902050204" pitchFamily="34" charset="0"/>
              </a:endParaRPr>
            </a:p>
          </p:txBody>
        </p:sp>
        <p:sp>
          <p:nvSpPr>
            <p:cNvPr id="61" name="îṧḷíḋé"/>
            <p:cNvSpPr/>
            <p:nvPr/>
          </p:nvSpPr>
          <p:spPr bwMode="auto">
            <a:xfrm>
              <a:off x="6836231" y="2982961"/>
              <a:ext cx="2628292" cy="1311179"/>
            </a:xfrm>
            <a:prstGeom prst="hexagon">
              <a:avLst/>
            </a:prstGeom>
            <a:solidFill>
              <a:schemeClr val="bg1">
                <a:lumMod val="95000"/>
              </a:schemeClr>
            </a:solidFill>
            <a:ln w="19050">
              <a:noFill/>
              <a:round/>
            </a:ln>
          </p:spPr>
          <p:txBody>
            <a:bodyPr wrap="square" lIns="91440" tIns="45720" rIns="91440" bIns="45720" anchor="ctr">
              <a:normAutofit/>
            </a:bodyPr>
            <a:lstStyle/>
            <a:p>
              <a:pPr algn="ctr"/>
              <a:endParaRPr lang="en-US" altLang="zh-CN" sz="3200" dirty="0">
                <a:solidFill>
                  <a:schemeClr val="bg1">
                    <a:lumMod val="100000"/>
                  </a:schemeClr>
                </a:solidFill>
                <a:latin typeface="Impact" panose="020B0806030902050204" pitchFamily="34" charset="0"/>
              </a:endParaRPr>
            </a:p>
          </p:txBody>
        </p:sp>
        <p:sp>
          <p:nvSpPr>
            <p:cNvPr id="62" name="íṣlíḍè"/>
            <p:cNvSpPr/>
            <p:nvPr/>
          </p:nvSpPr>
          <p:spPr bwMode="auto">
            <a:xfrm>
              <a:off x="8890608" y="2982961"/>
              <a:ext cx="2628292" cy="1311179"/>
            </a:xfrm>
            <a:prstGeom prst="hexagon">
              <a:avLst/>
            </a:prstGeom>
            <a:solidFill>
              <a:schemeClr val="accent1"/>
            </a:solidFill>
            <a:ln w="19050">
              <a:noFill/>
              <a:round/>
            </a:ln>
          </p:spPr>
          <p:txBody>
            <a:bodyPr wrap="square" lIns="91440" tIns="45720" rIns="91440" bIns="45720" anchor="ctr">
              <a:normAutofit/>
            </a:bodyPr>
            <a:lstStyle/>
            <a:p>
              <a:pPr algn="ctr"/>
              <a:endParaRPr lang="en-US" altLang="zh-CN" sz="3200" dirty="0">
                <a:solidFill>
                  <a:schemeClr val="bg1">
                    <a:lumMod val="100000"/>
                  </a:schemeClr>
                </a:solidFill>
                <a:latin typeface="Impact" panose="020B0806030902050204" pitchFamily="34" charset="0"/>
              </a:endParaRPr>
            </a:p>
          </p:txBody>
        </p:sp>
        <p:sp>
          <p:nvSpPr>
            <p:cNvPr id="63" name="îṧlîḍe"/>
            <p:cNvSpPr/>
            <p:nvPr/>
          </p:nvSpPr>
          <p:spPr bwMode="auto">
            <a:xfrm>
              <a:off x="7866670" y="3365703"/>
              <a:ext cx="567414" cy="545694"/>
            </a:xfrm>
            <a:custGeom>
              <a:avLst/>
              <a:gdLst>
                <a:gd name="connsiteX0" fmla="*/ 61288 w 609549"/>
                <a:gd name="connsiteY0" fmla="*/ 383285 h 586216"/>
                <a:gd name="connsiteX1" fmla="*/ 71162 w 609549"/>
                <a:gd name="connsiteY1" fmla="*/ 387101 h 586216"/>
                <a:gd name="connsiteX2" fmla="*/ 120018 w 609549"/>
                <a:gd name="connsiteY2" fmla="*/ 435892 h 586216"/>
                <a:gd name="connsiteX3" fmla="*/ 120018 w 609549"/>
                <a:gd name="connsiteY3" fmla="*/ 454200 h 586216"/>
                <a:gd name="connsiteX4" fmla="*/ 56639 w 609549"/>
                <a:gd name="connsiteY4" fmla="*/ 517543 h 586216"/>
                <a:gd name="connsiteX5" fmla="*/ 35592 w 609549"/>
                <a:gd name="connsiteY5" fmla="*/ 513644 h 586216"/>
                <a:gd name="connsiteX6" fmla="*/ 51877 w 609549"/>
                <a:gd name="connsiteY6" fmla="*/ 388099 h 586216"/>
                <a:gd name="connsiteX7" fmla="*/ 61288 w 609549"/>
                <a:gd name="connsiteY7" fmla="*/ 383285 h 586216"/>
                <a:gd name="connsiteX8" fmla="*/ 235245 w 609549"/>
                <a:gd name="connsiteY8" fmla="*/ 302810 h 586216"/>
                <a:gd name="connsiteX9" fmla="*/ 306042 w 609549"/>
                <a:gd name="connsiteY9" fmla="*/ 373466 h 586216"/>
                <a:gd name="connsiteX10" fmla="*/ 258717 w 609549"/>
                <a:gd name="connsiteY10" fmla="*/ 420680 h 586216"/>
                <a:gd name="connsiteX11" fmla="*/ 230246 w 609549"/>
                <a:gd name="connsiteY11" fmla="*/ 550152 h 586216"/>
                <a:gd name="connsiteX12" fmla="*/ 92223 w 609549"/>
                <a:gd name="connsiteY12" fmla="*/ 575305 h 586216"/>
                <a:gd name="connsiteX13" fmla="*/ 88748 w 609549"/>
                <a:gd name="connsiteY13" fmla="*/ 556143 h 586216"/>
                <a:gd name="connsiteX14" fmla="*/ 165115 w 609549"/>
                <a:gd name="connsiteY14" fmla="*/ 479877 h 586216"/>
                <a:gd name="connsiteX15" fmla="*/ 165115 w 609549"/>
                <a:gd name="connsiteY15" fmla="*/ 446308 h 586216"/>
                <a:gd name="connsiteX16" fmla="*/ 88700 w 609549"/>
                <a:gd name="connsiteY16" fmla="*/ 369995 h 586216"/>
                <a:gd name="connsiteX17" fmla="*/ 92128 w 609549"/>
                <a:gd name="connsiteY17" fmla="*/ 350976 h 586216"/>
                <a:gd name="connsiteX18" fmla="*/ 189111 w 609549"/>
                <a:gd name="connsiteY18" fmla="*/ 348884 h 586216"/>
                <a:gd name="connsiteX19" fmla="*/ 257958 w 609549"/>
                <a:gd name="connsiteY19" fmla="*/ 161679 h 586216"/>
                <a:gd name="connsiteX20" fmla="*/ 317251 w 609549"/>
                <a:gd name="connsiteY20" fmla="*/ 220879 h 586216"/>
                <a:gd name="connsiteX21" fmla="*/ 388070 w 609549"/>
                <a:gd name="connsiteY21" fmla="*/ 291586 h 586216"/>
                <a:gd name="connsiteX22" fmla="*/ 604906 w 609549"/>
                <a:gd name="connsiteY22" fmla="*/ 508130 h 586216"/>
                <a:gd name="connsiteX23" fmla="*/ 604906 w 609549"/>
                <a:gd name="connsiteY23" fmla="*/ 530526 h 586216"/>
                <a:gd name="connsiteX24" fmla="*/ 556567 w 609549"/>
                <a:gd name="connsiteY24" fmla="*/ 578789 h 586216"/>
                <a:gd name="connsiteX25" fmla="*/ 545327 w 609549"/>
                <a:gd name="connsiteY25" fmla="*/ 583449 h 586216"/>
                <a:gd name="connsiteX26" fmla="*/ 534135 w 609549"/>
                <a:gd name="connsiteY26" fmla="*/ 578789 h 586216"/>
                <a:gd name="connsiteX27" fmla="*/ 317251 w 609549"/>
                <a:gd name="connsiteY27" fmla="*/ 362293 h 586216"/>
                <a:gd name="connsiteX28" fmla="*/ 246481 w 609549"/>
                <a:gd name="connsiteY28" fmla="*/ 291586 h 586216"/>
                <a:gd name="connsiteX29" fmla="*/ 187140 w 609549"/>
                <a:gd name="connsiteY29" fmla="*/ 232339 h 586216"/>
                <a:gd name="connsiteX30" fmla="*/ 58606 w 609549"/>
                <a:gd name="connsiteY30" fmla="*/ 160814 h 586216"/>
                <a:gd name="connsiteX31" fmla="*/ 126401 w 609549"/>
                <a:gd name="connsiteY31" fmla="*/ 228498 h 586216"/>
                <a:gd name="connsiteX32" fmla="*/ 111975 w 609549"/>
                <a:gd name="connsiteY32" fmla="*/ 242899 h 586216"/>
                <a:gd name="connsiteX33" fmla="*/ 119307 w 609549"/>
                <a:gd name="connsiteY33" fmla="*/ 250219 h 586216"/>
                <a:gd name="connsiteX34" fmla="*/ 119307 w 609549"/>
                <a:gd name="connsiteY34" fmla="*/ 277692 h 586216"/>
                <a:gd name="connsiteX35" fmla="*/ 115641 w 609549"/>
                <a:gd name="connsiteY35" fmla="*/ 281352 h 586216"/>
                <a:gd name="connsiteX36" fmla="*/ 88123 w 609549"/>
                <a:gd name="connsiteY36" fmla="*/ 281352 h 586216"/>
                <a:gd name="connsiteX37" fmla="*/ 5712 w 609549"/>
                <a:gd name="connsiteY37" fmla="*/ 199029 h 586216"/>
                <a:gd name="connsiteX38" fmla="*/ 5712 w 609549"/>
                <a:gd name="connsiteY38" fmla="*/ 171604 h 586216"/>
                <a:gd name="connsiteX39" fmla="*/ 9378 w 609549"/>
                <a:gd name="connsiteY39" fmla="*/ 167944 h 586216"/>
                <a:gd name="connsiteX40" fmla="*/ 36849 w 609549"/>
                <a:gd name="connsiteY40" fmla="*/ 167944 h 586216"/>
                <a:gd name="connsiteX41" fmla="*/ 44180 w 609549"/>
                <a:gd name="connsiteY41" fmla="*/ 175264 h 586216"/>
                <a:gd name="connsiteX42" fmla="*/ 585775 w 609549"/>
                <a:gd name="connsiteY42" fmla="*/ 66370 h 586216"/>
                <a:gd name="connsiteX43" fmla="*/ 595263 w 609549"/>
                <a:gd name="connsiteY43" fmla="*/ 73839 h 586216"/>
                <a:gd name="connsiteX44" fmla="*/ 578978 w 609549"/>
                <a:gd name="connsiteY44" fmla="*/ 199341 h 586216"/>
                <a:gd name="connsiteX45" fmla="*/ 559693 w 609549"/>
                <a:gd name="connsiteY45" fmla="*/ 200387 h 586216"/>
                <a:gd name="connsiteX46" fmla="*/ 510789 w 609549"/>
                <a:gd name="connsiteY46" fmla="*/ 151612 h 586216"/>
                <a:gd name="connsiteX47" fmla="*/ 510789 w 609549"/>
                <a:gd name="connsiteY47" fmla="*/ 133262 h 586216"/>
                <a:gd name="connsiteX48" fmla="*/ 574216 w 609549"/>
                <a:gd name="connsiteY48" fmla="*/ 69988 h 586216"/>
                <a:gd name="connsiteX49" fmla="*/ 585775 w 609549"/>
                <a:gd name="connsiteY49" fmla="*/ 66370 h 586216"/>
                <a:gd name="connsiteX50" fmla="*/ 158702 w 609549"/>
                <a:gd name="connsiteY50" fmla="*/ 26758 h 586216"/>
                <a:gd name="connsiteX51" fmla="*/ 172463 w 609549"/>
                <a:gd name="connsiteY51" fmla="*/ 32464 h 586216"/>
                <a:gd name="connsiteX52" fmla="*/ 179701 w 609549"/>
                <a:gd name="connsiteY52" fmla="*/ 39691 h 586216"/>
                <a:gd name="connsiteX53" fmla="*/ 246935 w 609549"/>
                <a:gd name="connsiteY53" fmla="*/ 106831 h 586216"/>
                <a:gd name="connsiteX54" fmla="*/ 254886 w 609549"/>
                <a:gd name="connsiteY54" fmla="*/ 114819 h 586216"/>
                <a:gd name="connsiteX55" fmla="*/ 257600 w 609549"/>
                <a:gd name="connsiteY55" fmla="*/ 138879 h 586216"/>
                <a:gd name="connsiteX56" fmla="*/ 254886 w 609549"/>
                <a:gd name="connsiteY56" fmla="*/ 142255 h 586216"/>
                <a:gd name="connsiteX57" fmla="*/ 252315 w 609549"/>
                <a:gd name="connsiteY57" fmla="*/ 144823 h 586216"/>
                <a:gd name="connsiteX58" fmla="*/ 246696 w 609549"/>
                <a:gd name="connsiteY58" fmla="*/ 150434 h 586216"/>
                <a:gd name="connsiteX59" fmla="*/ 175892 w 609549"/>
                <a:gd name="connsiteY59" fmla="*/ 221140 h 586216"/>
                <a:gd name="connsiteX60" fmla="*/ 172463 w 609549"/>
                <a:gd name="connsiteY60" fmla="*/ 224611 h 586216"/>
                <a:gd name="connsiteX61" fmla="*/ 170130 w 609549"/>
                <a:gd name="connsiteY61" fmla="*/ 226560 h 586216"/>
                <a:gd name="connsiteX62" fmla="*/ 162274 w 609549"/>
                <a:gd name="connsiteY62" fmla="*/ 229936 h 586216"/>
                <a:gd name="connsiteX63" fmla="*/ 158702 w 609549"/>
                <a:gd name="connsiteY63" fmla="*/ 230269 h 586216"/>
                <a:gd name="connsiteX64" fmla="*/ 144942 w 609549"/>
                <a:gd name="connsiteY64" fmla="*/ 224611 h 586216"/>
                <a:gd name="connsiteX65" fmla="*/ 137609 w 609549"/>
                <a:gd name="connsiteY65" fmla="*/ 217288 h 586216"/>
                <a:gd name="connsiteX66" fmla="*/ 69804 w 609549"/>
                <a:gd name="connsiteY66" fmla="*/ 149578 h 586216"/>
                <a:gd name="connsiteX67" fmla="*/ 62519 w 609549"/>
                <a:gd name="connsiteY67" fmla="*/ 142255 h 586216"/>
                <a:gd name="connsiteX68" fmla="*/ 62519 w 609549"/>
                <a:gd name="connsiteY68" fmla="*/ 114819 h 586216"/>
                <a:gd name="connsiteX69" fmla="*/ 144942 w 609549"/>
                <a:gd name="connsiteY69" fmla="*/ 32464 h 586216"/>
                <a:gd name="connsiteX70" fmla="*/ 158702 w 609549"/>
                <a:gd name="connsiteY70" fmla="*/ 26758 h 586216"/>
                <a:gd name="connsiteX71" fmla="*/ 254809 w 609549"/>
                <a:gd name="connsiteY71" fmla="*/ 6542 h 586216"/>
                <a:gd name="connsiteX72" fmla="*/ 321015 w 609549"/>
                <a:gd name="connsiteY72" fmla="*/ 29913 h 586216"/>
                <a:gd name="connsiteX73" fmla="*/ 260017 w 609549"/>
                <a:gd name="connsiteY73" fmla="*/ 97465 h 586216"/>
                <a:gd name="connsiteX74" fmla="*/ 193067 w 609549"/>
                <a:gd name="connsiteY74" fmla="*/ 30626 h 586216"/>
                <a:gd name="connsiteX75" fmla="*/ 254809 w 609549"/>
                <a:gd name="connsiteY75" fmla="*/ 6542 h 586216"/>
                <a:gd name="connsiteX76" fmla="*/ 503105 w 609549"/>
                <a:gd name="connsiteY76" fmla="*/ 953 h 586216"/>
                <a:gd name="connsiteX77" fmla="*/ 538560 w 609549"/>
                <a:gd name="connsiteY77" fmla="*/ 10911 h 586216"/>
                <a:gd name="connsiteX78" fmla="*/ 542083 w 609549"/>
                <a:gd name="connsiteY78" fmla="*/ 30073 h 586216"/>
                <a:gd name="connsiteX79" fmla="*/ 465709 w 609549"/>
                <a:gd name="connsiteY79" fmla="*/ 106341 h 586216"/>
                <a:gd name="connsiteX80" fmla="*/ 465709 w 609549"/>
                <a:gd name="connsiteY80" fmla="*/ 139911 h 586216"/>
                <a:gd name="connsiteX81" fmla="*/ 542131 w 609549"/>
                <a:gd name="connsiteY81" fmla="*/ 216227 h 586216"/>
                <a:gd name="connsiteX82" fmla="*/ 538655 w 609549"/>
                <a:gd name="connsiteY82" fmla="*/ 235246 h 586216"/>
                <a:gd name="connsiteX83" fmla="*/ 442187 w 609549"/>
                <a:gd name="connsiteY83" fmla="*/ 237528 h 586216"/>
                <a:gd name="connsiteX84" fmla="*/ 399238 w 609549"/>
                <a:gd name="connsiteY84" fmla="*/ 280370 h 586216"/>
                <a:gd name="connsiteX85" fmla="*/ 328482 w 609549"/>
                <a:gd name="connsiteY85" fmla="*/ 209712 h 586216"/>
                <a:gd name="connsiteX86" fmla="*/ 372240 w 609549"/>
                <a:gd name="connsiteY86" fmla="*/ 166015 h 586216"/>
                <a:gd name="connsiteX87" fmla="*/ 400571 w 609549"/>
                <a:gd name="connsiteY87" fmla="*/ 36064 h 586216"/>
                <a:gd name="connsiteX88" fmla="*/ 503105 w 609549"/>
                <a:gd name="connsiteY88" fmla="*/ 953 h 5862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Lst>
              <a:rect l="l" t="t" r="r" b="b"/>
              <a:pathLst>
                <a:path w="609549" h="586216">
                  <a:moveTo>
                    <a:pt x="61288" y="383285"/>
                  </a:moveTo>
                  <a:cubicBezTo>
                    <a:pt x="64829" y="383106"/>
                    <a:pt x="68448" y="384367"/>
                    <a:pt x="71162" y="387101"/>
                  </a:cubicBezTo>
                  <a:lnTo>
                    <a:pt x="120018" y="435892"/>
                  </a:lnTo>
                  <a:cubicBezTo>
                    <a:pt x="125113" y="440933"/>
                    <a:pt x="125113" y="449160"/>
                    <a:pt x="120018" y="454200"/>
                  </a:cubicBezTo>
                  <a:lnTo>
                    <a:pt x="56639" y="517543"/>
                  </a:lnTo>
                  <a:cubicBezTo>
                    <a:pt x="50211" y="523963"/>
                    <a:pt x="39211" y="522013"/>
                    <a:pt x="35592" y="513644"/>
                  </a:cubicBezTo>
                  <a:cubicBezTo>
                    <a:pt x="17783" y="472794"/>
                    <a:pt x="23211" y="424288"/>
                    <a:pt x="51877" y="388099"/>
                  </a:cubicBezTo>
                  <a:cubicBezTo>
                    <a:pt x="54282" y="385079"/>
                    <a:pt x="57746" y="383463"/>
                    <a:pt x="61288" y="383285"/>
                  </a:cubicBezTo>
                  <a:close/>
                  <a:moveTo>
                    <a:pt x="235245" y="302810"/>
                  </a:moveTo>
                  <a:lnTo>
                    <a:pt x="306042" y="373466"/>
                  </a:lnTo>
                  <a:lnTo>
                    <a:pt x="258717" y="420680"/>
                  </a:lnTo>
                  <a:cubicBezTo>
                    <a:pt x="274667" y="464329"/>
                    <a:pt x="265192" y="515300"/>
                    <a:pt x="230246" y="550152"/>
                  </a:cubicBezTo>
                  <a:cubicBezTo>
                    <a:pt x="192919" y="587430"/>
                    <a:pt x="137644" y="595798"/>
                    <a:pt x="92223" y="575305"/>
                  </a:cubicBezTo>
                  <a:cubicBezTo>
                    <a:pt x="84701" y="571882"/>
                    <a:pt x="82892" y="561992"/>
                    <a:pt x="88748" y="556143"/>
                  </a:cubicBezTo>
                  <a:lnTo>
                    <a:pt x="165115" y="479877"/>
                  </a:lnTo>
                  <a:cubicBezTo>
                    <a:pt x="174399" y="470605"/>
                    <a:pt x="174399" y="455580"/>
                    <a:pt x="165115" y="446308"/>
                  </a:cubicBezTo>
                  <a:lnTo>
                    <a:pt x="88700" y="369995"/>
                  </a:lnTo>
                  <a:cubicBezTo>
                    <a:pt x="82844" y="364194"/>
                    <a:pt x="84653" y="354399"/>
                    <a:pt x="92128" y="350976"/>
                  </a:cubicBezTo>
                  <a:cubicBezTo>
                    <a:pt x="122789" y="337092"/>
                    <a:pt x="157973" y="336379"/>
                    <a:pt x="189111" y="348884"/>
                  </a:cubicBezTo>
                  <a:close/>
                  <a:moveTo>
                    <a:pt x="257958" y="161679"/>
                  </a:moveTo>
                  <a:lnTo>
                    <a:pt x="317251" y="220879"/>
                  </a:lnTo>
                  <a:lnTo>
                    <a:pt x="388070" y="291586"/>
                  </a:lnTo>
                  <a:lnTo>
                    <a:pt x="604906" y="508130"/>
                  </a:lnTo>
                  <a:cubicBezTo>
                    <a:pt x="611097" y="514311"/>
                    <a:pt x="611097" y="524344"/>
                    <a:pt x="604906" y="530526"/>
                  </a:cubicBezTo>
                  <a:lnTo>
                    <a:pt x="556567" y="578789"/>
                  </a:lnTo>
                  <a:cubicBezTo>
                    <a:pt x="553471" y="581880"/>
                    <a:pt x="549423" y="583449"/>
                    <a:pt x="545327" y="583449"/>
                  </a:cubicBezTo>
                  <a:cubicBezTo>
                    <a:pt x="541279" y="583449"/>
                    <a:pt x="537231" y="581880"/>
                    <a:pt x="534135" y="578789"/>
                  </a:cubicBezTo>
                  <a:lnTo>
                    <a:pt x="317251" y="362293"/>
                  </a:lnTo>
                  <a:lnTo>
                    <a:pt x="246481" y="291586"/>
                  </a:lnTo>
                  <a:lnTo>
                    <a:pt x="187140" y="232339"/>
                  </a:lnTo>
                  <a:close/>
                  <a:moveTo>
                    <a:pt x="58606" y="160814"/>
                  </a:moveTo>
                  <a:lnTo>
                    <a:pt x="126401" y="228498"/>
                  </a:lnTo>
                  <a:lnTo>
                    <a:pt x="111975" y="242899"/>
                  </a:lnTo>
                  <a:lnTo>
                    <a:pt x="119307" y="250219"/>
                  </a:lnTo>
                  <a:cubicBezTo>
                    <a:pt x="126877" y="257824"/>
                    <a:pt x="126877" y="270087"/>
                    <a:pt x="119307" y="277692"/>
                  </a:cubicBezTo>
                  <a:lnTo>
                    <a:pt x="115641" y="281352"/>
                  </a:lnTo>
                  <a:cubicBezTo>
                    <a:pt x="108024" y="288909"/>
                    <a:pt x="95741" y="288909"/>
                    <a:pt x="88123" y="281352"/>
                  </a:cubicBezTo>
                  <a:lnTo>
                    <a:pt x="5712" y="199029"/>
                  </a:lnTo>
                  <a:cubicBezTo>
                    <a:pt x="-1905" y="191424"/>
                    <a:pt x="-1905" y="179161"/>
                    <a:pt x="5712" y="171604"/>
                  </a:cubicBezTo>
                  <a:lnTo>
                    <a:pt x="9378" y="167944"/>
                  </a:lnTo>
                  <a:cubicBezTo>
                    <a:pt x="16948" y="160339"/>
                    <a:pt x="29231" y="160339"/>
                    <a:pt x="36849" y="167944"/>
                  </a:cubicBezTo>
                  <a:lnTo>
                    <a:pt x="44180" y="175264"/>
                  </a:lnTo>
                  <a:close/>
                  <a:moveTo>
                    <a:pt x="585775" y="66370"/>
                  </a:moveTo>
                  <a:cubicBezTo>
                    <a:pt x="589775" y="67101"/>
                    <a:pt x="593430" y="69680"/>
                    <a:pt x="595263" y="73839"/>
                  </a:cubicBezTo>
                  <a:cubicBezTo>
                    <a:pt x="613072" y="114675"/>
                    <a:pt x="607644" y="163212"/>
                    <a:pt x="578978" y="199341"/>
                  </a:cubicBezTo>
                  <a:cubicBezTo>
                    <a:pt x="574168" y="205379"/>
                    <a:pt x="565121" y="205854"/>
                    <a:pt x="559693" y="200387"/>
                  </a:cubicBezTo>
                  <a:lnTo>
                    <a:pt x="510789" y="151612"/>
                  </a:lnTo>
                  <a:cubicBezTo>
                    <a:pt x="505742" y="146526"/>
                    <a:pt x="505742" y="138349"/>
                    <a:pt x="510789" y="133262"/>
                  </a:cubicBezTo>
                  <a:lnTo>
                    <a:pt x="574216" y="69988"/>
                  </a:lnTo>
                  <a:cubicBezTo>
                    <a:pt x="577430" y="66756"/>
                    <a:pt x="581775" y="65639"/>
                    <a:pt x="585775" y="66370"/>
                  </a:cubicBezTo>
                  <a:close/>
                  <a:moveTo>
                    <a:pt x="158702" y="26758"/>
                  </a:moveTo>
                  <a:cubicBezTo>
                    <a:pt x="163655" y="26758"/>
                    <a:pt x="168654" y="28660"/>
                    <a:pt x="172463" y="32464"/>
                  </a:cubicBezTo>
                  <a:lnTo>
                    <a:pt x="179701" y="39691"/>
                  </a:lnTo>
                  <a:lnTo>
                    <a:pt x="246935" y="106831"/>
                  </a:lnTo>
                  <a:lnTo>
                    <a:pt x="254886" y="114819"/>
                  </a:lnTo>
                  <a:cubicBezTo>
                    <a:pt x="261457" y="121334"/>
                    <a:pt x="262362" y="131414"/>
                    <a:pt x="257600" y="138879"/>
                  </a:cubicBezTo>
                  <a:cubicBezTo>
                    <a:pt x="256839" y="140068"/>
                    <a:pt x="255934" y="141209"/>
                    <a:pt x="254886" y="142255"/>
                  </a:cubicBezTo>
                  <a:lnTo>
                    <a:pt x="252315" y="144823"/>
                  </a:lnTo>
                  <a:lnTo>
                    <a:pt x="246696" y="150434"/>
                  </a:lnTo>
                  <a:lnTo>
                    <a:pt x="175892" y="221140"/>
                  </a:lnTo>
                  <a:lnTo>
                    <a:pt x="172463" y="224611"/>
                  </a:lnTo>
                  <a:cubicBezTo>
                    <a:pt x="171702" y="225324"/>
                    <a:pt x="170940" y="225990"/>
                    <a:pt x="170130" y="226560"/>
                  </a:cubicBezTo>
                  <a:cubicBezTo>
                    <a:pt x="167749" y="228319"/>
                    <a:pt x="165083" y="229413"/>
                    <a:pt x="162274" y="229936"/>
                  </a:cubicBezTo>
                  <a:cubicBezTo>
                    <a:pt x="161083" y="230174"/>
                    <a:pt x="159893" y="230269"/>
                    <a:pt x="158702" y="230269"/>
                  </a:cubicBezTo>
                  <a:cubicBezTo>
                    <a:pt x="153703" y="230269"/>
                    <a:pt x="148751" y="228367"/>
                    <a:pt x="144942" y="224611"/>
                  </a:cubicBezTo>
                  <a:lnTo>
                    <a:pt x="137609" y="217288"/>
                  </a:lnTo>
                  <a:lnTo>
                    <a:pt x="69804" y="149578"/>
                  </a:lnTo>
                  <a:lnTo>
                    <a:pt x="62519" y="142255"/>
                  </a:lnTo>
                  <a:cubicBezTo>
                    <a:pt x="54900" y="134647"/>
                    <a:pt x="54900" y="122380"/>
                    <a:pt x="62519" y="114819"/>
                  </a:cubicBezTo>
                  <a:lnTo>
                    <a:pt x="144942" y="32464"/>
                  </a:lnTo>
                  <a:cubicBezTo>
                    <a:pt x="148751" y="28660"/>
                    <a:pt x="153750" y="26758"/>
                    <a:pt x="158702" y="26758"/>
                  </a:cubicBezTo>
                  <a:close/>
                  <a:moveTo>
                    <a:pt x="254809" y="6542"/>
                  </a:moveTo>
                  <a:cubicBezTo>
                    <a:pt x="277279" y="4029"/>
                    <a:pt x="300492" y="9424"/>
                    <a:pt x="321015" y="29913"/>
                  </a:cubicBezTo>
                  <a:cubicBezTo>
                    <a:pt x="380347" y="89193"/>
                    <a:pt x="337205" y="46124"/>
                    <a:pt x="260017" y="97465"/>
                  </a:cubicBezTo>
                  <a:lnTo>
                    <a:pt x="193067" y="30626"/>
                  </a:lnTo>
                  <a:cubicBezTo>
                    <a:pt x="210614" y="19479"/>
                    <a:pt x="232340" y="9056"/>
                    <a:pt x="254809" y="6542"/>
                  </a:cubicBezTo>
                  <a:close/>
                  <a:moveTo>
                    <a:pt x="503105" y="953"/>
                  </a:moveTo>
                  <a:cubicBezTo>
                    <a:pt x="515252" y="2468"/>
                    <a:pt x="527216" y="5788"/>
                    <a:pt x="538560" y="10911"/>
                  </a:cubicBezTo>
                  <a:cubicBezTo>
                    <a:pt x="546131" y="14334"/>
                    <a:pt x="547940" y="24224"/>
                    <a:pt x="542083" y="30073"/>
                  </a:cubicBezTo>
                  <a:lnTo>
                    <a:pt x="465709" y="106341"/>
                  </a:lnTo>
                  <a:cubicBezTo>
                    <a:pt x="456424" y="115613"/>
                    <a:pt x="456424" y="130639"/>
                    <a:pt x="465709" y="139911"/>
                  </a:cubicBezTo>
                  <a:lnTo>
                    <a:pt x="542131" y="216227"/>
                  </a:lnTo>
                  <a:cubicBezTo>
                    <a:pt x="547940" y="222028"/>
                    <a:pt x="546178" y="231823"/>
                    <a:pt x="538655" y="235246"/>
                  </a:cubicBezTo>
                  <a:cubicBezTo>
                    <a:pt x="508181" y="249035"/>
                    <a:pt x="473184" y="249844"/>
                    <a:pt x="442187" y="237528"/>
                  </a:cubicBezTo>
                  <a:lnTo>
                    <a:pt x="399238" y="280370"/>
                  </a:lnTo>
                  <a:lnTo>
                    <a:pt x="328482" y="209712"/>
                  </a:lnTo>
                  <a:lnTo>
                    <a:pt x="372240" y="166015"/>
                  </a:lnTo>
                  <a:cubicBezTo>
                    <a:pt x="356051" y="122270"/>
                    <a:pt x="365527" y="71060"/>
                    <a:pt x="400571" y="36064"/>
                  </a:cubicBezTo>
                  <a:cubicBezTo>
                    <a:pt x="428569" y="8106"/>
                    <a:pt x="466664" y="-3592"/>
                    <a:pt x="503105" y="953"/>
                  </a:cubicBezTo>
                  <a:close/>
                </a:path>
              </a:pathLst>
            </a:custGeom>
            <a:solidFill>
              <a:schemeClr val="tx1">
                <a:lumMod val="50000"/>
                <a:lumOff val="50000"/>
              </a:schemeClr>
            </a:solidFill>
            <a:ln>
              <a:noFill/>
            </a:ln>
          </p:spPr>
          <p:txBody>
            <a:bodyPr/>
            <a:lstStyle/>
            <a:p>
              <a:endParaRPr lang="zh-CN" altLang="en-US"/>
            </a:p>
          </p:txBody>
        </p:sp>
        <p:sp>
          <p:nvSpPr>
            <p:cNvPr id="64" name="iṥḷíďe"/>
            <p:cNvSpPr/>
            <p:nvPr/>
          </p:nvSpPr>
          <p:spPr bwMode="auto">
            <a:xfrm>
              <a:off x="3757917" y="3365618"/>
              <a:ext cx="567412" cy="545864"/>
            </a:xfrm>
            <a:custGeom>
              <a:avLst/>
              <a:gdLst>
                <a:gd name="connsiteX0" fmla="*/ 195114 w 608814"/>
                <a:gd name="connsiteY0" fmla="*/ 351627 h 585693"/>
                <a:gd name="connsiteX1" fmla="*/ 258290 w 608814"/>
                <a:gd name="connsiteY1" fmla="*/ 351627 h 585693"/>
                <a:gd name="connsiteX2" fmla="*/ 282731 w 608814"/>
                <a:gd name="connsiteY2" fmla="*/ 376018 h 585693"/>
                <a:gd name="connsiteX3" fmla="*/ 282731 w 608814"/>
                <a:gd name="connsiteY3" fmla="*/ 561210 h 585693"/>
                <a:gd name="connsiteX4" fmla="*/ 258290 w 608814"/>
                <a:gd name="connsiteY4" fmla="*/ 585693 h 585693"/>
                <a:gd name="connsiteX5" fmla="*/ 195114 w 608814"/>
                <a:gd name="connsiteY5" fmla="*/ 585693 h 585693"/>
                <a:gd name="connsiteX6" fmla="*/ 170673 w 608814"/>
                <a:gd name="connsiteY6" fmla="*/ 561210 h 585693"/>
                <a:gd name="connsiteX7" fmla="*/ 170673 w 608814"/>
                <a:gd name="connsiteY7" fmla="*/ 376018 h 585693"/>
                <a:gd name="connsiteX8" fmla="*/ 195114 w 608814"/>
                <a:gd name="connsiteY8" fmla="*/ 351627 h 585693"/>
                <a:gd name="connsiteX9" fmla="*/ 358100 w 608814"/>
                <a:gd name="connsiteY9" fmla="*/ 249872 h 585693"/>
                <a:gd name="connsiteX10" fmla="*/ 421316 w 608814"/>
                <a:gd name="connsiteY10" fmla="*/ 249872 h 585693"/>
                <a:gd name="connsiteX11" fmla="*/ 445737 w 608814"/>
                <a:gd name="connsiteY11" fmla="*/ 274267 h 585693"/>
                <a:gd name="connsiteX12" fmla="*/ 445737 w 608814"/>
                <a:gd name="connsiteY12" fmla="*/ 561206 h 585693"/>
                <a:gd name="connsiteX13" fmla="*/ 421316 w 608814"/>
                <a:gd name="connsiteY13" fmla="*/ 585693 h 585693"/>
                <a:gd name="connsiteX14" fmla="*/ 358100 w 608814"/>
                <a:gd name="connsiteY14" fmla="*/ 585693 h 585693"/>
                <a:gd name="connsiteX15" fmla="*/ 333679 w 608814"/>
                <a:gd name="connsiteY15" fmla="*/ 561206 h 585693"/>
                <a:gd name="connsiteX16" fmla="*/ 333679 w 608814"/>
                <a:gd name="connsiteY16" fmla="*/ 274267 h 585693"/>
                <a:gd name="connsiteX17" fmla="*/ 358100 w 608814"/>
                <a:gd name="connsiteY17" fmla="*/ 249872 h 585693"/>
                <a:gd name="connsiteX18" fmla="*/ 140260 w 608814"/>
                <a:gd name="connsiteY18" fmla="*/ 224680 h 585693"/>
                <a:gd name="connsiteX19" fmla="*/ 191844 w 608814"/>
                <a:gd name="connsiteY19" fmla="*/ 276122 h 585693"/>
                <a:gd name="connsiteX20" fmla="*/ 140260 w 608814"/>
                <a:gd name="connsiteY20" fmla="*/ 327564 h 585693"/>
                <a:gd name="connsiteX21" fmla="*/ 88676 w 608814"/>
                <a:gd name="connsiteY21" fmla="*/ 276122 h 585693"/>
                <a:gd name="connsiteX22" fmla="*/ 140260 w 608814"/>
                <a:gd name="connsiteY22" fmla="*/ 224680 h 585693"/>
                <a:gd name="connsiteX23" fmla="*/ 521177 w 608814"/>
                <a:gd name="connsiteY23" fmla="*/ 148117 h 585693"/>
                <a:gd name="connsiteX24" fmla="*/ 584301 w 608814"/>
                <a:gd name="connsiteY24" fmla="*/ 148117 h 585693"/>
                <a:gd name="connsiteX25" fmla="*/ 608814 w 608814"/>
                <a:gd name="connsiteY25" fmla="*/ 172601 h 585693"/>
                <a:gd name="connsiteX26" fmla="*/ 608814 w 608814"/>
                <a:gd name="connsiteY26" fmla="*/ 561209 h 585693"/>
                <a:gd name="connsiteX27" fmla="*/ 584301 w 608814"/>
                <a:gd name="connsiteY27" fmla="*/ 585693 h 585693"/>
                <a:gd name="connsiteX28" fmla="*/ 521177 w 608814"/>
                <a:gd name="connsiteY28" fmla="*/ 585693 h 585693"/>
                <a:gd name="connsiteX29" fmla="*/ 496756 w 608814"/>
                <a:gd name="connsiteY29" fmla="*/ 561209 h 585693"/>
                <a:gd name="connsiteX30" fmla="*/ 496756 w 608814"/>
                <a:gd name="connsiteY30" fmla="*/ 172601 h 585693"/>
                <a:gd name="connsiteX31" fmla="*/ 521177 w 608814"/>
                <a:gd name="connsiteY31" fmla="*/ 148117 h 585693"/>
                <a:gd name="connsiteX32" fmla="*/ 116229 w 608814"/>
                <a:gd name="connsiteY32" fmla="*/ 131322 h 585693"/>
                <a:gd name="connsiteX33" fmla="*/ 164246 w 608814"/>
                <a:gd name="connsiteY33" fmla="*/ 131322 h 585693"/>
                <a:gd name="connsiteX34" fmla="*/ 184061 w 608814"/>
                <a:gd name="connsiteY34" fmla="*/ 151113 h 585693"/>
                <a:gd name="connsiteX35" fmla="*/ 184061 w 608814"/>
                <a:gd name="connsiteY35" fmla="*/ 171457 h 585693"/>
                <a:gd name="connsiteX36" fmla="*/ 208669 w 608814"/>
                <a:gd name="connsiteY36" fmla="*/ 186094 h 585693"/>
                <a:gd name="connsiteX37" fmla="*/ 226641 w 608814"/>
                <a:gd name="connsiteY37" fmla="*/ 175692 h 585693"/>
                <a:gd name="connsiteX38" fmla="*/ 253737 w 608814"/>
                <a:gd name="connsiteY38" fmla="*/ 182964 h 585693"/>
                <a:gd name="connsiteX39" fmla="*/ 277792 w 608814"/>
                <a:gd name="connsiteY39" fmla="*/ 224572 h 585693"/>
                <a:gd name="connsiteX40" fmla="*/ 279727 w 608814"/>
                <a:gd name="connsiteY40" fmla="*/ 239577 h 585693"/>
                <a:gd name="connsiteX41" fmla="*/ 270511 w 608814"/>
                <a:gd name="connsiteY41" fmla="*/ 251544 h 585693"/>
                <a:gd name="connsiteX42" fmla="*/ 252355 w 608814"/>
                <a:gd name="connsiteY42" fmla="*/ 262038 h 585693"/>
                <a:gd name="connsiteX43" fmla="*/ 253829 w 608814"/>
                <a:gd name="connsiteY43" fmla="*/ 276122 h 585693"/>
                <a:gd name="connsiteX44" fmla="*/ 252355 w 608814"/>
                <a:gd name="connsiteY44" fmla="*/ 290206 h 585693"/>
                <a:gd name="connsiteX45" fmla="*/ 270511 w 608814"/>
                <a:gd name="connsiteY45" fmla="*/ 300700 h 585693"/>
                <a:gd name="connsiteX46" fmla="*/ 278714 w 608814"/>
                <a:gd name="connsiteY46" fmla="*/ 325094 h 585693"/>
                <a:gd name="connsiteX47" fmla="*/ 258253 w 608814"/>
                <a:gd name="connsiteY47" fmla="*/ 321136 h 585693"/>
                <a:gd name="connsiteX48" fmla="*/ 195858 w 608814"/>
                <a:gd name="connsiteY48" fmla="*/ 321136 h 585693"/>
                <a:gd name="connsiteX49" fmla="*/ 212171 w 608814"/>
                <a:gd name="connsiteY49" fmla="*/ 276122 h 585693"/>
                <a:gd name="connsiteX50" fmla="*/ 140191 w 608814"/>
                <a:gd name="connsiteY50" fmla="*/ 204320 h 585693"/>
                <a:gd name="connsiteX51" fmla="*/ 68304 w 608814"/>
                <a:gd name="connsiteY51" fmla="*/ 276122 h 585693"/>
                <a:gd name="connsiteX52" fmla="*/ 140191 w 608814"/>
                <a:gd name="connsiteY52" fmla="*/ 348016 h 585693"/>
                <a:gd name="connsiteX53" fmla="*/ 148486 w 608814"/>
                <a:gd name="connsiteY53" fmla="*/ 347095 h 585693"/>
                <a:gd name="connsiteX54" fmla="*/ 140099 w 608814"/>
                <a:gd name="connsiteY54" fmla="*/ 376000 h 585693"/>
                <a:gd name="connsiteX55" fmla="*/ 140099 w 608814"/>
                <a:gd name="connsiteY55" fmla="*/ 420922 h 585693"/>
                <a:gd name="connsiteX56" fmla="*/ 116229 w 608814"/>
                <a:gd name="connsiteY56" fmla="*/ 420922 h 585693"/>
                <a:gd name="connsiteX57" fmla="*/ 96413 w 608814"/>
                <a:gd name="connsiteY57" fmla="*/ 401131 h 585693"/>
                <a:gd name="connsiteX58" fmla="*/ 96413 w 608814"/>
                <a:gd name="connsiteY58" fmla="*/ 380787 h 585693"/>
                <a:gd name="connsiteX59" fmla="*/ 71806 w 608814"/>
                <a:gd name="connsiteY59" fmla="*/ 366150 h 585693"/>
                <a:gd name="connsiteX60" fmla="*/ 53742 w 608814"/>
                <a:gd name="connsiteY60" fmla="*/ 376552 h 585693"/>
                <a:gd name="connsiteX61" fmla="*/ 38719 w 608814"/>
                <a:gd name="connsiteY61" fmla="*/ 378577 h 585693"/>
                <a:gd name="connsiteX62" fmla="*/ 26738 w 608814"/>
                <a:gd name="connsiteY62" fmla="*/ 369372 h 585693"/>
                <a:gd name="connsiteX63" fmla="*/ 2683 w 608814"/>
                <a:gd name="connsiteY63" fmla="*/ 327764 h 585693"/>
                <a:gd name="connsiteX64" fmla="*/ 9872 w 608814"/>
                <a:gd name="connsiteY64" fmla="*/ 300700 h 585693"/>
                <a:gd name="connsiteX65" fmla="*/ 28120 w 608814"/>
                <a:gd name="connsiteY65" fmla="*/ 290206 h 585693"/>
                <a:gd name="connsiteX66" fmla="*/ 26645 w 608814"/>
                <a:gd name="connsiteY66" fmla="*/ 276122 h 585693"/>
                <a:gd name="connsiteX67" fmla="*/ 28120 w 608814"/>
                <a:gd name="connsiteY67" fmla="*/ 262038 h 585693"/>
                <a:gd name="connsiteX68" fmla="*/ 9872 w 608814"/>
                <a:gd name="connsiteY68" fmla="*/ 251544 h 585693"/>
                <a:gd name="connsiteX69" fmla="*/ 2683 w 608814"/>
                <a:gd name="connsiteY69" fmla="*/ 224572 h 585693"/>
                <a:gd name="connsiteX70" fmla="*/ 26738 w 608814"/>
                <a:gd name="connsiteY70" fmla="*/ 182964 h 585693"/>
                <a:gd name="connsiteX71" fmla="*/ 38719 w 608814"/>
                <a:gd name="connsiteY71" fmla="*/ 173759 h 585693"/>
                <a:gd name="connsiteX72" fmla="*/ 53742 w 608814"/>
                <a:gd name="connsiteY72" fmla="*/ 175692 h 585693"/>
                <a:gd name="connsiteX73" fmla="*/ 71806 w 608814"/>
                <a:gd name="connsiteY73" fmla="*/ 186094 h 585693"/>
                <a:gd name="connsiteX74" fmla="*/ 96413 w 608814"/>
                <a:gd name="connsiteY74" fmla="*/ 171457 h 585693"/>
                <a:gd name="connsiteX75" fmla="*/ 96413 w 608814"/>
                <a:gd name="connsiteY75" fmla="*/ 151113 h 585693"/>
                <a:gd name="connsiteX76" fmla="*/ 116229 w 608814"/>
                <a:gd name="connsiteY76" fmla="*/ 131322 h 585693"/>
                <a:gd name="connsiteX77" fmla="*/ 445756 w 608814"/>
                <a:gd name="connsiteY77" fmla="*/ 83476 h 585693"/>
                <a:gd name="connsiteX78" fmla="*/ 414140 w 608814"/>
                <a:gd name="connsiteY78" fmla="*/ 115044 h 585693"/>
                <a:gd name="connsiteX79" fmla="*/ 445756 w 608814"/>
                <a:gd name="connsiteY79" fmla="*/ 146520 h 585693"/>
                <a:gd name="connsiteX80" fmla="*/ 477371 w 608814"/>
                <a:gd name="connsiteY80" fmla="*/ 115044 h 585693"/>
                <a:gd name="connsiteX81" fmla="*/ 445756 w 608814"/>
                <a:gd name="connsiteY81" fmla="*/ 83476 h 585693"/>
                <a:gd name="connsiteX82" fmla="*/ 426676 w 608814"/>
                <a:gd name="connsiteY82" fmla="*/ 0 h 585693"/>
                <a:gd name="connsiteX83" fmla="*/ 464835 w 608814"/>
                <a:gd name="connsiteY83" fmla="*/ 0 h 585693"/>
                <a:gd name="connsiteX84" fmla="*/ 480597 w 608814"/>
                <a:gd name="connsiteY84" fmla="*/ 15738 h 585693"/>
                <a:gd name="connsiteX85" fmla="*/ 480597 w 608814"/>
                <a:gd name="connsiteY85" fmla="*/ 31936 h 585693"/>
                <a:gd name="connsiteX86" fmla="*/ 500138 w 608814"/>
                <a:gd name="connsiteY86" fmla="*/ 43533 h 585693"/>
                <a:gd name="connsiteX87" fmla="*/ 514425 w 608814"/>
                <a:gd name="connsiteY87" fmla="*/ 35249 h 585693"/>
                <a:gd name="connsiteX88" fmla="*/ 535901 w 608814"/>
                <a:gd name="connsiteY88" fmla="*/ 40956 h 585693"/>
                <a:gd name="connsiteX89" fmla="*/ 554981 w 608814"/>
                <a:gd name="connsiteY89" fmla="*/ 73996 h 585693"/>
                <a:gd name="connsiteX90" fmla="*/ 556640 w 608814"/>
                <a:gd name="connsiteY90" fmla="*/ 85961 h 585693"/>
                <a:gd name="connsiteX91" fmla="*/ 549266 w 608814"/>
                <a:gd name="connsiteY91" fmla="*/ 95440 h 585693"/>
                <a:gd name="connsiteX92" fmla="*/ 534887 w 608814"/>
                <a:gd name="connsiteY92" fmla="*/ 103815 h 585693"/>
                <a:gd name="connsiteX93" fmla="*/ 535993 w 608814"/>
                <a:gd name="connsiteY93" fmla="*/ 115044 h 585693"/>
                <a:gd name="connsiteX94" fmla="*/ 535717 w 608814"/>
                <a:gd name="connsiteY94" fmla="*/ 117621 h 585693"/>
                <a:gd name="connsiteX95" fmla="*/ 521153 w 608814"/>
                <a:gd name="connsiteY95" fmla="*/ 117621 h 585693"/>
                <a:gd name="connsiteX96" fmla="*/ 466126 w 608814"/>
                <a:gd name="connsiteY96" fmla="*/ 172565 h 585693"/>
                <a:gd name="connsiteX97" fmla="*/ 466126 w 608814"/>
                <a:gd name="connsiteY97" fmla="*/ 229719 h 585693"/>
                <a:gd name="connsiteX98" fmla="*/ 466126 w 608814"/>
                <a:gd name="connsiteY98" fmla="*/ 242604 h 585693"/>
                <a:gd name="connsiteX99" fmla="*/ 453590 w 608814"/>
                <a:gd name="connsiteY99" fmla="*/ 229995 h 585693"/>
                <a:gd name="connsiteX100" fmla="*/ 421330 w 608814"/>
                <a:gd name="connsiteY100" fmla="*/ 219319 h 585693"/>
                <a:gd name="connsiteX101" fmla="*/ 411928 w 608814"/>
                <a:gd name="connsiteY101" fmla="*/ 219319 h 585693"/>
                <a:gd name="connsiteX102" fmla="*/ 410914 w 608814"/>
                <a:gd name="connsiteY102" fmla="*/ 214257 h 585693"/>
                <a:gd name="connsiteX103" fmla="*/ 410914 w 608814"/>
                <a:gd name="connsiteY103" fmla="*/ 198059 h 585693"/>
                <a:gd name="connsiteX104" fmla="*/ 391373 w 608814"/>
                <a:gd name="connsiteY104" fmla="*/ 186463 h 585693"/>
                <a:gd name="connsiteX105" fmla="*/ 377086 w 608814"/>
                <a:gd name="connsiteY105" fmla="*/ 194746 h 585693"/>
                <a:gd name="connsiteX106" fmla="*/ 365104 w 608814"/>
                <a:gd name="connsiteY106" fmla="*/ 196310 h 585693"/>
                <a:gd name="connsiteX107" fmla="*/ 355610 w 608814"/>
                <a:gd name="connsiteY107" fmla="*/ 189040 h 585693"/>
                <a:gd name="connsiteX108" fmla="*/ 336530 w 608814"/>
                <a:gd name="connsiteY108" fmla="*/ 155999 h 585693"/>
                <a:gd name="connsiteX109" fmla="*/ 342245 w 608814"/>
                <a:gd name="connsiteY109" fmla="*/ 134463 h 585693"/>
                <a:gd name="connsiteX110" fmla="*/ 356716 w 608814"/>
                <a:gd name="connsiteY110" fmla="*/ 126180 h 585693"/>
                <a:gd name="connsiteX111" fmla="*/ 355518 w 608814"/>
                <a:gd name="connsiteY111" fmla="*/ 115044 h 585693"/>
                <a:gd name="connsiteX112" fmla="*/ 356716 w 608814"/>
                <a:gd name="connsiteY112" fmla="*/ 103815 h 585693"/>
                <a:gd name="connsiteX113" fmla="*/ 342245 w 608814"/>
                <a:gd name="connsiteY113" fmla="*/ 95440 h 585693"/>
                <a:gd name="connsiteX114" fmla="*/ 336530 w 608814"/>
                <a:gd name="connsiteY114" fmla="*/ 73996 h 585693"/>
                <a:gd name="connsiteX115" fmla="*/ 355610 w 608814"/>
                <a:gd name="connsiteY115" fmla="*/ 40956 h 585693"/>
                <a:gd name="connsiteX116" fmla="*/ 365104 w 608814"/>
                <a:gd name="connsiteY116" fmla="*/ 33685 h 585693"/>
                <a:gd name="connsiteX117" fmla="*/ 377086 w 608814"/>
                <a:gd name="connsiteY117" fmla="*/ 35249 h 585693"/>
                <a:gd name="connsiteX118" fmla="*/ 391373 w 608814"/>
                <a:gd name="connsiteY118" fmla="*/ 43533 h 585693"/>
                <a:gd name="connsiteX119" fmla="*/ 410914 w 608814"/>
                <a:gd name="connsiteY119" fmla="*/ 31936 h 585693"/>
                <a:gd name="connsiteX120" fmla="*/ 410914 w 608814"/>
                <a:gd name="connsiteY120" fmla="*/ 15738 h 585693"/>
                <a:gd name="connsiteX121" fmla="*/ 426676 w 608814"/>
                <a:gd name="connsiteY121" fmla="*/ 0 h 5856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Lst>
              <a:rect l="l" t="t" r="r" b="b"/>
              <a:pathLst>
                <a:path w="608814" h="585693">
                  <a:moveTo>
                    <a:pt x="195114" y="351627"/>
                  </a:moveTo>
                  <a:lnTo>
                    <a:pt x="258290" y="351627"/>
                  </a:lnTo>
                  <a:cubicBezTo>
                    <a:pt x="271848" y="351627"/>
                    <a:pt x="282731" y="362580"/>
                    <a:pt x="282731" y="376018"/>
                  </a:cubicBezTo>
                  <a:lnTo>
                    <a:pt x="282731" y="561210"/>
                  </a:lnTo>
                  <a:cubicBezTo>
                    <a:pt x="282731" y="574740"/>
                    <a:pt x="271848" y="585693"/>
                    <a:pt x="258290" y="585693"/>
                  </a:cubicBezTo>
                  <a:lnTo>
                    <a:pt x="195114" y="585693"/>
                  </a:lnTo>
                  <a:cubicBezTo>
                    <a:pt x="181556" y="585693"/>
                    <a:pt x="170673" y="574740"/>
                    <a:pt x="170673" y="561210"/>
                  </a:cubicBezTo>
                  <a:lnTo>
                    <a:pt x="170673" y="376018"/>
                  </a:lnTo>
                  <a:cubicBezTo>
                    <a:pt x="170673" y="362580"/>
                    <a:pt x="181556" y="351627"/>
                    <a:pt x="195114" y="351627"/>
                  </a:cubicBezTo>
                  <a:close/>
                  <a:moveTo>
                    <a:pt x="358100" y="249872"/>
                  </a:moveTo>
                  <a:lnTo>
                    <a:pt x="421316" y="249872"/>
                  </a:lnTo>
                  <a:cubicBezTo>
                    <a:pt x="434771" y="249872"/>
                    <a:pt x="445737" y="260735"/>
                    <a:pt x="445737" y="274267"/>
                  </a:cubicBezTo>
                  <a:lnTo>
                    <a:pt x="445737" y="561206"/>
                  </a:lnTo>
                  <a:cubicBezTo>
                    <a:pt x="445737" y="574738"/>
                    <a:pt x="434771" y="585693"/>
                    <a:pt x="421316" y="585693"/>
                  </a:cubicBezTo>
                  <a:lnTo>
                    <a:pt x="358100" y="585693"/>
                  </a:lnTo>
                  <a:cubicBezTo>
                    <a:pt x="344645" y="585693"/>
                    <a:pt x="333679" y="574738"/>
                    <a:pt x="333679" y="561206"/>
                  </a:cubicBezTo>
                  <a:lnTo>
                    <a:pt x="333679" y="274267"/>
                  </a:lnTo>
                  <a:cubicBezTo>
                    <a:pt x="333679" y="260735"/>
                    <a:pt x="344645" y="249872"/>
                    <a:pt x="358100" y="249872"/>
                  </a:cubicBezTo>
                  <a:close/>
                  <a:moveTo>
                    <a:pt x="140260" y="224680"/>
                  </a:moveTo>
                  <a:cubicBezTo>
                    <a:pt x="168749" y="224680"/>
                    <a:pt x="191844" y="247711"/>
                    <a:pt x="191844" y="276122"/>
                  </a:cubicBezTo>
                  <a:cubicBezTo>
                    <a:pt x="191844" y="304533"/>
                    <a:pt x="168749" y="327564"/>
                    <a:pt x="140260" y="327564"/>
                  </a:cubicBezTo>
                  <a:cubicBezTo>
                    <a:pt x="111771" y="327564"/>
                    <a:pt x="88676" y="304533"/>
                    <a:pt x="88676" y="276122"/>
                  </a:cubicBezTo>
                  <a:cubicBezTo>
                    <a:pt x="88676" y="247711"/>
                    <a:pt x="111771" y="224680"/>
                    <a:pt x="140260" y="224680"/>
                  </a:cubicBezTo>
                  <a:close/>
                  <a:moveTo>
                    <a:pt x="521177" y="148117"/>
                  </a:moveTo>
                  <a:lnTo>
                    <a:pt x="584301" y="148117"/>
                  </a:lnTo>
                  <a:cubicBezTo>
                    <a:pt x="597848" y="148117"/>
                    <a:pt x="608814" y="159070"/>
                    <a:pt x="608814" y="172601"/>
                  </a:cubicBezTo>
                  <a:lnTo>
                    <a:pt x="608814" y="561209"/>
                  </a:lnTo>
                  <a:cubicBezTo>
                    <a:pt x="608814" y="574740"/>
                    <a:pt x="597848" y="585693"/>
                    <a:pt x="584301" y="585693"/>
                  </a:cubicBezTo>
                  <a:lnTo>
                    <a:pt x="521177" y="585693"/>
                  </a:lnTo>
                  <a:cubicBezTo>
                    <a:pt x="507722" y="585693"/>
                    <a:pt x="496756" y="574740"/>
                    <a:pt x="496756" y="561209"/>
                  </a:cubicBezTo>
                  <a:lnTo>
                    <a:pt x="496756" y="172601"/>
                  </a:lnTo>
                  <a:cubicBezTo>
                    <a:pt x="496756" y="159070"/>
                    <a:pt x="507722" y="148117"/>
                    <a:pt x="521177" y="148117"/>
                  </a:cubicBezTo>
                  <a:close/>
                  <a:moveTo>
                    <a:pt x="116229" y="131322"/>
                  </a:moveTo>
                  <a:lnTo>
                    <a:pt x="164246" y="131322"/>
                  </a:lnTo>
                  <a:cubicBezTo>
                    <a:pt x="175214" y="131322"/>
                    <a:pt x="184061" y="140159"/>
                    <a:pt x="184061" y="151113"/>
                  </a:cubicBezTo>
                  <a:lnTo>
                    <a:pt x="184061" y="171457"/>
                  </a:lnTo>
                  <a:cubicBezTo>
                    <a:pt x="193001" y="175231"/>
                    <a:pt x="201019" y="180386"/>
                    <a:pt x="208669" y="186094"/>
                  </a:cubicBezTo>
                  <a:lnTo>
                    <a:pt x="226641" y="175692"/>
                  </a:lnTo>
                  <a:cubicBezTo>
                    <a:pt x="236134" y="170261"/>
                    <a:pt x="248300" y="173482"/>
                    <a:pt x="253737" y="182964"/>
                  </a:cubicBezTo>
                  <a:lnTo>
                    <a:pt x="277792" y="224572"/>
                  </a:lnTo>
                  <a:cubicBezTo>
                    <a:pt x="280465" y="229083"/>
                    <a:pt x="281110" y="234514"/>
                    <a:pt x="279727" y="239577"/>
                  </a:cubicBezTo>
                  <a:cubicBezTo>
                    <a:pt x="278437" y="244640"/>
                    <a:pt x="275119" y="248966"/>
                    <a:pt x="270511" y="251544"/>
                  </a:cubicBezTo>
                  <a:lnTo>
                    <a:pt x="252355" y="262038"/>
                  </a:lnTo>
                  <a:cubicBezTo>
                    <a:pt x="253000" y="266733"/>
                    <a:pt x="253829" y="271335"/>
                    <a:pt x="253829" y="276122"/>
                  </a:cubicBezTo>
                  <a:cubicBezTo>
                    <a:pt x="253829" y="281001"/>
                    <a:pt x="253000" y="285604"/>
                    <a:pt x="252355" y="290206"/>
                  </a:cubicBezTo>
                  <a:lnTo>
                    <a:pt x="270511" y="300700"/>
                  </a:lnTo>
                  <a:cubicBezTo>
                    <a:pt x="279174" y="305671"/>
                    <a:pt x="282308" y="316165"/>
                    <a:pt x="278714" y="325094"/>
                  </a:cubicBezTo>
                  <a:cubicBezTo>
                    <a:pt x="272354" y="322609"/>
                    <a:pt x="265442" y="321136"/>
                    <a:pt x="258253" y="321136"/>
                  </a:cubicBezTo>
                  <a:lnTo>
                    <a:pt x="195858" y="321136"/>
                  </a:lnTo>
                  <a:cubicBezTo>
                    <a:pt x="205904" y="308709"/>
                    <a:pt x="212171" y="293244"/>
                    <a:pt x="212171" y="276122"/>
                  </a:cubicBezTo>
                  <a:cubicBezTo>
                    <a:pt x="212171" y="236539"/>
                    <a:pt x="179914" y="204320"/>
                    <a:pt x="140191" y="204320"/>
                  </a:cubicBezTo>
                  <a:cubicBezTo>
                    <a:pt x="100561" y="204320"/>
                    <a:pt x="68304" y="236539"/>
                    <a:pt x="68304" y="276122"/>
                  </a:cubicBezTo>
                  <a:cubicBezTo>
                    <a:pt x="68304" y="315797"/>
                    <a:pt x="100561" y="348016"/>
                    <a:pt x="140191" y="348016"/>
                  </a:cubicBezTo>
                  <a:cubicBezTo>
                    <a:pt x="143048" y="348016"/>
                    <a:pt x="145721" y="347463"/>
                    <a:pt x="148486" y="347095"/>
                  </a:cubicBezTo>
                  <a:cubicBezTo>
                    <a:pt x="143233" y="355564"/>
                    <a:pt x="140099" y="365414"/>
                    <a:pt x="140099" y="376000"/>
                  </a:cubicBezTo>
                  <a:lnTo>
                    <a:pt x="140099" y="420922"/>
                  </a:lnTo>
                  <a:lnTo>
                    <a:pt x="116229" y="420922"/>
                  </a:lnTo>
                  <a:cubicBezTo>
                    <a:pt x="105261" y="420922"/>
                    <a:pt x="96413" y="412085"/>
                    <a:pt x="96413" y="401131"/>
                  </a:cubicBezTo>
                  <a:lnTo>
                    <a:pt x="96413" y="380787"/>
                  </a:lnTo>
                  <a:cubicBezTo>
                    <a:pt x="87474" y="377013"/>
                    <a:pt x="79455" y="371950"/>
                    <a:pt x="71806" y="366150"/>
                  </a:cubicBezTo>
                  <a:lnTo>
                    <a:pt x="53742" y="376552"/>
                  </a:lnTo>
                  <a:cubicBezTo>
                    <a:pt x="49226" y="379222"/>
                    <a:pt x="43788" y="379866"/>
                    <a:pt x="38719" y="378577"/>
                  </a:cubicBezTo>
                  <a:cubicBezTo>
                    <a:pt x="33650" y="377197"/>
                    <a:pt x="29318" y="373883"/>
                    <a:pt x="26738" y="369372"/>
                  </a:cubicBezTo>
                  <a:lnTo>
                    <a:pt x="2683" y="327764"/>
                  </a:lnTo>
                  <a:cubicBezTo>
                    <a:pt x="-2847" y="318282"/>
                    <a:pt x="471" y="306131"/>
                    <a:pt x="9872" y="300700"/>
                  </a:cubicBezTo>
                  <a:lnTo>
                    <a:pt x="28120" y="290206"/>
                  </a:lnTo>
                  <a:cubicBezTo>
                    <a:pt x="27475" y="285604"/>
                    <a:pt x="26645" y="281001"/>
                    <a:pt x="26645" y="276122"/>
                  </a:cubicBezTo>
                  <a:cubicBezTo>
                    <a:pt x="26645" y="271335"/>
                    <a:pt x="27475" y="266733"/>
                    <a:pt x="28120" y="262038"/>
                  </a:cubicBezTo>
                  <a:lnTo>
                    <a:pt x="9872" y="251544"/>
                  </a:lnTo>
                  <a:cubicBezTo>
                    <a:pt x="471" y="246113"/>
                    <a:pt x="-2847" y="233962"/>
                    <a:pt x="2683" y="224572"/>
                  </a:cubicBezTo>
                  <a:lnTo>
                    <a:pt x="26738" y="182964"/>
                  </a:lnTo>
                  <a:cubicBezTo>
                    <a:pt x="29318" y="178361"/>
                    <a:pt x="33650" y="175139"/>
                    <a:pt x="38719" y="173759"/>
                  </a:cubicBezTo>
                  <a:cubicBezTo>
                    <a:pt x="43788" y="172378"/>
                    <a:pt x="49226" y="173114"/>
                    <a:pt x="53742" y="175692"/>
                  </a:cubicBezTo>
                  <a:lnTo>
                    <a:pt x="71806" y="186094"/>
                  </a:lnTo>
                  <a:cubicBezTo>
                    <a:pt x="79455" y="180386"/>
                    <a:pt x="87474" y="175231"/>
                    <a:pt x="96413" y="171457"/>
                  </a:cubicBezTo>
                  <a:lnTo>
                    <a:pt x="96413" y="151113"/>
                  </a:lnTo>
                  <a:cubicBezTo>
                    <a:pt x="96413" y="140159"/>
                    <a:pt x="105261" y="131322"/>
                    <a:pt x="116229" y="131322"/>
                  </a:cubicBezTo>
                  <a:close/>
                  <a:moveTo>
                    <a:pt x="445756" y="83476"/>
                  </a:moveTo>
                  <a:cubicBezTo>
                    <a:pt x="428335" y="83476"/>
                    <a:pt x="414140" y="97557"/>
                    <a:pt x="414140" y="115044"/>
                  </a:cubicBezTo>
                  <a:cubicBezTo>
                    <a:pt x="414140" y="132438"/>
                    <a:pt x="428335" y="146520"/>
                    <a:pt x="445756" y="146520"/>
                  </a:cubicBezTo>
                  <a:cubicBezTo>
                    <a:pt x="463176" y="146520"/>
                    <a:pt x="477371" y="132438"/>
                    <a:pt x="477371" y="115044"/>
                  </a:cubicBezTo>
                  <a:cubicBezTo>
                    <a:pt x="477371" y="97557"/>
                    <a:pt x="463176" y="83476"/>
                    <a:pt x="445756" y="83476"/>
                  </a:cubicBezTo>
                  <a:close/>
                  <a:moveTo>
                    <a:pt x="426676" y="0"/>
                  </a:moveTo>
                  <a:lnTo>
                    <a:pt x="464835" y="0"/>
                  </a:lnTo>
                  <a:cubicBezTo>
                    <a:pt x="473500" y="0"/>
                    <a:pt x="480597" y="7087"/>
                    <a:pt x="480597" y="15738"/>
                  </a:cubicBezTo>
                  <a:lnTo>
                    <a:pt x="480597" y="31936"/>
                  </a:lnTo>
                  <a:cubicBezTo>
                    <a:pt x="487694" y="34881"/>
                    <a:pt x="494054" y="38931"/>
                    <a:pt x="500138" y="43533"/>
                  </a:cubicBezTo>
                  <a:lnTo>
                    <a:pt x="514425" y="35249"/>
                  </a:lnTo>
                  <a:cubicBezTo>
                    <a:pt x="521983" y="30924"/>
                    <a:pt x="531569" y="33501"/>
                    <a:pt x="535901" y="40956"/>
                  </a:cubicBezTo>
                  <a:lnTo>
                    <a:pt x="554981" y="73996"/>
                  </a:lnTo>
                  <a:cubicBezTo>
                    <a:pt x="557101" y="77585"/>
                    <a:pt x="557654" y="81911"/>
                    <a:pt x="556640" y="85961"/>
                  </a:cubicBezTo>
                  <a:cubicBezTo>
                    <a:pt x="555534" y="89918"/>
                    <a:pt x="552861" y="93415"/>
                    <a:pt x="549266" y="95440"/>
                  </a:cubicBezTo>
                  <a:lnTo>
                    <a:pt x="534887" y="103815"/>
                  </a:lnTo>
                  <a:cubicBezTo>
                    <a:pt x="535348" y="107497"/>
                    <a:pt x="535993" y="111178"/>
                    <a:pt x="535993" y="115044"/>
                  </a:cubicBezTo>
                  <a:cubicBezTo>
                    <a:pt x="535993" y="115872"/>
                    <a:pt x="535809" y="116700"/>
                    <a:pt x="535717" y="117621"/>
                  </a:cubicBezTo>
                  <a:lnTo>
                    <a:pt x="521153" y="117621"/>
                  </a:lnTo>
                  <a:cubicBezTo>
                    <a:pt x="490828" y="117621"/>
                    <a:pt x="466126" y="142286"/>
                    <a:pt x="466126" y="172565"/>
                  </a:cubicBezTo>
                  <a:lnTo>
                    <a:pt x="466126" y="229719"/>
                  </a:lnTo>
                  <a:lnTo>
                    <a:pt x="466126" y="242604"/>
                  </a:lnTo>
                  <a:cubicBezTo>
                    <a:pt x="462715" y="237726"/>
                    <a:pt x="458383" y="233493"/>
                    <a:pt x="453590" y="229995"/>
                  </a:cubicBezTo>
                  <a:cubicBezTo>
                    <a:pt x="444465" y="223369"/>
                    <a:pt x="433404" y="219319"/>
                    <a:pt x="421330" y="219319"/>
                  </a:cubicBezTo>
                  <a:lnTo>
                    <a:pt x="411928" y="219319"/>
                  </a:lnTo>
                  <a:cubicBezTo>
                    <a:pt x="411375" y="217755"/>
                    <a:pt x="410914" y="216098"/>
                    <a:pt x="410914" y="214257"/>
                  </a:cubicBezTo>
                  <a:lnTo>
                    <a:pt x="410914" y="198059"/>
                  </a:lnTo>
                  <a:cubicBezTo>
                    <a:pt x="403817" y="195114"/>
                    <a:pt x="397457" y="191064"/>
                    <a:pt x="391373" y="186463"/>
                  </a:cubicBezTo>
                  <a:lnTo>
                    <a:pt x="377086" y="194746"/>
                  </a:lnTo>
                  <a:cubicBezTo>
                    <a:pt x="373492" y="196863"/>
                    <a:pt x="369160" y="197415"/>
                    <a:pt x="365104" y="196310"/>
                  </a:cubicBezTo>
                  <a:cubicBezTo>
                    <a:pt x="361140" y="195206"/>
                    <a:pt x="357638" y="192629"/>
                    <a:pt x="355610" y="189040"/>
                  </a:cubicBezTo>
                  <a:lnTo>
                    <a:pt x="336530" y="155999"/>
                  </a:lnTo>
                  <a:cubicBezTo>
                    <a:pt x="332198" y="148452"/>
                    <a:pt x="334687" y="138881"/>
                    <a:pt x="342245" y="134463"/>
                  </a:cubicBezTo>
                  <a:lnTo>
                    <a:pt x="356716" y="126180"/>
                  </a:lnTo>
                  <a:cubicBezTo>
                    <a:pt x="356163" y="122498"/>
                    <a:pt x="355518" y="118817"/>
                    <a:pt x="355518" y="115044"/>
                  </a:cubicBezTo>
                  <a:cubicBezTo>
                    <a:pt x="355518" y="111178"/>
                    <a:pt x="356163" y="107497"/>
                    <a:pt x="356716" y="103815"/>
                  </a:cubicBezTo>
                  <a:lnTo>
                    <a:pt x="342245" y="95440"/>
                  </a:lnTo>
                  <a:cubicBezTo>
                    <a:pt x="334687" y="91115"/>
                    <a:pt x="332198" y="81543"/>
                    <a:pt x="336530" y="73996"/>
                  </a:cubicBezTo>
                  <a:lnTo>
                    <a:pt x="355610" y="40956"/>
                  </a:lnTo>
                  <a:cubicBezTo>
                    <a:pt x="357638" y="37366"/>
                    <a:pt x="361140" y="34789"/>
                    <a:pt x="365104" y="33685"/>
                  </a:cubicBezTo>
                  <a:cubicBezTo>
                    <a:pt x="369160" y="32580"/>
                    <a:pt x="373492" y="33133"/>
                    <a:pt x="377086" y="35249"/>
                  </a:cubicBezTo>
                  <a:lnTo>
                    <a:pt x="391373" y="43533"/>
                  </a:lnTo>
                  <a:cubicBezTo>
                    <a:pt x="397457" y="38931"/>
                    <a:pt x="403817" y="34881"/>
                    <a:pt x="410914" y="31936"/>
                  </a:cubicBezTo>
                  <a:lnTo>
                    <a:pt x="410914" y="15738"/>
                  </a:lnTo>
                  <a:cubicBezTo>
                    <a:pt x="410914" y="7087"/>
                    <a:pt x="418011" y="0"/>
                    <a:pt x="426676" y="0"/>
                  </a:cubicBezTo>
                  <a:close/>
                </a:path>
              </a:pathLst>
            </a:custGeom>
            <a:solidFill>
              <a:schemeClr val="tx1">
                <a:lumMod val="50000"/>
                <a:lumOff val="50000"/>
              </a:schemeClr>
            </a:solidFill>
            <a:ln>
              <a:noFill/>
            </a:ln>
          </p:spPr>
          <p:txBody>
            <a:bodyPr/>
            <a:lstStyle/>
            <a:p>
              <a:endParaRPr lang="zh-CN" altLang="en-US"/>
            </a:p>
          </p:txBody>
        </p:sp>
        <p:sp>
          <p:nvSpPr>
            <p:cNvPr id="65" name="iṥḻíḓê"/>
            <p:cNvSpPr/>
            <p:nvPr/>
          </p:nvSpPr>
          <p:spPr bwMode="auto">
            <a:xfrm>
              <a:off x="1703540" y="3355375"/>
              <a:ext cx="567412" cy="566350"/>
            </a:xfrm>
            <a:custGeom>
              <a:avLst/>
              <a:gdLst>
                <a:gd name="connsiteX0" fmla="*/ 290910 w 605702"/>
                <a:gd name="connsiteY0" fmla="*/ 156336 h 604568"/>
                <a:gd name="connsiteX1" fmla="*/ 335849 w 605702"/>
                <a:gd name="connsiteY1" fmla="*/ 164992 h 604568"/>
                <a:gd name="connsiteX2" fmla="*/ 288310 w 605702"/>
                <a:gd name="connsiteY2" fmla="*/ 212456 h 604568"/>
                <a:gd name="connsiteX3" fmla="*/ 203632 w 605702"/>
                <a:gd name="connsiteY3" fmla="*/ 244717 h 604568"/>
                <a:gd name="connsiteX4" fmla="*/ 203632 w 605702"/>
                <a:gd name="connsiteY4" fmla="*/ 401388 h 604568"/>
                <a:gd name="connsiteX5" fmla="*/ 360547 w 605702"/>
                <a:gd name="connsiteY5" fmla="*/ 401388 h 604568"/>
                <a:gd name="connsiteX6" fmla="*/ 392859 w 605702"/>
                <a:gd name="connsiteY6" fmla="*/ 316749 h 604568"/>
                <a:gd name="connsiteX7" fmla="*/ 440397 w 605702"/>
                <a:gd name="connsiteY7" fmla="*/ 269284 h 604568"/>
                <a:gd name="connsiteX8" fmla="*/ 400287 w 605702"/>
                <a:gd name="connsiteY8" fmla="*/ 441065 h 604568"/>
                <a:gd name="connsiteX9" fmla="*/ 163892 w 605702"/>
                <a:gd name="connsiteY9" fmla="*/ 441065 h 604568"/>
                <a:gd name="connsiteX10" fmla="*/ 163892 w 605702"/>
                <a:gd name="connsiteY10" fmla="*/ 205040 h 604568"/>
                <a:gd name="connsiteX11" fmla="*/ 290910 w 605702"/>
                <a:gd name="connsiteY11" fmla="*/ 156336 h 604568"/>
                <a:gd name="connsiteX12" fmla="*/ 246542 w 605702"/>
                <a:gd name="connsiteY12" fmla="*/ 43775 h 604568"/>
                <a:gd name="connsiteX13" fmla="*/ 422196 w 605702"/>
                <a:gd name="connsiteY13" fmla="*/ 78723 h 604568"/>
                <a:gd name="connsiteX14" fmla="*/ 376794 w 605702"/>
                <a:gd name="connsiteY14" fmla="*/ 124054 h 604568"/>
                <a:gd name="connsiteX15" fmla="*/ 126109 w 605702"/>
                <a:gd name="connsiteY15" fmla="*/ 167345 h 604568"/>
                <a:gd name="connsiteX16" fmla="*/ 126109 w 605702"/>
                <a:gd name="connsiteY16" fmla="*/ 478820 h 604568"/>
                <a:gd name="connsiteX17" fmla="*/ 438073 w 605702"/>
                <a:gd name="connsiteY17" fmla="*/ 478820 h 604568"/>
                <a:gd name="connsiteX18" fmla="*/ 481432 w 605702"/>
                <a:gd name="connsiteY18" fmla="*/ 228527 h 604568"/>
                <a:gd name="connsiteX19" fmla="*/ 526741 w 605702"/>
                <a:gd name="connsiteY19" fmla="*/ 183011 h 604568"/>
                <a:gd name="connsiteX20" fmla="*/ 481432 w 605702"/>
                <a:gd name="connsiteY20" fmla="*/ 522111 h 604568"/>
                <a:gd name="connsiteX21" fmla="*/ 82657 w 605702"/>
                <a:gd name="connsiteY21" fmla="*/ 522111 h 604568"/>
                <a:gd name="connsiteX22" fmla="*/ 82657 w 605702"/>
                <a:gd name="connsiteY22" fmla="*/ 123961 h 604568"/>
                <a:gd name="connsiteX23" fmla="*/ 246542 w 605702"/>
                <a:gd name="connsiteY23" fmla="*/ 43775 h 604568"/>
                <a:gd name="connsiteX24" fmla="*/ 536061 w 605702"/>
                <a:gd name="connsiteY24" fmla="*/ 0 h 604568"/>
                <a:gd name="connsiteX25" fmla="*/ 544232 w 605702"/>
                <a:gd name="connsiteY25" fmla="*/ 61368 h 604568"/>
                <a:gd name="connsiteX26" fmla="*/ 605702 w 605702"/>
                <a:gd name="connsiteY26" fmla="*/ 69526 h 604568"/>
                <a:gd name="connsiteX27" fmla="*/ 524361 w 605702"/>
                <a:gd name="connsiteY27" fmla="*/ 150732 h 604568"/>
                <a:gd name="connsiteX28" fmla="*/ 498361 w 605702"/>
                <a:gd name="connsiteY28" fmla="*/ 147302 h 604568"/>
                <a:gd name="connsiteX29" fmla="*/ 337721 w 605702"/>
                <a:gd name="connsiteY29" fmla="*/ 307767 h 604568"/>
                <a:gd name="connsiteX30" fmla="*/ 339764 w 605702"/>
                <a:gd name="connsiteY30" fmla="*/ 323063 h 604568"/>
                <a:gd name="connsiteX31" fmla="*/ 282101 w 605702"/>
                <a:gd name="connsiteY31" fmla="*/ 380630 h 604568"/>
                <a:gd name="connsiteX32" fmla="*/ 224437 w 605702"/>
                <a:gd name="connsiteY32" fmla="*/ 323063 h 604568"/>
                <a:gd name="connsiteX33" fmla="*/ 282101 w 605702"/>
                <a:gd name="connsiteY33" fmla="*/ 265495 h 604568"/>
                <a:gd name="connsiteX34" fmla="*/ 297422 w 605702"/>
                <a:gd name="connsiteY34" fmla="*/ 267535 h 604568"/>
                <a:gd name="connsiteX35" fmla="*/ 458155 w 605702"/>
                <a:gd name="connsiteY35" fmla="*/ 107162 h 604568"/>
                <a:gd name="connsiteX36" fmla="*/ 454719 w 605702"/>
                <a:gd name="connsiteY36" fmla="*/ 81206 h 6045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605702" h="604568">
                  <a:moveTo>
                    <a:pt x="290910" y="156336"/>
                  </a:moveTo>
                  <a:cubicBezTo>
                    <a:pt x="306137" y="157147"/>
                    <a:pt x="321272" y="160032"/>
                    <a:pt x="335849" y="164992"/>
                  </a:cubicBezTo>
                  <a:lnTo>
                    <a:pt x="288310" y="212456"/>
                  </a:lnTo>
                  <a:cubicBezTo>
                    <a:pt x="257856" y="210695"/>
                    <a:pt x="226844" y="221449"/>
                    <a:pt x="203632" y="244717"/>
                  </a:cubicBezTo>
                  <a:cubicBezTo>
                    <a:pt x="160271" y="287918"/>
                    <a:pt x="160271" y="358187"/>
                    <a:pt x="203632" y="401388"/>
                  </a:cubicBezTo>
                  <a:cubicBezTo>
                    <a:pt x="246900" y="444680"/>
                    <a:pt x="317279" y="444680"/>
                    <a:pt x="360547" y="401388"/>
                  </a:cubicBezTo>
                  <a:cubicBezTo>
                    <a:pt x="383852" y="378211"/>
                    <a:pt x="394623" y="347156"/>
                    <a:pt x="392859" y="316749"/>
                  </a:cubicBezTo>
                  <a:lnTo>
                    <a:pt x="440397" y="269284"/>
                  </a:lnTo>
                  <a:cubicBezTo>
                    <a:pt x="460267" y="327595"/>
                    <a:pt x="446897" y="394620"/>
                    <a:pt x="400287" y="441065"/>
                  </a:cubicBezTo>
                  <a:cubicBezTo>
                    <a:pt x="335106" y="506236"/>
                    <a:pt x="229073" y="506236"/>
                    <a:pt x="163892" y="441065"/>
                  </a:cubicBezTo>
                  <a:cubicBezTo>
                    <a:pt x="98619" y="375987"/>
                    <a:pt x="98619" y="270118"/>
                    <a:pt x="163892" y="205040"/>
                  </a:cubicBezTo>
                  <a:cubicBezTo>
                    <a:pt x="198711" y="170137"/>
                    <a:pt x="245228" y="153902"/>
                    <a:pt x="290910" y="156336"/>
                  </a:cubicBezTo>
                  <a:close/>
                  <a:moveTo>
                    <a:pt x="246542" y="43775"/>
                  </a:moveTo>
                  <a:cubicBezTo>
                    <a:pt x="306463" y="36243"/>
                    <a:pt x="368345" y="47900"/>
                    <a:pt x="422196" y="78723"/>
                  </a:cubicBezTo>
                  <a:lnTo>
                    <a:pt x="376794" y="124054"/>
                  </a:lnTo>
                  <a:cubicBezTo>
                    <a:pt x="294811" y="85305"/>
                    <a:pt x="193980" y="99581"/>
                    <a:pt x="126109" y="167345"/>
                  </a:cubicBezTo>
                  <a:cubicBezTo>
                    <a:pt x="39948" y="253371"/>
                    <a:pt x="39948" y="392793"/>
                    <a:pt x="126109" y="478820"/>
                  </a:cubicBezTo>
                  <a:cubicBezTo>
                    <a:pt x="212271" y="564846"/>
                    <a:pt x="351912" y="564846"/>
                    <a:pt x="438073" y="478820"/>
                  </a:cubicBezTo>
                  <a:cubicBezTo>
                    <a:pt x="505944" y="411055"/>
                    <a:pt x="520428" y="310382"/>
                    <a:pt x="481432" y="228527"/>
                  </a:cubicBezTo>
                  <a:lnTo>
                    <a:pt x="526741" y="183011"/>
                  </a:lnTo>
                  <a:cubicBezTo>
                    <a:pt x="588484" y="290544"/>
                    <a:pt x="573350" y="430244"/>
                    <a:pt x="481432" y="522111"/>
                  </a:cubicBezTo>
                  <a:cubicBezTo>
                    <a:pt x="371316" y="632054"/>
                    <a:pt x="192866" y="632054"/>
                    <a:pt x="82657" y="522111"/>
                  </a:cubicBezTo>
                  <a:cubicBezTo>
                    <a:pt x="-27552" y="412168"/>
                    <a:pt x="-27552" y="233997"/>
                    <a:pt x="82657" y="123961"/>
                  </a:cubicBezTo>
                  <a:cubicBezTo>
                    <a:pt x="128662" y="78028"/>
                    <a:pt x="186622" y="51307"/>
                    <a:pt x="246542" y="43775"/>
                  </a:cubicBezTo>
                  <a:close/>
                  <a:moveTo>
                    <a:pt x="536061" y="0"/>
                  </a:moveTo>
                  <a:lnTo>
                    <a:pt x="544232" y="61368"/>
                  </a:lnTo>
                  <a:lnTo>
                    <a:pt x="605702" y="69526"/>
                  </a:lnTo>
                  <a:lnTo>
                    <a:pt x="524361" y="150732"/>
                  </a:lnTo>
                  <a:lnTo>
                    <a:pt x="498361" y="147302"/>
                  </a:lnTo>
                  <a:lnTo>
                    <a:pt x="337721" y="307767"/>
                  </a:lnTo>
                  <a:cubicBezTo>
                    <a:pt x="339021" y="312588"/>
                    <a:pt x="339764" y="317779"/>
                    <a:pt x="339764" y="323063"/>
                  </a:cubicBezTo>
                  <a:cubicBezTo>
                    <a:pt x="339764" y="354859"/>
                    <a:pt x="313950" y="380630"/>
                    <a:pt x="282101" y="380630"/>
                  </a:cubicBezTo>
                  <a:cubicBezTo>
                    <a:pt x="250251" y="380630"/>
                    <a:pt x="224437" y="354859"/>
                    <a:pt x="224437" y="323063"/>
                  </a:cubicBezTo>
                  <a:cubicBezTo>
                    <a:pt x="224437" y="291266"/>
                    <a:pt x="250251" y="265495"/>
                    <a:pt x="282101" y="265495"/>
                  </a:cubicBezTo>
                  <a:cubicBezTo>
                    <a:pt x="287393" y="265495"/>
                    <a:pt x="292500" y="266237"/>
                    <a:pt x="297422" y="267535"/>
                  </a:cubicBezTo>
                  <a:lnTo>
                    <a:pt x="458155" y="107162"/>
                  </a:lnTo>
                  <a:lnTo>
                    <a:pt x="454719" y="81206"/>
                  </a:lnTo>
                  <a:close/>
                </a:path>
              </a:pathLst>
            </a:custGeom>
            <a:solidFill>
              <a:schemeClr val="bg1"/>
            </a:solidFill>
            <a:ln>
              <a:noFill/>
            </a:ln>
          </p:spPr>
          <p:txBody>
            <a:bodyPr wrap="square" lIns="91440" tIns="45720" rIns="91440" bIns="45720">
              <a:normAutofit/>
            </a:bodyPr>
            <a:lstStyle/>
            <a:p>
              <a:endParaRPr lang="zh-CN" altLang="en-US"/>
            </a:p>
          </p:txBody>
        </p:sp>
        <p:sp>
          <p:nvSpPr>
            <p:cNvPr id="66" name="îsḻiḋè"/>
            <p:cNvSpPr/>
            <p:nvPr/>
          </p:nvSpPr>
          <p:spPr bwMode="auto">
            <a:xfrm>
              <a:off x="9921048" y="3390890"/>
              <a:ext cx="567412" cy="495320"/>
            </a:xfrm>
            <a:custGeom>
              <a:avLst/>
              <a:gdLst>
                <a:gd name="connsiteX0" fmla="*/ 424975 w 608697"/>
                <a:gd name="connsiteY0" fmla="*/ 168488 h 531358"/>
                <a:gd name="connsiteX1" fmla="*/ 387604 w 608697"/>
                <a:gd name="connsiteY1" fmla="*/ 205806 h 531358"/>
                <a:gd name="connsiteX2" fmla="*/ 424975 w 608697"/>
                <a:gd name="connsiteY2" fmla="*/ 243124 h 531358"/>
                <a:gd name="connsiteX3" fmla="*/ 462346 w 608697"/>
                <a:gd name="connsiteY3" fmla="*/ 205806 h 531358"/>
                <a:gd name="connsiteX4" fmla="*/ 424975 w 608697"/>
                <a:gd name="connsiteY4" fmla="*/ 168488 h 531358"/>
                <a:gd name="connsiteX5" fmla="*/ 287947 w 608697"/>
                <a:gd name="connsiteY5" fmla="*/ 168488 h 531358"/>
                <a:gd name="connsiteX6" fmla="*/ 250576 w 608697"/>
                <a:gd name="connsiteY6" fmla="*/ 205806 h 531358"/>
                <a:gd name="connsiteX7" fmla="*/ 287947 w 608697"/>
                <a:gd name="connsiteY7" fmla="*/ 243124 h 531358"/>
                <a:gd name="connsiteX8" fmla="*/ 325318 w 608697"/>
                <a:gd name="connsiteY8" fmla="*/ 205806 h 531358"/>
                <a:gd name="connsiteX9" fmla="*/ 287947 w 608697"/>
                <a:gd name="connsiteY9" fmla="*/ 168488 h 531358"/>
                <a:gd name="connsiteX10" fmla="*/ 102356 w 608697"/>
                <a:gd name="connsiteY10" fmla="*/ 121231 h 531358"/>
                <a:gd name="connsiteX11" fmla="*/ 98850 w 608697"/>
                <a:gd name="connsiteY11" fmla="*/ 127711 h 531358"/>
                <a:gd name="connsiteX12" fmla="*/ 76842 w 608697"/>
                <a:gd name="connsiteY12" fmla="*/ 217990 h 531358"/>
                <a:gd name="connsiteX13" fmla="*/ 98850 w 608697"/>
                <a:gd name="connsiteY13" fmla="*/ 308194 h 531358"/>
                <a:gd name="connsiteX14" fmla="*/ 157488 w 608697"/>
                <a:gd name="connsiteY14" fmla="*/ 380223 h 531358"/>
                <a:gd name="connsiteX15" fmla="*/ 344668 w 608697"/>
                <a:gd name="connsiteY15" fmla="*/ 444729 h 531358"/>
                <a:gd name="connsiteX16" fmla="*/ 370257 w 608697"/>
                <a:gd name="connsiteY16" fmla="*/ 443687 h 531358"/>
                <a:gd name="connsiteX17" fmla="*/ 236717 w 608697"/>
                <a:gd name="connsiteY17" fmla="*/ 477876 h 531358"/>
                <a:gd name="connsiteX18" fmla="*/ 198072 w 608697"/>
                <a:gd name="connsiteY18" fmla="*/ 475344 h 531358"/>
                <a:gd name="connsiteX19" fmla="*/ 82437 w 608697"/>
                <a:gd name="connsiteY19" fmla="*/ 531284 h 531358"/>
                <a:gd name="connsiteX20" fmla="*/ 81542 w 608697"/>
                <a:gd name="connsiteY20" fmla="*/ 531358 h 531358"/>
                <a:gd name="connsiteX21" fmla="*/ 75051 w 608697"/>
                <a:gd name="connsiteY21" fmla="*/ 527857 h 531358"/>
                <a:gd name="connsiteX22" fmla="*/ 74753 w 608697"/>
                <a:gd name="connsiteY22" fmla="*/ 519738 h 531358"/>
                <a:gd name="connsiteX23" fmla="*/ 88778 w 608697"/>
                <a:gd name="connsiteY23" fmla="*/ 435046 h 531358"/>
                <a:gd name="connsiteX24" fmla="*/ 0 w 608697"/>
                <a:gd name="connsiteY24" fmla="*/ 282198 h 531358"/>
                <a:gd name="connsiteX25" fmla="*/ 102356 w 608697"/>
                <a:gd name="connsiteY25" fmla="*/ 121231 h 531358"/>
                <a:gd name="connsiteX26" fmla="*/ 356424 w 608697"/>
                <a:gd name="connsiteY26" fmla="*/ 0 h 531358"/>
                <a:gd name="connsiteX27" fmla="*/ 608697 w 608697"/>
                <a:gd name="connsiteY27" fmla="*/ 211244 h 531358"/>
                <a:gd name="connsiteX28" fmla="*/ 518290 w 608697"/>
                <a:gd name="connsiteY28" fmla="*/ 373401 h 531358"/>
                <a:gd name="connsiteX29" fmla="*/ 531941 w 608697"/>
                <a:gd name="connsiteY29" fmla="*/ 441109 h 531358"/>
                <a:gd name="connsiteX30" fmla="*/ 531120 w 608697"/>
                <a:gd name="connsiteY30" fmla="*/ 465391 h 531358"/>
                <a:gd name="connsiteX31" fmla="*/ 511577 w 608697"/>
                <a:gd name="connsiteY31" fmla="*/ 475894 h 531358"/>
                <a:gd name="connsiteX32" fmla="*/ 509041 w 608697"/>
                <a:gd name="connsiteY32" fmla="*/ 475745 h 531358"/>
                <a:gd name="connsiteX33" fmla="*/ 391408 w 608697"/>
                <a:gd name="connsiteY33" fmla="*/ 420476 h 531358"/>
                <a:gd name="connsiteX34" fmla="*/ 356424 w 608697"/>
                <a:gd name="connsiteY34" fmla="*/ 422487 h 531358"/>
                <a:gd name="connsiteX35" fmla="*/ 104225 w 608697"/>
                <a:gd name="connsiteY35" fmla="*/ 211244 h 531358"/>
                <a:gd name="connsiteX36" fmla="*/ 356424 w 608697"/>
                <a:gd name="connsiteY36" fmla="*/ 0 h 5313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608697" h="531358">
                  <a:moveTo>
                    <a:pt x="424975" y="168488"/>
                  </a:moveTo>
                  <a:cubicBezTo>
                    <a:pt x="404312" y="168488"/>
                    <a:pt x="387604" y="185248"/>
                    <a:pt x="387604" y="205806"/>
                  </a:cubicBezTo>
                  <a:cubicBezTo>
                    <a:pt x="387604" y="226439"/>
                    <a:pt x="404312" y="243124"/>
                    <a:pt x="424975" y="243124"/>
                  </a:cubicBezTo>
                  <a:cubicBezTo>
                    <a:pt x="445562" y="243124"/>
                    <a:pt x="462346" y="226439"/>
                    <a:pt x="462346" y="205806"/>
                  </a:cubicBezTo>
                  <a:cubicBezTo>
                    <a:pt x="462346" y="185248"/>
                    <a:pt x="445637" y="168488"/>
                    <a:pt x="424975" y="168488"/>
                  </a:cubicBezTo>
                  <a:close/>
                  <a:moveTo>
                    <a:pt x="287947" y="168488"/>
                  </a:moveTo>
                  <a:cubicBezTo>
                    <a:pt x="267285" y="168488"/>
                    <a:pt x="250576" y="185248"/>
                    <a:pt x="250576" y="205806"/>
                  </a:cubicBezTo>
                  <a:cubicBezTo>
                    <a:pt x="250576" y="226439"/>
                    <a:pt x="267285" y="243124"/>
                    <a:pt x="287947" y="243124"/>
                  </a:cubicBezTo>
                  <a:cubicBezTo>
                    <a:pt x="308610" y="243124"/>
                    <a:pt x="325318" y="226439"/>
                    <a:pt x="325318" y="205806"/>
                  </a:cubicBezTo>
                  <a:cubicBezTo>
                    <a:pt x="325318" y="185248"/>
                    <a:pt x="308610" y="168488"/>
                    <a:pt x="287947" y="168488"/>
                  </a:cubicBezTo>
                  <a:close/>
                  <a:moveTo>
                    <a:pt x="102356" y="121231"/>
                  </a:moveTo>
                  <a:cubicBezTo>
                    <a:pt x="101162" y="123317"/>
                    <a:pt x="99969" y="125477"/>
                    <a:pt x="98850" y="127711"/>
                  </a:cubicBezTo>
                  <a:cubicBezTo>
                    <a:pt x="84227" y="156240"/>
                    <a:pt x="76842" y="186631"/>
                    <a:pt x="76842" y="217990"/>
                  </a:cubicBezTo>
                  <a:cubicBezTo>
                    <a:pt x="76842" y="249275"/>
                    <a:pt x="84227" y="279666"/>
                    <a:pt x="98850" y="308194"/>
                  </a:cubicBezTo>
                  <a:cubicBezTo>
                    <a:pt x="112726" y="335308"/>
                    <a:pt x="132496" y="359516"/>
                    <a:pt x="157488" y="380223"/>
                  </a:cubicBezTo>
                  <a:cubicBezTo>
                    <a:pt x="207845" y="421787"/>
                    <a:pt x="274317" y="444729"/>
                    <a:pt x="344668" y="444729"/>
                  </a:cubicBezTo>
                  <a:cubicBezTo>
                    <a:pt x="353173" y="444729"/>
                    <a:pt x="361752" y="444357"/>
                    <a:pt x="370257" y="443687"/>
                  </a:cubicBezTo>
                  <a:cubicBezTo>
                    <a:pt x="332209" y="465288"/>
                    <a:pt x="286254" y="477876"/>
                    <a:pt x="236717" y="477876"/>
                  </a:cubicBezTo>
                  <a:cubicBezTo>
                    <a:pt x="223736" y="477876"/>
                    <a:pt x="210755" y="477057"/>
                    <a:pt x="198072" y="475344"/>
                  </a:cubicBezTo>
                  <a:cubicBezTo>
                    <a:pt x="160397" y="499478"/>
                    <a:pt x="110637" y="528155"/>
                    <a:pt x="82437" y="531284"/>
                  </a:cubicBezTo>
                  <a:cubicBezTo>
                    <a:pt x="82138" y="531358"/>
                    <a:pt x="81840" y="531358"/>
                    <a:pt x="81542" y="531358"/>
                  </a:cubicBezTo>
                  <a:cubicBezTo>
                    <a:pt x="78930" y="531358"/>
                    <a:pt x="76469" y="530017"/>
                    <a:pt x="75051" y="527857"/>
                  </a:cubicBezTo>
                  <a:cubicBezTo>
                    <a:pt x="73410" y="525399"/>
                    <a:pt x="73335" y="522271"/>
                    <a:pt x="74753" y="519738"/>
                  </a:cubicBezTo>
                  <a:cubicBezTo>
                    <a:pt x="75051" y="519291"/>
                    <a:pt x="99223" y="476014"/>
                    <a:pt x="88778" y="435046"/>
                  </a:cubicBezTo>
                  <a:cubicBezTo>
                    <a:pt x="32303" y="397653"/>
                    <a:pt x="0" y="342160"/>
                    <a:pt x="0" y="282198"/>
                  </a:cubicBezTo>
                  <a:cubicBezTo>
                    <a:pt x="0" y="215532"/>
                    <a:pt x="40584" y="156538"/>
                    <a:pt x="102356" y="121231"/>
                  </a:cubicBezTo>
                  <a:close/>
                  <a:moveTo>
                    <a:pt x="356424" y="0"/>
                  </a:moveTo>
                  <a:cubicBezTo>
                    <a:pt x="495540" y="0"/>
                    <a:pt x="608697" y="94747"/>
                    <a:pt x="608697" y="211244"/>
                  </a:cubicBezTo>
                  <a:cubicBezTo>
                    <a:pt x="608697" y="274408"/>
                    <a:pt x="575802" y="333178"/>
                    <a:pt x="518290" y="373401"/>
                  </a:cubicBezTo>
                  <a:cubicBezTo>
                    <a:pt x="512845" y="406324"/>
                    <a:pt x="531717" y="440811"/>
                    <a:pt x="531941" y="441109"/>
                  </a:cubicBezTo>
                  <a:cubicBezTo>
                    <a:pt x="536267" y="448781"/>
                    <a:pt x="535969" y="458092"/>
                    <a:pt x="531120" y="465391"/>
                  </a:cubicBezTo>
                  <a:cubicBezTo>
                    <a:pt x="526794" y="472021"/>
                    <a:pt x="519484" y="475894"/>
                    <a:pt x="511577" y="475894"/>
                  </a:cubicBezTo>
                  <a:cubicBezTo>
                    <a:pt x="510756" y="475894"/>
                    <a:pt x="509936" y="475894"/>
                    <a:pt x="509041" y="475745"/>
                  </a:cubicBezTo>
                  <a:cubicBezTo>
                    <a:pt x="484574" y="473064"/>
                    <a:pt x="444966" y="454442"/>
                    <a:pt x="391408" y="420476"/>
                  </a:cubicBezTo>
                  <a:cubicBezTo>
                    <a:pt x="379920" y="421817"/>
                    <a:pt x="368135" y="422487"/>
                    <a:pt x="356424" y="422487"/>
                  </a:cubicBezTo>
                  <a:cubicBezTo>
                    <a:pt x="217382" y="422487"/>
                    <a:pt x="104225" y="327741"/>
                    <a:pt x="104225" y="211244"/>
                  </a:cubicBezTo>
                  <a:cubicBezTo>
                    <a:pt x="104225" y="94747"/>
                    <a:pt x="217382" y="0"/>
                    <a:pt x="356424" y="0"/>
                  </a:cubicBezTo>
                  <a:close/>
                </a:path>
              </a:pathLst>
            </a:custGeom>
            <a:solidFill>
              <a:schemeClr val="bg1"/>
            </a:solidFill>
            <a:ln>
              <a:noFill/>
            </a:ln>
          </p:spPr>
          <p:txBody>
            <a:bodyPr/>
            <a:lstStyle/>
            <a:p>
              <a:endParaRPr lang="zh-CN" altLang="en-US"/>
            </a:p>
          </p:txBody>
        </p:sp>
        <p:sp>
          <p:nvSpPr>
            <p:cNvPr id="67" name="îṥḷiḋè"/>
            <p:cNvSpPr/>
            <p:nvPr/>
          </p:nvSpPr>
          <p:spPr bwMode="auto">
            <a:xfrm>
              <a:off x="5778268" y="3381375"/>
              <a:ext cx="635464" cy="514350"/>
            </a:xfrm>
            <a:custGeom>
              <a:avLst/>
              <a:gdLst>
                <a:gd name="connsiteX0" fmla="*/ 355420 w 607568"/>
                <a:gd name="connsiteY0" fmla="*/ 250307 h 491771"/>
                <a:gd name="connsiteX1" fmla="*/ 352312 w 607568"/>
                <a:gd name="connsiteY1" fmla="*/ 251812 h 491771"/>
                <a:gd name="connsiteX2" fmla="*/ 321042 w 607568"/>
                <a:gd name="connsiteY2" fmla="*/ 289814 h 491771"/>
                <a:gd name="connsiteX3" fmla="*/ 321513 w 607568"/>
                <a:gd name="connsiteY3" fmla="*/ 295364 h 491771"/>
                <a:gd name="connsiteX4" fmla="*/ 369736 w 607568"/>
                <a:gd name="connsiteY4" fmla="*/ 338257 h 491771"/>
                <a:gd name="connsiteX5" fmla="*/ 371997 w 607568"/>
                <a:gd name="connsiteY5" fmla="*/ 339104 h 491771"/>
                <a:gd name="connsiteX6" fmla="*/ 373127 w 607568"/>
                <a:gd name="connsiteY6" fmla="*/ 338916 h 491771"/>
                <a:gd name="connsiteX7" fmla="*/ 375293 w 607568"/>
                <a:gd name="connsiteY7" fmla="*/ 336282 h 491771"/>
                <a:gd name="connsiteX8" fmla="*/ 383676 w 607568"/>
                <a:gd name="connsiteY8" fmla="*/ 279467 h 491771"/>
                <a:gd name="connsiteX9" fmla="*/ 376424 w 607568"/>
                <a:gd name="connsiteY9" fmla="*/ 263287 h 491771"/>
                <a:gd name="connsiteX10" fmla="*/ 357681 w 607568"/>
                <a:gd name="connsiteY10" fmla="*/ 250965 h 491771"/>
                <a:gd name="connsiteX11" fmla="*/ 355420 w 607568"/>
                <a:gd name="connsiteY11" fmla="*/ 250307 h 491771"/>
                <a:gd name="connsiteX12" fmla="*/ 258879 w 607568"/>
                <a:gd name="connsiteY12" fmla="*/ 250307 h 491771"/>
                <a:gd name="connsiteX13" fmla="*/ 256712 w 607568"/>
                <a:gd name="connsiteY13" fmla="*/ 250965 h 491771"/>
                <a:gd name="connsiteX14" fmla="*/ 237969 w 607568"/>
                <a:gd name="connsiteY14" fmla="*/ 263287 h 491771"/>
                <a:gd name="connsiteX15" fmla="*/ 230717 w 607568"/>
                <a:gd name="connsiteY15" fmla="*/ 279467 h 491771"/>
                <a:gd name="connsiteX16" fmla="*/ 239100 w 607568"/>
                <a:gd name="connsiteY16" fmla="*/ 336282 h 491771"/>
                <a:gd name="connsiteX17" fmla="*/ 241266 w 607568"/>
                <a:gd name="connsiteY17" fmla="*/ 338916 h 491771"/>
                <a:gd name="connsiteX18" fmla="*/ 242396 w 607568"/>
                <a:gd name="connsiteY18" fmla="*/ 339104 h 491771"/>
                <a:gd name="connsiteX19" fmla="*/ 244657 w 607568"/>
                <a:gd name="connsiteY19" fmla="*/ 338257 h 491771"/>
                <a:gd name="connsiteX20" fmla="*/ 292880 w 607568"/>
                <a:gd name="connsiteY20" fmla="*/ 295364 h 491771"/>
                <a:gd name="connsiteX21" fmla="*/ 293351 w 607568"/>
                <a:gd name="connsiteY21" fmla="*/ 289814 h 491771"/>
                <a:gd name="connsiteX22" fmla="*/ 261987 w 607568"/>
                <a:gd name="connsiteY22" fmla="*/ 251812 h 491771"/>
                <a:gd name="connsiteX23" fmla="*/ 258879 w 607568"/>
                <a:gd name="connsiteY23" fmla="*/ 250307 h 491771"/>
                <a:gd name="connsiteX24" fmla="*/ 500465 w 607568"/>
                <a:gd name="connsiteY24" fmla="*/ 66049 h 491771"/>
                <a:gd name="connsiteX25" fmla="*/ 565743 w 607568"/>
                <a:gd name="connsiteY25" fmla="*/ 130673 h 491771"/>
                <a:gd name="connsiteX26" fmla="*/ 566120 w 607568"/>
                <a:gd name="connsiteY26" fmla="*/ 130673 h 491771"/>
                <a:gd name="connsiteX27" fmla="*/ 580250 w 607568"/>
                <a:gd name="connsiteY27" fmla="*/ 160962 h 491771"/>
                <a:gd name="connsiteX28" fmla="*/ 560939 w 607568"/>
                <a:gd name="connsiteY28" fmla="*/ 182503 h 491771"/>
                <a:gd name="connsiteX29" fmla="*/ 531927 w 607568"/>
                <a:gd name="connsiteY29" fmla="*/ 223799 h 491771"/>
                <a:gd name="connsiteX30" fmla="*/ 528253 w 607568"/>
                <a:gd name="connsiteY30" fmla="*/ 234240 h 491771"/>
                <a:gd name="connsiteX31" fmla="*/ 530797 w 607568"/>
                <a:gd name="connsiteY31" fmla="*/ 246281 h 491771"/>
                <a:gd name="connsiteX32" fmla="*/ 545868 w 607568"/>
                <a:gd name="connsiteY32" fmla="*/ 261143 h 491771"/>
                <a:gd name="connsiteX33" fmla="*/ 558961 w 607568"/>
                <a:gd name="connsiteY33" fmla="*/ 263777 h 491771"/>
                <a:gd name="connsiteX34" fmla="*/ 597299 w 607568"/>
                <a:gd name="connsiteY34" fmla="*/ 301968 h 491771"/>
                <a:gd name="connsiteX35" fmla="*/ 607002 w 607568"/>
                <a:gd name="connsiteY35" fmla="*/ 350788 h 491771"/>
                <a:gd name="connsiteX36" fmla="*/ 601256 w 607568"/>
                <a:gd name="connsiteY36" fmla="*/ 373835 h 491771"/>
                <a:gd name="connsiteX37" fmla="*/ 579685 w 607568"/>
                <a:gd name="connsiteY37" fmla="*/ 384088 h 491771"/>
                <a:gd name="connsiteX38" fmla="*/ 490386 w 607568"/>
                <a:gd name="connsiteY38" fmla="*/ 384088 h 491771"/>
                <a:gd name="connsiteX39" fmla="*/ 467685 w 607568"/>
                <a:gd name="connsiteY39" fmla="*/ 310058 h 491771"/>
                <a:gd name="connsiteX40" fmla="*/ 431702 w 607568"/>
                <a:gd name="connsiteY40" fmla="*/ 267445 h 491771"/>
                <a:gd name="connsiteX41" fmla="*/ 441969 w 607568"/>
                <a:gd name="connsiteY41" fmla="*/ 263777 h 491771"/>
                <a:gd name="connsiteX42" fmla="*/ 455157 w 607568"/>
                <a:gd name="connsiteY42" fmla="*/ 261237 h 491771"/>
                <a:gd name="connsiteX43" fmla="*/ 470228 w 607568"/>
                <a:gd name="connsiteY43" fmla="*/ 246281 h 491771"/>
                <a:gd name="connsiteX44" fmla="*/ 472677 w 607568"/>
                <a:gd name="connsiteY44" fmla="*/ 234240 h 491771"/>
                <a:gd name="connsiteX45" fmla="*/ 469098 w 607568"/>
                <a:gd name="connsiteY45" fmla="*/ 223893 h 491771"/>
                <a:gd name="connsiteX46" fmla="*/ 439991 w 607568"/>
                <a:gd name="connsiteY46" fmla="*/ 182503 h 491771"/>
                <a:gd name="connsiteX47" fmla="*/ 426144 w 607568"/>
                <a:gd name="connsiteY47" fmla="*/ 172720 h 491771"/>
                <a:gd name="connsiteX48" fmla="*/ 441404 w 607568"/>
                <a:gd name="connsiteY48" fmla="*/ 143278 h 491771"/>
                <a:gd name="connsiteX49" fmla="*/ 439708 w 607568"/>
                <a:gd name="connsiteY49" fmla="*/ 107438 h 491771"/>
                <a:gd name="connsiteX50" fmla="*/ 500465 w 607568"/>
                <a:gd name="connsiteY50" fmla="*/ 66049 h 491771"/>
                <a:gd name="connsiteX51" fmla="*/ 107100 w 607568"/>
                <a:gd name="connsiteY51" fmla="*/ 66049 h 491771"/>
                <a:gd name="connsiteX52" fmla="*/ 171341 w 607568"/>
                <a:gd name="connsiteY52" fmla="*/ 123618 h 491771"/>
                <a:gd name="connsiteX53" fmla="*/ 172849 w 607568"/>
                <a:gd name="connsiteY53" fmla="*/ 143278 h 491771"/>
                <a:gd name="connsiteX54" fmla="*/ 184246 w 607568"/>
                <a:gd name="connsiteY54" fmla="*/ 168205 h 491771"/>
                <a:gd name="connsiteX55" fmla="*/ 167574 w 607568"/>
                <a:gd name="connsiteY55" fmla="*/ 182503 h 491771"/>
                <a:gd name="connsiteX56" fmla="*/ 138468 w 607568"/>
                <a:gd name="connsiteY56" fmla="*/ 223799 h 491771"/>
                <a:gd name="connsiteX57" fmla="*/ 134794 w 607568"/>
                <a:gd name="connsiteY57" fmla="*/ 234240 h 491771"/>
                <a:gd name="connsiteX58" fmla="*/ 137337 w 607568"/>
                <a:gd name="connsiteY58" fmla="*/ 246281 h 491771"/>
                <a:gd name="connsiteX59" fmla="*/ 152408 w 607568"/>
                <a:gd name="connsiteY59" fmla="*/ 261143 h 491771"/>
                <a:gd name="connsiteX60" fmla="*/ 165596 w 607568"/>
                <a:gd name="connsiteY60" fmla="*/ 263777 h 491771"/>
                <a:gd name="connsiteX61" fmla="*/ 179442 w 607568"/>
                <a:gd name="connsiteY61" fmla="*/ 268856 h 491771"/>
                <a:gd name="connsiteX62" fmla="*/ 146662 w 607568"/>
                <a:gd name="connsiteY62" fmla="*/ 310058 h 491771"/>
                <a:gd name="connsiteX63" fmla="*/ 123867 w 607568"/>
                <a:gd name="connsiteY63" fmla="*/ 384088 h 491771"/>
                <a:gd name="connsiteX64" fmla="*/ 27883 w 607568"/>
                <a:gd name="connsiteY64" fmla="*/ 384088 h 491771"/>
                <a:gd name="connsiteX65" fmla="*/ 6312 w 607568"/>
                <a:gd name="connsiteY65" fmla="*/ 373835 h 491771"/>
                <a:gd name="connsiteX66" fmla="*/ 566 w 607568"/>
                <a:gd name="connsiteY66" fmla="*/ 350788 h 491771"/>
                <a:gd name="connsiteX67" fmla="*/ 10268 w 607568"/>
                <a:gd name="connsiteY67" fmla="*/ 301968 h 491771"/>
                <a:gd name="connsiteX68" fmla="*/ 48606 w 607568"/>
                <a:gd name="connsiteY68" fmla="*/ 263777 h 491771"/>
                <a:gd name="connsiteX69" fmla="*/ 61699 w 607568"/>
                <a:gd name="connsiteY69" fmla="*/ 261237 h 491771"/>
                <a:gd name="connsiteX70" fmla="*/ 76770 w 607568"/>
                <a:gd name="connsiteY70" fmla="*/ 246281 h 491771"/>
                <a:gd name="connsiteX71" fmla="*/ 79313 w 607568"/>
                <a:gd name="connsiteY71" fmla="*/ 234240 h 491771"/>
                <a:gd name="connsiteX72" fmla="*/ 75639 w 607568"/>
                <a:gd name="connsiteY72" fmla="*/ 223893 h 491771"/>
                <a:gd name="connsiteX73" fmla="*/ 46628 w 607568"/>
                <a:gd name="connsiteY73" fmla="*/ 182503 h 491771"/>
                <a:gd name="connsiteX74" fmla="*/ 27318 w 607568"/>
                <a:gd name="connsiteY74" fmla="*/ 160962 h 491771"/>
                <a:gd name="connsiteX75" fmla="*/ 41447 w 607568"/>
                <a:gd name="connsiteY75" fmla="*/ 130673 h 491771"/>
                <a:gd name="connsiteX76" fmla="*/ 41824 w 607568"/>
                <a:gd name="connsiteY76" fmla="*/ 130673 h 491771"/>
                <a:gd name="connsiteX77" fmla="*/ 107100 w 607568"/>
                <a:gd name="connsiteY77" fmla="*/ 66049 h 491771"/>
                <a:gd name="connsiteX78" fmla="*/ 298626 w 607568"/>
                <a:gd name="connsiteY78" fmla="*/ 0 h 491771"/>
                <a:gd name="connsiteX79" fmla="*/ 315956 w 607568"/>
                <a:gd name="connsiteY79" fmla="*/ 0 h 491771"/>
                <a:gd name="connsiteX80" fmla="*/ 401854 w 607568"/>
                <a:gd name="connsiteY80" fmla="*/ 85787 h 491771"/>
                <a:gd name="connsiteX81" fmla="*/ 401854 w 607568"/>
                <a:gd name="connsiteY81" fmla="*/ 95476 h 491771"/>
                <a:gd name="connsiteX82" fmla="*/ 421633 w 607568"/>
                <a:gd name="connsiteY82" fmla="*/ 138840 h 491771"/>
                <a:gd name="connsiteX83" fmla="*/ 417960 w 607568"/>
                <a:gd name="connsiteY83" fmla="*/ 149281 h 491771"/>
                <a:gd name="connsiteX84" fmla="*/ 417112 w 607568"/>
                <a:gd name="connsiteY84" fmla="*/ 151068 h 491771"/>
                <a:gd name="connsiteX85" fmla="*/ 411273 w 607568"/>
                <a:gd name="connsiteY85" fmla="*/ 159534 h 491771"/>
                <a:gd name="connsiteX86" fmla="*/ 410896 w 607568"/>
                <a:gd name="connsiteY86" fmla="*/ 159910 h 491771"/>
                <a:gd name="connsiteX87" fmla="*/ 394037 w 607568"/>
                <a:gd name="connsiteY87" fmla="*/ 169787 h 491771"/>
                <a:gd name="connsiteX88" fmla="*/ 384900 w 607568"/>
                <a:gd name="connsiteY88" fmla="*/ 189541 h 491771"/>
                <a:gd name="connsiteX89" fmla="*/ 384712 w 607568"/>
                <a:gd name="connsiteY89" fmla="*/ 189823 h 491771"/>
                <a:gd name="connsiteX90" fmla="*/ 373316 w 607568"/>
                <a:gd name="connsiteY90" fmla="*/ 207131 h 491771"/>
                <a:gd name="connsiteX91" fmla="*/ 372750 w 607568"/>
                <a:gd name="connsiteY91" fmla="*/ 207789 h 491771"/>
                <a:gd name="connsiteX92" fmla="*/ 359847 w 607568"/>
                <a:gd name="connsiteY92" fmla="*/ 222275 h 491771"/>
                <a:gd name="connsiteX93" fmla="*/ 359188 w 607568"/>
                <a:gd name="connsiteY93" fmla="*/ 222934 h 491771"/>
                <a:gd name="connsiteX94" fmla="*/ 345154 w 607568"/>
                <a:gd name="connsiteY94" fmla="*/ 234598 h 491771"/>
                <a:gd name="connsiteX95" fmla="*/ 345625 w 607568"/>
                <a:gd name="connsiteY95" fmla="*/ 236855 h 491771"/>
                <a:gd name="connsiteX96" fmla="*/ 348639 w 607568"/>
                <a:gd name="connsiteY96" fmla="*/ 235538 h 491771"/>
                <a:gd name="connsiteX97" fmla="*/ 355514 w 607568"/>
                <a:gd name="connsiteY97" fmla="*/ 234033 h 491771"/>
                <a:gd name="connsiteX98" fmla="*/ 366628 w 607568"/>
                <a:gd name="connsiteY98" fmla="*/ 237326 h 491771"/>
                <a:gd name="connsiteX99" fmla="*/ 385371 w 607568"/>
                <a:gd name="connsiteY99" fmla="*/ 249648 h 491771"/>
                <a:gd name="connsiteX100" fmla="*/ 399876 w 607568"/>
                <a:gd name="connsiteY100" fmla="*/ 279373 h 491771"/>
                <a:gd name="connsiteX101" fmla="*/ 430016 w 607568"/>
                <a:gd name="connsiteY101" fmla="*/ 289814 h 491771"/>
                <a:gd name="connsiteX102" fmla="*/ 448382 w 607568"/>
                <a:gd name="connsiteY102" fmla="*/ 316058 h 491771"/>
                <a:gd name="connsiteX103" fmla="*/ 481630 w 607568"/>
                <a:gd name="connsiteY103" fmla="*/ 424515 h 491771"/>
                <a:gd name="connsiteX104" fmla="*/ 483891 w 607568"/>
                <a:gd name="connsiteY104" fmla="*/ 436461 h 491771"/>
                <a:gd name="connsiteX105" fmla="*/ 473718 w 607568"/>
                <a:gd name="connsiteY105" fmla="*/ 470700 h 491771"/>
                <a:gd name="connsiteX106" fmla="*/ 443956 w 607568"/>
                <a:gd name="connsiteY106" fmla="*/ 490360 h 491771"/>
                <a:gd name="connsiteX107" fmla="*/ 431805 w 607568"/>
                <a:gd name="connsiteY107" fmla="*/ 491771 h 491771"/>
                <a:gd name="connsiteX108" fmla="*/ 325375 w 607568"/>
                <a:gd name="connsiteY108" fmla="*/ 491771 h 491771"/>
                <a:gd name="connsiteX109" fmla="*/ 337430 w 607568"/>
                <a:gd name="connsiteY109" fmla="*/ 415296 h 491771"/>
                <a:gd name="connsiteX110" fmla="*/ 334605 w 607568"/>
                <a:gd name="connsiteY110" fmla="*/ 389052 h 491771"/>
                <a:gd name="connsiteX111" fmla="*/ 323962 w 607568"/>
                <a:gd name="connsiteY111" fmla="*/ 360927 h 491771"/>
                <a:gd name="connsiteX112" fmla="*/ 337430 w 607568"/>
                <a:gd name="connsiteY112" fmla="*/ 347476 h 491771"/>
                <a:gd name="connsiteX113" fmla="*/ 307196 w 607568"/>
                <a:gd name="connsiteY113" fmla="*/ 317281 h 491771"/>
                <a:gd name="connsiteX114" fmla="*/ 276868 w 607568"/>
                <a:gd name="connsiteY114" fmla="*/ 347476 h 491771"/>
                <a:gd name="connsiteX115" fmla="*/ 290337 w 607568"/>
                <a:gd name="connsiteY115" fmla="*/ 360927 h 491771"/>
                <a:gd name="connsiteX116" fmla="*/ 279694 w 607568"/>
                <a:gd name="connsiteY116" fmla="*/ 389052 h 491771"/>
                <a:gd name="connsiteX117" fmla="*/ 276963 w 607568"/>
                <a:gd name="connsiteY117" fmla="*/ 415296 h 491771"/>
                <a:gd name="connsiteX118" fmla="*/ 288736 w 607568"/>
                <a:gd name="connsiteY118" fmla="*/ 491771 h 491771"/>
                <a:gd name="connsiteX119" fmla="*/ 182493 w 607568"/>
                <a:gd name="connsiteY119" fmla="*/ 491771 h 491771"/>
                <a:gd name="connsiteX120" fmla="*/ 170437 w 607568"/>
                <a:gd name="connsiteY120" fmla="*/ 490360 h 491771"/>
                <a:gd name="connsiteX121" fmla="*/ 140675 w 607568"/>
                <a:gd name="connsiteY121" fmla="*/ 470700 h 491771"/>
                <a:gd name="connsiteX122" fmla="*/ 132669 w 607568"/>
                <a:gd name="connsiteY122" fmla="*/ 424515 h 491771"/>
                <a:gd name="connsiteX123" fmla="*/ 166011 w 607568"/>
                <a:gd name="connsiteY123" fmla="*/ 316058 h 491771"/>
                <a:gd name="connsiteX124" fmla="*/ 184377 w 607568"/>
                <a:gd name="connsiteY124" fmla="*/ 289814 h 491771"/>
                <a:gd name="connsiteX125" fmla="*/ 214517 w 607568"/>
                <a:gd name="connsiteY125" fmla="*/ 279373 h 491771"/>
                <a:gd name="connsiteX126" fmla="*/ 214517 w 607568"/>
                <a:gd name="connsiteY126" fmla="*/ 279279 h 491771"/>
                <a:gd name="connsiteX127" fmla="*/ 229022 w 607568"/>
                <a:gd name="connsiteY127" fmla="*/ 249648 h 491771"/>
                <a:gd name="connsiteX128" fmla="*/ 247765 w 607568"/>
                <a:gd name="connsiteY128" fmla="*/ 237326 h 491771"/>
                <a:gd name="connsiteX129" fmla="*/ 258879 w 607568"/>
                <a:gd name="connsiteY129" fmla="*/ 234033 h 491771"/>
                <a:gd name="connsiteX130" fmla="*/ 265754 w 607568"/>
                <a:gd name="connsiteY130" fmla="*/ 235538 h 491771"/>
                <a:gd name="connsiteX131" fmla="*/ 268768 w 607568"/>
                <a:gd name="connsiteY131" fmla="*/ 236855 h 491771"/>
                <a:gd name="connsiteX132" fmla="*/ 269239 w 607568"/>
                <a:gd name="connsiteY132" fmla="*/ 234598 h 491771"/>
                <a:gd name="connsiteX133" fmla="*/ 255205 w 607568"/>
                <a:gd name="connsiteY133" fmla="*/ 222934 h 491771"/>
                <a:gd name="connsiteX134" fmla="*/ 254546 w 607568"/>
                <a:gd name="connsiteY134" fmla="*/ 222275 h 491771"/>
                <a:gd name="connsiteX135" fmla="*/ 241548 w 607568"/>
                <a:gd name="connsiteY135" fmla="*/ 207789 h 491771"/>
                <a:gd name="connsiteX136" fmla="*/ 241077 w 607568"/>
                <a:gd name="connsiteY136" fmla="*/ 207225 h 491771"/>
                <a:gd name="connsiteX137" fmla="*/ 229681 w 607568"/>
                <a:gd name="connsiteY137" fmla="*/ 189823 h 491771"/>
                <a:gd name="connsiteX138" fmla="*/ 229493 w 607568"/>
                <a:gd name="connsiteY138" fmla="*/ 189635 h 491771"/>
                <a:gd name="connsiteX139" fmla="*/ 220356 w 607568"/>
                <a:gd name="connsiteY139" fmla="*/ 169787 h 491771"/>
                <a:gd name="connsiteX140" fmla="*/ 203497 w 607568"/>
                <a:gd name="connsiteY140" fmla="*/ 159910 h 491771"/>
                <a:gd name="connsiteX141" fmla="*/ 203120 w 607568"/>
                <a:gd name="connsiteY141" fmla="*/ 159534 h 491771"/>
                <a:gd name="connsiteX142" fmla="*/ 197281 w 607568"/>
                <a:gd name="connsiteY142" fmla="*/ 151068 h 491771"/>
                <a:gd name="connsiteX143" fmla="*/ 196433 w 607568"/>
                <a:gd name="connsiteY143" fmla="*/ 149281 h 491771"/>
                <a:gd name="connsiteX144" fmla="*/ 192666 w 607568"/>
                <a:gd name="connsiteY144" fmla="*/ 138840 h 491771"/>
                <a:gd name="connsiteX145" fmla="*/ 212727 w 607568"/>
                <a:gd name="connsiteY145" fmla="*/ 95476 h 491771"/>
                <a:gd name="connsiteX146" fmla="*/ 212727 w 607568"/>
                <a:gd name="connsiteY146" fmla="*/ 85787 h 491771"/>
                <a:gd name="connsiteX147" fmla="*/ 298626 w 607568"/>
                <a:gd name="connsiteY147" fmla="*/ 0 h 4917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Lst>
              <a:rect l="l" t="t" r="r" b="b"/>
              <a:pathLst>
                <a:path w="607568" h="491771">
                  <a:moveTo>
                    <a:pt x="355420" y="250307"/>
                  </a:moveTo>
                  <a:cubicBezTo>
                    <a:pt x="354290" y="250307"/>
                    <a:pt x="353160" y="250871"/>
                    <a:pt x="352312" y="251812"/>
                  </a:cubicBezTo>
                  <a:lnTo>
                    <a:pt x="321042" y="289814"/>
                  </a:lnTo>
                  <a:cubicBezTo>
                    <a:pt x="319723" y="291507"/>
                    <a:pt x="319912" y="293953"/>
                    <a:pt x="321513" y="295364"/>
                  </a:cubicBezTo>
                  <a:lnTo>
                    <a:pt x="369736" y="338257"/>
                  </a:lnTo>
                  <a:cubicBezTo>
                    <a:pt x="370396" y="338822"/>
                    <a:pt x="371149" y="339104"/>
                    <a:pt x="371997" y="339104"/>
                  </a:cubicBezTo>
                  <a:cubicBezTo>
                    <a:pt x="372374" y="339104"/>
                    <a:pt x="372750" y="339010"/>
                    <a:pt x="373127" y="338916"/>
                  </a:cubicBezTo>
                  <a:cubicBezTo>
                    <a:pt x="374257" y="338539"/>
                    <a:pt x="375105" y="337505"/>
                    <a:pt x="375293" y="336282"/>
                  </a:cubicBezTo>
                  <a:lnTo>
                    <a:pt x="383676" y="279467"/>
                  </a:lnTo>
                  <a:cubicBezTo>
                    <a:pt x="384618" y="273164"/>
                    <a:pt x="381792" y="266768"/>
                    <a:pt x="376424" y="263287"/>
                  </a:cubicBezTo>
                  <a:lnTo>
                    <a:pt x="357681" y="250965"/>
                  </a:lnTo>
                  <a:cubicBezTo>
                    <a:pt x="357021" y="250495"/>
                    <a:pt x="356174" y="250307"/>
                    <a:pt x="355420" y="250307"/>
                  </a:cubicBezTo>
                  <a:close/>
                  <a:moveTo>
                    <a:pt x="258879" y="250307"/>
                  </a:moveTo>
                  <a:cubicBezTo>
                    <a:pt x="258125" y="250307"/>
                    <a:pt x="257372" y="250495"/>
                    <a:pt x="256712" y="250965"/>
                  </a:cubicBezTo>
                  <a:lnTo>
                    <a:pt x="237969" y="263287"/>
                  </a:lnTo>
                  <a:cubicBezTo>
                    <a:pt x="232601" y="266768"/>
                    <a:pt x="229775" y="273164"/>
                    <a:pt x="230717" y="279467"/>
                  </a:cubicBezTo>
                  <a:lnTo>
                    <a:pt x="239100" y="336282"/>
                  </a:lnTo>
                  <a:cubicBezTo>
                    <a:pt x="239288" y="337505"/>
                    <a:pt x="240136" y="338539"/>
                    <a:pt x="241266" y="338916"/>
                  </a:cubicBezTo>
                  <a:cubicBezTo>
                    <a:pt x="241643" y="339010"/>
                    <a:pt x="242019" y="339104"/>
                    <a:pt x="242396" y="339104"/>
                  </a:cubicBezTo>
                  <a:cubicBezTo>
                    <a:pt x="243244" y="339104"/>
                    <a:pt x="243997" y="338822"/>
                    <a:pt x="244657" y="338257"/>
                  </a:cubicBezTo>
                  <a:lnTo>
                    <a:pt x="292880" y="295364"/>
                  </a:lnTo>
                  <a:cubicBezTo>
                    <a:pt x="294481" y="293953"/>
                    <a:pt x="294670" y="291507"/>
                    <a:pt x="293351" y="289814"/>
                  </a:cubicBezTo>
                  <a:lnTo>
                    <a:pt x="261987" y="251812"/>
                  </a:lnTo>
                  <a:cubicBezTo>
                    <a:pt x="261233" y="250871"/>
                    <a:pt x="260103" y="250307"/>
                    <a:pt x="258879" y="250307"/>
                  </a:cubicBezTo>
                  <a:close/>
                  <a:moveTo>
                    <a:pt x="500465" y="66049"/>
                  </a:moveTo>
                  <a:cubicBezTo>
                    <a:pt x="548129" y="66049"/>
                    <a:pt x="562447" y="93516"/>
                    <a:pt x="565743" y="130673"/>
                  </a:cubicBezTo>
                  <a:cubicBezTo>
                    <a:pt x="565932" y="130673"/>
                    <a:pt x="566026" y="130673"/>
                    <a:pt x="566120" y="130673"/>
                  </a:cubicBezTo>
                  <a:cubicBezTo>
                    <a:pt x="577141" y="133118"/>
                    <a:pt x="583358" y="146664"/>
                    <a:pt x="580250" y="160962"/>
                  </a:cubicBezTo>
                  <a:cubicBezTo>
                    <a:pt x="577706" y="172532"/>
                    <a:pt x="569700" y="180904"/>
                    <a:pt x="560939" y="182503"/>
                  </a:cubicBezTo>
                  <a:cubicBezTo>
                    <a:pt x="554628" y="199529"/>
                    <a:pt x="543796" y="214016"/>
                    <a:pt x="531927" y="223799"/>
                  </a:cubicBezTo>
                  <a:cubicBezTo>
                    <a:pt x="528913" y="226338"/>
                    <a:pt x="527500" y="230383"/>
                    <a:pt x="528253" y="234240"/>
                  </a:cubicBezTo>
                  <a:lnTo>
                    <a:pt x="530797" y="246281"/>
                  </a:lnTo>
                  <a:cubicBezTo>
                    <a:pt x="532304" y="253806"/>
                    <a:pt x="538238" y="259732"/>
                    <a:pt x="545868" y="261143"/>
                  </a:cubicBezTo>
                  <a:lnTo>
                    <a:pt x="558961" y="263777"/>
                  </a:lnTo>
                  <a:cubicBezTo>
                    <a:pt x="578366" y="267634"/>
                    <a:pt x="593437" y="282684"/>
                    <a:pt x="597299" y="301968"/>
                  </a:cubicBezTo>
                  <a:lnTo>
                    <a:pt x="607002" y="350788"/>
                  </a:lnTo>
                  <a:cubicBezTo>
                    <a:pt x="608697" y="358972"/>
                    <a:pt x="606531" y="367438"/>
                    <a:pt x="601256" y="373835"/>
                  </a:cubicBezTo>
                  <a:cubicBezTo>
                    <a:pt x="595981" y="380325"/>
                    <a:pt x="588068" y="384088"/>
                    <a:pt x="579685" y="384088"/>
                  </a:cubicBezTo>
                  <a:lnTo>
                    <a:pt x="490386" y="384088"/>
                  </a:lnTo>
                  <a:lnTo>
                    <a:pt x="467685" y="310058"/>
                  </a:lnTo>
                  <a:cubicBezTo>
                    <a:pt x="461845" y="291150"/>
                    <a:pt x="448563" y="276194"/>
                    <a:pt x="431702" y="267445"/>
                  </a:cubicBezTo>
                  <a:cubicBezTo>
                    <a:pt x="434999" y="265940"/>
                    <a:pt x="438295" y="264529"/>
                    <a:pt x="441969" y="263777"/>
                  </a:cubicBezTo>
                  <a:lnTo>
                    <a:pt x="455157" y="261237"/>
                  </a:lnTo>
                  <a:cubicBezTo>
                    <a:pt x="462692" y="259732"/>
                    <a:pt x="468627" y="253806"/>
                    <a:pt x="470228" y="246281"/>
                  </a:cubicBezTo>
                  <a:lnTo>
                    <a:pt x="472677" y="234240"/>
                  </a:lnTo>
                  <a:cubicBezTo>
                    <a:pt x="473525" y="230383"/>
                    <a:pt x="472112" y="226338"/>
                    <a:pt x="469098" y="223893"/>
                  </a:cubicBezTo>
                  <a:cubicBezTo>
                    <a:pt x="457229" y="214016"/>
                    <a:pt x="446302" y="199529"/>
                    <a:pt x="439991" y="182503"/>
                  </a:cubicBezTo>
                  <a:cubicBezTo>
                    <a:pt x="434716" y="181563"/>
                    <a:pt x="429818" y="177894"/>
                    <a:pt x="426144" y="172720"/>
                  </a:cubicBezTo>
                  <a:cubicBezTo>
                    <a:pt x="433303" y="164725"/>
                    <a:pt x="438861" y="154754"/>
                    <a:pt x="441404" y="143278"/>
                  </a:cubicBezTo>
                  <a:cubicBezTo>
                    <a:pt x="444324" y="130485"/>
                    <a:pt x="443476" y="118068"/>
                    <a:pt x="439708" y="107438"/>
                  </a:cubicBezTo>
                  <a:cubicBezTo>
                    <a:pt x="447244" y="82699"/>
                    <a:pt x="464200" y="66049"/>
                    <a:pt x="500465" y="66049"/>
                  </a:cubicBezTo>
                  <a:close/>
                  <a:moveTo>
                    <a:pt x="107100" y="66049"/>
                  </a:moveTo>
                  <a:cubicBezTo>
                    <a:pt x="151561" y="66049"/>
                    <a:pt x="166820" y="90130"/>
                    <a:pt x="171341" y="123618"/>
                  </a:cubicBezTo>
                  <a:cubicBezTo>
                    <a:pt x="170965" y="129920"/>
                    <a:pt x="171436" y="136505"/>
                    <a:pt x="172849" y="143278"/>
                  </a:cubicBezTo>
                  <a:cubicBezTo>
                    <a:pt x="174921" y="152590"/>
                    <a:pt x="178971" y="161056"/>
                    <a:pt x="184246" y="168205"/>
                  </a:cubicBezTo>
                  <a:cubicBezTo>
                    <a:pt x="180573" y="175919"/>
                    <a:pt x="174356" y="181281"/>
                    <a:pt x="167574" y="182503"/>
                  </a:cubicBezTo>
                  <a:cubicBezTo>
                    <a:pt x="161263" y="199529"/>
                    <a:pt x="150336" y="214016"/>
                    <a:pt x="138468" y="223799"/>
                  </a:cubicBezTo>
                  <a:cubicBezTo>
                    <a:pt x="135453" y="226338"/>
                    <a:pt x="134040" y="230383"/>
                    <a:pt x="134794" y="234240"/>
                  </a:cubicBezTo>
                  <a:lnTo>
                    <a:pt x="137337" y="246281"/>
                  </a:lnTo>
                  <a:cubicBezTo>
                    <a:pt x="138939" y="253806"/>
                    <a:pt x="144873" y="259732"/>
                    <a:pt x="152408" y="261143"/>
                  </a:cubicBezTo>
                  <a:lnTo>
                    <a:pt x="165596" y="263777"/>
                  </a:lnTo>
                  <a:cubicBezTo>
                    <a:pt x="170494" y="264812"/>
                    <a:pt x="175203" y="266505"/>
                    <a:pt x="179442" y="268856"/>
                  </a:cubicBezTo>
                  <a:cubicBezTo>
                    <a:pt x="164088" y="277793"/>
                    <a:pt x="152126" y="292279"/>
                    <a:pt x="146662" y="310058"/>
                  </a:cubicBezTo>
                  <a:lnTo>
                    <a:pt x="123867" y="384088"/>
                  </a:lnTo>
                  <a:lnTo>
                    <a:pt x="27883" y="384088"/>
                  </a:lnTo>
                  <a:cubicBezTo>
                    <a:pt x="19499" y="384088"/>
                    <a:pt x="11587" y="380325"/>
                    <a:pt x="6312" y="373835"/>
                  </a:cubicBezTo>
                  <a:cubicBezTo>
                    <a:pt x="1037" y="367438"/>
                    <a:pt x="-1129" y="358972"/>
                    <a:pt x="566" y="350788"/>
                  </a:cubicBezTo>
                  <a:lnTo>
                    <a:pt x="10268" y="301968"/>
                  </a:lnTo>
                  <a:cubicBezTo>
                    <a:pt x="14130" y="282684"/>
                    <a:pt x="29202" y="267634"/>
                    <a:pt x="48606" y="263777"/>
                  </a:cubicBezTo>
                  <a:lnTo>
                    <a:pt x="61699" y="261237"/>
                  </a:lnTo>
                  <a:cubicBezTo>
                    <a:pt x="69328" y="259732"/>
                    <a:pt x="75263" y="253806"/>
                    <a:pt x="76770" y="246281"/>
                  </a:cubicBezTo>
                  <a:lnTo>
                    <a:pt x="79313" y="234240"/>
                  </a:lnTo>
                  <a:cubicBezTo>
                    <a:pt x="80067" y="230383"/>
                    <a:pt x="78654" y="226338"/>
                    <a:pt x="75639" y="223893"/>
                  </a:cubicBezTo>
                  <a:cubicBezTo>
                    <a:pt x="63771" y="214016"/>
                    <a:pt x="52939" y="199623"/>
                    <a:pt x="46628" y="182503"/>
                  </a:cubicBezTo>
                  <a:cubicBezTo>
                    <a:pt x="37867" y="180904"/>
                    <a:pt x="29861" y="172532"/>
                    <a:pt x="27318" y="160962"/>
                  </a:cubicBezTo>
                  <a:cubicBezTo>
                    <a:pt x="24115" y="146664"/>
                    <a:pt x="30426" y="133118"/>
                    <a:pt x="41447" y="130673"/>
                  </a:cubicBezTo>
                  <a:cubicBezTo>
                    <a:pt x="41541" y="130673"/>
                    <a:pt x="41729" y="130673"/>
                    <a:pt x="41824" y="130673"/>
                  </a:cubicBezTo>
                  <a:cubicBezTo>
                    <a:pt x="45403" y="93516"/>
                    <a:pt x="60192" y="66049"/>
                    <a:pt x="107100" y="66049"/>
                  </a:cubicBezTo>
                  <a:close/>
                  <a:moveTo>
                    <a:pt x="298626" y="0"/>
                  </a:moveTo>
                  <a:lnTo>
                    <a:pt x="315956" y="0"/>
                  </a:lnTo>
                  <a:cubicBezTo>
                    <a:pt x="363426" y="0"/>
                    <a:pt x="401854" y="38378"/>
                    <a:pt x="401854" y="85787"/>
                  </a:cubicBezTo>
                  <a:lnTo>
                    <a:pt x="401854" y="95476"/>
                  </a:lnTo>
                  <a:cubicBezTo>
                    <a:pt x="417301" y="99238"/>
                    <a:pt x="426154" y="118522"/>
                    <a:pt x="421633" y="138840"/>
                  </a:cubicBezTo>
                  <a:cubicBezTo>
                    <a:pt x="420880" y="142602"/>
                    <a:pt x="419467" y="146083"/>
                    <a:pt x="417960" y="149281"/>
                  </a:cubicBezTo>
                  <a:cubicBezTo>
                    <a:pt x="417677" y="149939"/>
                    <a:pt x="417395" y="150504"/>
                    <a:pt x="417112" y="151068"/>
                  </a:cubicBezTo>
                  <a:cubicBezTo>
                    <a:pt x="415417" y="154172"/>
                    <a:pt x="413533" y="157088"/>
                    <a:pt x="411273" y="159534"/>
                  </a:cubicBezTo>
                  <a:cubicBezTo>
                    <a:pt x="411179" y="159628"/>
                    <a:pt x="410990" y="159816"/>
                    <a:pt x="410896" y="159910"/>
                  </a:cubicBezTo>
                  <a:cubicBezTo>
                    <a:pt x="406092" y="165084"/>
                    <a:pt x="400159" y="168658"/>
                    <a:pt x="394037" y="169787"/>
                  </a:cubicBezTo>
                  <a:cubicBezTo>
                    <a:pt x="391494" y="176654"/>
                    <a:pt x="388385" y="183332"/>
                    <a:pt x="384900" y="189541"/>
                  </a:cubicBezTo>
                  <a:cubicBezTo>
                    <a:pt x="384806" y="189635"/>
                    <a:pt x="384806" y="189729"/>
                    <a:pt x="384712" y="189823"/>
                  </a:cubicBezTo>
                  <a:cubicBezTo>
                    <a:pt x="381227" y="196031"/>
                    <a:pt x="377460" y="201769"/>
                    <a:pt x="373316" y="207131"/>
                  </a:cubicBezTo>
                  <a:cubicBezTo>
                    <a:pt x="373127" y="207413"/>
                    <a:pt x="372939" y="207601"/>
                    <a:pt x="372750" y="207789"/>
                  </a:cubicBezTo>
                  <a:cubicBezTo>
                    <a:pt x="368700" y="213057"/>
                    <a:pt x="364368" y="217948"/>
                    <a:pt x="359847" y="222275"/>
                  </a:cubicBezTo>
                  <a:cubicBezTo>
                    <a:pt x="359658" y="222463"/>
                    <a:pt x="359376" y="222651"/>
                    <a:pt x="359188" y="222934"/>
                  </a:cubicBezTo>
                  <a:cubicBezTo>
                    <a:pt x="354667" y="227261"/>
                    <a:pt x="349957" y="231211"/>
                    <a:pt x="345154" y="234598"/>
                  </a:cubicBezTo>
                  <a:lnTo>
                    <a:pt x="345625" y="236855"/>
                  </a:lnTo>
                  <a:cubicBezTo>
                    <a:pt x="346567" y="236385"/>
                    <a:pt x="347603" y="235915"/>
                    <a:pt x="348639" y="235538"/>
                  </a:cubicBezTo>
                  <a:cubicBezTo>
                    <a:pt x="350899" y="234786"/>
                    <a:pt x="353065" y="234033"/>
                    <a:pt x="355514" y="234033"/>
                  </a:cubicBezTo>
                  <a:cubicBezTo>
                    <a:pt x="359470" y="234033"/>
                    <a:pt x="363238" y="235162"/>
                    <a:pt x="366628" y="237326"/>
                  </a:cubicBezTo>
                  <a:cubicBezTo>
                    <a:pt x="366628" y="237326"/>
                    <a:pt x="380756" y="246450"/>
                    <a:pt x="385371" y="249648"/>
                  </a:cubicBezTo>
                  <a:cubicBezTo>
                    <a:pt x="401854" y="261030"/>
                    <a:pt x="399876" y="279373"/>
                    <a:pt x="399876" y="279373"/>
                  </a:cubicBezTo>
                  <a:cubicBezTo>
                    <a:pt x="410990" y="279655"/>
                    <a:pt x="421822" y="283041"/>
                    <a:pt x="430016" y="289814"/>
                  </a:cubicBezTo>
                  <a:cubicBezTo>
                    <a:pt x="445180" y="302324"/>
                    <a:pt x="447535" y="313330"/>
                    <a:pt x="448382" y="316058"/>
                  </a:cubicBezTo>
                  <a:lnTo>
                    <a:pt x="481630" y="424515"/>
                  </a:lnTo>
                  <a:cubicBezTo>
                    <a:pt x="482855" y="428371"/>
                    <a:pt x="483608" y="432416"/>
                    <a:pt x="483891" y="436461"/>
                  </a:cubicBezTo>
                  <a:cubicBezTo>
                    <a:pt x="484644" y="448595"/>
                    <a:pt x="481159" y="460730"/>
                    <a:pt x="473718" y="470700"/>
                  </a:cubicBezTo>
                  <a:cubicBezTo>
                    <a:pt x="466372" y="480671"/>
                    <a:pt x="455823" y="487538"/>
                    <a:pt x="443956" y="490360"/>
                  </a:cubicBezTo>
                  <a:cubicBezTo>
                    <a:pt x="440000" y="491301"/>
                    <a:pt x="435950" y="491771"/>
                    <a:pt x="431805" y="491771"/>
                  </a:cubicBezTo>
                  <a:lnTo>
                    <a:pt x="325375" y="491771"/>
                  </a:lnTo>
                  <a:lnTo>
                    <a:pt x="337430" y="415296"/>
                  </a:lnTo>
                  <a:cubicBezTo>
                    <a:pt x="338749" y="406454"/>
                    <a:pt x="337807" y="397424"/>
                    <a:pt x="334605" y="389052"/>
                  </a:cubicBezTo>
                  <a:lnTo>
                    <a:pt x="323962" y="360927"/>
                  </a:lnTo>
                  <a:lnTo>
                    <a:pt x="337430" y="347476"/>
                  </a:lnTo>
                  <a:lnTo>
                    <a:pt x="307196" y="317281"/>
                  </a:lnTo>
                  <a:lnTo>
                    <a:pt x="276868" y="347476"/>
                  </a:lnTo>
                  <a:lnTo>
                    <a:pt x="290337" y="360927"/>
                  </a:lnTo>
                  <a:lnTo>
                    <a:pt x="279694" y="389052"/>
                  </a:lnTo>
                  <a:cubicBezTo>
                    <a:pt x="276586" y="397424"/>
                    <a:pt x="275644" y="406454"/>
                    <a:pt x="276963" y="415296"/>
                  </a:cubicBezTo>
                  <a:lnTo>
                    <a:pt x="288736" y="491771"/>
                  </a:lnTo>
                  <a:lnTo>
                    <a:pt x="182493" y="491771"/>
                  </a:lnTo>
                  <a:cubicBezTo>
                    <a:pt x="178443" y="491771"/>
                    <a:pt x="174299" y="491301"/>
                    <a:pt x="170437" y="490360"/>
                  </a:cubicBezTo>
                  <a:cubicBezTo>
                    <a:pt x="158570" y="487538"/>
                    <a:pt x="148021" y="480671"/>
                    <a:pt x="140675" y="470700"/>
                  </a:cubicBezTo>
                  <a:cubicBezTo>
                    <a:pt x="130785" y="457343"/>
                    <a:pt x="127865" y="440223"/>
                    <a:pt x="132669" y="424515"/>
                  </a:cubicBezTo>
                  <a:lnTo>
                    <a:pt x="166011" y="316058"/>
                  </a:lnTo>
                  <a:cubicBezTo>
                    <a:pt x="166858" y="313330"/>
                    <a:pt x="170908" y="300631"/>
                    <a:pt x="184377" y="289814"/>
                  </a:cubicBezTo>
                  <a:cubicBezTo>
                    <a:pt x="192666" y="283229"/>
                    <a:pt x="203403" y="279655"/>
                    <a:pt x="214517" y="279373"/>
                  </a:cubicBezTo>
                  <a:lnTo>
                    <a:pt x="214517" y="279279"/>
                  </a:lnTo>
                  <a:cubicBezTo>
                    <a:pt x="214140" y="273447"/>
                    <a:pt x="211880" y="260654"/>
                    <a:pt x="229022" y="249648"/>
                  </a:cubicBezTo>
                  <a:cubicBezTo>
                    <a:pt x="233731" y="246638"/>
                    <a:pt x="247765" y="237326"/>
                    <a:pt x="247765" y="237326"/>
                  </a:cubicBezTo>
                  <a:cubicBezTo>
                    <a:pt x="251061" y="235162"/>
                    <a:pt x="254923" y="234033"/>
                    <a:pt x="258879" y="234033"/>
                  </a:cubicBezTo>
                  <a:cubicBezTo>
                    <a:pt x="261328" y="234033"/>
                    <a:pt x="263494" y="234786"/>
                    <a:pt x="265754" y="235538"/>
                  </a:cubicBezTo>
                  <a:cubicBezTo>
                    <a:pt x="266790" y="236009"/>
                    <a:pt x="267826" y="236385"/>
                    <a:pt x="268768" y="236855"/>
                  </a:cubicBezTo>
                  <a:lnTo>
                    <a:pt x="269239" y="234598"/>
                  </a:lnTo>
                  <a:cubicBezTo>
                    <a:pt x="264436" y="231211"/>
                    <a:pt x="259726" y="227261"/>
                    <a:pt x="255205" y="222934"/>
                  </a:cubicBezTo>
                  <a:cubicBezTo>
                    <a:pt x="254923" y="222651"/>
                    <a:pt x="254735" y="222463"/>
                    <a:pt x="254546" y="222275"/>
                  </a:cubicBezTo>
                  <a:cubicBezTo>
                    <a:pt x="250025" y="217948"/>
                    <a:pt x="245693" y="213057"/>
                    <a:pt x="241548" y="207789"/>
                  </a:cubicBezTo>
                  <a:cubicBezTo>
                    <a:pt x="241454" y="207601"/>
                    <a:pt x="241266" y="207413"/>
                    <a:pt x="241077" y="207225"/>
                  </a:cubicBezTo>
                  <a:cubicBezTo>
                    <a:pt x="236933" y="201769"/>
                    <a:pt x="233072" y="196031"/>
                    <a:pt x="229681" y="189823"/>
                  </a:cubicBezTo>
                  <a:cubicBezTo>
                    <a:pt x="229587" y="189729"/>
                    <a:pt x="229587" y="189635"/>
                    <a:pt x="229493" y="189635"/>
                  </a:cubicBezTo>
                  <a:cubicBezTo>
                    <a:pt x="226008" y="183332"/>
                    <a:pt x="222899" y="176654"/>
                    <a:pt x="220356" y="169787"/>
                  </a:cubicBezTo>
                  <a:cubicBezTo>
                    <a:pt x="214140" y="168658"/>
                    <a:pt x="208301" y="165084"/>
                    <a:pt x="203497" y="159910"/>
                  </a:cubicBezTo>
                  <a:cubicBezTo>
                    <a:pt x="203309" y="159722"/>
                    <a:pt x="203214" y="159628"/>
                    <a:pt x="203120" y="159534"/>
                  </a:cubicBezTo>
                  <a:cubicBezTo>
                    <a:pt x="200860" y="157088"/>
                    <a:pt x="198976" y="154172"/>
                    <a:pt x="197281" y="151068"/>
                  </a:cubicBezTo>
                  <a:cubicBezTo>
                    <a:pt x="196998" y="150504"/>
                    <a:pt x="196716" y="149939"/>
                    <a:pt x="196433" y="149281"/>
                  </a:cubicBezTo>
                  <a:cubicBezTo>
                    <a:pt x="194832" y="146083"/>
                    <a:pt x="193513" y="142602"/>
                    <a:pt x="192666" y="138840"/>
                  </a:cubicBezTo>
                  <a:cubicBezTo>
                    <a:pt x="188145" y="118428"/>
                    <a:pt x="197092" y="99050"/>
                    <a:pt x="212727" y="95476"/>
                  </a:cubicBezTo>
                  <a:lnTo>
                    <a:pt x="212727" y="85787"/>
                  </a:lnTo>
                  <a:cubicBezTo>
                    <a:pt x="212727" y="38378"/>
                    <a:pt x="251155" y="0"/>
                    <a:pt x="298626" y="0"/>
                  </a:cubicBezTo>
                  <a:close/>
                </a:path>
              </a:pathLst>
            </a:custGeom>
            <a:solidFill>
              <a:schemeClr val="bg1"/>
            </a:solidFill>
            <a:ln>
              <a:noFill/>
            </a:ln>
          </p:spPr>
          <p:txBody>
            <a:bodyPr vert="horz" wrap="square" lIns="91440" tIns="45720" rIns="91440" bIns="45720" numCol="1" anchor="t" anchorCtr="0" compatLnSpc="1">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endParaRPr lang="id-ID"/>
            </a:p>
          </p:txBody>
        </p:sp>
        <p:grpSp>
          <p:nvGrpSpPr>
            <p:cNvPr id="68" name="ïsḻîde"/>
            <p:cNvGrpSpPr/>
            <p:nvPr/>
          </p:nvGrpSpPr>
          <p:grpSpPr>
            <a:xfrm>
              <a:off x="669924" y="4676797"/>
              <a:ext cx="3313754" cy="1563708"/>
              <a:chOff x="669924" y="4960116"/>
              <a:chExt cx="3313754" cy="1563708"/>
            </a:xfrm>
          </p:grpSpPr>
          <p:sp>
            <p:nvSpPr>
              <p:cNvPr id="81" name="ï$ļidè"/>
              <p:cNvSpPr txBox="1"/>
              <p:nvPr/>
            </p:nvSpPr>
            <p:spPr>
              <a:xfrm>
                <a:off x="903101" y="5472772"/>
                <a:ext cx="2847399" cy="1051052"/>
              </a:xfrm>
              <a:prstGeom prst="rect">
                <a:avLst/>
              </a:prstGeom>
              <a:noFill/>
            </p:spPr>
            <p:txBody>
              <a:bodyPr wrap="square" lIns="91440" tIns="45720" rIns="91440" bIns="45720">
                <a:normAutofit/>
              </a:bodyPr>
              <a:lstStyle/>
              <a:p>
                <a:pPr marL="342900" indent="-342900" algn="ctr">
                  <a:lnSpc>
                    <a:spcPct val="120000"/>
                  </a:lnSpc>
                  <a:buClr>
                    <a:srgbClr val="FF0000"/>
                  </a:buClr>
                  <a:buFont typeface="Wingdings" panose="05000000000000000000" pitchFamily="2" charset="2"/>
                  <a:buChar char="Ø"/>
                </a:pPr>
                <a:r>
                  <a:rPr lang="zh-CN" altLang="en-US" sz="2400" dirty="0"/>
                  <a:t>定位</a:t>
                </a:r>
                <a:r>
                  <a:rPr lang="en-US" altLang="zh-CN" sz="2400" dirty="0"/>
                  <a:t>OS</a:t>
                </a:r>
                <a:r>
                  <a:rPr lang="zh-CN" altLang="en-US" sz="2400" dirty="0"/>
                  <a:t>内核并将其加载到内存中。</a:t>
                </a:r>
                <a:endParaRPr lang="zh-CN" altLang="en-US" sz="2400" dirty="0"/>
              </a:p>
            </p:txBody>
          </p:sp>
          <p:sp>
            <p:nvSpPr>
              <p:cNvPr id="82" name="ïṧļíḋê"/>
              <p:cNvSpPr txBox="1"/>
              <p:nvPr/>
            </p:nvSpPr>
            <p:spPr>
              <a:xfrm>
                <a:off x="669924" y="4960116"/>
                <a:ext cx="3313754" cy="393389"/>
              </a:xfrm>
              <a:prstGeom prst="rect">
                <a:avLst/>
              </a:prstGeom>
              <a:noFill/>
            </p:spPr>
            <p:txBody>
              <a:bodyPr wrap="square" lIns="91440" tIns="45720" rIns="91440" bIns="45720">
                <a:noAutofit/>
              </a:bodyPr>
              <a:lstStyle/>
              <a:p>
                <a:pPr algn="ctr"/>
                <a:r>
                  <a:rPr lang="zh-CN" altLang="en-US" sz="2400" b="1" dirty="0"/>
                  <a:t>引导程序：位于固件</a:t>
                </a:r>
                <a:endParaRPr lang="zh-CN" altLang="en-US" sz="2400" b="1" dirty="0"/>
              </a:p>
            </p:txBody>
          </p:sp>
        </p:grpSp>
        <p:sp>
          <p:nvSpPr>
            <p:cNvPr id="80" name="îşḷíḓè"/>
            <p:cNvSpPr txBox="1"/>
            <p:nvPr/>
          </p:nvSpPr>
          <p:spPr>
            <a:xfrm>
              <a:off x="4848799" y="4644027"/>
              <a:ext cx="2847400" cy="1051052"/>
            </a:xfrm>
            <a:prstGeom prst="rect">
              <a:avLst/>
            </a:prstGeom>
            <a:noFill/>
          </p:spPr>
          <p:txBody>
            <a:bodyPr wrap="square" lIns="91440" tIns="45720" rIns="91440" bIns="45720">
              <a:normAutofit/>
            </a:bodyPr>
            <a:lstStyle/>
            <a:p>
              <a:pPr algn="ctr"/>
              <a:r>
                <a:rPr lang="zh-CN" altLang="en-US" sz="2400" b="1" dirty="0"/>
                <a:t>事件：硬件中断或软件中断引起</a:t>
              </a:r>
              <a:endParaRPr lang="zh-CN" altLang="en-US" sz="2400" b="1" dirty="0"/>
            </a:p>
          </p:txBody>
        </p:sp>
        <p:sp>
          <p:nvSpPr>
            <p:cNvPr id="78" name="íşľiḍé"/>
            <p:cNvSpPr txBox="1"/>
            <p:nvPr/>
          </p:nvSpPr>
          <p:spPr>
            <a:xfrm>
              <a:off x="9009316" y="4643436"/>
              <a:ext cx="2390876" cy="393389"/>
            </a:xfrm>
            <a:prstGeom prst="rect">
              <a:avLst/>
            </a:prstGeom>
            <a:noFill/>
          </p:spPr>
          <p:txBody>
            <a:bodyPr wrap="square" lIns="91440" tIns="45720" rIns="91440" bIns="45720">
              <a:noAutofit/>
            </a:bodyPr>
            <a:lstStyle/>
            <a:p>
              <a:pPr algn="ctr"/>
              <a:r>
                <a:rPr lang="zh-CN" altLang="en-US" sz="2400" b="1" dirty="0"/>
                <a:t>程序：位于外存</a:t>
              </a:r>
              <a:endParaRPr lang="zh-CN" altLang="en-US" sz="2400" b="1" dirty="0"/>
            </a:p>
          </p:txBody>
        </p:sp>
        <p:sp>
          <p:nvSpPr>
            <p:cNvPr id="76" name="í$ḻiḍê"/>
            <p:cNvSpPr txBox="1"/>
            <p:nvPr/>
          </p:nvSpPr>
          <p:spPr>
            <a:xfrm>
              <a:off x="6485639" y="2239685"/>
              <a:ext cx="3414813" cy="393389"/>
            </a:xfrm>
            <a:prstGeom prst="rect">
              <a:avLst/>
            </a:prstGeom>
            <a:noFill/>
          </p:spPr>
          <p:txBody>
            <a:bodyPr wrap="square" lIns="91440" tIns="45720" rIns="91440" bIns="45720">
              <a:noAutofit/>
            </a:bodyPr>
            <a:lstStyle/>
            <a:p>
              <a:pPr algn="ctr"/>
              <a:r>
                <a:rPr lang="zh-CN" altLang="en-US" sz="2400" b="1" dirty="0"/>
                <a:t>执行程序：位于内存</a:t>
              </a:r>
              <a:endParaRPr lang="zh-CN" altLang="en-US" sz="2400" b="1" dirty="0"/>
            </a:p>
          </p:txBody>
        </p:sp>
        <p:sp>
          <p:nvSpPr>
            <p:cNvPr id="74" name="îṥľíḑé"/>
            <p:cNvSpPr txBox="1"/>
            <p:nvPr/>
          </p:nvSpPr>
          <p:spPr>
            <a:xfrm>
              <a:off x="2788240" y="2239685"/>
              <a:ext cx="2390876" cy="393389"/>
            </a:xfrm>
            <a:prstGeom prst="rect">
              <a:avLst/>
            </a:prstGeom>
            <a:noFill/>
          </p:spPr>
          <p:txBody>
            <a:bodyPr wrap="square" lIns="91440" tIns="45720" rIns="91440" bIns="45720">
              <a:noAutofit/>
            </a:bodyPr>
            <a:lstStyle/>
            <a:p>
              <a:pPr algn="ctr"/>
              <a:r>
                <a:rPr lang="zh-CN" altLang="en-US" sz="2400" b="1" dirty="0"/>
                <a:t>指令：</a:t>
              </a:r>
              <a:r>
                <a:rPr lang="en-US" altLang="zh-CN" sz="2400" b="1" dirty="0"/>
                <a:t>CPU</a:t>
              </a:r>
              <a:r>
                <a:rPr lang="zh-CN" altLang="en-US" sz="2400" b="1" dirty="0"/>
                <a:t>执行</a:t>
              </a:r>
              <a:endParaRPr lang="zh-CN" altLang="en-US" sz="2400" b="1" dirty="0"/>
            </a:p>
          </p:txBody>
        </p:sp>
      </p:grpSp>
    </p:spTree>
  </p:cSld>
  <p:clrMapOvr>
    <a:masterClrMapping/>
  </p:clrMapOvr>
  <p:transition/>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78668"/>
            <a:ext cx="7026275" cy="523220"/>
          </a:xfrm>
          <a:prstGeom prst="rect">
            <a:avLst/>
          </a:prstGeom>
        </p:spPr>
        <p:txBody>
          <a:bodyPr wrap="square">
            <a:spAutoFit/>
          </a:bodyPr>
          <a:lstStyle/>
          <a:p>
            <a:r>
              <a:rPr lang="zh-CN" altLang="en-US" sz="2800" b="1" dirty="0">
                <a:solidFill>
                  <a:srgbClr val="FF0000"/>
                </a:solidFill>
              </a:rPr>
              <a:t>操作系统内核</a:t>
            </a:r>
            <a:endParaRPr lang="zh-CN" altLang="en-US" sz="2800" b="1" dirty="0">
              <a:solidFill>
                <a:srgbClr val="FF0000"/>
              </a:solidFill>
            </a:endParaRPr>
          </a:p>
        </p:txBody>
      </p:sp>
      <p:sp>
        <p:nvSpPr>
          <p:cNvPr id="21" name="íšḻîḋè"/>
          <p:cNvSpPr/>
          <p:nvPr/>
        </p:nvSpPr>
        <p:spPr>
          <a:xfrm>
            <a:off x="2146089" y="2796424"/>
            <a:ext cx="8272919" cy="2124325"/>
          </a:xfrm>
          <a:prstGeom prst="rect">
            <a:avLst/>
          </a:prstGeom>
          <a:noFill/>
          <a:ln>
            <a:noFill/>
          </a:ln>
        </p:spPr>
        <p:txBody>
          <a:bodyPr wrap="square" lIns="91440" tIns="45720" rIns="91440" bIns="45720" anchor="t" anchorCtr="0">
            <a:noAutofit/>
          </a:bodyPr>
          <a:lstStyle/>
          <a:p>
            <a:pPr marL="342900" indent="-342900">
              <a:lnSpc>
                <a:spcPct val="120000"/>
              </a:lnSpc>
              <a:buClr>
                <a:srgbClr val="FF0000"/>
              </a:buClr>
              <a:buFont typeface="Wingdings" panose="05000000000000000000" pitchFamily="2" charset="2"/>
              <a:buChar char="Ø"/>
            </a:pPr>
            <a:r>
              <a:rPr lang="zh-CN" altLang="en-US" sz="2200" dirty="0"/>
              <a:t>中断处理</a:t>
            </a:r>
            <a:endParaRPr lang="zh-CN" altLang="en-US" sz="2200" dirty="0"/>
          </a:p>
          <a:p>
            <a:pPr marL="342900" indent="-342900">
              <a:lnSpc>
                <a:spcPct val="120000"/>
              </a:lnSpc>
              <a:buClr>
                <a:srgbClr val="FF0000"/>
              </a:buClr>
              <a:buFont typeface="Wingdings" panose="05000000000000000000" pitchFamily="2" charset="2"/>
              <a:buChar char="Ø"/>
            </a:pPr>
            <a:r>
              <a:rPr lang="zh-CN" altLang="en-US" sz="2200" dirty="0"/>
              <a:t>时钟管理</a:t>
            </a:r>
            <a:endParaRPr lang="zh-CN" altLang="en-US" sz="2200" dirty="0"/>
          </a:p>
          <a:p>
            <a:pPr marL="342900" indent="-342900">
              <a:lnSpc>
                <a:spcPct val="120000"/>
              </a:lnSpc>
              <a:buClr>
                <a:srgbClr val="FF0000"/>
              </a:buClr>
              <a:buFont typeface="Wingdings" panose="05000000000000000000" pitchFamily="2" charset="2"/>
              <a:buChar char="Ø"/>
            </a:pPr>
            <a:r>
              <a:rPr lang="zh-CN" altLang="en-US" sz="2200" dirty="0">
                <a:solidFill>
                  <a:srgbClr val="FF0000"/>
                </a:solidFill>
              </a:rPr>
              <a:t>原语操作</a:t>
            </a:r>
            <a:endParaRPr lang="en-US" altLang="zh-CN" sz="2200" dirty="0">
              <a:solidFill>
                <a:srgbClr val="FF0000"/>
              </a:solidFill>
            </a:endParaRPr>
          </a:p>
          <a:p>
            <a:pPr marL="800100" lvl="1" indent="-342900">
              <a:lnSpc>
                <a:spcPct val="120000"/>
              </a:lnSpc>
              <a:buClr>
                <a:srgbClr val="FF0000"/>
              </a:buClr>
              <a:buFont typeface="Wingdings" panose="05000000000000000000" pitchFamily="2" charset="2"/>
              <a:buChar char="p"/>
            </a:pPr>
            <a:r>
              <a:rPr lang="zh-CN" altLang="en-US" sz="2200" dirty="0"/>
              <a:t>由若干条指令组成，用于完成一定功能。</a:t>
            </a:r>
            <a:endParaRPr lang="zh-CN" altLang="en-US" sz="2200" dirty="0"/>
          </a:p>
          <a:p>
            <a:pPr marL="800100" lvl="1" indent="-342900">
              <a:lnSpc>
                <a:spcPct val="120000"/>
              </a:lnSpc>
              <a:buClr>
                <a:srgbClr val="FF0000"/>
              </a:buClr>
              <a:buFont typeface="Wingdings" panose="05000000000000000000" pitchFamily="2" charset="2"/>
              <a:buChar char="p"/>
            </a:pPr>
            <a:r>
              <a:rPr lang="zh-CN" altLang="en-US" sz="2200" dirty="0"/>
              <a:t>原子操作：要么不做，要么全做，不可分割。</a:t>
            </a:r>
            <a:endParaRPr lang="zh-CN" altLang="en-US" sz="2200" dirty="0"/>
          </a:p>
        </p:txBody>
      </p:sp>
      <p:sp>
        <p:nvSpPr>
          <p:cNvPr id="22" name="i$lîďê"/>
          <p:cNvSpPr/>
          <p:nvPr/>
        </p:nvSpPr>
        <p:spPr>
          <a:xfrm>
            <a:off x="2201724" y="2345299"/>
            <a:ext cx="3696051" cy="392877"/>
          </a:xfrm>
          <a:prstGeom prst="rect">
            <a:avLst/>
          </a:prstGeom>
          <a:noFill/>
          <a:ln>
            <a:noFill/>
          </a:ln>
        </p:spPr>
        <p:txBody>
          <a:bodyPr wrap="square" lIns="91440" tIns="45720" rIns="91440" bIns="45720" anchor="ctr" anchorCtr="0">
            <a:noAutofit/>
          </a:bodyPr>
          <a:lstStyle/>
          <a:p>
            <a:r>
              <a:rPr lang="zh-CN" altLang="en-US" sz="2400" dirty="0"/>
              <a:t>支撑功能</a:t>
            </a:r>
            <a:endParaRPr lang="zh-CN" altLang="en-US" sz="2400" dirty="0"/>
          </a:p>
        </p:txBody>
      </p:sp>
      <p:sp>
        <p:nvSpPr>
          <p:cNvPr id="23" name="î$ļíḋè"/>
          <p:cNvSpPr/>
          <p:nvPr/>
        </p:nvSpPr>
        <p:spPr>
          <a:xfrm>
            <a:off x="2201724" y="5604433"/>
            <a:ext cx="5319538" cy="641825"/>
          </a:xfrm>
          <a:prstGeom prst="rect">
            <a:avLst/>
          </a:prstGeom>
          <a:noFill/>
          <a:ln>
            <a:noFill/>
          </a:ln>
        </p:spPr>
        <p:txBody>
          <a:bodyPr wrap="square" lIns="91440" tIns="45720" rIns="91440" bIns="45720" anchor="t" anchorCtr="0">
            <a:noAutofit/>
          </a:bodyPr>
          <a:lstStyle/>
          <a:p>
            <a:pPr marL="342900" indent="-342900">
              <a:lnSpc>
                <a:spcPct val="120000"/>
              </a:lnSpc>
              <a:buClr>
                <a:srgbClr val="FF0000"/>
              </a:buClr>
              <a:buFont typeface="Wingdings" panose="05000000000000000000" pitchFamily="2" charset="2"/>
              <a:buChar char="Ø"/>
            </a:pPr>
            <a:r>
              <a:rPr lang="zh-CN" altLang="en-US" sz="2200" dirty="0"/>
              <a:t>进程管理、存储器管理、设备管理</a:t>
            </a:r>
            <a:endParaRPr lang="zh-CN" altLang="en-US" sz="2200" dirty="0"/>
          </a:p>
        </p:txBody>
      </p:sp>
      <p:sp>
        <p:nvSpPr>
          <p:cNvPr id="24" name="ïṧḷïḋè"/>
          <p:cNvSpPr/>
          <p:nvPr/>
        </p:nvSpPr>
        <p:spPr>
          <a:xfrm>
            <a:off x="2201726" y="5150694"/>
            <a:ext cx="3696051" cy="415102"/>
          </a:xfrm>
          <a:prstGeom prst="rect">
            <a:avLst/>
          </a:prstGeom>
          <a:noFill/>
          <a:ln>
            <a:noFill/>
          </a:ln>
        </p:spPr>
        <p:txBody>
          <a:bodyPr wrap="square" lIns="91440" tIns="45720" rIns="91440" bIns="45720" anchor="ctr" anchorCtr="0">
            <a:noAutofit/>
          </a:bodyPr>
          <a:lstStyle/>
          <a:p>
            <a:r>
              <a:rPr lang="zh-CN" altLang="en-US" sz="2400" dirty="0"/>
              <a:t>资源管理功能</a:t>
            </a:r>
            <a:endParaRPr lang="zh-CN" altLang="en-US" sz="2400" dirty="0"/>
          </a:p>
        </p:txBody>
      </p:sp>
      <p:sp>
        <p:nvSpPr>
          <p:cNvPr id="26" name="íšḻíḑê"/>
          <p:cNvSpPr/>
          <p:nvPr/>
        </p:nvSpPr>
        <p:spPr>
          <a:xfrm>
            <a:off x="2201724" y="1433294"/>
            <a:ext cx="4894534" cy="405747"/>
          </a:xfrm>
          <a:prstGeom prst="rect">
            <a:avLst/>
          </a:prstGeom>
          <a:noFill/>
          <a:ln>
            <a:noFill/>
          </a:ln>
        </p:spPr>
        <p:txBody>
          <a:bodyPr wrap="square" lIns="91440" tIns="45720" rIns="91440" bIns="45720" anchor="ctr" anchorCtr="0">
            <a:noAutofit/>
          </a:bodyPr>
          <a:lstStyle/>
          <a:p>
            <a:r>
              <a:rPr lang="zh-CN" altLang="en-US" sz="2400" dirty="0"/>
              <a:t>常驻内存，通常与硬件紧密相关</a:t>
            </a:r>
            <a:endParaRPr lang="zh-CN" altLang="en-US" sz="2400" dirty="0"/>
          </a:p>
        </p:txBody>
      </p:sp>
      <p:sp>
        <p:nvSpPr>
          <p:cNvPr id="27" name="îSļiḓè"/>
          <p:cNvSpPr/>
          <p:nvPr/>
        </p:nvSpPr>
        <p:spPr>
          <a:xfrm>
            <a:off x="1518222" y="1322235"/>
            <a:ext cx="627867" cy="627867"/>
          </a:xfrm>
          <a:prstGeom prst="ellipse">
            <a:avLst/>
          </a:prstGeom>
          <a:solidFill>
            <a:srgbClr val="00005C"/>
          </a:solidFill>
          <a:ln>
            <a:solidFill>
              <a:srgbClr val="00005C"/>
            </a:solidFill>
          </a:ln>
          <a:effec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a:bodyPr>
          <a:lstStyle/>
          <a:p>
            <a:pPr algn="ctr"/>
          </a:p>
        </p:txBody>
      </p:sp>
      <p:sp>
        <p:nvSpPr>
          <p:cNvPr id="28" name="íṥḻîḓe"/>
          <p:cNvSpPr/>
          <p:nvPr/>
        </p:nvSpPr>
        <p:spPr>
          <a:xfrm>
            <a:off x="1518222" y="5106729"/>
            <a:ext cx="627867" cy="627867"/>
          </a:xfrm>
          <a:prstGeom prst="ellipse">
            <a:avLst/>
          </a:prstGeom>
          <a:solidFill>
            <a:srgbClr val="00005C"/>
          </a:solidFill>
          <a:ln>
            <a:solidFill>
              <a:srgbClr val="00005C"/>
            </a:solidFill>
          </a:ln>
          <a:effec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a:bodyPr>
          <a:lstStyle/>
          <a:p>
            <a:pPr algn="ctr"/>
          </a:p>
        </p:txBody>
      </p:sp>
      <p:sp>
        <p:nvSpPr>
          <p:cNvPr id="29" name="îşļiḓè"/>
          <p:cNvSpPr/>
          <p:nvPr/>
        </p:nvSpPr>
        <p:spPr>
          <a:xfrm>
            <a:off x="1518222" y="2296289"/>
            <a:ext cx="627867" cy="627867"/>
          </a:xfrm>
          <a:prstGeom prst="ellipse">
            <a:avLst/>
          </a:prstGeom>
          <a:solidFill>
            <a:srgbClr val="00005C"/>
          </a:solidFill>
          <a:ln>
            <a:solidFill>
              <a:srgbClr val="00005C"/>
            </a:solidFill>
          </a:ln>
          <a:effec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a:bodyPr>
          <a:lstStyle/>
          <a:p>
            <a:pPr algn="ctr"/>
          </a:p>
        </p:txBody>
      </p:sp>
      <p:sp>
        <p:nvSpPr>
          <p:cNvPr id="30" name="îṡḷíďe"/>
          <p:cNvSpPr/>
          <p:nvPr/>
        </p:nvSpPr>
        <p:spPr>
          <a:xfrm>
            <a:off x="1708477" y="1518373"/>
            <a:ext cx="261147" cy="247870"/>
          </a:xfrm>
          <a:custGeom>
            <a:avLst/>
            <a:gdLst/>
            <a:ahLst/>
            <a:cxnLst/>
            <a:rect l="0" t="0" r="0" b="0"/>
            <a:pathLst>
              <a:path w="120000" h="120000" extrusionOk="0">
                <a:moveTo>
                  <a:pt x="119800" y="63664"/>
                </a:moveTo>
                <a:lnTo>
                  <a:pt x="119800" y="63664"/>
                </a:lnTo>
                <a:cubicBezTo>
                  <a:pt x="119800" y="66596"/>
                  <a:pt x="118405" y="69528"/>
                  <a:pt x="114219" y="69528"/>
                </a:cubicBezTo>
                <a:cubicBezTo>
                  <a:pt x="112823" y="69528"/>
                  <a:pt x="111428" y="68062"/>
                  <a:pt x="111428" y="68062"/>
                </a:cubicBezTo>
                <a:lnTo>
                  <a:pt x="111428" y="68062"/>
                </a:lnTo>
                <a:cubicBezTo>
                  <a:pt x="60598" y="14869"/>
                  <a:pt x="60598" y="14869"/>
                  <a:pt x="60598" y="14869"/>
                </a:cubicBezTo>
                <a:lnTo>
                  <a:pt x="60598" y="14869"/>
                </a:lnTo>
                <a:lnTo>
                  <a:pt x="60598" y="14869"/>
                </a:lnTo>
                <a:lnTo>
                  <a:pt x="60598" y="14869"/>
                </a:lnTo>
                <a:cubicBezTo>
                  <a:pt x="9966" y="68062"/>
                  <a:pt x="9966" y="68062"/>
                  <a:pt x="9966" y="68062"/>
                </a:cubicBezTo>
                <a:lnTo>
                  <a:pt x="9966" y="68062"/>
                </a:lnTo>
                <a:cubicBezTo>
                  <a:pt x="8571" y="68062"/>
                  <a:pt x="7176" y="69528"/>
                  <a:pt x="5780" y="69528"/>
                </a:cubicBezTo>
                <a:cubicBezTo>
                  <a:pt x="2990" y="69528"/>
                  <a:pt x="0" y="66596"/>
                  <a:pt x="0" y="63664"/>
                </a:cubicBezTo>
                <a:cubicBezTo>
                  <a:pt x="0" y="62198"/>
                  <a:pt x="0" y="60523"/>
                  <a:pt x="1395" y="59057"/>
                </a:cubicBezTo>
                <a:cubicBezTo>
                  <a:pt x="56411" y="1465"/>
                  <a:pt x="56411" y="1465"/>
                  <a:pt x="56411" y="1465"/>
                </a:cubicBezTo>
                <a:cubicBezTo>
                  <a:pt x="57807" y="0"/>
                  <a:pt x="59202" y="0"/>
                  <a:pt x="60598" y="0"/>
                </a:cubicBezTo>
                <a:lnTo>
                  <a:pt x="60598" y="0"/>
                </a:lnTo>
                <a:lnTo>
                  <a:pt x="60598" y="0"/>
                </a:lnTo>
                <a:lnTo>
                  <a:pt x="60598" y="0"/>
                </a:lnTo>
                <a:lnTo>
                  <a:pt x="60598" y="0"/>
                </a:lnTo>
                <a:lnTo>
                  <a:pt x="60598" y="0"/>
                </a:lnTo>
                <a:lnTo>
                  <a:pt x="60598" y="0"/>
                </a:lnTo>
                <a:lnTo>
                  <a:pt x="60598" y="0"/>
                </a:lnTo>
                <a:cubicBezTo>
                  <a:pt x="61993" y="0"/>
                  <a:pt x="63388" y="1465"/>
                  <a:pt x="64784" y="1465"/>
                </a:cubicBezTo>
                <a:lnTo>
                  <a:pt x="64784" y="1465"/>
                </a:lnTo>
                <a:cubicBezTo>
                  <a:pt x="85913" y="25130"/>
                  <a:pt x="85913" y="25130"/>
                  <a:pt x="85913" y="25130"/>
                </a:cubicBezTo>
                <a:cubicBezTo>
                  <a:pt x="85913" y="19267"/>
                  <a:pt x="85913" y="19267"/>
                  <a:pt x="85913" y="19267"/>
                </a:cubicBezTo>
                <a:cubicBezTo>
                  <a:pt x="85913" y="16335"/>
                  <a:pt x="88903" y="13193"/>
                  <a:pt x="91694" y="13193"/>
                </a:cubicBezTo>
                <a:cubicBezTo>
                  <a:pt x="95880" y="13193"/>
                  <a:pt x="97275" y="16335"/>
                  <a:pt x="97275" y="19267"/>
                </a:cubicBezTo>
                <a:cubicBezTo>
                  <a:pt x="97275" y="36858"/>
                  <a:pt x="97275" y="36858"/>
                  <a:pt x="97275" y="36858"/>
                </a:cubicBezTo>
                <a:cubicBezTo>
                  <a:pt x="118405" y="59057"/>
                  <a:pt x="118405" y="59057"/>
                  <a:pt x="118405" y="59057"/>
                </a:cubicBezTo>
                <a:lnTo>
                  <a:pt x="118405" y="59057"/>
                </a:lnTo>
                <a:cubicBezTo>
                  <a:pt x="119800" y="60523"/>
                  <a:pt x="119800" y="62198"/>
                  <a:pt x="119800" y="63664"/>
                </a:cubicBezTo>
                <a:close/>
                <a:moveTo>
                  <a:pt x="108438" y="72460"/>
                </a:moveTo>
                <a:lnTo>
                  <a:pt x="108438" y="72460"/>
                </a:lnTo>
                <a:cubicBezTo>
                  <a:pt x="108438" y="90261"/>
                  <a:pt x="108438" y="90261"/>
                  <a:pt x="108438" y="90261"/>
                </a:cubicBezTo>
                <a:cubicBezTo>
                  <a:pt x="108438" y="99057"/>
                  <a:pt x="108438" y="99057"/>
                  <a:pt x="108438" y="99057"/>
                </a:cubicBezTo>
                <a:cubicBezTo>
                  <a:pt x="108438" y="113926"/>
                  <a:pt x="108438" y="113926"/>
                  <a:pt x="108438" y="113926"/>
                </a:cubicBezTo>
                <a:cubicBezTo>
                  <a:pt x="108438" y="118324"/>
                  <a:pt x="107043" y="119790"/>
                  <a:pt x="102857" y="119790"/>
                </a:cubicBezTo>
                <a:cubicBezTo>
                  <a:pt x="91694" y="119790"/>
                  <a:pt x="91694" y="119790"/>
                  <a:pt x="91694" y="119790"/>
                </a:cubicBezTo>
                <a:cubicBezTo>
                  <a:pt x="91694" y="72460"/>
                  <a:pt x="91694" y="72460"/>
                  <a:pt x="91694" y="72460"/>
                </a:cubicBezTo>
                <a:cubicBezTo>
                  <a:pt x="69169" y="72460"/>
                  <a:pt x="69169" y="72460"/>
                  <a:pt x="69169" y="72460"/>
                </a:cubicBezTo>
                <a:cubicBezTo>
                  <a:pt x="69169" y="119790"/>
                  <a:pt x="69169" y="119790"/>
                  <a:pt x="69169" y="119790"/>
                </a:cubicBezTo>
                <a:cubicBezTo>
                  <a:pt x="16943" y="119790"/>
                  <a:pt x="16943" y="119790"/>
                  <a:pt x="16943" y="119790"/>
                </a:cubicBezTo>
                <a:cubicBezTo>
                  <a:pt x="14152" y="119790"/>
                  <a:pt x="11362" y="118324"/>
                  <a:pt x="11362" y="113926"/>
                </a:cubicBezTo>
                <a:cubicBezTo>
                  <a:pt x="11362" y="99057"/>
                  <a:pt x="11362" y="99057"/>
                  <a:pt x="11362" y="99057"/>
                </a:cubicBezTo>
                <a:cubicBezTo>
                  <a:pt x="11362" y="90261"/>
                  <a:pt x="11362" y="90261"/>
                  <a:pt x="11362" y="90261"/>
                </a:cubicBezTo>
                <a:cubicBezTo>
                  <a:pt x="11362" y="72460"/>
                  <a:pt x="11362" y="72460"/>
                  <a:pt x="11362" y="72460"/>
                </a:cubicBezTo>
                <a:cubicBezTo>
                  <a:pt x="60598" y="22198"/>
                  <a:pt x="60598" y="22198"/>
                  <a:pt x="60598" y="22198"/>
                </a:cubicBezTo>
                <a:lnTo>
                  <a:pt x="108438" y="72460"/>
                </a:lnTo>
                <a:close/>
                <a:moveTo>
                  <a:pt x="50830" y="72460"/>
                </a:moveTo>
                <a:lnTo>
                  <a:pt x="50830" y="72460"/>
                </a:lnTo>
                <a:cubicBezTo>
                  <a:pt x="28305" y="72460"/>
                  <a:pt x="28305" y="72460"/>
                  <a:pt x="28305" y="72460"/>
                </a:cubicBezTo>
                <a:cubicBezTo>
                  <a:pt x="28305" y="96125"/>
                  <a:pt x="28305" y="96125"/>
                  <a:pt x="28305" y="96125"/>
                </a:cubicBezTo>
                <a:cubicBezTo>
                  <a:pt x="50830" y="96125"/>
                  <a:pt x="50830" y="96125"/>
                  <a:pt x="50830" y="96125"/>
                </a:cubicBezTo>
                <a:lnTo>
                  <a:pt x="50830" y="72460"/>
                </a:lnTo>
                <a:close/>
              </a:path>
            </a:pathLst>
          </a:custGeom>
          <a:solidFill>
            <a:schemeClr val="bg1"/>
          </a:solidFill>
          <a:ln>
            <a:noFill/>
          </a:ln>
          <a:effectLst/>
        </p:spPr>
        <p:txBody>
          <a:bodyPr wrap="square" lIns="91440" tIns="45720" rIns="91440" bIns="45720" anchor="ctr">
            <a:normAutofit fontScale="25000" lnSpcReduction="20000"/>
          </a:bodyPr>
          <a:lstStyle/>
          <a:p>
            <a:pPr algn="ctr"/>
          </a:p>
        </p:txBody>
      </p:sp>
      <p:sp>
        <p:nvSpPr>
          <p:cNvPr id="31" name="íSlíḋe"/>
          <p:cNvSpPr/>
          <p:nvPr/>
        </p:nvSpPr>
        <p:spPr>
          <a:xfrm>
            <a:off x="1708476" y="2518306"/>
            <a:ext cx="261148" cy="228804"/>
          </a:xfrm>
          <a:custGeom>
            <a:avLst/>
            <a:gdLst/>
            <a:ahLst/>
            <a:cxnLst/>
            <a:rect l="0" t="0" r="0" b="0"/>
            <a:pathLst>
              <a:path w="120000" h="120000" extrusionOk="0">
                <a:moveTo>
                  <a:pt x="117009" y="65310"/>
                </a:moveTo>
                <a:lnTo>
                  <a:pt x="117009" y="65310"/>
                </a:lnTo>
                <a:lnTo>
                  <a:pt x="117009" y="65310"/>
                </a:lnTo>
                <a:cubicBezTo>
                  <a:pt x="61993" y="91073"/>
                  <a:pt x="61993" y="91073"/>
                  <a:pt x="61993" y="91073"/>
                </a:cubicBezTo>
                <a:lnTo>
                  <a:pt x="61993" y="91073"/>
                </a:lnTo>
                <a:lnTo>
                  <a:pt x="61993" y="91073"/>
                </a:lnTo>
                <a:lnTo>
                  <a:pt x="61993" y="91073"/>
                </a:lnTo>
                <a:cubicBezTo>
                  <a:pt x="61993" y="92655"/>
                  <a:pt x="60598" y="92655"/>
                  <a:pt x="60598" y="92655"/>
                </a:cubicBezTo>
                <a:cubicBezTo>
                  <a:pt x="59202" y="92655"/>
                  <a:pt x="59202" y="92655"/>
                  <a:pt x="57807" y="91073"/>
                </a:cubicBezTo>
                <a:lnTo>
                  <a:pt x="57807" y="91073"/>
                </a:lnTo>
                <a:lnTo>
                  <a:pt x="57807" y="91073"/>
                </a:lnTo>
                <a:lnTo>
                  <a:pt x="57807" y="91073"/>
                </a:lnTo>
                <a:cubicBezTo>
                  <a:pt x="2990" y="65310"/>
                  <a:pt x="2990" y="65310"/>
                  <a:pt x="2990" y="65310"/>
                </a:cubicBezTo>
                <a:lnTo>
                  <a:pt x="2990" y="65310"/>
                </a:lnTo>
                <a:cubicBezTo>
                  <a:pt x="1395" y="65310"/>
                  <a:pt x="0" y="62146"/>
                  <a:pt x="0" y="60564"/>
                </a:cubicBezTo>
                <a:cubicBezTo>
                  <a:pt x="0" y="55819"/>
                  <a:pt x="2990" y="54237"/>
                  <a:pt x="5780" y="54237"/>
                </a:cubicBezTo>
                <a:cubicBezTo>
                  <a:pt x="7176" y="54237"/>
                  <a:pt x="7176" y="54237"/>
                  <a:pt x="8571" y="54237"/>
                </a:cubicBezTo>
                <a:lnTo>
                  <a:pt x="8571" y="54237"/>
                </a:lnTo>
                <a:lnTo>
                  <a:pt x="8571" y="54237"/>
                </a:lnTo>
                <a:lnTo>
                  <a:pt x="8571" y="54237"/>
                </a:lnTo>
                <a:cubicBezTo>
                  <a:pt x="60598" y="78192"/>
                  <a:pt x="60598" y="78192"/>
                  <a:pt x="60598" y="78192"/>
                </a:cubicBezTo>
                <a:cubicBezTo>
                  <a:pt x="112823" y="54237"/>
                  <a:pt x="112823" y="54237"/>
                  <a:pt x="112823" y="54237"/>
                </a:cubicBezTo>
                <a:lnTo>
                  <a:pt x="112823" y="54237"/>
                </a:lnTo>
                <a:lnTo>
                  <a:pt x="112823" y="54237"/>
                </a:lnTo>
                <a:lnTo>
                  <a:pt x="112823" y="54237"/>
                </a:lnTo>
                <a:lnTo>
                  <a:pt x="114219" y="54237"/>
                </a:lnTo>
                <a:cubicBezTo>
                  <a:pt x="118405" y="54237"/>
                  <a:pt x="119800" y="55819"/>
                  <a:pt x="119800" y="60564"/>
                </a:cubicBezTo>
                <a:cubicBezTo>
                  <a:pt x="119800" y="62146"/>
                  <a:pt x="118405" y="65310"/>
                  <a:pt x="117009" y="65310"/>
                </a:cubicBezTo>
                <a:close/>
                <a:moveTo>
                  <a:pt x="117009" y="38192"/>
                </a:moveTo>
                <a:lnTo>
                  <a:pt x="117009" y="38192"/>
                </a:lnTo>
                <a:lnTo>
                  <a:pt x="117009" y="38192"/>
                </a:lnTo>
                <a:cubicBezTo>
                  <a:pt x="61993" y="63728"/>
                  <a:pt x="61993" y="63728"/>
                  <a:pt x="61993" y="63728"/>
                </a:cubicBezTo>
                <a:lnTo>
                  <a:pt x="61993" y="63728"/>
                </a:lnTo>
                <a:lnTo>
                  <a:pt x="61993" y="63728"/>
                </a:lnTo>
                <a:lnTo>
                  <a:pt x="61993" y="63728"/>
                </a:lnTo>
                <a:lnTo>
                  <a:pt x="60598" y="63728"/>
                </a:lnTo>
                <a:cubicBezTo>
                  <a:pt x="59202" y="63728"/>
                  <a:pt x="59202" y="63728"/>
                  <a:pt x="57807" y="63728"/>
                </a:cubicBezTo>
                <a:lnTo>
                  <a:pt x="57807" y="63728"/>
                </a:lnTo>
                <a:lnTo>
                  <a:pt x="57807" y="63728"/>
                </a:lnTo>
                <a:lnTo>
                  <a:pt x="57807" y="63728"/>
                </a:lnTo>
                <a:cubicBezTo>
                  <a:pt x="2990" y="38192"/>
                  <a:pt x="2990" y="38192"/>
                  <a:pt x="2990" y="38192"/>
                </a:cubicBezTo>
                <a:lnTo>
                  <a:pt x="2990" y="38192"/>
                </a:lnTo>
                <a:cubicBezTo>
                  <a:pt x="1395" y="36610"/>
                  <a:pt x="0" y="35028"/>
                  <a:pt x="0" y="31864"/>
                </a:cubicBezTo>
                <a:cubicBezTo>
                  <a:pt x="0" y="30282"/>
                  <a:pt x="1395" y="27118"/>
                  <a:pt x="2990" y="27118"/>
                </a:cubicBezTo>
                <a:lnTo>
                  <a:pt x="2990" y="27118"/>
                </a:lnTo>
                <a:cubicBezTo>
                  <a:pt x="57807" y="1581"/>
                  <a:pt x="57807" y="1581"/>
                  <a:pt x="57807" y="1581"/>
                </a:cubicBezTo>
                <a:lnTo>
                  <a:pt x="57807" y="1581"/>
                </a:lnTo>
                <a:lnTo>
                  <a:pt x="57807" y="1581"/>
                </a:lnTo>
                <a:lnTo>
                  <a:pt x="57807" y="1581"/>
                </a:lnTo>
                <a:cubicBezTo>
                  <a:pt x="59202" y="0"/>
                  <a:pt x="59202" y="0"/>
                  <a:pt x="60598" y="0"/>
                </a:cubicBezTo>
                <a:cubicBezTo>
                  <a:pt x="60598" y="0"/>
                  <a:pt x="61993" y="0"/>
                  <a:pt x="61993" y="1581"/>
                </a:cubicBezTo>
                <a:lnTo>
                  <a:pt x="61993" y="1581"/>
                </a:lnTo>
                <a:lnTo>
                  <a:pt x="61993" y="1581"/>
                </a:lnTo>
                <a:lnTo>
                  <a:pt x="61993" y="1581"/>
                </a:lnTo>
                <a:cubicBezTo>
                  <a:pt x="117009" y="27118"/>
                  <a:pt x="117009" y="27118"/>
                  <a:pt x="117009" y="27118"/>
                </a:cubicBezTo>
                <a:lnTo>
                  <a:pt x="117009" y="27118"/>
                </a:lnTo>
                <a:cubicBezTo>
                  <a:pt x="118405" y="27118"/>
                  <a:pt x="119800" y="30282"/>
                  <a:pt x="119800" y="31864"/>
                </a:cubicBezTo>
                <a:cubicBezTo>
                  <a:pt x="119800" y="35028"/>
                  <a:pt x="118405" y="36610"/>
                  <a:pt x="117009" y="38192"/>
                </a:cubicBezTo>
                <a:close/>
                <a:moveTo>
                  <a:pt x="5780" y="81355"/>
                </a:moveTo>
                <a:lnTo>
                  <a:pt x="5780" y="81355"/>
                </a:lnTo>
                <a:cubicBezTo>
                  <a:pt x="7176" y="81355"/>
                  <a:pt x="7176" y="81355"/>
                  <a:pt x="8571" y="81355"/>
                </a:cubicBezTo>
                <a:lnTo>
                  <a:pt x="8571" y="81355"/>
                </a:lnTo>
                <a:lnTo>
                  <a:pt x="8571" y="81355"/>
                </a:lnTo>
                <a:lnTo>
                  <a:pt x="8571" y="81355"/>
                </a:lnTo>
                <a:cubicBezTo>
                  <a:pt x="60598" y="106892"/>
                  <a:pt x="60598" y="106892"/>
                  <a:pt x="60598" y="106892"/>
                </a:cubicBezTo>
                <a:cubicBezTo>
                  <a:pt x="112823" y="81355"/>
                  <a:pt x="112823" y="81355"/>
                  <a:pt x="112823" y="81355"/>
                </a:cubicBezTo>
                <a:lnTo>
                  <a:pt x="112823" y="81355"/>
                </a:lnTo>
                <a:lnTo>
                  <a:pt x="112823" y="81355"/>
                </a:lnTo>
                <a:lnTo>
                  <a:pt x="112823" y="81355"/>
                </a:lnTo>
                <a:lnTo>
                  <a:pt x="114219" y="81355"/>
                </a:lnTo>
                <a:cubicBezTo>
                  <a:pt x="118405" y="81355"/>
                  <a:pt x="119800" y="84519"/>
                  <a:pt x="119800" y="87683"/>
                </a:cubicBezTo>
                <a:cubicBezTo>
                  <a:pt x="119800" y="91073"/>
                  <a:pt x="118405" y="92655"/>
                  <a:pt x="117009" y="94237"/>
                </a:cubicBezTo>
                <a:lnTo>
                  <a:pt x="117009" y="94237"/>
                </a:lnTo>
                <a:cubicBezTo>
                  <a:pt x="61993" y="119774"/>
                  <a:pt x="61993" y="119774"/>
                  <a:pt x="61993" y="119774"/>
                </a:cubicBezTo>
                <a:lnTo>
                  <a:pt x="61993" y="119774"/>
                </a:lnTo>
                <a:lnTo>
                  <a:pt x="61993" y="119774"/>
                </a:lnTo>
                <a:lnTo>
                  <a:pt x="61993" y="119774"/>
                </a:lnTo>
                <a:lnTo>
                  <a:pt x="60598" y="119774"/>
                </a:lnTo>
                <a:cubicBezTo>
                  <a:pt x="59202" y="119774"/>
                  <a:pt x="59202" y="119774"/>
                  <a:pt x="57807" y="119774"/>
                </a:cubicBezTo>
                <a:lnTo>
                  <a:pt x="57807" y="119774"/>
                </a:lnTo>
                <a:lnTo>
                  <a:pt x="57807" y="119774"/>
                </a:lnTo>
                <a:lnTo>
                  <a:pt x="57807" y="119774"/>
                </a:lnTo>
                <a:cubicBezTo>
                  <a:pt x="2990" y="94237"/>
                  <a:pt x="2990" y="94237"/>
                  <a:pt x="2990" y="94237"/>
                </a:cubicBezTo>
                <a:lnTo>
                  <a:pt x="2990" y="94237"/>
                </a:lnTo>
                <a:cubicBezTo>
                  <a:pt x="1395" y="92655"/>
                  <a:pt x="0" y="91073"/>
                  <a:pt x="0" y="87683"/>
                </a:cubicBezTo>
                <a:cubicBezTo>
                  <a:pt x="0" y="84519"/>
                  <a:pt x="2990" y="81355"/>
                  <a:pt x="5780" y="81355"/>
                </a:cubicBezTo>
                <a:close/>
              </a:path>
            </a:pathLst>
          </a:custGeom>
          <a:solidFill>
            <a:schemeClr val="bg1"/>
          </a:solidFill>
          <a:ln>
            <a:noFill/>
          </a:ln>
          <a:effectLst/>
        </p:spPr>
        <p:txBody>
          <a:bodyPr wrap="square" lIns="91440" tIns="45720" rIns="91440" bIns="45720" anchor="ctr">
            <a:normAutofit fontScale="25000" lnSpcReduction="20000"/>
          </a:bodyPr>
          <a:lstStyle/>
          <a:p>
            <a:pPr algn="ctr"/>
          </a:p>
        </p:txBody>
      </p:sp>
      <p:sp>
        <p:nvSpPr>
          <p:cNvPr id="32" name="ïśḷïḓe"/>
          <p:cNvSpPr/>
          <p:nvPr/>
        </p:nvSpPr>
        <p:spPr>
          <a:xfrm>
            <a:off x="1737415" y="5296189"/>
            <a:ext cx="211585" cy="259306"/>
          </a:xfrm>
          <a:custGeom>
            <a:avLst/>
            <a:gdLst/>
            <a:ahLst/>
            <a:cxnLst/>
            <a:rect l="0" t="0" r="0" b="0"/>
            <a:pathLst>
              <a:path w="120000" h="120000" extrusionOk="0">
                <a:moveTo>
                  <a:pt x="112868" y="119800"/>
                </a:moveTo>
                <a:lnTo>
                  <a:pt x="112868" y="119800"/>
                </a:lnTo>
                <a:cubicBezTo>
                  <a:pt x="6885" y="119800"/>
                  <a:pt x="6885" y="119800"/>
                  <a:pt x="6885" y="119800"/>
                </a:cubicBezTo>
                <a:cubicBezTo>
                  <a:pt x="1721" y="119800"/>
                  <a:pt x="0" y="117004"/>
                  <a:pt x="0" y="114209"/>
                </a:cubicBezTo>
                <a:cubicBezTo>
                  <a:pt x="0" y="64891"/>
                  <a:pt x="0" y="64891"/>
                  <a:pt x="0" y="64891"/>
                </a:cubicBezTo>
                <a:cubicBezTo>
                  <a:pt x="0" y="62096"/>
                  <a:pt x="1721" y="59101"/>
                  <a:pt x="6885" y="59101"/>
                </a:cubicBezTo>
                <a:cubicBezTo>
                  <a:pt x="17213" y="59101"/>
                  <a:pt x="17213" y="59101"/>
                  <a:pt x="17213" y="59101"/>
                </a:cubicBezTo>
                <a:cubicBezTo>
                  <a:pt x="17213" y="33743"/>
                  <a:pt x="17213" y="33743"/>
                  <a:pt x="17213" y="33743"/>
                </a:cubicBezTo>
                <a:cubicBezTo>
                  <a:pt x="17213" y="13976"/>
                  <a:pt x="36393" y="0"/>
                  <a:pt x="59016" y="0"/>
                </a:cubicBezTo>
                <a:cubicBezTo>
                  <a:pt x="83360" y="0"/>
                  <a:pt x="100573" y="13976"/>
                  <a:pt x="100573" y="33743"/>
                </a:cubicBezTo>
                <a:cubicBezTo>
                  <a:pt x="100573" y="36539"/>
                  <a:pt x="98852" y="39534"/>
                  <a:pt x="93688" y="39534"/>
                </a:cubicBezTo>
                <a:cubicBezTo>
                  <a:pt x="90245" y="39534"/>
                  <a:pt x="86803" y="36539"/>
                  <a:pt x="86803" y="33743"/>
                </a:cubicBezTo>
                <a:cubicBezTo>
                  <a:pt x="86803" y="21164"/>
                  <a:pt x="74754" y="11181"/>
                  <a:pt x="59016" y="11181"/>
                </a:cubicBezTo>
                <a:cubicBezTo>
                  <a:pt x="43278" y="11181"/>
                  <a:pt x="31229" y="21164"/>
                  <a:pt x="31229" y="33743"/>
                </a:cubicBezTo>
                <a:cubicBezTo>
                  <a:pt x="31229" y="59101"/>
                  <a:pt x="31229" y="59101"/>
                  <a:pt x="31229" y="59101"/>
                </a:cubicBezTo>
                <a:cubicBezTo>
                  <a:pt x="86803" y="59101"/>
                  <a:pt x="86803" y="59101"/>
                  <a:pt x="86803" y="59101"/>
                </a:cubicBezTo>
                <a:cubicBezTo>
                  <a:pt x="100573" y="59101"/>
                  <a:pt x="100573" y="59101"/>
                  <a:pt x="100573" y="59101"/>
                </a:cubicBezTo>
                <a:cubicBezTo>
                  <a:pt x="112868" y="59101"/>
                  <a:pt x="112868" y="59101"/>
                  <a:pt x="112868" y="59101"/>
                </a:cubicBezTo>
                <a:cubicBezTo>
                  <a:pt x="116311" y="59101"/>
                  <a:pt x="119754" y="62096"/>
                  <a:pt x="119754" y="64891"/>
                </a:cubicBezTo>
                <a:cubicBezTo>
                  <a:pt x="119754" y="114209"/>
                  <a:pt x="119754" y="114209"/>
                  <a:pt x="119754" y="114209"/>
                </a:cubicBezTo>
                <a:cubicBezTo>
                  <a:pt x="119754" y="117004"/>
                  <a:pt x="116311" y="119800"/>
                  <a:pt x="112868" y="119800"/>
                </a:cubicBezTo>
                <a:close/>
                <a:moveTo>
                  <a:pt x="59016" y="70482"/>
                </a:moveTo>
                <a:lnTo>
                  <a:pt x="59016" y="70482"/>
                </a:lnTo>
                <a:cubicBezTo>
                  <a:pt x="52131" y="70482"/>
                  <a:pt x="45000" y="76073"/>
                  <a:pt x="45000" y="81863"/>
                </a:cubicBezTo>
                <a:cubicBezTo>
                  <a:pt x="45000" y="86056"/>
                  <a:pt x="48688" y="90249"/>
                  <a:pt x="52131" y="91647"/>
                </a:cubicBezTo>
                <a:cubicBezTo>
                  <a:pt x="52131" y="103028"/>
                  <a:pt x="52131" y="103028"/>
                  <a:pt x="52131" y="103028"/>
                </a:cubicBezTo>
                <a:cubicBezTo>
                  <a:pt x="52131" y="105823"/>
                  <a:pt x="55573" y="108618"/>
                  <a:pt x="59016" y="108618"/>
                </a:cubicBezTo>
                <a:cubicBezTo>
                  <a:pt x="64180" y="108618"/>
                  <a:pt x="65901" y="105823"/>
                  <a:pt x="65901" y="103028"/>
                </a:cubicBezTo>
                <a:cubicBezTo>
                  <a:pt x="65901" y="91647"/>
                  <a:pt x="65901" y="91647"/>
                  <a:pt x="65901" y="91647"/>
                </a:cubicBezTo>
                <a:cubicBezTo>
                  <a:pt x="71065" y="90249"/>
                  <a:pt x="72786" y="86056"/>
                  <a:pt x="72786" y="81863"/>
                </a:cubicBezTo>
                <a:cubicBezTo>
                  <a:pt x="72786" y="76073"/>
                  <a:pt x="67622" y="70482"/>
                  <a:pt x="59016" y="70482"/>
                </a:cubicBezTo>
                <a:close/>
              </a:path>
            </a:pathLst>
          </a:custGeom>
          <a:solidFill>
            <a:schemeClr val="bg1"/>
          </a:solidFill>
          <a:ln>
            <a:noFill/>
          </a:ln>
          <a:effectLst/>
        </p:spPr>
        <p:txBody>
          <a:bodyPr wrap="square" lIns="91440" tIns="45720" rIns="91440" bIns="45720" anchor="ctr">
            <a:normAutofit fontScale="25000" lnSpcReduction="20000"/>
          </a:bodyPr>
          <a:lstStyle/>
          <a:p>
            <a:pPr algn="ctr"/>
          </a:p>
        </p:txBody>
      </p:sp>
    </p:spTree>
  </p:cSld>
  <p:clrMapOvr>
    <a:masterClrMapping/>
  </p:clrMapOvr>
  <p:transition/>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78668"/>
            <a:ext cx="7026275" cy="523220"/>
          </a:xfrm>
          <a:prstGeom prst="rect">
            <a:avLst/>
          </a:prstGeom>
        </p:spPr>
        <p:txBody>
          <a:bodyPr wrap="square">
            <a:spAutoFit/>
          </a:bodyPr>
          <a:lstStyle/>
          <a:p>
            <a:r>
              <a:rPr lang="zh-CN" altLang="en-US" sz="2800" b="1" dirty="0">
                <a:solidFill>
                  <a:srgbClr val="FF0000"/>
                </a:solidFill>
              </a:rPr>
              <a:t>处理机的双重工作模式</a:t>
            </a:r>
            <a:endParaRPr lang="zh-CN" altLang="en-US" sz="2800" b="1" dirty="0">
              <a:solidFill>
                <a:srgbClr val="FF0000"/>
              </a:solidFill>
            </a:endParaRPr>
          </a:p>
        </p:txBody>
      </p:sp>
      <p:grpSp>
        <p:nvGrpSpPr>
          <p:cNvPr id="14" name="217641" descr="本素材由iSlide™ 提供&#10;iSlide™尊重知识产权并注重保护用户享有的各项权利。郑重提醒您：&#10;iSlide™插件中提供的任何信息内容的所有权、知识产权归其原始权利人或权利受让人所有，您免费/购买获得的是信息内容的使用权，并受下述条款的约束；&#10;1. 您仅可以个人非商业用途使用该等信息内容，不可将信息内容的全部或部分用于出售，或以出租、出借、转让、分销、发布等其他任何方式供他人使用；&#10;2. 禁止在接入互联网或移动互联网的任何网站、平台、应用或程序上以任何方式为他人提供iSlide™插件资源内容的下载。&#10;The resource is supplied by iSlide™.&#10;iSlide™ respects all intellectual property rights and protects all the rights its users acquired.Solemnly remind you:&#10;The ownership and intellectual property of the resources supplied in iSlide Add-in belongs to its owner or the assignee of this ownership.you only acquired the usage of the resources supplied in iSlide Add-in, as well as respected the following restrain terms:&#10;1.You are only allowed to use such resource for personal and non-commercial aim, not allowed to use such resource or part of it for the sale; or rent, lend, transfer to others; or distribution or release it in any way.&#10;2.You are not permitted to provide the resource of iSlide Add-in in any website, platform, application access to the Internet or mobile Internet." title="iSlide™ 版权声明  COPYRIGHT NOTICE"/>
          <p:cNvGrpSpPr>
            <a:grpSpLocks noChangeAspect="1"/>
          </p:cNvGrpSpPr>
          <p:nvPr>
            <p:custDataLst>
              <p:tags r:id="rId1"/>
            </p:custDataLst>
          </p:nvPr>
        </p:nvGrpSpPr>
        <p:grpSpPr>
          <a:xfrm>
            <a:off x="217700" y="1297164"/>
            <a:ext cx="11377235" cy="4148266"/>
            <a:chOff x="542846" y="1464590"/>
            <a:chExt cx="11377235" cy="4148266"/>
          </a:xfrm>
        </p:grpSpPr>
        <p:sp>
          <p:nvSpPr>
            <p:cNvPr id="15" name="ïsḷîḋê"/>
            <p:cNvSpPr/>
            <p:nvPr/>
          </p:nvSpPr>
          <p:spPr>
            <a:xfrm>
              <a:off x="673100" y="1929384"/>
              <a:ext cx="10845800" cy="2125980"/>
            </a:xfrm>
            <a:prstGeom prst="rightArrow">
              <a:avLst>
                <a:gd name="adj1" fmla="val 50000"/>
                <a:gd name="adj2" fmla="val 42258"/>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p>
              <a:pPr algn="ctr"/>
              <a:endParaRPr lang="zh-CN" altLang="en-US"/>
            </a:p>
          </p:txBody>
        </p:sp>
        <p:sp>
          <p:nvSpPr>
            <p:cNvPr id="16" name="ïṩḻíḑe"/>
            <p:cNvSpPr/>
            <p:nvPr/>
          </p:nvSpPr>
          <p:spPr>
            <a:xfrm rot="2700000">
              <a:off x="1148317" y="2189617"/>
              <a:ext cx="1605516" cy="1605516"/>
            </a:xfrm>
            <a:custGeom>
              <a:avLst/>
              <a:gdLst>
                <a:gd name="connsiteX0" fmla="*/ 135628 w 1605516"/>
                <a:gd name="connsiteY0" fmla="*/ 135628 h 1605516"/>
                <a:gd name="connsiteX1" fmla="*/ 463063 w 1605516"/>
                <a:gd name="connsiteY1" fmla="*/ 0 h 1605516"/>
                <a:gd name="connsiteX2" fmla="*/ 1142453 w 1605516"/>
                <a:gd name="connsiteY2" fmla="*/ 0 h 1605516"/>
                <a:gd name="connsiteX3" fmla="*/ 1605516 w 1605516"/>
                <a:gd name="connsiteY3" fmla="*/ 463063 h 1605516"/>
                <a:gd name="connsiteX4" fmla="*/ 1605516 w 1605516"/>
                <a:gd name="connsiteY4" fmla="*/ 1142453 h 1605516"/>
                <a:gd name="connsiteX5" fmla="*/ 1142453 w 1605516"/>
                <a:gd name="connsiteY5" fmla="*/ 1605516 h 1605516"/>
                <a:gd name="connsiteX6" fmla="*/ 463063 w 1605516"/>
                <a:gd name="connsiteY6" fmla="*/ 1605516 h 1605516"/>
                <a:gd name="connsiteX7" fmla="*/ 282818 w 1605516"/>
                <a:gd name="connsiteY7" fmla="*/ 1569126 h 1605516"/>
                <a:gd name="connsiteX8" fmla="*/ 247355 w 1605516"/>
                <a:gd name="connsiteY8" fmla="*/ 1549878 h 1605516"/>
                <a:gd name="connsiteX9" fmla="*/ 706898 w 1605516"/>
                <a:gd name="connsiteY9" fmla="*/ 1090334 h 1605516"/>
                <a:gd name="connsiteX10" fmla="*/ 802757 w 1605516"/>
                <a:gd name="connsiteY10" fmla="*/ 1186193 h 1605516"/>
                <a:gd name="connsiteX11" fmla="*/ 802757 w 1605516"/>
                <a:gd name="connsiteY11" fmla="*/ 802757 h 1605516"/>
                <a:gd name="connsiteX12" fmla="*/ 419322 w 1605516"/>
                <a:gd name="connsiteY12" fmla="*/ 802757 h 1605516"/>
                <a:gd name="connsiteX13" fmla="*/ 515181 w 1605516"/>
                <a:gd name="connsiteY13" fmla="*/ 898616 h 1605516"/>
                <a:gd name="connsiteX14" fmla="*/ 55637 w 1605516"/>
                <a:gd name="connsiteY14" fmla="*/ 1358159 h 1605516"/>
                <a:gd name="connsiteX15" fmla="*/ 36390 w 1605516"/>
                <a:gd name="connsiteY15" fmla="*/ 1322698 h 1605516"/>
                <a:gd name="connsiteX16" fmla="*/ 0 w 1605516"/>
                <a:gd name="connsiteY16" fmla="*/ 1142453 h 1605516"/>
                <a:gd name="connsiteX17" fmla="*/ 0 w 1605516"/>
                <a:gd name="connsiteY17" fmla="*/ 463063 h 1605516"/>
                <a:gd name="connsiteX18" fmla="*/ 135628 w 1605516"/>
                <a:gd name="connsiteY18" fmla="*/ 135628 h 16055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1605516" h="1605516">
                  <a:moveTo>
                    <a:pt x="135628" y="135628"/>
                  </a:moveTo>
                  <a:cubicBezTo>
                    <a:pt x="219426" y="51830"/>
                    <a:pt x="335192" y="0"/>
                    <a:pt x="463063" y="0"/>
                  </a:cubicBezTo>
                  <a:lnTo>
                    <a:pt x="1142453" y="0"/>
                  </a:lnTo>
                  <a:cubicBezTo>
                    <a:pt x="1398196" y="0"/>
                    <a:pt x="1605516" y="207320"/>
                    <a:pt x="1605516" y="463063"/>
                  </a:cubicBezTo>
                  <a:lnTo>
                    <a:pt x="1605516" y="1142453"/>
                  </a:lnTo>
                  <a:cubicBezTo>
                    <a:pt x="1605516" y="1398196"/>
                    <a:pt x="1398196" y="1605516"/>
                    <a:pt x="1142453" y="1605516"/>
                  </a:cubicBezTo>
                  <a:lnTo>
                    <a:pt x="463063" y="1605516"/>
                  </a:lnTo>
                  <a:cubicBezTo>
                    <a:pt x="399127" y="1605516"/>
                    <a:pt x="338218" y="1592559"/>
                    <a:pt x="282818" y="1569126"/>
                  </a:cubicBezTo>
                  <a:lnTo>
                    <a:pt x="247355" y="1549878"/>
                  </a:lnTo>
                  <a:lnTo>
                    <a:pt x="706898" y="1090334"/>
                  </a:lnTo>
                  <a:lnTo>
                    <a:pt x="802757" y="1186193"/>
                  </a:lnTo>
                  <a:lnTo>
                    <a:pt x="802757" y="802757"/>
                  </a:lnTo>
                  <a:lnTo>
                    <a:pt x="419322" y="802757"/>
                  </a:lnTo>
                  <a:lnTo>
                    <a:pt x="515181" y="898616"/>
                  </a:lnTo>
                  <a:lnTo>
                    <a:pt x="55637" y="1358159"/>
                  </a:lnTo>
                  <a:lnTo>
                    <a:pt x="36390" y="1322698"/>
                  </a:lnTo>
                  <a:cubicBezTo>
                    <a:pt x="12957" y="1267298"/>
                    <a:pt x="0" y="1206389"/>
                    <a:pt x="0" y="1142453"/>
                  </a:cubicBezTo>
                  <a:lnTo>
                    <a:pt x="0" y="463063"/>
                  </a:lnTo>
                  <a:cubicBezTo>
                    <a:pt x="0" y="335192"/>
                    <a:pt x="51830" y="219426"/>
                    <a:pt x="135628" y="135628"/>
                  </a:cubicBez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p>
              <a:pPr algn="ctr"/>
              <a:endParaRPr lang="zh-CN" altLang="en-US" dirty="0"/>
            </a:p>
          </p:txBody>
        </p:sp>
        <p:sp>
          <p:nvSpPr>
            <p:cNvPr id="17" name="is1íḑe"/>
            <p:cNvSpPr/>
            <p:nvPr/>
          </p:nvSpPr>
          <p:spPr>
            <a:xfrm rot="2700000">
              <a:off x="3911600" y="2189617"/>
              <a:ext cx="1605516" cy="1605516"/>
            </a:xfrm>
            <a:custGeom>
              <a:avLst/>
              <a:gdLst>
                <a:gd name="connsiteX0" fmla="*/ 135459 w 1605516"/>
                <a:gd name="connsiteY0" fmla="*/ 135459 h 1605516"/>
                <a:gd name="connsiteX1" fmla="*/ 462485 w 1605516"/>
                <a:gd name="connsiteY1" fmla="*/ 0 h 1605516"/>
                <a:gd name="connsiteX2" fmla="*/ 1143031 w 1605516"/>
                <a:gd name="connsiteY2" fmla="*/ 0 h 1605516"/>
                <a:gd name="connsiteX3" fmla="*/ 1605516 w 1605516"/>
                <a:gd name="connsiteY3" fmla="*/ 462485 h 1605516"/>
                <a:gd name="connsiteX4" fmla="*/ 1605516 w 1605516"/>
                <a:gd name="connsiteY4" fmla="*/ 1143031 h 1605516"/>
                <a:gd name="connsiteX5" fmla="*/ 1143031 w 1605516"/>
                <a:gd name="connsiteY5" fmla="*/ 1605516 h 1605516"/>
                <a:gd name="connsiteX6" fmla="*/ 462485 w 1605516"/>
                <a:gd name="connsiteY6" fmla="*/ 1605516 h 1605516"/>
                <a:gd name="connsiteX7" fmla="*/ 282465 w 1605516"/>
                <a:gd name="connsiteY7" fmla="*/ 1569172 h 1605516"/>
                <a:gd name="connsiteX8" fmla="*/ 247202 w 1605516"/>
                <a:gd name="connsiteY8" fmla="*/ 1550031 h 1605516"/>
                <a:gd name="connsiteX9" fmla="*/ 706898 w 1605516"/>
                <a:gd name="connsiteY9" fmla="*/ 1090334 h 1605516"/>
                <a:gd name="connsiteX10" fmla="*/ 802757 w 1605516"/>
                <a:gd name="connsiteY10" fmla="*/ 1186193 h 1605516"/>
                <a:gd name="connsiteX11" fmla="*/ 802757 w 1605516"/>
                <a:gd name="connsiteY11" fmla="*/ 802757 h 1605516"/>
                <a:gd name="connsiteX12" fmla="*/ 419322 w 1605516"/>
                <a:gd name="connsiteY12" fmla="*/ 802757 h 1605516"/>
                <a:gd name="connsiteX13" fmla="*/ 515181 w 1605516"/>
                <a:gd name="connsiteY13" fmla="*/ 898616 h 1605516"/>
                <a:gd name="connsiteX14" fmla="*/ 55484 w 1605516"/>
                <a:gd name="connsiteY14" fmla="*/ 1358313 h 1605516"/>
                <a:gd name="connsiteX15" fmla="*/ 36345 w 1605516"/>
                <a:gd name="connsiteY15" fmla="*/ 1323051 h 1605516"/>
                <a:gd name="connsiteX16" fmla="*/ 0 w 1605516"/>
                <a:gd name="connsiteY16" fmla="*/ 1143031 h 1605516"/>
                <a:gd name="connsiteX17" fmla="*/ 0 w 1605516"/>
                <a:gd name="connsiteY17" fmla="*/ 462485 h 1605516"/>
                <a:gd name="connsiteX18" fmla="*/ 135459 w 1605516"/>
                <a:gd name="connsiteY18" fmla="*/ 135459 h 16055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1605516" h="1605516">
                  <a:moveTo>
                    <a:pt x="135459" y="135459"/>
                  </a:moveTo>
                  <a:cubicBezTo>
                    <a:pt x="219152" y="51765"/>
                    <a:pt x="334773" y="0"/>
                    <a:pt x="462485" y="0"/>
                  </a:cubicBezTo>
                  <a:lnTo>
                    <a:pt x="1143031" y="0"/>
                  </a:lnTo>
                  <a:cubicBezTo>
                    <a:pt x="1398454" y="0"/>
                    <a:pt x="1605516" y="207062"/>
                    <a:pt x="1605516" y="462485"/>
                  </a:cubicBezTo>
                  <a:lnTo>
                    <a:pt x="1605516" y="1143031"/>
                  </a:lnTo>
                  <a:cubicBezTo>
                    <a:pt x="1605516" y="1398454"/>
                    <a:pt x="1398454" y="1605516"/>
                    <a:pt x="1143031" y="1605516"/>
                  </a:cubicBezTo>
                  <a:lnTo>
                    <a:pt x="462485" y="1605516"/>
                  </a:lnTo>
                  <a:cubicBezTo>
                    <a:pt x="398629" y="1605516"/>
                    <a:pt x="337796" y="1592575"/>
                    <a:pt x="282465" y="1569172"/>
                  </a:cubicBezTo>
                  <a:lnTo>
                    <a:pt x="247202" y="1550031"/>
                  </a:lnTo>
                  <a:lnTo>
                    <a:pt x="706898" y="1090334"/>
                  </a:lnTo>
                  <a:lnTo>
                    <a:pt x="802757" y="1186193"/>
                  </a:lnTo>
                  <a:lnTo>
                    <a:pt x="802757" y="802757"/>
                  </a:lnTo>
                  <a:lnTo>
                    <a:pt x="419322" y="802757"/>
                  </a:lnTo>
                  <a:lnTo>
                    <a:pt x="515181" y="898616"/>
                  </a:lnTo>
                  <a:lnTo>
                    <a:pt x="55484" y="1358313"/>
                  </a:lnTo>
                  <a:lnTo>
                    <a:pt x="36345" y="1323051"/>
                  </a:lnTo>
                  <a:cubicBezTo>
                    <a:pt x="12941" y="1267720"/>
                    <a:pt x="0" y="1206887"/>
                    <a:pt x="0" y="1143031"/>
                  </a:cubicBezTo>
                  <a:lnTo>
                    <a:pt x="0" y="462485"/>
                  </a:lnTo>
                  <a:cubicBezTo>
                    <a:pt x="0" y="334773"/>
                    <a:pt x="51765" y="219152"/>
                    <a:pt x="135459" y="135459"/>
                  </a:cubicBez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p>
              <a:pPr algn="ctr"/>
              <a:endParaRPr lang="zh-CN" altLang="en-US"/>
            </a:p>
          </p:txBody>
        </p:sp>
        <p:sp>
          <p:nvSpPr>
            <p:cNvPr id="18" name="íṡ1ïḋé"/>
            <p:cNvSpPr/>
            <p:nvPr/>
          </p:nvSpPr>
          <p:spPr>
            <a:xfrm rot="2700000">
              <a:off x="6674883" y="2189617"/>
              <a:ext cx="1605516" cy="1605516"/>
            </a:xfrm>
            <a:custGeom>
              <a:avLst/>
              <a:gdLst>
                <a:gd name="connsiteX0" fmla="*/ 135431 w 1605516"/>
                <a:gd name="connsiteY0" fmla="*/ 135431 h 1605516"/>
                <a:gd name="connsiteX1" fmla="*/ 462389 w 1605516"/>
                <a:gd name="connsiteY1" fmla="*/ 0 h 1605516"/>
                <a:gd name="connsiteX2" fmla="*/ 1143127 w 1605516"/>
                <a:gd name="connsiteY2" fmla="*/ 0 h 1605516"/>
                <a:gd name="connsiteX3" fmla="*/ 1605516 w 1605516"/>
                <a:gd name="connsiteY3" fmla="*/ 462389 h 1605516"/>
                <a:gd name="connsiteX4" fmla="*/ 1605516 w 1605516"/>
                <a:gd name="connsiteY4" fmla="*/ 1143127 h 1605516"/>
                <a:gd name="connsiteX5" fmla="*/ 1143127 w 1605516"/>
                <a:gd name="connsiteY5" fmla="*/ 1605516 h 1605516"/>
                <a:gd name="connsiteX6" fmla="*/ 462389 w 1605516"/>
                <a:gd name="connsiteY6" fmla="*/ 1605516 h 1605516"/>
                <a:gd name="connsiteX7" fmla="*/ 282407 w 1605516"/>
                <a:gd name="connsiteY7" fmla="*/ 1569179 h 1605516"/>
                <a:gd name="connsiteX8" fmla="*/ 247177 w 1605516"/>
                <a:gd name="connsiteY8" fmla="*/ 1550057 h 1605516"/>
                <a:gd name="connsiteX9" fmla="*/ 706899 w 1605516"/>
                <a:gd name="connsiteY9" fmla="*/ 1090335 h 1605516"/>
                <a:gd name="connsiteX10" fmla="*/ 802758 w 1605516"/>
                <a:gd name="connsiteY10" fmla="*/ 1186194 h 1605516"/>
                <a:gd name="connsiteX11" fmla="*/ 802758 w 1605516"/>
                <a:gd name="connsiteY11" fmla="*/ 802758 h 1605516"/>
                <a:gd name="connsiteX12" fmla="*/ 419322 w 1605516"/>
                <a:gd name="connsiteY12" fmla="*/ 802758 h 1605516"/>
                <a:gd name="connsiteX13" fmla="*/ 515181 w 1605516"/>
                <a:gd name="connsiteY13" fmla="*/ 898617 h 1605516"/>
                <a:gd name="connsiteX14" fmla="*/ 55459 w 1605516"/>
                <a:gd name="connsiteY14" fmla="*/ 1358339 h 1605516"/>
                <a:gd name="connsiteX15" fmla="*/ 36337 w 1605516"/>
                <a:gd name="connsiteY15" fmla="*/ 1323109 h 1605516"/>
                <a:gd name="connsiteX16" fmla="*/ 0 w 1605516"/>
                <a:gd name="connsiteY16" fmla="*/ 1143127 h 1605516"/>
                <a:gd name="connsiteX17" fmla="*/ 0 w 1605516"/>
                <a:gd name="connsiteY17" fmla="*/ 462389 h 1605516"/>
                <a:gd name="connsiteX18" fmla="*/ 135431 w 1605516"/>
                <a:gd name="connsiteY18" fmla="*/ 135431 h 16055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1605516" h="1605516">
                  <a:moveTo>
                    <a:pt x="135431" y="135431"/>
                  </a:moveTo>
                  <a:cubicBezTo>
                    <a:pt x="219107" y="51755"/>
                    <a:pt x="334704" y="0"/>
                    <a:pt x="462389" y="0"/>
                  </a:cubicBezTo>
                  <a:lnTo>
                    <a:pt x="1143127" y="0"/>
                  </a:lnTo>
                  <a:cubicBezTo>
                    <a:pt x="1398497" y="0"/>
                    <a:pt x="1605516" y="207019"/>
                    <a:pt x="1605516" y="462389"/>
                  </a:cubicBezTo>
                  <a:lnTo>
                    <a:pt x="1605516" y="1143127"/>
                  </a:lnTo>
                  <a:cubicBezTo>
                    <a:pt x="1605516" y="1398497"/>
                    <a:pt x="1398497" y="1605516"/>
                    <a:pt x="1143127" y="1605516"/>
                  </a:cubicBezTo>
                  <a:lnTo>
                    <a:pt x="462389" y="1605516"/>
                  </a:lnTo>
                  <a:cubicBezTo>
                    <a:pt x="398546" y="1605516"/>
                    <a:pt x="337726" y="1592577"/>
                    <a:pt x="282407" y="1569179"/>
                  </a:cubicBezTo>
                  <a:lnTo>
                    <a:pt x="247177" y="1550057"/>
                  </a:lnTo>
                  <a:lnTo>
                    <a:pt x="706899" y="1090335"/>
                  </a:lnTo>
                  <a:lnTo>
                    <a:pt x="802758" y="1186194"/>
                  </a:lnTo>
                  <a:lnTo>
                    <a:pt x="802758" y="802758"/>
                  </a:lnTo>
                  <a:lnTo>
                    <a:pt x="419322" y="802758"/>
                  </a:lnTo>
                  <a:lnTo>
                    <a:pt x="515181" y="898617"/>
                  </a:lnTo>
                  <a:lnTo>
                    <a:pt x="55459" y="1358339"/>
                  </a:lnTo>
                  <a:lnTo>
                    <a:pt x="36337" y="1323109"/>
                  </a:lnTo>
                  <a:cubicBezTo>
                    <a:pt x="12939" y="1267790"/>
                    <a:pt x="0" y="1206970"/>
                    <a:pt x="0" y="1143127"/>
                  </a:cubicBezTo>
                  <a:lnTo>
                    <a:pt x="0" y="462389"/>
                  </a:lnTo>
                  <a:cubicBezTo>
                    <a:pt x="0" y="334704"/>
                    <a:pt x="51755" y="219107"/>
                    <a:pt x="135431" y="135431"/>
                  </a:cubicBez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p>
              <a:pPr algn="ctr"/>
              <a:endParaRPr lang="zh-CN" altLang="en-US" dirty="0"/>
            </a:p>
          </p:txBody>
        </p:sp>
        <p:sp>
          <p:nvSpPr>
            <p:cNvPr id="19" name="îṡlíḓè"/>
            <p:cNvSpPr/>
            <p:nvPr/>
          </p:nvSpPr>
          <p:spPr>
            <a:xfrm rot="2700000">
              <a:off x="9438167" y="2189617"/>
              <a:ext cx="1605516" cy="1605516"/>
            </a:xfrm>
            <a:custGeom>
              <a:avLst/>
              <a:gdLst>
                <a:gd name="connsiteX0" fmla="*/ 135431 w 1605516"/>
                <a:gd name="connsiteY0" fmla="*/ 135431 h 1605516"/>
                <a:gd name="connsiteX1" fmla="*/ 462389 w 1605516"/>
                <a:gd name="connsiteY1" fmla="*/ 0 h 1605516"/>
                <a:gd name="connsiteX2" fmla="*/ 1143127 w 1605516"/>
                <a:gd name="connsiteY2" fmla="*/ 0 h 1605516"/>
                <a:gd name="connsiteX3" fmla="*/ 1605516 w 1605516"/>
                <a:gd name="connsiteY3" fmla="*/ 462389 h 1605516"/>
                <a:gd name="connsiteX4" fmla="*/ 1605516 w 1605516"/>
                <a:gd name="connsiteY4" fmla="*/ 1143127 h 1605516"/>
                <a:gd name="connsiteX5" fmla="*/ 1143127 w 1605516"/>
                <a:gd name="connsiteY5" fmla="*/ 1605516 h 1605516"/>
                <a:gd name="connsiteX6" fmla="*/ 462389 w 1605516"/>
                <a:gd name="connsiteY6" fmla="*/ 1605516 h 1605516"/>
                <a:gd name="connsiteX7" fmla="*/ 282406 w 1605516"/>
                <a:gd name="connsiteY7" fmla="*/ 1569179 h 1605516"/>
                <a:gd name="connsiteX8" fmla="*/ 247176 w 1605516"/>
                <a:gd name="connsiteY8" fmla="*/ 1550057 h 1605516"/>
                <a:gd name="connsiteX9" fmla="*/ 706898 w 1605516"/>
                <a:gd name="connsiteY9" fmla="*/ 1090334 h 1605516"/>
                <a:gd name="connsiteX10" fmla="*/ 802757 w 1605516"/>
                <a:gd name="connsiteY10" fmla="*/ 1186193 h 1605516"/>
                <a:gd name="connsiteX11" fmla="*/ 802757 w 1605516"/>
                <a:gd name="connsiteY11" fmla="*/ 802757 h 1605516"/>
                <a:gd name="connsiteX12" fmla="*/ 419322 w 1605516"/>
                <a:gd name="connsiteY12" fmla="*/ 802757 h 1605516"/>
                <a:gd name="connsiteX13" fmla="*/ 515181 w 1605516"/>
                <a:gd name="connsiteY13" fmla="*/ 898616 h 1605516"/>
                <a:gd name="connsiteX14" fmla="*/ 55459 w 1605516"/>
                <a:gd name="connsiteY14" fmla="*/ 1358338 h 1605516"/>
                <a:gd name="connsiteX15" fmla="*/ 36337 w 1605516"/>
                <a:gd name="connsiteY15" fmla="*/ 1323110 h 1605516"/>
                <a:gd name="connsiteX16" fmla="*/ 0 w 1605516"/>
                <a:gd name="connsiteY16" fmla="*/ 1143127 h 1605516"/>
                <a:gd name="connsiteX17" fmla="*/ 0 w 1605516"/>
                <a:gd name="connsiteY17" fmla="*/ 462389 h 1605516"/>
                <a:gd name="connsiteX18" fmla="*/ 135431 w 1605516"/>
                <a:gd name="connsiteY18" fmla="*/ 135431 h 16055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1605516" h="1605516">
                  <a:moveTo>
                    <a:pt x="135431" y="135431"/>
                  </a:moveTo>
                  <a:cubicBezTo>
                    <a:pt x="219107" y="51755"/>
                    <a:pt x="334704" y="0"/>
                    <a:pt x="462389" y="0"/>
                  </a:cubicBezTo>
                  <a:lnTo>
                    <a:pt x="1143127" y="0"/>
                  </a:lnTo>
                  <a:cubicBezTo>
                    <a:pt x="1398497" y="0"/>
                    <a:pt x="1605516" y="207019"/>
                    <a:pt x="1605516" y="462389"/>
                  </a:cubicBezTo>
                  <a:lnTo>
                    <a:pt x="1605516" y="1143127"/>
                  </a:lnTo>
                  <a:cubicBezTo>
                    <a:pt x="1605516" y="1398497"/>
                    <a:pt x="1398497" y="1605516"/>
                    <a:pt x="1143127" y="1605516"/>
                  </a:cubicBezTo>
                  <a:lnTo>
                    <a:pt x="462389" y="1605516"/>
                  </a:lnTo>
                  <a:cubicBezTo>
                    <a:pt x="398547" y="1605516"/>
                    <a:pt x="337726" y="1592577"/>
                    <a:pt x="282406" y="1569179"/>
                  </a:cubicBezTo>
                  <a:lnTo>
                    <a:pt x="247176" y="1550057"/>
                  </a:lnTo>
                  <a:lnTo>
                    <a:pt x="706898" y="1090334"/>
                  </a:lnTo>
                  <a:lnTo>
                    <a:pt x="802757" y="1186193"/>
                  </a:lnTo>
                  <a:lnTo>
                    <a:pt x="802757" y="802757"/>
                  </a:lnTo>
                  <a:lnTo>
                    <a:pt x="419322" y="802757"/>
                  </a:lnTo>
                  <a:lnTo>
                    <a:pt x="515181" y="898616"/>
                  </a:lnTo>
                  <a:lnTo>
                    <a:pt x="55459" y="1358338"/>
                  </a:lnTo>
                  <a:lnTo>
                    <a:pt x="36337" y="1323110"/>
                  </a:lnTo>
                  <a:cubicBezTo>
                    <a:pt x="12939" y="1267790"/>
                    <a:pt x="0" y="1206969"/>
                    <a:pt x="0" y="1143127"/>
                  </a:cubicBezTo>
                  <a:lnTo>
                    <a:pt x="0" y="462389"/>
                  </a:lnTo>
                  <a:cubicBezTo>
                    <a:pt x="0" y="334704"/>
                    <a:pt x="51755" y="219107"/>
                    <a:pt x="135431" y="135431"/>
                  </a:cubicBez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p>
              <a:pPr algn="ctr"/>
              <a:endParaRPr lang="zh-CN" altLang="en-US" dirty="0"/>
            </a:p>
          </p:txBody>
        </p:sp>
        <p:sp>
          <p:nvSpPr>
            <p:cNvPr id="25" name="ï$1iḍe"/>
            <p:cNvSpPr txBox="1"/>
            <p:nvPr/>
          </p:nvSpPr>
          <p:spPr>
            <a:xfrm>
              <a:off x="542846" y="1491721"/>
              <a:ext cx="2687137" cy="392512"/>
            </a:xfrm>
            <a:prstGeom prst="rect">
              <a:avLst/>
            </a:prstGeom>
            <a:noFill/>
            <a:ln>
              <a:noFill/>
            </a:ln>
          </p:spPr>
          <p:txBody>
            <a:bodyPr wrap="square" lIns="91440" tIns="45720" rIns="91440" bIns="45720" anchor="t" anchorCtr="0">
              <a:noAutofit/>
            </a:bodyPr>
            <a:lstStyle/>
            <a:p>
              <a:pPr algn="ctr"/>
              <a:r>
                <a:rPr lang="zh-CN" altLang="en-US" sz="2200" b="1" dirty="0"/>
                <a:t>特权指令</a:t>
              </a:r>
              <a:endParaRPr lang="zh-CN" altLang="en-US" sz="2200" b="1" dirty="0"/>
            </a:p>
          </p:txBody>
        </p:sp>
        <p:sp>
          <p:nvSpPr>
            <p:cNvPr id="33" name="isľîdê"/>
            <p:cNvSpPr txBox="1"/>
            <p:nvPr/>
          </p:nvSpPr>
          <p:spPr>
            <a:xfrm>
              <a:off x="837271" y="4127645"/>
              <a:ext cx="2287926" cy="1461716"/>
            </a:xfrm>
            <a:prstGeom prst="rect">
              <a:avLst/>
            </a:prstGeom>
            <a:noFill/>
            <a:ln>
              <a:noFill/>
            </a:ln>
          </p:spPr>
          <p:txBody>
            <a:bodyPr wrap="square" lIns="91440" tIns="45720" rIns="91440" bIns="45720" anchor="t" anchorCtr="0">
              <a:noAutofit/>
            </a:bodyPr>
            <a:lstStyle/>
            <a:p>
              <a:pPr marL="342900" indent="-342900">
                <a:lnSpc>
                  <a:spcPct val="120000"/>
                </a:lnSpc>
                <a:buClr>
                  <a:srgbClr val="FF0000"/>
                </a:buClr>
                <a:buFont typeface="Wingdings" panose="05000000000000000000" pitchFamily="2" charset="2"/>
                <a:buChar char="Ø"/>
              </a:pPr>
              <a:r>
                <a:rPr lang="zh-CN" altLang="en-US" sz="2000" dirty="0"/>
                <a:t>在内核态运行的指令</a:t>
              </a:r>
              <a:r>
                <a:rPr lang="en-US" altLang="zh-CN" sz="2000" dirty="0"/>
                <a:t>，</a:t>
              </a:r>
              <a:r>
                <a:rPr lang="zh-CN" altLang="en-US" sz="2000" dirty="0"/>
                <a:t>如果误用有可能引起系统</a:t>
              </a:r>
              <a:r>
                <a:rPr lang="zh-CN" altLang="en-US" sz="2000" dirty="0"/>
                <a:t>崩溃</a:t>
              </a:r>
              <a:endParaRPr lang="zh-CN" altLang="en-US" sz="2000" dirty="0"/>
            </a:p>
          </p:txBody>
        </p:sp>
        <p:sp>
          <p:nvSpPr>
            <p:cNvPr id="34" name="íṩ1ïḑe"/>
            <p:cNvSpPr txBox="1"/>
            <p:nvPr/>
          </p:nvSpPr>
          <p:spPr>
            <a:xfrm>
              <a:off x="3077666" y="1464590"/>
              <a:ext cx="3316591" cy="392512"/>
            </a:xfrm>
            <a:prstGeom prst="rect">
              <a:avLst/>
            </a:prstGeom>
            <a:noFill/>
            <a:ln>
              <a:noFill/>
            </a:ln>
          </p:spPr>
          <p:txBody>
            <a:bodyPr wrap="square" lIns="91440" tIns="45720" rIns="91440" bIns="45720" anchor="t" anchorCtr="0">
              <a:noAutofit/>
            </a:bodyPr>
            <a:lstStyle/>
            <a:p>
              <a:pPr>
                <a:lnSpc>
                  <a:spcPct val="110000"/>
                </a:lnSpc>
              </a:pPr>
              <a:r>
                <a:rPr lang="zh-CN" altLang="en-US" sz="2200" b="1" dirty="0">
                  <a:solidFill>
                    <a:srgbClr val="FF0000"/>
                  </a:solidFill>
                </a:rPr>
                <a:t>内核态</a:t>
              </a:r>
              <a:r>
                <a:rPr lang="zh-CN" altLang="en-US" sz="2200" b="1" dirty="0"/>
                <a:t>（管态、系统态）</a:t>
              </a:r>
              <a:endParaRPr lang="zh-CN" altLang="en-US" sz="2200" b="1" dirty="0"/>
            </a:p>
          </p:txBody>
        </p:sp>
        <p:sp>
          <p:nvSpPr>
            <p:cNvPr id="35" name="ïsḻiďê"/>
            <p:cNvSpPr txBox="1"/>
            <p:nvPr/>
          </p:nvSpPr>
          <p:spPr>
            <a:xfrm>
              <a:off x="6366706" y="1478156"/>
              <a:ext cx="2356280" cy="392512"/>
            </a:xfrm>
            <a:prstGeom prst="rect">
              <a:avLst/>
            </a:prstGeom>
            <a:noFill/>
            <a:ln>
              <a:noFill/>
            </a:ln>
          </p:spPr>
          <p:txBody>
            <a:bodyPr wrap="square" lIns="91440" tIns="45720" rIns="91440" bIns="45720" anchor="t" anchorCtr="0">
              <a:noAutofit/>
            </a:bodyPr>
            <a:lstStyle/>
            <a:p>
              <a:pPr algn="r"/>
              <a:r>
                <a:rPr lang="zh-CN" altLang="en-US" sz="2200" b="1" dirty="0">
                  <a:solidFill>
                    <a:srgbClr val="FF0000"/>
                  </a:solidFill>
                </a:rPr>
                <a:t>用户态</a:t>
              </a:r>
              <a:r>
                <a:rPr lang="zh-CN" altLang="en-US" sz="2200" b="1" dirty="0"/>
                <a:t>（目态）</a:t>
              </a:r>
              <a:endParaRPr lang="zh-CN" altLang="en-US" sz="2200" b="1" dirty="0"/>
            </a:p>
          </p:txBody>
        </p:sp>
        <p:sp>
          <p:nvSpPr>
            <p:cNvPr id="36" name="isḷiḋé"/>
            <p:cNvSpPr txBox="1"/>
            <p:nvPr/>
          </p:nvSpPr>
          <p:spPr>
            <a:xfrm>
              <a:off x="8833059" y="1491721"/>
              <a:ext cx="3087022" cy="392512"/>
            </a:xfrm>
            <a:prstGeom prst="rect">
              <a:avLst/>
            </a:prstGeom>
            <a:noFill/>
            <a:ln>
              <a:noFill/>
            </a:ln>
          </p:spPr>
          <p:txBody>
            <a:bodyPr wrap="square" lIns="91440" tIns="45720" rIns="91440" bIns="45720" anchor="t" anchorCtr="0">
              <a:noAutofit/>
            </a:bodyPr>
            <a:lstStyle/>
            <a:p>
              <a:pPr algn="ctr"/>
              <a:r>
                <a:rPr lang="zh-CN" altLang="en-US" sz="2200" b="1" dirty="0"/>
                <a:t>由硬件提供模式位</a:t>
              </a:r>
              <a:endParaRPr lang="zh-CN" altLang="en-US" sz="2200" b="1" dirty="0"/>
            </a:p>
          </p:txBody>
        </p:sp>
        <p:sp>
          <p:nvSpPr>
            <p:cNvPr id="37" name="îṣḻidé"/>
            <p:cNvSpPr txBox="1"/>
            <p:nvPr/>
          </p:nvSpPr>
          <p:spPr>
            <a:xfrm>
              <a:off x="1960664" y="2605404"/>
              <a:ext cx="708108" cy="678249"/>
            </a:xfrm>
            <a:prstGeom prst="rect">
              <a:avLst/>
            </a:prstGeom>
            <a:noFill/>
          </p:spPr>
          <p:txBody>
            <a:bodyPr wrap="square" lIns="91440" tIns="45720" rIns="91440" bIns="45720" rtlCol="0" anchor="ctr">
              <a:normAutofit/>
            </a:bodyPr>
            <a:lstStyle/>
            <a:p>
              <a:pPr algn="ctr"/>
              <a:r>
                <a:rPr lang="en-US" altLang="zh-CN" sz="3200" b="1" i="1" dirty="0">
                  <a:solidFill>
                    <a:schemeClr val="bg1"/>
                  </a:solidFill>
                </a:rPr>
                <a:t>00</a:t>
              </a:r>
              <a:endParaRPr lang="zh-CN" altLang="en-US" sz="3200" b="1" i="1" dirty="0">
                <a:solidFill>
                  <a:schemeClr val="bg1"/>
                </a:solidFill>
              </a:endParaRPr>
            </a:p>
          </p:txBody>
        </p:sp>
        <p:sp>
          <p:nvSpPr>
            <p:cNvPr id="38" name="ïŝ1ïḋè"/>
            <p:cNvSpPr txBox="1"/>
            <p:nvPr/>
          </p:nvSpPr>
          <p:spPr>
            <a:xfrm>
              <a:off x="4741597" y="2605404"/>
              <a:ext cx="708108" cy="678249"/>
            </a:xfrm>
            <a:prstGeom prst="rect">
              <a:avLst/>
            </a:prstGeom>
            <a:noFill/>
          </p:spPr>
          <p:txBody>
            <a:bodyPr wrap="square" lIns="91440" tIns="45720" rIns="91440" bIns="45720" rtlCol="0" anchor="ctr">
              <a:normAutofit/>
            </a:bodyPr>
            <a:lstStyle/>
            <a:p>
              <a:pPr algn="ctr"/>
              <a:r>
                <a:rPr lang="en-US" altLang="zh-CN" sz="3200" b="1" i="1" dirty="0">
                  <a:solidFill>
                    <a:schemeClr val="bg1"/>
                  </a:solidFill>
                </a:rPr>
                <a:t>00</a:t>
              </a:r>
              <a:endParaRPr lang="zh-CN" altLang="en-US" sz="3200" b="1" i="1" dirty="0">
                <a:solidFill>
                  <a:schemeClr val="bg1"/>
                </a:solidFill>
              </a:endParaRPr>
            </a:p>
          </p:txBody>
        </p:sp>
        <p:sp>
          <p:nvSpPr>
            <p:cNvPr id="39" name="í$lîdé"/>
            <p:cNvSpPr txBox="1"/>
            <p:nvPr/>
          </p:nvSpPr>
          <p:spPr>
            <a:xfrm>
              <a:off x="7522530" y="2605404"/>
              <a:ext cx="708108" cy="678249"/>
            </a:xfrm>
            <a:prstGeom prst="rect">
              <a:avLst/>
            </a:prstGeom>
            <a:noFill/>
          </p:spPr>
          <p:txBody>
            <a:bodyPr wrap="square" lIns="91440" tIns="45720" rIns="91440" bIns="45720" rtlCol="0" anchor="ctr">
              <a:normAutofit/>
            </a:bodyPr>
            <a:lstStyle/>
            <a:p>
              <a:pPr algn="ctr"/>
              <a:r>
                <a:rPr lang="en-US" altLang="zh-CN" sz="3200" b="1" i="1" dirty="0">
                  <a:solidFill>
                    <a:schemeClr val="bg1"/>
                  </a:solidFill>
                </a:rPr>
                <a:t>00</a:t>
              </a:r>
              <a:endParaRPr lang="zh-CN" altLang="en-US" sz="3200" b="1" i="1" dirty="0">
                <a:solidFill>
                  <a:schemeClr val="bg1"/>
                </a:solidFill>
              </a:endParaRPr>
            </a:p>
          </p:txBody>
        </p:sp>
        <p:sp>
          <p:nvSpPr>
            <p:cNvPr id="40" name="išḻïďè"/>
            <p:cNvSpPr txBox="1"/>
            <p:nvPr/>
          </p:nvSpPr>
          <p:spPr>
            <a:xfrm>
              <a:off x="10303464" y="2605404"/>
              <a:ext cx="708108" cy="678249"/>
            </a:xfrm>
            <a:prstGeom prst="rect">
              <a:avLst/>
            </a:prstGeom>
            <a:noFill/>
          </p:spPr>
          <p:txBody>
            <a:bodyPr wrap="square" lIns="91440" tIns="45720" rIns="91440" bIns="45720" rtlCol="0" anchor="ctr">
              <a:normAutofit/>
            </a:bodyPr>
            <a:lstStyle/>
            <a:p>
              <a:pPr algn="ctr"/>
              <a:r>
                <a:rPr lang="en-US" altLang="zh-CN" sz="3200" b="1" i="1" dirty="0">
                  <a:solidFill>
                    <a:schemeClr val="bg1"/>
                  </a:solidFill>
                </a:rPr>
                <a:t>00</a:t>
              </a:r>
              <a:endParaRPr lang="zh-CN" altLang="en-US" sz="3200" b="1" i="1" dirty="0">
                <a:solidFill>
                  <a:schemeClr val="bg1"/>
                </a:solidFill>
              </a:endParaRPr>
            </a:p>
          </p:txBody>
        </p:sp>
        <p:sp>
          <p:nvSpPr>
            <p:cNvPr id="41" name="isľîdê"/>
            <p:cNvSpPr txBox="1"/>
            <p:nvPr/>
          </p:nvSpPr>
          <p:spPr>
            <a:xfrm>
              <a:off x="3540236" y="4127645"/>
              <a:ext cx="2276119" cy="858742"/>
            </a:xfrm>
            <a:prstGeom prst="rect">
              <a:avLst/>
            </a:prstGeom>
            <a:noFill/>
            <a:ln>
              <a:noFill/>
            </a:ln>
          </p:spPr>
          <p:txBody>
            <a:bodyPr wrap="square" lIns="91440" tIns="45720" rIns="91440" bIns="45720" anchor="t" anchorCtr="0">
              <a:noAutofit/>
            </a:bodyPr>
            <a:lstStyle/>
            <a:p>
              <a:pPr marL="342900" indent="-342900">
                <a:lnSpc>
                  <a:spcPct val="120000"/>
                </a:lnSpc>
                <a:buClr>
                  <a:srgbClr val="FF0000"/>
                </a:buClr>
                <a:buFont typeface="Wingdings" panose="05000000000000000000" pitchFamily="2" charset="2"/>
                <a:buChar char="Ø"/>
              </a:pPr>
              <a:r>
                <a:rPr lang="zh-CN" altLang="en-US" sz="2000" dirty="0"/>
                <a:t>执行包括特权指令在内的一切指令。</a:t>
              </a:r>
              <a:endParaRPr lang="zh-CN" altLang="en-US" sz="2000" dirty="0"/>
            </a:p>
          </p:txBody>
        </p:sp>
        <p:sp>
          <p:nvSpPr>
            <p:cNvPr id="42" name="isľîdê"/>
            <p:cNvSpPr txBox="1"/>
            <p:nvPr/>
          </p:nvSpPr>
          <p:spPr>
            <a:xfrm>
              <a:off x="6469394" y="4151140"/>
              <a:ext cx="2018637" cy="531456"/>
            </a:xfrm>
            <a:prstGeom prst="rect">
              <a:avLst/>
            </a:prstGeom>
            <a:noFill/>
            <a:ln>
              <a:noFill/>
            </a:ln>
          </p:spPr>
          <p:txBody>
            <a:bodyPr wrap="square" lIns="91440" tIns="45720" rIns="91440" bIns="45720" anchor="t" anchorCtr="0">
              <a:noAutofit/>
            </a:bodyPr>
            <a:lstStyle/>
            <a:p>
              <a:pPr marL="342900" indent="-342900">
                <a:lnSpc>
                  <a:spcPct val="120000"/>
                </a:lnSpc>
                <a:buClr>
                  <a:srgbClr val="0000FF"/>
                </a:buClr>
                <a:buFont typeface="Wingdings" panose="05000000000000000000" pitchFamily="2" charset="2"/>
                <a:buChar char="Ø"/>
              </a:pPr>
              <a:r>
                <a:rPr lang="zh-CN" altLang="en-US" sz="2000" dirty="0"/>
                <a:t>不能执行特权指令。</a:t>
              </a:r>
              <a:endParaRPr lang="zh-CN" altLang="en-US" sz="2000" dirty="0"/>
            </a:p>
          </p:txBody>
        </p:sp>
        <p:sp>
          <p:nvSpPr>
            <p:cNvPr id="43" name="isľîdê"/>
            <p:cNvSpPr txBox="1"/>
            <p:nvPr/>
          </p:nvSpPr>
          <p:spPr>
            <a:xfrm>
              <a:off x="8722986" y="4151140"/>
              <a:ext cx="3076602" cy="1461716"/>
            </a:xfrm>
            <a:prstGeom prst="rect">
              <a:avLst/>
            </a:prstGeom>
            <a:noFill/>
            <a:ln>
              <a:noFill/>
            </a:ln>
          </p:spPr>
          <p:txBody>
            <a:bodyPr wrap="square" lIns="91440" tIns="45720" rIns="91440" bIns="45720" anchor="t" anchorCtr="0">
              <a:noAutofit/>
            </a:bodyPr>
            <a:lstStyle/>
            <a:p>
              <a:pPr marL="342900" indent="-342900">
                <a:lnSpc>
                  <a:spcPct val="120000"/>
                </a:lnSpc>
                <a:buClr>
                  <a:srgbClr val="0000FF"/>
                </a:buClr>
                <a:buFont typeface="Wingdings" panose="05000000000000000000" pitchFamily="2" charset="2"/>
                <a:buChar char="Ø"/>
              </a:pPr>
              <a:r>
                <a:rPr lang="zh-CN" altLang="en-US" sz="2000" dirty="0"/>
                <a:t>提供了区分系统正在运行用户代码或内核代码的能力。</a:t>
              </a:r>
              <a:endParaRPr lang="zh-CN" altLang="en-US" sz="2000" dirty="0"/>
            </a:p>
            <a:p>
              <a:pPr marL="342900" indent="-342900">
                <a:lnSpc>
                  <a:spcPct val="120000"/>
                </a:lnSpc>
                <a:buClr>
                  <a:srgbClr val="0000FF"/>
                </a:buClr>
                <a:buFont typeface="Wingdings" panose="05000000000000000000" pitchFamily="2" charset="2"/>
                <a:buChar char="Ø"/>
              </a:pPr>
              <a:r>
                <a:rPr lang="zh-CN" altLang="en-US" sz="2000" dirty="0"/>
                <a:t>系统调用切换运行模式到内核态，并将调用结果返回给用户。</a:t>
              </a:r>
              <a:endParaRPr lang="zh-CN" altLang="en-US" sz="2000" dirty="0"/>
            </a:p>
          </p:txBody>
        </p:sp>
      </p:grpSp>
    </p:spTree>
  </p:cSld>
  <p:clrMapOvr>
    <a:masterClrMapping/>
  </p:clrMapOvr>
  <p:transition/>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78668"/>
            <a:ext cx="7026275" cy="523220"/>
          </a:xfrm>
          <a:prstGeom prst="rect">
            <a:avLst/>
          </a:prstGeom>
        </p:spPr>
        <p:txBody>
          <a:bodyPr wrap="square">
            <a:spAutoFit/>
          </a:bodyPr>
          <a:lstStyle/>
          <a:p>
            <a:r>
              <a:rPr lang="zh-CN" altLang="en-US" sz="2800" b="1" dirty="0">
                <a:solidFill>
                  <a:srgbClr val="FF0000"/>
                </a:solidFill>
              </a:rPr>
              <a:t>特权指令和非特权指令</a:t>
            </a:r>
            <a:endParaRPr lang="zh-CN" altLang="en-US" sz="2800" b="1" dirty="0">
              <a:solidFill>
                <a:srgbClr val="FF0000"/>
              </a:solidFill>
            </a:endParaRPr>
          </a:p>
        </p:txBody>
      </p:sp>
      <p:sp>
        <p:nvSpPr>
          <p:cNvPr id="9" name="ïşľîďè"/>
          <p:cNvSpPr/>
          <p:nvPr/>
        </p:nvSpPr>
        <p:spPr>
          <a:xfrm>
            <a:off x="1588" y="1143000"/>
            <a:ext cx="4669654" cy="5003800"/>
          </a:xfrm>
          <a:prstGeom prst="rect">
            <a:avLst/>
          </a:prstGeom>
          <a:blipFill>
            <a:blip r:embed="rId1"/>
            <a:stretch>
              <a:fillRect l="-30450" r="-30284"/>
            </a:stretch>
          </a:blipFill>
          <a:ln w="1905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p>
            <a:pPr algn="ctr" defTabSz="914400"/>
            <a:endParaRPr lang="zh-CN" altLang="en-US" sz="2000" b="1" dirty="0">
              <a:solidFill>
                <a:schemeClr val="bg1"/>
              </a:solidFill>
            </a:endParaRPr>
          </a:p>
        </p:txBody>
      </p:sp>
      <p:sp>
        <p:nvSpPr>
          <p:cNvPr id="10" name="îŝļiḋe"/>
          <p:cNvSpPr/>
          <p:nvPr/>
        </p:nvSpPr>
        <p:spPr>
          <a:xfrm>
            <a:off x="4014295" y="1143000"/>
            <a:ext cx="656948" cy="5003800"/>
          </a:xfrm>
          <a:prstGeom prst="rect">
            <a:avLst/>
          </a:prstGeom>
          <a:solidFill>
            <a:schemeClr val="accent1">
              <a:alpha val="70000"/>
            </a:schemeClr>
          </a:solidFill>
          <a:ln w="1270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p>
            <a:pPr algn="ctr" defTabSz="914400"/>
            <a:endParaRPr lang="zh-CN" altLang="en-US" sz="2000" b="1" dirty="0">
              <a:solidFill>
                <a:schemeClr val="bg1"/>
              </a:solidFill>
            </a:endParaRPr>
          </a:p>
        </p:txBody>
      </p:sp>
      <p:grpSp>
        <p:nvGrpSpPr>
          <p:cNvPr id="11" name="í$1iďè"/>
          <p:cNvGrpSpPr/>
          <p:nvPr/>
        </p:nvGrpSpPr>
        <p:grpSpPr>
          <a:xfrm>
            <a:off x="4183062" y="1607317"/>
            <a:ext cx="7381905" cy="1702554"/>
            <a:chOff x="4136995" y="1337039"/>
            <a:chExt cx="7381905" cy="1702554"/>
          </a:xfrm>
        </p:grpSpPr>
        <p:sp>
          <p:nvSpPr>
            <p:cNvPr id="37" name="îslîďê"/>
            <p:cNvSpPr/>
            <p:nvPr/>
          </p:nvSpPr>
          <p:spPr>
            <a:xfrm>
              <a:off x="4136995" y="1712614"/>
              <a:ext cx="408372" cy="363926"/>
            </a:xfrm>
            <a:custGeom>
              <a:avLst/>
              <a:gdLst>
                <a:gd name="connsiteX0" fmla="*/ 514822 w 607336"/>
                <a:gd name="connsiteY0" fmla="*/ 287718 h 541236"/>
                <a:gd name="connsiteX1" fmla="*/ 501327 w 607336"/>
                <a:gd name="connsiteY1" fmla="*/ 301190 h 541236"/>
                <a:gd name="connsiteX2" fmla="*/ 501327 w 607336"/>
                <a:gd name="connsiteY2" fmla="*/ 357185 h 541236"/>
                <a:gd name="connsiteX3" fmla="*/ 514822 w 607336"/>
                <a:gd name="connsiteY3" fmla="*/ 370656 h 541236"/>
                <a:gd name="connsiteX4" fmla="*/ 528317 w 607336"/>
                <a:gd name="connsiteY4" fmla="*/ 357185 h 541236"/>
                <a:gd name="connsiteX5" fmla="*/ 528317 w 607336"/>
                <a:gd name="connsiteY5" fmla="*/ 301190 h 541236"/>
                <a:gd name="connsiteX6" fmla="*/ 514822 w 607336"/>
                <a:gd name="connsiteY6" fmla="*/ 287718 h 541236"/>
                <a:gd name="connsiteX7" fmla="*/ 513884 w 607336"/>
                <a:gd name="connsiteY7" fmla="*/ 257846 h 541236"/>
                <a:gd name="connsiteX8" fmla="*/ 524093 w 607336"/>
                <a:gd name="connsiteY8" fmla="*/ 258315 h 541236"/>
                <a:gd name="connsiteX9" fmla="*/ 591098 w 607336"/>
                <a:gd name="connsiteY9" fmla="*/ 286664 h 541236"/>
                <a:gd name="connsiteX10" fmla="*/ 596496 w 607336"/>
                <a:gd name="connsiteY10" fmla="*/ 294630 h 541236"/>
                <a:gd name="connsiteX11" fmla="*/ 605297 w 607336"/>
                <a:gd name="connsiteY11" fmla="*/ 403457 h 541236"/>
                <a:gd name="connsiteX12" fmla="*/ 581123 w 607336"/>
                <a:gd name="connsiteY12" fmla="*/ 508770 h 541236"/>
                <a:gd name="connsiteX13" fmla="*/ 575725 w 607336"/>
                <a:gd name="connsiteY13" fmla="*/ 516736 h 541236"/>
                <a:gd name="connsiteX14" fmla="*/ 514822 w 607336"/>
                <a:gd name="connsiteY14" fmla="*/ 536650 h 541236"/>
                <a:gd name="connsiteX15" fmla="*/ 453919 w 607336"/>
                <a:gd name="connsiteY15" fmla="*/ 516736 h 541236"/>
                <a:gd name="connsiteX16" fmla="*/ 448521 w 607336"/>
                <a:gd name="connsiteY16" fmla="*/ 508770 h 541236"/>
                <a:gd name="connsiteX17" fmla="*/ 424348 w 607336"/>
                <a:gd name="connsiteY17" fmla="*/ 403457 h 541236"/>
                <a:gd name="connsiteX18" fmla="*/ 433149 w 607336"/>
                <a:gd name="connsiteY18" fmla="*/ 294630 h 541236"/>
                <a:gd name="connsiteX19" fmla="*/ 438547 w 607336"/>
                <a:gd name="connsiteY19" fmla="*/ 286664 h 541236"/>
                <a:gd name="connsiteX20" fmla="*/ 502970 w 607336"/>
                <a:gd name="connsiteY20" fmla="*/ 258315 h 541236"/>
                <a:gd name="connsiteX21" fmla="*/ 513884 w 607336"/>
                <a:gd name="connsiteY21" fmla="*/ 257846 h 541236"/>
                <a:gd name="connsiteX22" fmla="*/ 23466 w 607336"/>
                <a:gd name="connsiteY22" fmla="*/ 0 h 541236"/>
                <a:gd name="connsiteX23" fmla="*/ 555312 w 607336"/>
                <a:gd name="connsiteY23" fmla="*/ 0 h 541236"/>
                <a:gd name="connsiteX24" fmla="*/ 578778 w 607336"/>
                <a:gd name="connsiteY24" fmla="*/ 23430 h 541236"/>
                <a:gd name="connsiteX25" fmla="*/ 578778 w 607336"/>
                <a:gd name="connsiteY25" fmla="*/ 253163 h 541236"/>
                <a:gd name="connsiteX26" fmla="*/ 531847 w 607336"/>
                <a:gd name="connsiteY26" fmla="*/ 239339 h 541236"/>
                <a:gd name="connsiteX27" fmla="*/ 531847 w 607336"/>
                <a:gd name="connsiteY27" fmla="*/ 46861 h 541236"/>
                <a:gd name="connsiteX28" fmla="*/ 46931 w 607336"/>
                <a:gd name="connsiteY28" fmla="*/ 46861 h 541236"/>
                <a:gd name="connsiteX29" fmla="*/ 46931 w 607336"/>
                <a:gd name="connsiteY29" fmla="*/ 346766 h 541236"/>
                <a:gd name="connsiteX30" fmla="*/ 404898 w 607336"/>
                <a:gd name="connsiteY30" fmla="*/ 346766 h 541236"/>
                <a:gd name="connsiteX31" fmla="*/ 405837 w 607336"/>
                <a:gd name="connsiteY31" fmla="*/ 410730 h 541236"/>
                <a:gd name="connsiteX32" fmla="*/ 409005 w 607336"/>
                <a:gd name="connsiteY32" fmla="*/ 432638 h 541236"/>
                <a:gd name="connsiteX33" fmla="*/ 368175 w 607336"/>
                <a:gd name="connsiteY33" fmla="*/ 432638 h 541236"/>
                <a:gd name="connsiteX34" fmla="*/ 388120 w 607336"/>
                <a:gd name="connsiteY34" fmla="*/ 500585 h 541236"/>
                <a:gd name="connsiteX35" fmla="*/ 412407 w 607336"/>
                <a:gd name="connsiteY35" fmla="*/ 500585 h 541236"/>
                <a:gd name="connsiteX36" fmla="*/ 423553 w 607336"/>
                <a:gd name="connsiteY36" fmla="*/ 511714 h 541236"/>
                <a:gd name="connsiteX37" fmla="*/ 423553 w 607336"/>
                <a:gd name="connsiteY37" fmla="*/ 530107 h 541236"/>
                <a:gd name="connsiteX38" fmla="*/ 412407 w 607336"/>
                <a:gd name="connsiteY38" fmla="*/ 541236 h 541236"/>
                <a:gd name="connsiteX39" fmla="*/ 166371 w 607336"/>
                <a:gd name="connsiteY39" fmla="*/ 541236 h 541236"/>
                <a:gd name="connsiteX40" fmla="*/ 155225 w 607336"/>
                <a:gd name="connsiteY40" fmla="*/ 530107 h 541236"/>
                <a:gd name="connsiteX41" fmla="*/ 155225 w 607336"/>
                <a:gd name="connsiteY41" fmla="*/ 511714 h 541236"/>
                <a:gd name="connsiteX42" fmla="*/ 166371 w 607336"/>
                <a:gd name="connsiteY42" fmla="*/ 500585 h 541236"/>
                <a:gd name="connsiteX43" fmla="*/ 190658 w 607336"/>
                <a:gd name="connsiteY43" fmla="*/ 500585 h 541236"/>
                <a:gd name="connsiteX44" fmla="*/ 210721 w 607336"/>
                <a:gd name="connsiteY44" fmla="*/ 432638 h 541236"/>
                <a:gd name="connsiteX45" fmla="*/ 23466 w 607336"/>
                <a:gd name="connsiteY45" fmla="*/ 432638 h 541236"/>
                <a:gd name="connsiteX46" fmla="*/ 0 w 607336"/>
                <a:gd name="connsiteY46" fmla="*/ 409207 h 541236"/>
                <a:gd name="connsiteX47" fmla="*/ 0 w 607336"/>
                <a:gd name="connsiteY47" fmla="*/ 23430 h 541236"/>
                <a:gd name="connsiteX48" fmla="*/ 23466 w 607336"/>
                <a:gd name="connsiteY48" fmla="*/ 0 h 541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Lst>
              <a:rect l="l" t="t" r="r" b="b"/>
              <a:pathLst>
                <a:path w="607336" h="541236">
                  <a:moveTo>
                    <a:pt x="514822" y="287718"/>
                  </a:moveTo>
                  <a:cubicBezTo>
                    <a:pt x="507429" y="287718"/>
                    <a:pt x="501327" y="293810"/>
                    <a:pt x="501327" y="301190"/>
                  </a:cubicBezTo>
                  <a:lnTo>
                    <a:pt x="501327" y="357185"/>
                  </a:lnTo>
                  <a:cubicBezTo>
                    <a:pt x="501327" y="364682"/>
                    <a:pt x="507429" y="370656"/>
                    <a:pt x="514822" y="370656"/>
                  </a:cubicBezTo>
                  <a:cubicBezTo>
                    <a:pt x="522215" y="370656"/>
                    <a:pt x="528317" y="364682"/>
                    <a:pt x="528317" y="357185"/>
                  </a:cubicBezTo>
                  <a:lnTo>
                    <a:pt x="528317" y="301190"/>
                  </a:lnTo>
                  <a:cubicBezTo>
                    <a:pt x="528317" y="293810"/>
                    <a:pt x="522215" y="287718"/>
                    <a:pt x="514822" y="287718"/>
                  </a:cubicBezTo>
                  <a:close/>
                  <a:moveTo>
                    <a:pt x="513884" y="257846"/>
                  </a:moveTo>
                  <a:cubicBezTo>
                    <a:pt x="521042" y="257846"/>
                    <a:pt x="524093" y="258315"/>
                    <a:pt x="524093" y="258315"/>
                  </a:cubicBezTo>
                  <a:cubicBezTo>
                    <a:pt x="546506" y="260423"/>
                    <a:pt x="569037" y="269795"/>
                    <a:pt x="591098" y="286664"/>
                  </a:cubicBezTo>
                  <a:cubicBezTo>
                    <a:pt x="593679" y="288655"/>
                    <a:pt x="595557" y="291467"/>
                    <a:pt x="596496" y="294630"/>
                  </a:cubicBezTo>
                  <a:cubicBezTo>
                    <a:pt x="606940" y="330710"/>
                    <a:pt x="609756" y="365268"/>
                    <a:pt x="605297" y="403457"/>
                  </a:cubicBezTo>
                  <a:cubicBezTo>
                    <a:pt x="601307" y="437312"/>
                    <a:pt x="592037" y="471166"/>
                    <a:pt x="581123" y="508770"/>
                  </a:cubicBezTo>
                  <a:cubicBezTo>
                    <a:pt x="580185" y="511933"/>
                    <a:pt x="578307" y="514744"/>
                    <a:pt x="575725" y="516736"/>
                  </a:cubicBezTo>
                  <a:cubicBezTo>
                    <a:pt x="559062" y="529622"/>
                    <a:pt x="537470" y="536650"/>
                    <a:pt x="514822" y="536650"/>
                  </a:cubicBezTo>
                  <a:cubicBezTo>
                    <a:pt x="492174" y="536650"/>
                    <a:pt x="470583" y="529622"/>
                    <a:pt x="453919" y="516736"/>
                  </a:cubicBezTo>
                  <a:cubicBezTo>
                    <a:pt x="451338" y="514744"/>
                    <a:pt x="449460" y="511933"/>
                    <a:pt x="448521" y="508770"/>
                  </a:cubicBezTo>
                  <a:cubicBezTo>
                    <a:pt x="437608" y="471166"/>
                    <a:pt x="428338" y="437312"/>
                    <a:pt x="424348" y="403457"/>
                  </a:cubicBezTo>
                  <a:cubicBezTo>
                    <a:pt x="420006" y="365268"/>
                    <a:pt x="422705" y="330710"/>
                    <a:pt x="433149" y="294630"/>
                  </a:cubicBezTo>
                  <a:cubicBezTo>
                    <a:pt x="434088" y="291467"/>
                    <a:pt x="435965" y="288655"/>
                    <a:pt x="438547" y="286664"/>
                  </a:cubicBezTo>
                  <a:cubicBezTo>
                    <a:pt x="459787" y="270381"/>
                    <a:pt x="481378" y="260892"/>
                    <a:pt x="502970" y="258315"/>
                  </a:cubicBezTo>
                  <a:cubicBezTo>
                    <a:pt x="502970" y="258315"/>
                    <a:pt x="506725" y="257846"/>
                    <a:pt x="513884" y="257846"/>
                  </a:cubicBezTo>
                  <a:close/>
                  <a:moveTo>
                    <a:pt x="23466" y="0"/>
                  </a:moveTo>
                  <a:lnTo>
                    <a:pt x="555312" y="0"/>
                  </a:lnTo>
                  <a:cubicBezTo>
                    <a:pt x="568336" y="0"/>
                    <a:pt x="578778" y="10544"/>
                    <a:pt x="578778" y="23430"/>
                  </a:cubicBezTo>
                  <a:lnTo>
                    <a:pt x="578778" y="253163"/>
                  </a:lnTo>
                  <a:cubicBezTo>
                    <a:pt x="563408" y="245548"/>
                    <a:pt x="547686" y="240979"/>
                    <a:pt x="531847" y="239339"/>
                  </a:cubicBezTo>
                  <a:lnTo>
                    <a:pt x="531847" y="46861"/>
                  </a:lnTo>
                  <a:lnTo>
                    <a:pt x="46931" y="46861"/>
                  </a:lnTo>
                  <a:lnTo>
                    <a:pt x="46931" y="346766"/>
                  </a:lnTo>
                  <a:lnTo>
                    <a:pt x="404898" y="346766"/>
                  </a:lnTo>
                  <a:cubicBezTo>
                    <a:pt x="402904" y="367502"/>
                    <a:pt x="403256" y="388589"/>
                    <a:pt x="405837" y="410730"/>
                  </a:cubicBezTo>
                  <a:cubicBezTo>
                    <a:pt x="406658" y="418111"/>
                    <a:pt x="407714" y="425374"/>
                    <a:pt x="409005" y="432638"/>
                  </a:cubicBezTo>
                  <a:lnTo>
                    <a:pt x="368175" y="432638"/>
                  </a:lnTo>
                  <a:lnTo>
                    <a:pt x="388120" y="500585"/>
                  </a:lnTo>
                  <a:lnTo>
                    <a:pt x="412407" y="500585"/>
                  </a:lnTo>
                  <a:cubicBezTo>
                    <a:pt x="418626" y="500585"/>
                    <a:pt x="423553" y="505622"/>
                    <a:pt x="423553" y="511714"/>
                  </a:cubicBezTo>
                  <a:lnTo>
                    <a:pt x="423553" y="530107"/>
                  </a:lnTo>
                  <a:cubicBezTo>
                    <a:pt x="423553" y="536199"/>
                    <a:pt x="418626" y="541236"/>
                    <a:pt x="412407" y="541236"/>
                  </a:cubicBezTo>
                  <a:lnTo>
                    <a:pt x="166371" y="541236"/>
                  </a:lnTo>
                  <a:cubicBezTo>
                    <a:pt x="160270" y="541236"/>
                    <a:pt x="155225" y="536199"/>
                    <a:pt x="155225" y="530107"/>
                  </a:cubicBezTo>
                  <a:lnTo>
                    <a:pt x="155225" y="511714"/>
                  </a:lnTo>
                  <a:cubicBezTo>
                    <a:pt x="155225" y="505622"/>
                    <a:pt x="160270" y="500585"/>
                    <a:pt x="166371" y="500585"/>
                  </a:cubicBezTo>
                  <a:lnTo>
                    <a:pt x="190658" y="500585"/>
                  </a:lnTo>
                  <a:lnTo>
                    <a:pt x="210721" y="432638"/>
                  </a:lnTo>
                  <a:lnTo>
                    <a:pt x="23466" y="432638"/>
                  </a:lnTo>
                  <a:cubicBezTo>
                    <a:pt x="10560" y="432638"/>
                    <a:pt x="0" y="422211"/>
                    <a:pt x="0" y="409207"/>
                  </a:cubicBezTo>
                  <a:lnTo>
                    <a:pt x="0" y="23430"/>
                  </a:lnTo>
                  <a:cubicBezTo>
                    <a:pt x="0" y="10544"/>
                    <a:pt x="10560" y="0"/>
                    <a:pt x="23466" y="0"/>
                  </a:cubicBezTo>
                  <a:close/>
                </a:path>
              </a:pathLst>
            </a:custGeom>
            <a:solidFill>
              <a:schemeClr val="bg1"/>
            </a:solidFill>
            <a:ln w="1270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fontScale="92500" lnSpcReduction="10000"/>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defTabSz="914400"/>
              <a:endParaRPr lang="zh-CN" altLang="en-US" sz="2000" b="1" dirty="0">
                <a:solidFill>
                  <a:schemeClr val="bg1"/>
                </a:solidFill>
              </a:endParaRPr>
            </a:p>
          </p:txBody>
        </p:sp>
        <p:sp>
          <p:nvSpPr>
            <p:cNvPr id="39" name="ïSḻiḍé"/>
            <p:cNvSpPr txBox="1"/>
            <p:nvPr/>
          </p:nvSpPr>
          <p:spPr>
            <a:xfrm>
              <a:off x="4882719" y="1337039"/>
              <a:ext cx="6636181" cy="1702554"/>
            </a:xfrm>
            <a:prstGeom prst="rect">
              <a:avLst/>
            </a:prstGeom>
            <a:noFill/>
          </p:spPr>
          <p:txBody>
            <a:bodyPr wrap="square" lIns="91440" tIns="45720" rIns="91440" bIns="45720" rtlCol="0" anchor="ctr" anchorCtr="0">
              <a:no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gn="just">
                <a:lnSpc>
                  <a:spcPct val="130000"/>
                </a:lnSpc>
              </a:pPr>
              <a:r>
                <a:rPr lang="zh-CN" altLang="en-US" sz="2400" b="1" dirty="0">
                  <a:solidFill>
                    <a:srgbClr val="FF0000"/>
                  </a:solidFill>
                  <a:latin typeface="+mj-ea"/>
                  <a:ea typeface="+mj-ea"/>
                </a:rPr>
                <a:t>特权指令：在内核态下运行的指令</a:t>
              </a:r>
              <a:endParaRPr lang="en-US" altLang="zh-CN" sz="2400" b="1" dirty="0">
                <a:solidFill>
                  <a:srgbClr val="FF0000"/>
                </a:solidFill>
                <a:latin typeface="+mj-ea"/>
                <a:ea typeface="+mj-ea"/>
              </a:endParaRPr>
            </a:p>
            <a:p>
              <a:pPr marL="342900" indent="-342900" algn="just">
                <a:lnSpc>
                  <a:spcPct val="130000"/>
                </a:lnSpc>
                <a:buFont typeface="Wingdings" panose="05000000000000000000" pitchFamily="2" charset="2"/>
                <a:buChar char="Ø"/>
              </a:pPr>
              <a:r>
                <a:rPr lang="zh-CN" altLang="en-US" sz="2400" dirty="0">
                  <a:latin typeface="+mj-ea"/>
                  <a:ea typeface="+mj-ea"/>
                </a:rPr>
                <a:t>不仅能访问用户空间，还能访问系统空间。</a:t>
              </a:r>
              <a:endParaRPr lang="zh-CN" altLang="en-US" sz="2400" dirty="0">
                <a:latin typeface="+mj-ea"/>
                <a:ea typeface="+mj-ea"/>
              </a:endParaRPr>
            </a:p>
            <a:p>
              <a:pPr marL="342900" indent="-342900" algn="just">
                <a:lnSpc>
                  <a:spcPct val="130000"/>
                </a:lnSpc>
                <a:buFont typeface="Wingdings" panose="05000000000000000000" pitchFamily="2" charset="2"/>
                <a:buChar char="Ø"/>
              </a:pPr>
              <a:r>
                <a:rPr lang="zh-CN" altLang="en-US" sz="2400" dirty="0">
                  <a:latin typeface="+mj-ea"/>
                  <a:ea typeface="+mj-ea"/>
                </a:rPr>
                <a:t>如启动外部设备、设置系统时钟、关中断、切换执行状态、</a:t>
              </a:r>
              <a:r>
                <a:rPr lang="en-US" altLang="zh-CN" sz="2400" dirty="0">
                  <a:latin typeface="+mj-ea"/>
                  <a:ea typeface="+mj-ea"/>
                </a:rPr>
                <a:t>I/O</a:t>
              </a:r>
              <a:r>
                <a:rPr lang="zh-CN" altLang="en-US" sz="2400" dirty="0">
                  <a:latin typeface="+mj-ea"/>
                  <a:ea typeface="+mj-ea"/>
                </a:rPr>
                <a:t>指令。</a:t>
              </a:r>
              <a:endParaRPr lang="zh-CN" altLang="en-US" sz="2400" dirty="0">
                <a:latin typeface="+mj-ea"/>
                <a:ea typeface="+mj-ea"/>
              </a:endParaRPr>
            </a:p>
          </p:txBody>
        </p:sp>
      </p:grpSp>
      <p:grpSp>
        <p:nvGrpSpPr>
          <p:cNvPr id="12" name="išḷîḓé"/>
          <p:cNvGrpSpPr/>
          <p:nvPr/>
        </p:nvGrpSpPr>
        <p:grpSpPr>
          <a:xfrm>
            <a:off x="4183062" y="3800144"/>
            <a:ext cx="7722859" cy="1763616"/>
            <a:chOff x="4136995" y="3233565"/>
            <a:chExt cx="7722859" cy="1763616"/>
          </a:xfrm>
        </p:grpSpPr>
        <p:sp>
          <p:nvSpPr>
            <p:cNvPr id="33" name="íśľïḋé"/>
            <p:cNvSpPr/>
            <p:nvPr/>
          </p:nvSpPr>
          <p:spPr>
            <a:xfrm>
              <a:off x="4136995" y="3450237"/>
              <a:ext cx="408372" cy="363926"/>
            </a:xfrm>
            <a:custGeom>
              <a:avLst/>
              <a:gdLst>
                <a:gd name="connsiteX0" fmla="*/ 514822 w 607336"/>
                <a:gd name="connsiteY0" fmla="*/ 287718 h 541236"/>
                <a:gd name="connsiteX1" fmla="*/ 501327 w 607336"/>
                <a:gd name="connsiteY1" fmla="*/ 301190 h 541236"/>
                <a:gd name="connsiteX2" fmla="*/ 501327 w 607336"/>
                <a:gd name="connsiteY2" fmla="*/ 357185 h 541236"/>
                <a:gd name="connsiteX3" fmla="*/ 514822 w 607336"/>
                <a:gd name="connsiteY3" fmla="*/ 370656 h 541236"/>
                <a:gd name="connsiteX4" fmla="*/ 528317 w 607336"/>
                <a:gd name="connsiteY4" fmla="*/ 357185 h 541236"/>
                <a:gd name="connsiteX5" fmla="*/ 528317 w 607336"/>
                <a:gd name="connsiteY5" fmla="*/ 301190 h 541236"/>
                <a:gd name="connsiteX6" fmla="*/ 514822 w 607336"/>
                <a:gd name="connsiteY6" fmla="*/ 287718 h 541236"/>
                <a:gd name="connsiteX7" fmla="*/ 513884 w 607336"/>
                <a:gd name="connsiteY7" fmla="*/ 257846 h 541236"/>
                <a:gd name="connsiteX8" fmla="*/ 524093 w 607336"/>
                <a:gd name="connsiteY8" fmla="*/ 258315 h 541236"/>
                <a:gd name="connsiteX9" fmla="*/ 591098 w 607336"/>
                <a:gd name="connsiteY9" fmla="*/ 286664 h 541236"/>
                <a:gd name="connsiteX10" fmla="*/ 596496 w 607336"/>
                <a:gd name="connsiteY10" fmla="*/ 294630 h 541236"/>
                <a:gd name="connsiteX11" fmla="*/ 605297 w 607336"/>
                <a:gd name="connsiteY11" fmla="*/ 403457 h 541236"/>
                <a:gd name="connsiteX12" fmla="*/ 581123 w 607336"/>
                <a:gd name="connsiteY12" fmla="*/ 508770 h 541236"/>
                <a:gd name="connsiteX13" fmla="*/ 575725 w 607336"/>
                <a:gd name="connsiteY13" fmla="*/ 516736 h 541236"/>
                <a:gd name="connsiteX14" fmla="*/ 514822 w 607336"/>
                <a:gd name="connsiteY14" fmla="*/ 536650 h 541236"/>
                <a:gd name="connsiteX15" fmla="*/ 453919 w 607336"/>
                <a:gd name="connsiteY15" fmla="*/ 516736 h 541236"/>
                <a:gd name="connsiteX16" fmla="*/ 448521 w 607336"/>
                <a:gd name="connsiteY16" fmla="*/ 508770 h 541236"/>
                <a:gd name="connsiteX17" fmla="*/ 424348 w 607336"/>
                <a:gd name="connsiteY17" fmla="*/ 403457 h 541236"/>
                <a:gd name="connsiteX18" fmla="*/ 433149 w 607336"/>
                <a:gd name="connsiteY18" fmla="*/ 294630 h 541236"/>
                <a:gd name="connsiteX19" fmla="*/ 438547 w 607336"/>
                <a:gd name="connsiteY19" fmla="*/ 286664 h 541236"/>
                <a:gd name="connsiteX20" fmla="*/ 502970 w 607336"/>
                <a:gd name="connsiteY20" fmla="*/ 258315 h 541236"/>
                <a:gd name="connsiteX21" fmla="*/ 513884 w 607336"/>
                <a:gd name="connsiteY21" fmla="*/ 257846 h 541236"/>
                <a:gd name="connsiteX22" fmla="*/ 23466 w 607336"/>
                <a:gd name="connsiteY22" fmla="*/ 0 h 541236"/>
                <a:gd name="connsiteX23" fmla="*/ 555312 w 607336"/>
                <a:gd name="connsiteY23" fmla="*/ 0 h 541236"/>
                <a:gd name="connsiteX24" fmla="*/ 578778 w 607336"/>
                <a:gd name="connsiteY24" fmla="*/ 23430 h 541236"/>
                <a:gd name="connsiteX25" fmla="*/ 578778 w 607336"/>
                <a:gd name="connsiteY25" fmla="*/ 253163 h 541236"/>
                <a:gd name="connsiteX26" fmla="*/ 531847 w 607336"/>
                <a:gd name="connsiteY26" fmla="*/ 239339 h 541236"/>
                <a:gd name="connsiteX27" fmla="*/ 531847 w 607336"/>
                <a:gd name="connsiteY27" fmla="*/ 46861 h 541236"/>
                <a:gd name="connsiteX28" fmla="*/ 46931 w 607336"/>
                <a:gd name="connsiteY28" fmla="*/ 46861 h 541236"/>
                <a:gd name="connsiteX29" fmla="*/ 46931 w 607336"/>
                <a:gd name="connsiteY29" fmla="*/ 346766 h 541236"/>
                <a:gd name="connsiteX30" fmla="*/ 404898 w 607336"/>
                <a:gd name="connsiteY30" fmla="*/ 346766 h 541236"/>
                <a:gd name="connsiteX31" fmla="*/ 405837 w 607336"/>
                <a:gd name="connsiteY31" fmla="*/ 410730 h 541236"/>
                <a:gd name="connsiteX32" fmla="*/ 409005 w 607336"/>
                <a:gd name="connsiteY32" fmla="*/ 432638 h 541236"/>
                <a:gd name="connsiteX33" fmla="*/ 368175 w 607336"/>
                <a:gd name="connsiteY33" fmla="*/ 432638 h 541236"/>
                <a:gd name="connsiteX34" fmla="*/ 388120 w 607336"/>
                <a:gd name="connsiteY34" fmla="*/ 500585 h 541236"/>
                <a:gd name="connsiteX35" fmla="*/ 412407 w 607336"/>
                <a:gd name="connsiteY35" fmla="*/ 500585 h 541236"/>
                <a:gd name="connsiteX36" fmla="*/ 423553 w 607336"/>
                <a:gd name="connsiteY36" fmla="*/ 511714 h 541236"/>
                <a:gd name="connsiteX37" fmla="*/ 423553 w 607336"/>
                <a:gd name="connsiteY37" fmla="*/ 530107 h 541236"/>
                <a:gd name="connsiteX38" fmla="*/ 412407 w 607336"/>
                <a:gd name="connsiteY38" fmla="*/ 541236 h 541236"/>
                <a:gd name="connsiteX39" fmla="*/ 166371 w 607336"/>
                <a:gd name="connsiteY39" fmla="*/ 541236 h 541236"/>
                <a:gd name="connsiteX40" fmla="*/ 155225 w 607336"/>
                <a:gd name="connsiteY40" fmla="*/ 530107 h 541236"/>
                <a:gd name="connsiteX41" fmla="*/ 155225 w 607336"/>
                <a:gd name="connsiteY41" fmla="*/ 511714 h 541236"/>
                <a:gd name="connsiteX42" fmla="*/ 166371 w 607336"/>
                <a:gd name="connsiteY42" fmla="*/ 500585 h 541236"/>
                <a:gd name="connsiteX43" fmla="*/ 190658 w 607336"/>
                <a:gd name="connsiteY43" fmla="*/ 500585 h 541236"/>
                <a:gd name="connsiteX44" fmla="*/ 210721 w 607336"/>
                <a:gd name="connsiteY44" fmla="*/ 432638 h 541236"/>
                <a:gd name="connsiteX45" fmla="*/ 23466 w 607336"/>
                <a:gd name="connsiteY45" fmla="*/ 432638 h 541236"/>
                <a:gd name="connsiteX46" fmla="*/ 0 w 607336"/>
                <a:gd name="connsiteY46" fmla="*/ 409207 h 541236"/>
                <a:gd name="connsiteX47" fmla="*/ 0 w 607336"/>
                <a:gd name="connsiteY47" fmla="*/ 23430 h 541236"/>
                <a:gd name="connsiteX48" fmla="*/ 23466 w 607336"/>
                <a:gd name="connsiteY48" fmla="*/ 0 h 541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Lst>
              <a:rect l="l" t="t" r="r" b="b"/>
              <a:pathLst>
                <a:path w="607336" h="541236">
                  <a:moveTo>
                    <a:pt x="514822" y="287718"/>
                  </a:moveTo>
                  <a:cubicBezTo>
                    <a:pt x="507429" y="287718"/>
                    <a:pt x="501327" y="293810"/>
                    <a:pt x="501327" y="301190"/>
                  </a:cubicBezTo>
                  <a:lnTo>
                    <a:pt x="501327" y="357185"/>
                  </a:lnTo>
                  <a:cubicBezTo>
                    <a:pt x="501327" y="364682"/>
                    <a:pt x="507429" y="370656"/>
                    <a:pt x="514822" y="370656"/>
                  </a:cubicBezTo>
                  <a:cubicBezTo>
                    <a:pt x="522215" y="370656"/>
                    <a:pt x="528317" y="364682"/>
                    <a:pt x="528317" y="357185"/>
                  </a:cubicBezTo>
                  <a:lnTo>
                    <a:pt x="528317" y="301190"/>
                  </a:lnTo>
                  <a:cubicBezTo>
                    <a:pt x="528317" y="293810"/>
                    <a:pt x="522215" y="287718"/>
                    <a:pt x="514822" y="287718"/>
                  </a:cubicBezTo>
                  <a:close/>
                  <a:moveTo>
                    <a:pt x="513884" y="257846"/>
                  </a:moveTo>
                  <a:cubicBezTo>
                    <a:pt x="521042" y="257846"/>
                    <a:pt x="524093" y="258315"/>
                    <a:pt x="524093" y="258315"/>
                  </a:cubicBezTo>
                  <a:cubicBezTo>
                    <a:pt x="546506" y="260423"/>
                    <a:pt x="569037" y="269795"/>
                    <a:pt x="591098" y="286664"/>
                  </a:cubicBezTo>
                  <a:cubicBezTo>
                    <a:pt x="593679" y="288655"/>
                    <a:pt x="595557" y="291467"/>
                    <a:pt x="596496" y="294630"/>
                  </a:cubicBezTo>
                  <a:cubicBezTo>
                    <a:pt x="606940" y="330710"/>
                    <a:pt x="609756" y="365268"/>
                    <a:pt x="605297" y="403457"/>
                  </a:cubicBezTo>
                  <a:cubicBezTo>
                    <a:pt x="601307" y="437312"/>
                    <a:pt x="592037" y="471166"/>
                    <a:pt x="581123" y="508770"/>
                  </a:cubicBezTo>
                  <a:cubicBezTo>
                    <a:pt x="580185" y="511933"/>
                    <a:pt x="578307" y="514744"/>
                    <a:pt x="575725" y="516736"/>
                  </a:cubicBezTo>
                  <a:cubicBezTo>
                    <a:pt x="559062" y="529622"/>
                    <a:pt x="537470" y="536650"/>
                    <a:pt x="514822" y="536650"/>
                  </a:cubicBezTo>
                  <a:cubicBezTo>
                    <a:pt x="492174" y="536650"/>
                    <a:pt x="470583" y="529622"/>
                    <a:pt x="453919" y="516736"/>
                  </a:cubicBezTo>
                  <a:cubicBezTo>
                    <a:pt x="451338" y="514744"/>
                    <a:pt x="449460" y="511933"/>
                    <a:pt x="448521" y="508770"/>
                  </a:cubicBezTo>
                  <a:cubicBezTo>
                    <a:pt x="437608" y="471166"/>
                    <a:pt x="428338" y="437312"/>
                    <a:pt x="424348" y="403457"/>
                  </a:cubicBezTo>
                  <a:cubicBezTo>
                    <a:pt x="420006" y="365268"/>
                    <a:pt x="422705" y="330710"/>
                    <a:pt x="433149" y="294630"/>
                  </a:cubicBezTo>
                  <a:cubicBezTo>
                    <a:pt x="434088" y="291467"/>
                    <a:pt x="435965" y="288655"/>
                    <a:pt x="438547" y="286664"/>
                  </a:cubicBezTo>
                  <a:cubicBezTo>
                    <a:pt x="459787" y="270381"/>
                    <a:pt x="481378" y="260892"/>
                    <a:pt x="502970" y="258315"/>
                  </a:cubicBezTo>
                  <a:cubicBezTo>
                    <a:pt x="502970" y="258315"/>
                    <a:pt x="506725" y="257846"/>
                    <a:pt x="513884" y="257846"/>
                  </a:cubicBezTo>
                  <a:close/>
                  <a:moveTo>
                    <a:pt x="23466" y="0"/>
                  </a:moveTo>
                  <a:lnTo>
                    <a:pt x="555312" y="0"/>
                  </a:lnTo>
                  <a:cubicBezTo>
                    <a:pt x="568336" y="0"/>
                    <a:pt x="578778" y="10544"/>
                    <a:pt x="578778" y="23430"/>
                  </a:cubicBezTo>
                  <a:lnTo>
                    <a:pt x="578778" y="253163"/>
                  </a:lnTo>
                  <a:cubicBezTo>
                    <a:pt x="563408" y="245548"/>
                    <a:pt x="547686" y="240979"/>
                    <a:pt x="531847" y="239339"/>
                  </a:cubicBezTo>
                  <a:lnTo>
                    <a:pt x="531847" y="46861"/>
                  </a:lnTo>
                  <a:lnTo>
                    <a:pt x="46931" y="46861"/>
                  </a:lnTo>
                  <a:lnTo>
                    <a:pt x="46931" y="346766"/>
                  </a:lnTo>
                  <a:lnTo>
                    <a:pt x="404898" y="346766"/>
                  </a:lnTo>
                  <a:cubicBezTo>
                    <a:pt x="402904" y="367502"/>
                    <a:pt x="403256" y="388589"/>
                    <a:pt x="405837" y="410730"/>
                  </a:cubicBezTo>
                  <a:cubicBezTo>
                    <a:pt x="406658" y="418111"/>
                    <a:pt x="407714" y="425374"/>
                    <a:pt x="409005" y="432638"/>
                  </a:cubicBezTo>
                  <a:lnTo>
                    <a:pt x="368175" y="432638"/>
                  </a:lnTo>
                  <a:lnTo>
                    <a:pt x="388120" y="500585"/>
                  </a:lnTo>
                  <a:lnTo>
                    <a:pt x="412407" y="500585"/>
                  </a:lnTo>
                  <a:cubicBezTo>
                    <a:pt x="418626" y="500585"/>
                    <a:pt x="423553" y="505622"/>
                    <a:pt x="423553" y="511714"/>
                  </a:cubicBezTo>
                  <a:lnTo>
                    <a:pt x="423553" y="530107"/>
                  </a:lnTo>
                  <a:cubicBezTo>
                    <a:pt x="423553" y="536199"/>
                    <a:pt x="418626" y="541236"/>
                    <a:pt x="412407" y="541236"/>
                  </a:cubicBezTo>
                  <a:lnTo>
                    <a:pt x="166371" y="541236"/>
                  </a:lnTo>
                  <a:cubicBezTo>
                    <a:pt x="160270" y="541236"/>
                    <a:pt x="155225" y="536199"/>
                    <a:pt x="155225" y="530107"/>
                  </a:cubicBezTo>
                  <a:lnTo>
                    <a:pt x="155225" y="511714"/>
                  </a:lnTo>
                  <a:cubicBezTo>
                    <a:pt x="155225" y="505622"/>
                    <a:pt x="160270" y="500585"/>
                    <a:pt x="166371" y="500585"/>
                  </a:cubicBezTo>
                  <a:lnTo>
                    <a:pt x="190658" y="500585"/>
                  </a:lnTo>
                  <a:lnTo>
                    <a:pt x="210721" y="432638"/>
                  </a:lnTo>
                  <a:lnTo>
                    <a:pt x="23466" y="432638"/>
                  </a:lnTo>
                  <a:cubicBezTo>
                    <a:pt x="10560" y="432638"/>
                    <a:pt x="0" y="422211"/>
                    <a:pt x="0" y="409207"/>
                  </a:cubicBezTo>
                  <a:lnTo>
                    <a:pt x="0" y="23430"/>
                  </a:lnTo>
                  <a:cubicBezTo>
                    <a:pt x="0" y="10544"/>
                    <a:pt x="10560" y="0"/>
                    <a:pt x="23466" y="0"/>
                  </a:cubicBezTo>
                  <a:close/>
                </a:path>
              </a:pathLst>
            </a:custGeom>
            <a:solidFill>
              <a:schemeClr val="bg1"/>
            </a:solidFill>
            <a:ln w="1270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fontScale="92500" lnSpcReduction="10000"/>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defTabSz="914400"/>
              <a:endParaRPr lang="zh-CN" altLang="en-US" sz="2000" b="1" dirty="0">
                <a:solidFill>
                  <a:schemeClr val="bg1"/>
                </a:solidFill>
              </a:endParaRPr>
            </a:p>
          </p:txBody>
        </p:sp>
        <p:sp>
          <p:nvSpPr>
            <p:cNvPr id="35" name="îŝľîḓè"/>
            <p:cNvSpPr txBox="1"/>
            <p:nvPr/>
          </p:nvSpPr>
          <p:spPr>
            <a:xfrm>
              <a:off x="4882718" y="3233565"/>
              <a:ext cx="6977136" cy="1763616"/>
            </a:xfrm>
            <a:prstGeom prst="rect">
              <a:avLst/>
            </a:prstGeom>
            <a:noFill/>
          </p:spPr>
          <p:txBody>
            <a:bodyPr wrap="square" lIns="91440" tIns="45720" rIns="91440" bIns="45720" rtlCol="0" anchor="ctr" anchorCtr="0">
              <a:no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nSpc>
                  <a:spcPct val="130000"/>
                </a:lnSpc>
              </a:pPr>
              <a:r>
                <a:rPr lang="zh-CN" altLang="en-US" sz="2400" b="1" dirty="0"/>
                <a:t>非特权指令：在用户态下运行的指令</a:t>
              </a:r>
              <a:endParaRPr lang="en-US" altLang="zh-CN" sz="2400" b="1" dirty="0"/>
            </a:p>
            <a:p>
              <a:pPr marL="342900" indent="-342900">
                <a:lnSpc>
                  <a:spcPct val="130000"/>
                </a:lnSpc>
                <a:buFont typeface="Wingdings" panose="05000000000000000000" pitchFamily="2" charset="2"/>
                <a:buChar char="Ø"/>
              </a:pPr>
              <a:r>
                <a:rPr lang="zh-CN" altLang="en-US" sz="2400" dirty="0"/>
                <a:t>应用程序所使用的都是非特权指令。</a:t>
              </a:r>
              <a:endParaRPr lang="zh-CN" altLang="en-US" sz="2400" dirty="0"/>
            </a:p>
            <a:p>
              <a:pPr marL="342900" indent="-342900">
                <a:lnSpc>
                  <a:spcPct val="130000"/>
                </a:lnSpc>
                <a:buFont typeface="Wingdings" panose="05000000000000000000" pitchFamily="2" charset="2"/>
                <a:buChar char="Ø"/>
              </a:pPr>
              <a:r>
                <a:rPr lang="zh-CN" altLang="en-US" sz="2400" dirty="0"/>
                <a:t>防止应用程序的运行异常对系统造成破坏。</a:t>
              </a:r>
              <a:endParaRPr lang="zh-CN" altLang="en-US" sz="2400" dirty="0"/>
            </a:p>
            <a:p>
              <a:pPr marL="342900" indent="-342900">
                <a:lnSpc>
                  <a:spcPct val="130000"/>
                </a:lnSpc>
                <a:buFont typeface="Wingdings" panose="05000000000000000000" pitchFamily="2" charset="2"/>
                <a:buChar char="Ø"/>
              </a:pPr>
              <a:r>
                <a:rPr lang="zh-CN" altLang="en-US" sz="2400" dirty="0"/>
                <a:t>仅能访问用户空间。</a:t>
              </a:r>
              <a:endParaRPr lang="zh-CN" altLang="en-US" sz="2400" dirty="0"/>
            </a:p>
          </p:txBody>
        </p:sp>
      </p:grpSp>
    </p:spTree>
  </p:cSld>
  <p:clrMapOvr>
    <a:masterClrMapping/>
  </p:clrMapOvr>
  <p:transition/>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78668"/>
            <a:ext cx="7026275" cy="523220"/>
          </a:xfrm>
          <a:prstGeom prst="rect">
            <a:avLst/>
          </a:prstGeom>
        </p:spPr>
        <p:txBody>
          <a:bodyPr wrap="square">
            <a:spAutoFit/>
          </a:bodyPr>
          <a:lstStyle/>
          <a:p>
            <a:r>
              <a:rPr lang="zh-CN" altLang="en-US" sz="2800" b="1" dirty="0">
                <a:solidFill>
                  <a:srgbClr val="FF0000"/>
                </a:solidFill>
              </a:rPr>
              <a:t>用户态到内核态的切换</a:t>
            </a:r>
            <a:endParaRPr lang="zh-CN" altLang="en-US" sz="2800" b="1" dirty="0">
              <a:solidFill>
                <a:srgbClr val="FF0000"/>
              </a:solidFill>
            </a:endParaRPr>
          </a:p>
        </p:txBody>
      </p:sp>
      <p:grpSp>
        <p:nvGrpSpPr>
          <p:cNvPr id="4" name="iṡļiḓe"/>
          <p:cNvGrpSpPr/>
          <p:nvPr/>
        </p:nvGrpSpPr>
        <p:grpSpPr>
          <a:xfrm>
            <a:off x="905099" y="1398189"/>
            <a:ext cx="6345707" cy="1409465"/>
            <a:chOff x="660400" y="1835355"/>
            <a:chExt cx="6345707" cy="1409465"/>
          </a:xfrm>
        </p:grpSpPr>
        <p:grpSp>
          <p:nvGrpSpPr>
            <p:cNvPr id="5" name="iSḻíḓè"/>
            <p:cNvGrpSpPr/>
            <p:nvPr/>
          </p:nvGrpSpPr>
          <p:grpSpPr>
            <a:xfrm>
              <a:off x="1296567" y="1835355"/>
              <a:ext cx="5709540" cy="1409465"/>
              <a:chOff x="1296567" y="1835355"/>
              <a:chExt cx="7201160" cy="1409465"/>
            </a:xfrm>
          </p:grpSpPr>
          <p:sp>
            <p:nvSpPr>
              <p:cNvPr id="9" name="îṧľîḋé"/>
              <p:cNvSpPr txBox="1"/>
              <p:nvPr/>
            </p:nvSpPr>
            <p:spPr>
              <a:xfrm>
                <a:off x="1296567" y="1835355"/>
                <a:ext cx="7201160" cy="842735"/>
              </a:xfrm>
              <a:prstGeom prst="rect">
                <a:avLst/>
              </a:prstGeom>
              <a:noFill/>
            </p:spPr>
            <p:txBody>
              <a:bodyPr wrap="square" lIns="91440" tIns="45720" rIns="91440" bIns="45720" rtlCol="0" anchor="ctr" anchorCtr="0">
                <a:no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nSpc>
                    <a:spcPct val="132000"/>
                  </a:lnSpc>
                </a:pPr>
                <a:r>
                  <a:rPr lang="zh-CN" altLang="en-US" sz="2400" dirty="0"/>
                  <a:t>状态位</a:t>
                </a:r>
                <a:r>
                  <a:rPr lang="en-US" altLang="zh-CN" sz="2400" dirty="0"/>
                  <a:t>(Mode bit) </a:t>
                </a:r>
                <a:r>
                  <a:rPr lang="zh-CN" altLang="en-US" sz="2400" dirty="0"/>
                  <a:t>指示正确的状态：</a:t>
                </a:r>
                <a:endParaRPr lang="en-US" altLang="zh-CN" sz="2400" dirty="0"/>
              </a:p>
              <a:p>
                <a:pPr marL="342900" indent="-342900">
                  <a:lnSpc>
                    <a:spcPct val="132000"/>
                  </a:lnSpc>
                  <a:buClr>
                    <a:srgbClr val="FF0000"/>
                  </a:buClr>
                  <a:buFont typeface="Wingdings" panose="05000000000000000000" pitchFamily="2" charset="2"/>
                  <a:buChar char="Ø"/>
                </a:pPr>
                <a:r>
                  <a:rPr lang="zh-CN" altLang="en-US" sz="2400" dirty="0">
                    <a:solidFill>
                      <a:srgbClr val="FF0000"/>
                    </a:solidFill>
                  </a:rPr>
                  <a:t>内核态（</a:t>
                </a:r>
                <a:r>
                  <a:rPr lang="en-US" altLang="zh-CN" sz="2400" dirty="0">
                    <a:solidFill>
                      <a:srgbClr val="FF0000"/>
                    </a:solidFill>
                  </a:rPr>
                  <a:t>0</a:t>
                </a:r>
                <a:r>
                  <a:rPr lang="zh-CN" altLang="en-US" sz="2400" dirty="0">
                    <a:solidFill>
                      <a:srgbClr val="FF0000"/>
                    </a:solidFill>
                  </a:rPr>
                  <a:t>） ，用户态（</a:t>
                </a:r>
                <a:r>
                  <a:rPr lang="en-US" altLang="zh-CN" sz="2400" dirty="0">
                    <a:solidFill>
                      <a:srgbClr val="FF0000"/>
                    </a:solidFill>
                  </a:rPr>
                  <a:t>1</a:t>
                </a:r>
                <a:r>
                  <a:rPr lang="zh-CN" altLang="en-US" sz="2400" dirty="0">
                    <a:solidFill>
                      <a:srgbClr val="FF0000"/>
                    </a:solidFill>
                  </a:rPr>
                  <a:t>）</a:t>
                </a:r>
                <a:endParaRPr lang="zh-CN" altLang="en-US" sz="2400" dirty="0">
                  <a:solidFill>
                    <a:srgbClr val="FF0000"/>
                  </a:solidFill>
                </a:endParaRPr>
              </a:p>
            </p:txBody>
          </p:sp>
          <p:sp>
            <p:nvSpPr>
              <p:cNvPr id="11" name="îṧľîḋé"/>
              <p:cNvSpPr txBox="1"/>
              <p:nvPr/>
            </p:nvSpPr>
            <p:spPr>
              <a:xfrm>
                <a:off x="1296567" y="2855397"/>
                <a:ext cx="7201160" cy="389423"/>
              </a:xfrm>
              <a:prstGeom prst="rect">
                <a:avLst/>
              </a:prstGeom>
              <a:noFill/>
            </p:spPr>
            <p:txBody>
              <a:bodyPr wrap="square" lIns="91440" tIns="45720" rIns="91440" bIns="45720" rtlCol="0" anchor="ctr" anchorCtr="0">
                <a:no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nSpc>
                    <a:spcPct val="132000"/>
                  </a:lnSpc>
                </a:pPr>
                <a:r>
                  <a:rPr lang="zh-CN" altLang="en-US" sz="2400" dirty="0"/>
                  <a:t>当中断或错误出现，硬件切换至内核态</a:t>
                </a:r>
                <a:endParaRPr lang="zh-CN" altLang="en-US" sz="2400" dirty="0"/>
              </a:p>
            </p:txBody>
          </p:sp>
        </p:grpSp>
        <p:grpSp>
          <p:nvGrpSpPr>
            <p:cNvPr id="6" name="ïS1íḋé"/>
            <p:cNvGrpSpPr/>
            <p:nvPr/>
          </p:nvGrpSpPr>
          <p:grpSpPr>
            <a:xfrm>
              <a:off x="660400" y="1838665"/>
              <a:ext cx="497734" cy="497734"/>
              <a:chOff x="660400" y="1838665"/>
              <a:chExt cx="497734" cy="497734"/>
            </a:xfrm>
          </p:grpSpPr>
          <p:sp>
            <p:nvSpPr>
              <p:cNvPr id="7" name="islîḋe"/>
              <p:cNvSpPr/>
              <p:nvPr/>
            </p:nvSpPr>
            <p:spPr>
              <a:xfrm>
                <a:off x="660400" y="1838665"/>
                <a:ext cx="497734" cy="497734"/>
              </a:xfrm>
              <a:prstGeom prst="ellipse">
                <a:avLst/>
              </a:prstGeom>
              <a:solidFill>
                <a:schemeClr val="accent1"/>
              </a:solidFill>
              <a:ln w="19050">
                <a:solidFill>
                  <a:schemeClr val="bg1"/>
                </a:solid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defTabSz="914400"/>
                <a:endParaRPr lang="zh-CN" altLang="en-US" sz="1600" dirty="0">
                  <a:solidFill>
                    <a:schemeClr val="bg1"/>
                  </a:solidFill>
                </a:endParaRPr>
              </a:p>
            </p:txBody>
          </p:sp>
          <p:sp>
            <p:nvSpPr>
              <p:cNvPr id="8" name="îŝlîďe"/>
              <p:cNvSpPr/>
              <p:nvPr/>
            </p:nvSpPr>
            <p:spPr>
              <a:xfrm>
                <a:off x="779848" y="1970100"/>
                <a:ext cx="258838" cy="234864"/>
              </a:xfrm>
              <a:custGeom>
                <a:avLst/>
                <a:gdLst>
                  <a:gd name="connsiteX0" fmla="*/ 116112 w 607919"/>
                  <a:gd name="connsiteY0" fmla="*/ 473652 h 551610"/>
                  <a:gd name="connsiteX1" fmla="*/ 118901 w 607919"/>
                  <a:gd name="connsiteY1" fmla="*/ 480423 h 551610"/>
                  <a:gd name="connsiteX2" fmla="*/ 118901 w 607919"/>
                  <a:gd name="connsiteY2" fmla="*/ 551610 h 551610"/>
                  <a:gd name="connsiteX3" fmla="*/ 55604 w 607919"/>
                  <a:gd name="connsiteY3" fmla="*/ 551610 h 551610"/>
                  <a:gd name="connsiteX4" fmla="*/ 55604 w 607919"/>
                  <a:gd name="connsiteY4" fmla="*/ 540851 h 551610"/>
                  <a:gd name="connsiteX5" fmla="*/ 65255 w 607919"/>
                  <a:gd name="connsiteY5" fmla="*/ 520583 h 551610"/>
                  <a:gd name="connsiteX6" fmla="*/ 83555 w 607919"/>
                  <a:gd name="connsiteY6" fmla="*/ 502317 h 551610"/>
                  <a:gd name="connsiteX7" fmla="*/ 109375 w 607919"/>
                  <a:gd name="connsiteY7" fmla="*/ 476545 h 551610"/>
                  <a:gd name="connsiteX8" fmla="*/ 116112 w 607919"/>
                  <a:gd name="connsiteY8" fmla="*/ 473652 h 551610"/>
                  <a:gd name="connsiteX9" fmla="*/ 199155 w 607919"/>
                  <a:gd name="connsiteY9" fmla="*/ 390799 h 551610"/>
                  <a:gd name="connsiteX10" fmla="*/ 201956 w 607919"/>
                  <a:gd name="connsiteY10" fmla="*/ 397632 h 551610"/>
                  <a:gd name="connsiteX11" fmla="*/ 201956 w 607919"/>
                  <a:gd name="connsiteY11" fmla="*/ 551610 h 551610"/>
                  <a:gd name="connsiteX12" fmla="*/ 145363 w 607919"/>
                  <a:gd name="connsiteY12" fmla="*/ 551610 h 551610"/>
                  <a:gd name="connsiteX13" fmla="*/ 145363 w 607919"/>
                  <a:gd name="connsiteY13" fmla="*/ 454170 h 551610"/>
                  <a:gd name="connsiteX14" fmla="*/ 154879 w 607919"/>
                  <a:gd name="connsiteY14" fmla="*/ 431030 h 551610"/>
                  <a:gd name="connsiteX15" fmla="*/ 192315 w 607919"/>
                  <a:gd name="connsiteY15" fmla="*/ 393630 h 551610"/>
                  <a:gd name="connsiteX16" fmla="*/ 199155 w 607919"/>
                  <a:gd name="connsiteY16" fmla="*/ 390799 h 551610"/>
                  <a:gd name="connsiteX17" fmla="*/ 231082 w 607919"/>
                  <a:gd name="connsiteY17" fmla="*/ 388245 h 551610"/>
                  <a:gd name="connsiteX18" fmla="*/ 237930 w 607919"/>
                  <a:gd name="connsiteY18" fmla="*/ 391091 h 551610"/>
                  <a:gd name="connsiteX19" fmla="*/ 266763 w 607919"/>
                  <a:gd name="connsiteY19" fmla="*/ 419867 h 551610"/>
                  <a:gd name="connsiteX20" fmla="*/ 275915 w 607919"/>
                  <a:gd name="connsiteY20" fmla="*/ 428875 h 551610"/>
                  <a:gd name="connsiteX21" fmla="*/ 284941 w 607919"/>
                  <a:gd name="connsiteY21" fmla="*/ 451520 h 551610"/>
                  <a:gd name="connsiteX22" fmla="*/ 284941 w 607919"/>
                  <a:gd name="connsiteY22" fmla="*/ 551610 h 551610"/>
                  <a:gd name="connsiteX23" fmla="*/ 228277 w 607919"/>
                  <a:gd name="connsiteY23" fmla="*/ 551610 h 551610"/>
                  <a:gd name="connsiteX24" fmla="*/ 228277 w 607919"/>
                  <a:gd name="connsiteY24" fmla="*/ 394969 h 551610"/>
                  <a:gd name="connsiteX25" fmla="*/ 231082 w 607919"/>
                  <a:gd name="connsiteY25" fmla="*/ 388245 h 551610"/>
                  <a:gd name="connsiteX26" fmla="*/ 365148 w 607919"/>
                  <a:gd name="connsiteY26" fmla="*/ 381336 h 551610"/>
                  <a:gd name="connsiteX27" fmla="*/ 367997 w 607919"/>
                  <a:gd name="connsiteY27" fmla="*/ 388122 h 551610"/>
                  <a:gd name="connsiteX28" fmla="*/ 367997 w 607919"/>
                  <a:gd name="connsiteY28" fmla="*/ 551610 h 551610"/>
                  <a:gd name="connsiteX29" fmla="*/ 311262 w 607919"/>
                  <a:gd name="connsiteY29" fmla="*/ 551610 h 551610"/>
                  <a:gd name="connsiteX30" fmla="*/ 311262 w 607919"/>
                  <a:gd name="connsiteY30" fmla="*/ 444661 h 551610"/>
                  <a:gd name="connsiteX31" fmla="*/ 316898 w 607919"/>
                  <a:gd name="connsiteY31" fmla="*/ 425523 h 551610"/>
                  <a:gd name="connsiteX32" fmla="*/ 322534 w 607919"/>
                  <a:gd name="connsiteY32" fmla="*/ 419894 h 551610"/>
                  <a:gd name="connsiteX33" fmla="*/ 358353 w 607919"/>
                  <a:gd name="connsiteY33" fmla="*/ 384120 h 551610"/>
                  <a:gd name="connsiteX34" fmla="*/ 365148 w 607919"/>
                  <a:gd name="connsiteY34" fmla="*/ 381336 h 551610"/>
                  <a:gd name="connsiteX35" fmla="*/ 448177 w 607919"/>
                  <a:gd name="connsiteY35" fmla="*/ 298352 h 551610"/>
                  <a:gd name="connsiteX36" fmla="*/ 450982 w 607919"/>
                  <a:gd name="connsiteY36" fmla="*/ 305139 h 551610"/>
                  <a:gd name="connsiteX37" fmla="*/ 450982 w 607919"/>
                  <a:gd name="connsiteY37" fmla="*/ 551610 h 551610"/>
                  <a:gd name="connsiteX38" fmla="*/ 394318 w 607919"/>
                  <a:gd name="connsiteY38" fmla="*/ 551610 h 551610"/>
                  <a:gd name="connsiteX39" fmla="*/ 394318 w 607919"/>
                  <a:gd name="connsiteY39" fmla="*/ 361815 h 551610"/>
                  <a:gd name="connsiteX40" fmla="*/ 403846 w 607919"/>
                  <a:gd name="connsiteY40" fmla="*/ 338669 h 551610"/>
                  <a:gd name="connsiteX41" fmla="*/ 441329 w 607919"/>
                  <a:gd name="connsiteY41" fmla="*/ 301136 h 551610"/>
                  <a:gd name="connsiteX42" fmla="*/ 448177 w 607919"/>
                  <a:gd name="connsiteY42" fmla="*/ 298352 h 551610"/>
                  <a:gd name="connsiteX43" fmla="*/ 527085 w 607919"/>
                  <a:gd name="connsiteY43" fmla="*/ 219452 h 551610"/>
                  <a:gd name="connsiteX44" fmla="*/ 529874 w 607919"/>
                  <a:gd name="connsiteY44" fmla="*/ 226177 h 551610"/>
                  <a:gd name="connsiteX45" fmla="*/ 529874 w 607919"/>
                  <a:gd name="connsiteY45" fmla="*/ 551610 h 551610"/>
                  <a:gd name="connsiteX46" fmla="*/ 477232 w 607919"/>
                  <a:gd name="connsiteY46" fmla="*/ 551610 h 551610"/>
                  <a:gd name="connsiteX47" fmla="*/ 477232 w 607919"/>
                  <a:gd name="connsiteY47" fmla="*/ 278727 h 551610"/>
                  <a:gd name="connsiteX48" fmla="*/ 486883 w 607919"/>
                  <a:gd name="connsiteY48" fmla="*/ 255580 h 551610"/>
                  <a:gd name="connsiteX49" fmla="*/ 520348 w 607919"/>
                  <a:gd name="connsiteY49" fmla="*/ 222298 h 551610"/>
                  <a:gd name="connsiteX50" fmla="*/ 527085 w 607919"/>
                  <a:gd name="connsiteY50" fmla="*/ 219452 h 551610"/>
                  <a:gd name="connsiteX51" fmla="*/ 387769 w 607919"/>
                  <a:gd name="connsiteY51" fmla="*/ 0 h 551610"/>
                  <a:gd name="connsiteX52" fmla="*/ 580729 w 607919"/>
                  <a:gd name="connsiteY52" fmla="*/ 0 h 551610"/>
                  <a:gd name="connsiteX53" fmla="*/ 607919 w 607919"/>
                  <a:gd name="connsiteY53" fmla="*/ 26022 h 551610"/>
                  <a:gd name="connsiteX54" fmla="*/ 607919 w 607919"/>
                  <a:gd name="connsiteY54" fmla="*/ 219812 h 551610"/>
                  <a:gd name="connsiteX55" fmla="*/ 598271 w 607919"/>
                  <a:gd name="connsiteY55" fmla="*/ 223815 h 551610"/>
                  <a:gd name="connsiteX56" fmla="*/ 530610 w 607919"/>
                  <a:gd name="connsiteY56" fmla="*/ 156258 h 551610"/>
                  <a:gd name="connsiteX57" fmla="*/ 304320 w 607919"/>
                  <a:gd name="connsiteY57" fmla="*/ 382325 h 551610"/>
                  <a:gd name="connsiteX58" fmla="*/ 285024 w 607919"/>
                  <a:gd name="connsiteY58" fmla="*/ 382325 h 551610"/>
                  <a:gd name="connsiteX59" fmla="*/ 216360 w 607919"/>
                  <a:gd name="connsiteY59" fmla="*/ 313767 h 551610"/>
                  <a:gd name="connsiteX60" fmla="*/ 94068 w 607919"/>
                  <a:gd name="connsiteY60" fmla="*/ 435996 h 551610"/>
                  <a:gd name="connsiteX61" fmla="*/ 17260 w 607919"/>
                  <a:gd name="connsiteY61" fmla="*/ 435996 h 551610"/>
                  <a:gd name="connsiteX62" fmla="*/ 15882 w 607919"/>
                  <a:gd name="connsiteY62" fmla="*/ 434745 h 551610"/>
                  <a:gd name="connsiteX63" fmla="*/ 15882 w 607919"/>
                  <a:gd name="connsiteY63" fmla="*/ 358055 h 551610"/>
                  <a:gd name="connsiteX64" fmla="*/ 206837 w 607919"/>
                  <a:gd name="connsiteY64" fmla="*/ 167267 h 551610"/>
                  <a:gd name="connsiteX65" fmla="*/ 226008 w 607919"/>
                  <a:gd name="connsiteY65" fmla="*/ 167267 h 551610"/>
                  <a:gd name="connsiteX66" fmla="*/ 294672 w 607919"/>
                  <a:gd name="connsiteY66" fmla="*/ 235701 h 551610"/>
                  <a:gd name="connsiteX67" fmla="*/ 424481 w 607919"/>
                  <a:gd name="connsiteY67" fmla="*/ 105965 h 551610"/>
                  <a:gd name="connsiteX68" fmla="*/ 452423 w 607919"/>
                  <a:gd name="connsiteY68" fmla="*/ 78192 h 551610"/>
                  <a:gd name="connsiteX69" fmla="*/ 383885 w 607919"/>
                  <a:gd name="connsiteY69" fmla="*/ 9633 h 551610"/>
                  <a:gd name="connsiteX70" fmla="*/ 387769 w 607919"/>
                  <a:gd name="connsiteY70" fmla="*/ 0 h 5516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Lst>
                <a:rect l="l" t="t" r="r" b="b"/>
                <a:pathLst>
                  <a:path w="607919" h="551610">
                    <a:moveTo>
                      <a:pt x="116112" y="473652"/>
                    </a:moveTo>
                    <a:cubicBezTo>
                      <a:pt x="117836" y="474356"/>
                      <a:pt x="118901" y="476670"/>
                      <a:pt x="118901" y="480423"/>
                    </a:cubicBezTo>
                    <a:lnTo>
                      <a:pt x="118901" y="551610"/>
                    </a:lnTo>
                    <a:lnTo>
                      <a:pt x="55604" y="551610"/>
                    </a:lnTo>
                    <a:lnTo>
                      <a:pt x="55604" y="540851"/>
                    </a:lnTo>
                    <a:cubicBezTo>
                      <a:pt x="55604" y="534971"/>
                      <a:pt x="59991" y="525838"/>
                      <a:pt x="65255" y="520583"/>
                    </a:cubicBezTo>
                    <a:lnTo>
                      <a:pt x="83555" y="502317"/>
                    </a:lnTo>
                    <a:lnTo>
                      <a:pt x="109375" y="476545"/>
                    </a:lnTo>
                    <a:cubicBezTo>
                      <a:pt x="112007" y="473855"/>
                      <a:pt x="114389" y="472948"/>
                      <a:pt x="116112" y="473652"/>
                    </a:cubicBezTo>
                    <a:close/>
                    <a:moveTo>
                      <a:pt x="199155" y="390799"/>
                    </a:moveTo>
                    <a:cubicBezTo>
                      <a:pt x="200892" y="391534"/>
                      <a:pt x="201956" y="393880"/>
                      <a:pt x="201956" y="397632"/>
                    </a:cubicBezTo>
                    <a:lnTo>
                      <a:pt x="201956" y="551610"/>
                    </a:lnTo>
                    <a:lnTo>
                      <a:pt x="145363" y="551610"/>
                    </a:lnTo>
                    <a:lnTo>
                      <a:pt x="145363" y="454170"/>
                    </a:lnTo>
                    <a:cubicBezTo>
                      <a:pt x="145363" y="446665"/>
                      <a:pt x="149620" y="436283"/>
                      <a:pt x="154879" y="431030"/>
                    </a:cubicBezTo>
                    <a:lnTo>
                      <a:pt x="192315" y="393630"/>
                    </a:lnTo>
                    <a:cubicBezTo>
                      <a:pt x="195007" y="390941"/>
                      <a:pt x="197417" y="390065"/>
                      <a:pt x="199155" y="390799"/>
                    </a:cubicBezTo>
                    <a:close/>
                    <a:moveTo>
                      <a:pt x="231082" y="388245"/>
                    </a:moveTo>
                    <a:cubicBezTo>
                      <a:pt x="232822" y="387525"/>
                      <a:pt x="235235" y="388401"/>
                      <a:pt x="237930" y="391091"/>
                    </a:cubicBezTo>
                    <a:lnTo>
                      <a:pt x="266763" y="419867"/>
                    </a:lnTo>
                    <a:lnTo>
                      <a:pt x="275915" y="428875"/>
                    </a:lnTo>
                    <a:cubicBezTo>
                      <a:pt x="280929" y="433879"/>
                      <a:pt x="284941" y="444013"/>
                      <a:pt x="284941" y="451520"/>
                    </a:cubicBezTo>
                    <a:lnTo>
                      <a:pt x="284941" y="551610"/>
                    </a:lnTo>
                    <a:lnTo>
                      <a:pt x="228277" y="551610"/>
                    </a:lnTo>
                    <a:lnTo>
                      <a:pt x="228277" y="394969"/>
                    </a:lnTo>
                    <a:cubicBezTo>
                      <a:pt x="228277" y="391278"/>
                      <a:pt x="229343" y="388964"/>
                      <a:pt x="231082" y="388245"/>
                    </a:cubicBezTo>
                    <a:close/>
                    <a:moveTo>
                      <a:pt x="365148" y="381336"/>
                    </a:moveTo>
                    <a:cubicBezTo>
                      <a:pt x="366901" y="382055"/>
                      <a:pt x="367997" y="384370"/>
                      <a:pt x="367997" y="388122"/>
                    </a:cubicBezTo>
                    <a:lnTo>
                      <a:pt x="367997" y="551610"/>
                    </a:lnTo>
                    <a:lnTo>
                      <a:pt x="311262" y="551610"/>
                    </a:lnTo>
                    <a:lnTo>
                      <a:pt x="311262" y="444661"/>
                    </a:lnTo>
                    <a:cubicBezTo>
                      <a:pt x="311262" y="437156"/>
                      <a:pt x="313767" y="428650"/>
                      <a:pt x="316898" y="425523"/>
                    </a:cubicBezTo>
                    <a:cubicBezTo>
                      <a:pt x="320029" y="422396"/>
                      <a:pt x="322534" y="419894"/>
                      <a:pt x="322534" y="419894"/>
                    </a:cubicBezTo>
                    <a:lnTo>
                      <a:pt x="358353" y="384120"/>
                    </a:lnTo>
                    <a:cubicBezTo>
                      <a:pt x="360983" y="381493"/>
                      <a:pt x="363394" y="380617"/>
                      <a:pt x="365148" y="381336"/>
                    </a:cubicBezTo>
                    <a:close/>
                    <a:moveTo>
                      <a:pt x="448177" y="298352"/>
                    </a:moveTo>
                    <a:cubicBezTo>
                      <a:pt x="449916" y="299071"/>
                      <a:pt x="450982" y="301386"/>
                      <a:pt x="450982" y="305139"/>
                    </a:cubicBezTo>
                    <a:lnTo>
                      <a:pt x="450982" y="551610"/>
                    </a:lnTo>
                    <a:lnTo>
                      <a:pt x="394318" y="551610"/>
                    </a:lnTo>
                    <a:lnTo>
                      <a:pt x="394318" y="361815"/>
                    </a:lnTo>
                    <a:cubicBezTo>
                      <a:pt x="394318" y="354308"/>
                      <a:pt x="398580" y="343924"/>
                      <a:pt x="403846" y="338669"/>
                    </a:cubicBezTo>
                    <a:lnTo>
                      <a:pt x="441329" y="301136"/>
                    </a:lnTo>
                    <a:cubicBezTo>
                      <a:pt x="444024" y="298508"/>
                      <a:pt x="446438" y="297633"/>
                      <a:pt x="448177" y="298352"/>
                    </a:cubicBezTo>
                    <a:close/>
                    <a:moveTo>
                      <a:pt x="527085" y="219452"/>
                    </a:moveTo>
                    <a:cubicBezTo>
                      <a:pt x="528809" y="220171"/>
                      <a:pt x="529874" y="222486"/>
                      <a:pt x="529874" y="226177"/>
                    </a:cubicBezTo>
                    <a:lnTo>
                      <a:pt x="529874" y="551610"/>
                    </a:lnTo>
                    <a:lnTo>
                      <a:pt x="477232" y="551610"/>
                    </a:lnTo>
                    <a:lnTo>
                      <a:pt x="477232" y="278727"/>
                    </a:lnTo>
                    <a:cubicBezTo>
                      <a:pt x="477232" y="271345"/>
                      <a:pt x="481494" y="260960"/>
                      <a:pt x="486883" y="255580"/>
                    </a:cubicBezTo>
                    <a:lnTo>
                      <a:pt x="520348" y="222298"/>
                    </a:lnTo>
                    <a:cubicBezTo>
                      <a:pt x="522980" y="219608"/>
                      <a:pt x="525362" y="218732"/>
                      <a:pt x="527085" y="219452"/>
                    </a:cubicBezTo>
                    <a:close/>
                    <a:moveTo>
                      <a:pt x="387769" y="0"/>
                    </a:moveTo>
                    <a:lnTo>
                      <a:pt x="580729" y="0"/>
                    </a:lnTo>
                    <a:cubicBezTo>
                      <a:pt x="594512" y="0"/>
                      <a:pt x="607919" y="12135"/>
                      <a:pt x="607919" y="26022"/>
                    </a:cubicBezTo>
                    <a:lnTo>
                      <a:pt x="607919" y="219812"/>
                    </a:lnTo>
                    <a:cubicBezTo>
                      <a:pt x="607919" y="227318"/>
                      <a:pt x="603534" y="229070"/>
                      <a:pt x="598271" y="223815"/>
                    </a:cubicBezTo>
                    <a:lnTo>
                      <a:pt x="530610" y="156258"/>
                    </a:lnTo>
                    <a:lnTo>
                      <a:pt x="304320" y="382325"/>
                    </a:lnTo>
                    <a:cubicBezTo>
                      <a:pt x="298932" y="387580"/>
                      <a:pt x="290412" y="387580"/>
                      <a:pt x="285024" y="382325"/>
                    </a:cubicBezTo>
                    <a:lnTo>
                      <a:pt x="216360" y="313767"/>
                    </a:lnTo>
                    <a:lnTo>
                      <a:pt x="94068" y="435996"/>
                    </a:lnTo>
                    <a:cubicBezTo>
                      <a:pt x="72767" y="457264"/>
                      <a:pt x="38435" y="457264"/>
                      <a:pt x="17260" y="435996"/>
                    </a:cubicBezTo>
                    <a:lnTo>
                      <a:pt x="15882" y="434745"/>
                    </a:lnTo>
                    <a:cubicBezTo>
                      <a:pt x="-5294" y="413477"/>
                      <a:pt x="-5294" y="379198"/>
                      <a:pt x="15882" y="358055"/>
                    </a:cubicBezTo>
                    <a:lnTo>
                      <a:pt x="206837" y="167267"/>
                    </a:lnTo>
                    <a:cubicBezTo>
                      <a:pt x="212100" y="161888"/>
                      <a:pt x="220745" y="161888"/>
                      <a:pt x="226008" y="167267"/>
                    </a:cubicBezTo>
                    <a:lnTo>
                      <a:pt x="294672" y="235701"/>
                    </a:lnTo>
                    <a:lnTo>
                      <a:pt x="424481" y="105965"/>
                    </a:lnTo>
                    <a:lnTo>
                      <a:pt x="452423" y="78192"/>
                    </a:lnTo>
                    <a:lnTo>
                      <a:pt x="383885" y="9633"/>
                    </a:lnTo>
                    <a:cubicBezTo>
                      <a:pt x="378497" y="4379"/>
                      <a:pt x="380376" y="0"/>
                      <a:pt x="387769" y="0"/>
                    </a:cubicBezTo>
                    <a:close/>
                  </a:path>
                </a:pathLst>
              </a:custGeom>
              <a:solidFill>
                <a:schemeClr val="bg1"/>
              </a:solidFill>
              <a:ln w="1270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fontScale="55000" lnSpcReduction="20000"/>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defTabSz="914400"/>
                <a:endParaRPr lang="zh-CN" altLang="en-US" sz="2000" b="1" dirty="0">
                  <a:solidFill>
                    <a:schemeClr val="bg1"/>
                  </a:solidFill>
                </a:endParaRPr>
              </a:p>
            </p:txBody>
          </p:sp>
        </p:grpSp>
      </p:grpSp>
      <p:grpSp>
        <p:nvGrpSpPr>
          <p:cNvPr id="12" name="Group 5"/>
          <p:cNvGrpSpPr/>
          <p:nvPr/>
        </p:nvGrpSpPr>
        <p:grpSpPr bwMode="auto">
          <a:xfrm>
            <a:off x="7567456" y="1154524"/>
            <a:ext cx="3963988" cy="1640251"/>
            <a:chOff x="1152" y="1850"/>
            <a:chExt cx="2857" cy="1221"/>
          </a:xfrm>
        </p:grpSpPr>
        <p:sp>
          <p:nvSpPr>
            <p:cNvPr id="13" name="Oval 6"/>
            <p:cNvSpPr>
              <a:spLocks noChangeArrowheads="1"/>
            </p:cNvSpPr>
            <p:nvPr/>
          </p:nvSpPr>
          <p:spPr bwMode="auto">
            <a:xfrm>
              <a:off x="1152" y="2256"/>
              <a:ext cx="873" cy="720"/>
            </a:xfrm>
            <a:prstGeom prst="ellipse">
              <a:avLst/>
            </a:prstGeom>
            <a:solidFill>
              <a:srgbClr val="FFFF00"/>
            </a:solidFill>
            <a:ln w="9525">
              <a:solidFill>
                <a:schemeClr val="tx1"/>
              </a:solidFill>
              <a:round/>
            </a:ln>
          </p:spPr>
          <p:txBody>
            <a:bodyPr wrap="none" anchor="ct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ea typeface="宋体" pitchFamily="2" charset="-122"/>
                </a:defRPr>
              </a:lvl1pPr>
              <a:lvl2pPr marL="742950" indent="-285750">
                <a:spcBef>
                  <a:spcPts val="375"/>
                </a:spcBef>
                <a:buClr>
                  <a:schemeClr val="accent2"/>
                </a:buClr>
                <a:buSzPct val="85000"/>
                <a:buFont typeface="Wingdings" panose="05000000000000000000" pitchFamily="2" charset="2"/>
                <a:buChar char="Ø"/>
                <a:defRPr sz="2200">
                  <a:solidFill>
                    <a:schemeClr val="tx1"/>
                  </a:solidFill>
                  <a:latin typeface="Perpetua" panose="02020502060401020303" pitchFamily="18" charset="0"/>
                  <a:ea typeface="宋体" pitchFamily="2" charset="-122"/>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ea typeface="宋体" pitchFamily="2" charset="-122"/>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ea typeface="宋体" pitchFamily="2" charset="-122"/>
                </a:defRPr>
              </a:lvl4pPr>
              <a:lvl5pPr marL="2057400" indent="-228600">
                <a:spcBef>
                  <a:spcPts val="375"/>
                </a:spcBef>
                <a:buClr>
                  <a:srgbClr val="A28E6A"/>
                </a:buClr>
                <a:buChar char="o"/>
                <a:defRPr sz="2000">
                  <a:solidFill>
                    <a:schemeClr val="tx1"/>
                  </a:solidFill>
                  <a:latin typeface="Perpetua" panose="02020502060401020303" pitchFamily="18" charset="0"/>
                  <a:ea typeface="宋体" pitchFamily="2" charset="-122"/>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itchFamily="2" charset="-122"/>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itchFamily="2" charset="-122"/>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itchFamily="2" charset="-122"/>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itchFamily="2" charset="-122"/>
                </a:defRPr>
              </a:lvl9pPr>
            </a:lstStyle>
            <a:p>
              <a:pPr algn="ctr" eaLnBrk="1" hangingPunct="1">
                <a:spcBef>
                  <a:spcPct val="0"/>
                </a:spcBef>
                <a:buClrTx/>
                <a:buSzTx/>
                <a:buFontTx/>
                <a:buNone/>
              </a:pPr>
              <a:r>
                <a:rPr lang="zh-CN" altLang="en-US" sz="1800" b="1">
                  <a:latin typeface="Arial" panose="020B0604020202090204" pitchFamily="34" charset="0"/>
                </a:rPr>
                <a:t>内核态</a:t>
              </a:r>
              <a:endParaRPr lang="en-US" altLang="zh-CN" sz="1800" b="1">
                <a:latin typeface="Arial" panose="020B0604020202090204" pitchFamily="34" charset="0"/>
              </a:endParaRPr>
            </a:p>
          </p:txBody>
        </p:sp>
        <p:sp>
          <p:nvSpPr>
            <p:cNvPr id="14" name="Oval 7"/>
            <p:cNvSpPr>
              <a:spLocks noChangeArrowheads="1"/>
            </p:cNvSpPr>
            <p:nvPr/>
          </p:nvSpPr>
          <p:spPr bwMode="auto">
            <a:xfrm>
              <a:off x="3163" y="2256"/>
              <a:ext cx="846" cy="720"/>
            </a:xfrm>
            <a:prstGeom prst="ellipse">
              <a:avLst/>
            </a:prstGeom>
            <a:solidFill>
              <a:srgbClr val="FFFF00"/>
            </a:solidFill>
            <a:ln w="9525">
              <a:solidFill>
                <a:schemeClr val="tx1"/>
              </a:solidFill>
              <a:round/>
            </a:ln>
          </p:spPr>
          <p:txBody>
            <a:bodyPr wrap="none" anchor="ct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ea typeface="宋体" pitchFamily="2" charset="-122"/>
                </a:defRPr>
              </a:lvl1pPr>
              <a:lvl2pPr marL="742950" indent="-285750">
                <a:spcBef>
                  <a:spcPts val="375"/>
                </a:spcBef>
                <a:buClr>
                  <a:schemeClr val="accent2"/>
                </a:buClr>
                <a:buSzPct val="85000"/>
                <a:buFont typeface="Wingdings" panose="05000000000000000000" pitchFamily="2" charset="2"/>
                <a:buChar char="Ø"/>
                <a:defRPr sz="2200">
                  <a:solidFill>
                    <a:schemeClr val="tx1"/>
                  </a:solidFill>
                  <a:latin typeface="Perpetua" panose="02020502060401020303" pitchFamily="18" charset="0"/>
                  <a:ea typeface="宋体" pitchFamily="2" charset="-122"/>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ea typeface="宋体" pitchFamily="2" charset="-122"/>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ea typeface="宋体" pitchFamily="2" charset="-122"/>
                </a:defRPr>
              </a:lvl4pPr>
              <a:lvl5pPr marL="2057400" indent="-228600">
                <a:spcBef>
                  <a:spcPts val="375"/>
                </a:spcBef>
                <a:buClr>
                  <a:srgbClr val="A28E6A"/>
                </a:buClr>
                <a:buChar char="o"/>
                <a:defRPr sz="2000">
                  <a:solidFill>
                    <a:schemeClr val="tx1"/>
                  </a:solidFill>
                  <a:latin typeface="Perpetua" panose="02020502060401020303" pitchFamily="18" charset="0"/>
                  <a:ea typeface="宋体" pitchFamily="2" charset="-122"/>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itchFamily="2" charset="-122"/>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itchFamily="2" charset="-122"/>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itchFamily="2" charset="-122"/>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itchFamily="2" charset="-122"/>
                </a:defRPr>
              </a:lvl9pPr>
            </a:lstStyle>
            <a:p>
              <a:pPr algn="ctr" eaLnBrk="1" hangingPunct="1">
                <a:spcBef>
                  <a:spcPct val="0"/>
                </a:spcBef>
                <a:buClrTx/>
                <a:buSzTx/>
                <a:buFontTx/>
                <a:buNone/>
              </a:pPr>
              <a:r>
                <a:rPr lang="zh-CN" altLang="en-US" sz="1800" b="1">
                  <a:latin typeface="Arial" panose="020B0604020202090204" pitchFamily="34" charset="0"/>
                </a:rPr>
                <a:t>用户态</a:t>
              </a:r>
              <a:endParaRPr lang="en-US" altLang="zh-CN" sz="1800" b="1">
                <a:latin typeface="Arial" panose="020B0604020202090204" pitchFamily="34" charset="0"/>
              </a:endParaRPr>
            </a:p>
          </p:txBody>
        </p:sp>
        <p:cxnSp>
          <p:nvCxnSpPr>
            <p:cNvPr id="15" name="AutoShape 8"/>
            <p:cNvCxnSpPr>
              <a:cxnSpLocks noChangeShapeType="1"/>
              <a:stCxn id="14" idx="0"/>
              <a:endCxn id="13" idx="0"/>
            </p:cNvCxnSpPr>
            <p:nvPr/>
          </p:nvCxnSpPr>
          <p:spPr bwMode="auto">
            <a:xfrm rot="16200000" flipV="1">
              <a:off x="2587" y="1257"/>
              <a:ext cx="9" cy="1998"/>
            </a:xfrm>
            <a:prstGeom prst="curvedConnector3">
              <a:avLst>
                <a:gd name="adj1" fmla="val 1800000"/>
              </a:avLst>
            </a:prstGeom>
            <a:noFill/>
            <a:ln w="9525">
              <a:solidFill>
                <a:schemeClr val="tx1"/>
              </a:solidFill>
              <a:round/>
              <a:tailEnd type="triangle" w="med" len="med"/>
            </a:ln>
            <a:extLst>
              <a:ext uri="{909E8E84-426E-40DD-AFC4-6F175D3DCCD1}">
                <a14:hiddenFill xmlns:a14="http://schemas.microsoft.com/office/drawing/2010/main">
                  <a:noFill/>
                </a14:hiddenFill>
              </a:ext>
            </a:extLst>
          </p:spPr>
        </p:cxnSp>
        <p:cxnSp>
          <p:nvCxnSpPr>
            <p:cNvPr id="16" name="AutoShape 9"/>
            <p:cNvCxnSpPr>
              <a:cxnSpLocks noChangeShapeType="1"/>
              <a:stCxn id="13" idx="4"/>
              <a:endCxn id="14" idx="4"/>
            </p:cNvCxnSpPr>
            <p:nvPr/>
          </p:nvCxnSpPr>
          <p:spPr bwMode="auto">
            <a:xfrm rot="16200000" flipH="1">
              <a:off x="2587" y="1977"/>
              <a:ext cx="9" cy="1998"/>
            </a:xfrm>
            <a:prstGeom prst="curvedConnector3">
              <a:avLst>
                <a:gd name="adj1" fmla="val 1800000"/>
              </a:avLst>
            </a:prstGeom>
            <a:noFill/>
            <a:ln w="9525">
              <a:solidFill>
                <a:schemeClr val="tx1"/>
              </a:solidFill>
              <a:round/>
              <a:tailEnd type="triangle" w="med" len="med"/>
            </a:ln>
            <a:extLst>
              <a:ext uri="{909E8E84-426E-40DD-AFC4-6F175D3DCCD1}">
                <a14:hiddenFill xmlns:a14="http://schemas.microsoft.com/office/drawing/2010/main">
                  <a:noFill/>
                </a14:hiddenFill>
              </a:ext>
            </a:extLst>
          </p:spPr>
        </p:cxnSp>
        <p:sp>
          <p:nvSpPr>
            <p:cNvPr id="18" name="Text Box 10"/>
            <p:cNvSpPr txBox="1">
              <a:spLocks noChangeArrowheads="1"/>
            </p:cNvSpPr>
            <p:nvPr/>
          </p:nvSpPr>
          <p:spPr bwMode="auto">
            <a:xfrm>
              <a:off x="2174" y="1850"/>
              <a:ext cx="840" cy="2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ea typeface="宋体" pitchFamily="2" charset="-122"/>
                </a:defRPr>
              </a:lvl1pPr>
              <a:lvl2pPr marL="742950" indent="-285750">
                <a:spcBef>
                  <a:spcPts val="375"/>
                </a:spcBef>
                <a:buClr>
                  <a:schemeClr val="accent2"/>
                </a:buClr>
                <a:buSzPct val="85000"/>
                <a:buFont typeface="Wingdings" panose="05000000000000000000" pitchFamily="2" charset="2"/>
                <a:buChar char="Ø"/>
                <a:defRPr sz="2200">
                  <a:solidFill>
                    <a:schemeClr val="tx1"/>
                  </a:solidFill>
                  <a:latin typeface="Perpetua" panose="02020502060401020303" pitchFamily="18" charset="0"/>
                  <a:ea typeface="宋体" pitchFamily="2" charset="-122"/>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ea typeface="宋体" pitchFamily="2" charset="-122"/>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ea typeface="宋体" pitchFamily="2" charset="-122"/>
                </a:defRPr>
              </a:lvl4pPr>
              <a:lvl5pPr marL="2057400" indent="-228600">
                <a:spcBef>
                  <a:spcPts val="375"/>
                </a:spcBef>
                <a:buClr>
                  <a:srgbClr val="A28E6A"/>
                </a:buClr>
                <a:buChar char="o"/>
                <a:defRPr sz="2000">
                  <a:solidFill>
                    <a:schemeClr val="tx1"/>
                  </a:solidFill>
                  <a:latin typeface="Perpetua" panose="02020502060401020303" pitchFamily="18" charset="0"/>
                  <a:ea typeface="宋体" pitchFamily="2" charset="-122"/>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itchFamily="2" charset="-122"/>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itchFamily="2" charset="-122"/>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itchFamily="2" charset="-122"/>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itchFamily="2" charset="-122"/>
                </a:defRPr>
              </a:lvl9pPr>
            </a:lstStyle>
            <a:p>
              <a:pPr algn="ctr" eaLnBrk="1" hangingPunct="1">
                <a:spcBef>
                  <a:spcPct val="50000"/>
                </a:spcBef>
                <a:buClrTx/>
                <a:buSzTx/>
                <a:buFontTx/>
                <a:buNone/>
              </a:pPr>
              <a:r>
                <a:rPr lang="zh-CN" altLang="en-US" sz="1800" b="1">
                  <a:latin typeface="Arial" panose="020B0604020202090204" pitchFamily="34" charset="0"/>
                </a:rPr>
                <a:t>中断</a:t>
              </a:r>
              <a:r>
                <a:rPr lang="en-US" altLang="zh-CN" sz="1800" b="1">
                  <a:latin typeface="Arial" panose="020B0604020202090204" pitchFamily="34" charset="0"/>
                </a:rPr>
                <a:t>/</a:t>
              </a:r>
              <a:r>
                <a:rPr lang="zh-CN" altLang="en-US" sz="1800" b="1">
                  <a:latin typeface="Arial" panose="020B0604020202090204" pitchFamily="34" charset="0"/>
                </a:rPr>
                <a:t>陷阱</a:t>
              </a:r>
              <a:endParaRPr lang="zh-CN" altLang="en-US" sz="1800" b="1">
                <a:latin typeface="Arial" panose="020B0604020202090204" pitchFamily="34" charset="0"/>
              </a:endParaRPr>
            </a:p>
          </p:txBody>
        </p:sp>
        <p:sp>
          <p:nvSpPr>
            <p:cNvPr id="19" name="Text Box 11"/>
            <p:cNvSpPr txBox="1">
              <a:spLocks noChangeArrowheads="1"/>
            </p:cNvSpPr>
            <p:nvPr/>
          </p:nvSpPr>
          <p:spPr bwMode="auto">
            <a:xfrm>
              <a:off x="2025" y="2728"/>
              <a:ext cx="1138" cy="3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ea typeface="宋体" pitchFamily="2" charset="-122"/>
                </a:defRPr>
              </a:lvl1pPr>
              <a:lvl2pPr marL="742950" indent="-285750">
                <a:spcBef>
                  <a:spcPts val="375"/>
                </a:spcBef>
                <a:buClr>
                  <a:schemeClr val="accent2"/>
                </a:buClr>
                <a:buSzPct val="85000"/>
                <a:buFont typeface="Wingdings" panose="05000000000000000000" pitchFamily="2" charset="2"/>
                <a:buChar char="Ø"/>
                <a:defRPr sz="2200">
                  <a:solidFill>
                    <a:schemeClr val="tx1"/>
                  </a:solidFill>
                  <a:latin typeface="Perpetua" panose="02020502060401020303" pitchFamily="18" charset="0"/>
                  <a:ea typeface="宋体" pitchFamily="2" charset="-122"/>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ea typeface="宋体" pitchFamily="2" charset="-122"/>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ea typeface="宋体" pitchFamily="2" charset="-122"/>
                </a:defRPr>
              </a:lvl4pPr>
              <a:lvl5pPr marL="2057400" indent="-228600">
                <a:spcBef>
                  <a:spcPts val="375"/>
                </a:spcBef>
                <a:buClr>
                  <a:srgbClr val="A28E6A"/>
                </a:buClr>
                <a:buChar char="o"/>
                <a:defRPr sz="2000">
                  <a:solidFill>
                    <a:schemeClr val="tx1"/>
                  </a:solidFill>
                  <a:latin typeface="Perpetua" panose="02020502060401020303" pitchFamily="18" charset="0"/>
                  <a:ea typeface="宋体" pitchFamily="2" charset="-122"/>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itchFamily="2" charset="-122"/>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itchFamily="2" charset="-122"/>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itchFamily="2" charset="-122"/>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itchFamily="2" charset="-122"/>
                </a:defRPr>
              </a:lvl9pPr>
            </a:lstStyle>
            <a:p>
              <a:pPr algn="ctr" eaLnBrk="1" hangingPunct="1">
                <a:spcBef>
                  <a:spcPct val="50000"/>
                </a:spcBef>
                <a:buClrTx/>
                <a:buSzTx/>
                <a:buFontTx/>
                <a:buNone/>
              </a:pPr>
              <a:r>
                <a:rPr lang="zh-CN" altLang="en-US" sz="1800" b="1" dirty="0">
                  <a:latin typeface="Arial" panose="020B0604020202090204" pitchFamily="34" charset="0"/>
                </a:rPr>
                <a:t>设置用户模式</a:t>
              </a:r>
              <a:endParaRPr lang="en-US" altLang="zh-CN" sz="1800" b="1" dirty="0">
                <a:latin typeface="Arial" panose="020B0604020202090204" pitchFamily="34" charset="0"/>
              </a:endParaRPr>
            </a:p>
          </p:txBody>
        </p:sp>
      </p:grpSp>
      <p:pic>
        <p:nvPicPr>
          <p:cNvPr id="1027" name="Picture 3"/>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478126" y="3118935"/>
            <a:ext cx="9422185" cy="31200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ransition/>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78668"/>
            <a:ext cx="7026275" cy="523220"/>
          </a:xfrm>
          <a:prstGeom prst="rect">
            <a:avLst/>
          </a:prstGeom>
        </p:spPr>
        <p:txBody>
          <a:bodyPr wrap="square">
            <a:spAutoFit/>
          </a:bodyPr>
          <a:lstStyle/>
          <a:p>
            <a:r>
              <a:rPr lang="zh-CN" altLang="en-US" sz="2800" b="1" dirty="0">
                <a:solidFill>
                  <a:srgbClr val="FF0000"/>
                </a:solidFill>
              </a:rPr>
              <a:t>中断与异常</a:t>
            </a:r>
            <a:endParaRPr lang="zh-CN" altLang="en-US" sz="2800" b="1" dirty="0">
              <a:solidFill>
                <a:srgbClr val="FF0000"/>
              </a:solidFill>
            </a:endParaRPr>
          </a:p>
        </p:txBody>
      </p:sp>
      <p:grpSp>
        <p:nvGrpSpPr>
          <p:cNvPr id="22" name="185926" descr="本素材由iSlide™ 提供&#10;iSlide™尊重知识产权并注重保护用户享有的各项权利。郑重提醒您：&#10;iSlide™插件中提供的任何信息内容的所有权、知识产权归其原始权利人或权利受让人所有，您免费/购买获得的是信息内容的使用权，并受下述条款的约束；&#10;1. 您仅可以个人非商业用途使用该等信息内容，不可将信息内容的全部或部分用于出售，或以出租、出借、转让、分销、发布等其他任何方式供他人使用；&#10;2. 禁止在接入互联网或移动互联网的任何网站、平台、应用或程序上以任何方式为他人提供iSlide™插件资源内容的下载。&#10;The resource is supplied by iSlide™.&#10;iSlide™ respects all intellectual property rights and protects all the rights its users acquired.Solemnly remind you:&#10;The ownership and intellectual property of the resources supplied in iSlide Add-in belongs to its owner or the assignee of this ownership.you only acquired the usage of the resources supplied in iSlide Add-in, as well as respected the following restrain terms:&#10;1.You are only allowed to use such resource for personal and non-commercial aim, not allowed to use such resource or part of it for the sale; or rent, lend, transfer to others; or distribution or release it in any way.&#10;2.You are not permitted to provide the resource of iSlide Add-in in any website, platform, application access to the Internet or mobile Internet." title="iSlide™ 版权声明  COPYRIGHT NOTICE"/>
          <p:cNvGrpSpPr>
            <a:grpSpLocks noChangeAspect="1"/>
          </p:cNvGrpSpPr>
          <p:nvPr>
            <p:custDataLst>
              <p:tags r:id="rId1"/>
            </p:custDataLst>
          </p:nvPr>
        </p:nvGrpSpPr>
        <p:grpSpPr>
          <a:xfrm>
            <a:off x="660400" y="1181131"/>
            <a:ext cx="10838960" cy="4734027"/>
            <a:chOff x="660400" y="1181131"/>
            <a:chExt cx="10838960" cy="4734027"/>
          </a:xfrm>
        </p:grpSpPr>
        <p:sp>
          <p:nvSpPr>
            <p:cNvPr id="23" name="íṥḻîḑe"/>
            <p:cNvSpPr/>
            <p:nvPr/>
          </p:nvSpPr>
          <p:spPr>
            <a:xfrm>
              <a:off x="682048" y="1580300"/>
              <a:ext cx="3476055" cy="2567583"/>
            </a:xfrm>
            <a:prstGeom prst="rect">
              <a:avLst/>
            </a:prstGeom>
            <a:blipFill>
              <a:blip r:embed="rId2"/>
              <a:srcRect/>
              <a:stretch>
                <a:fillRect t="-17779" b="-17603"/>
              </a:stretch>
            </a:blip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a:bodyPr>
            <a:lstStyle/>
            <a:p>
              <a:pPr algn="ctr"/>
              <a:endParaRPr lang="zh-CN" altLang="en-US"/>
            </a:p>
          </p:txBody>
        </p:sp>
        <p:sp>
          <p:nvSpPr>
            <p:cNvPr id="25" name="ïşḻiḍé"/>
            <p:cNvSpPr/>
            <p:nvPr/>
          </p:nvSpPr>
          <p:spPr>
            <a:xfrm>
              <a:off x="660400" y="4245058"/>
              <a:ext cx="3517243" cy="1670100"/>
            </a:xfrm>
            <a:prstGeom prst="rect">
              <a:avLst/>
            </a:prstGeom>
            <a:solidFill>
              <a:schemeClr val="bg1"/>
            </a:solidFill>
            <a:ln w="9525">
              <a:gradFill flip="none" rotWithShape="1">
                <a:gsLst>
                  <a:gs pos="0">
                    <a:schemeClr val="bg1">
                      <a:lumMod val="75000"/>
                    </a:schemeClr>
                  </a:gs>
                  <a:gs pos="100000">
                    <a:schemeClr val="bg1"/>
                  </a:gs>
                </a:gsLst>
                <a:lin ang="5400000" scaled="1"/>
                <a:tileRect/>
              </a:gra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t" anchorCtr="0" forceAA="0" compatLnSpc="1">
              <a:noAutofit/>
            </a:bodyPr>
            <a:lstStyle/>
            <a:p>
              <a:pPr marL="171450" indent="-171450">
                <a:lnSpc>
                  <a:spcPct val="150000"/>
                </a:lnSpc>
                <a:buFont typeface="Arial" panose="020B0604020202090204" pitchFamily="34" charset="0"/>
                <a:buChar char="•"/>
              </a:pPr>
              <a:r>
                <a:rPr lang="zh-CN" altLang="en-US" sz="2000" dirty="0">
                  <a:solidFill>
                    <a:schemeClr val="tx1"/>
                  </a:solidFill>
                </a:rPr>
                <a:t>操作系统是中断驱动的，</a:t>
              </a:r>
              <a:r>
                <a:rPr lang="en-US" altLang="zh-CN" sz="2000" dirty="0">
                  <a:solidFill>
                    <a:schemeClr val="tx1"/>
                  </a:solidFill>
                </a:rPr>
                <a:t>OS</a:t>
              </a:r>
              <a:r>
                <a:rPr lang="zh-CN" altLang="en-US" sz="2000" dirty="0">
                  <a:solidFill>
                    <a:schemeClr val="tx1"/>
                  </a:solidFill>
                </a:rPr>
                <a:t>总在等待某个事件的发生，事件总是由中断或异常引起的。</a:t>
              </a:r>
              <a:endParaRPr lang="zh-CN" altLang="en-US" sz="2000" dirty="0">
                <a:solidFill>
                  <a:schemeClr val="tx1"/>
                </a:solidFill>
              </a:endParaRPr>
            </a:p>
          </p:txBody>
        </p:sp>
        <p:sp>
          <p:nvSpPr>
            <p:cNvPr id="26" name="îŝļiḋe"/>
            <p:cNvSpPr/>
            <p:nvPr/>
          </p:nvSpPr>
          <p:spPr>
            <a:xfrm>
              <a:off x="4352677" y="1580300"/>
              <a:ext cx="3476055" cy="2567583"/>
            </a:xfrm>
            <a:prstGeom prst="rect">
              <a:avLst/>
            </a:prstGeom>
            <a:blipFill>
              <a:blip r:embed="rId3"/>
              <a:srcRect/>
              <a:stretch>
                <a:fillRect t="-50445" b="-49949"/>
              </a:stretch>
            </a:blip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a:bodyPr>
            <a:lstStyle/>
            <a:p>
              <a:pPr algn="ctr"/>
              <a:endParaRPr lang="zh-CN" altLang="en-US"/>
            </a:p>
          </p:txBody>
        </p:sp>
        <p:sp>
          <p:nvSpPr>
            <p:cNvPr id="28" name="ïšlïḑè"/>
            <p:cNvSpPr/>
            <p:nvPr/>
          </p:nvSpPr>
          <p:spPr>
            <a:xfrm>
              <a:off x="4331029" y="4245058"/>
              <a:ext cx="3517243" cy="1670100"/>
            </a:xfrm>
            <a:prstGeom prst="rect">
              <a:avLst/>
            </a:prstGeom>
            <a:solidFill>
              <a:schemeClr val="bg1"/>
            </a:solidFill>
            <a:ln w="9525">
              <a:gradFill flip="none" rotWithShape="1">
                <a:gsLst>
                  <a:gs pos="0">
                    <a:schemeClr val="bg1">
                      <a:lumMod val="75000"/>
                    </a:schemeClr>
                  </a:gs>
                  <a:gs pos="100000">
                    <a:schemeClr val="bg1"/>
                  </a:gs>
                </a:gsLst>
                <a:lin ang="5400000" scaled="1"/>
                <a:tileRect/>
              </a:gra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t" anchorCtr="0" forceAA="0" compatLnSpc="1">
              <a:normAutofit/>
            </a:bodyPr>
            <a:lstStyle/>
            <a:p>
              <a:pPr marL="171450" indent="-171450">
                <a:lnSpc>
                  <a:spcPct val="150000"/>
                </a:lnSpc>
                <a:buFont typeface="Arial" panose="020B0604020202090204" pitchFamily="34" charset="0"/>
                <a:buChar char="•"/>
              </a:pPr>
              <a:r>
                <a:rPr lang="zh-CN" altLang="en-US" sz="2000" dirty="0">
                  <a:solidFill>
                    <a:srgbClr val="0000FF"/>
                  </a:solidFill>
                </a:rPr>
                <a:t>中断</a:t>
              </a:r>
              <a:r>
                <a:rPr lang="zh-CN" altLang="en-US" sz="2000" dirty="0">
                  <a:solidFill>
                    <a:schemeClr val="tx1"/>
                  </a:solidFill>
                </a:rPr>
                <a:t>（</a:t>
              </a:r>
              <a:r>
                <a:rPr lang="en-US" altLang="zh-CN" sz="2000" dirty="0">
                  <a:solidFill>
                    <a:schemeClr val="tx1"/>
                  </a:solidFill>
                </a:rPr>
                <a:t>interrupt</a:t>
              </a:r>
              <a:r>
                <a:rPr lang="zh-CN" altLang="en-US" sz="2000" dirty="0">
                  <a:solidFill>
                    <a:schemeClr val="tx1"/>
                  </a:solidFill>
                </a:rPr>
                <a:t>）：由</a:t>
              </a:r>
              <a:r>
                <a:rPr lang="zh-CN" altLang="en-US" sz="2000" dirty="0">
                  <a:solidFill>
                    <a:srgbClr val="0000FF"/>
                  </a:solidFill>
                </a:rPr>
                <a:t>硬件</a:t>
              </a:r>
              <a:r>
                <a:rPr lang="zh-CN" altLang="en-US" sz="2000" dirty="0">
                  <a:solidFill>
                    <a:schemeClr val="tx1"/>
                  </a:solidFill>
                </a:rPr>
                <a:t>引起。</a:t>
              </a:r>
              <a:endParaRPr lang="zh-CN" altLang="en-US" sz="2000" dirty="0">
                <a:solidFill>
                  <a:schemeClr val="tx1"/>
                </a:solidFill>
              </a:endParaRPr>
            </a:p>
          </p:txBody>
        </p:sp>
        <p:sp>
          <p:nvSpPr>
            <p:cNvPr id="29" name="íŝḻiďé"/>
            <p:cNvSpPr/>
            <p:nvPr/>
          </p:nvSpPr>
          <p:spPr>
            <a:xfrm>
              <a:off x="8023305" y="1580300"/>
              <a:ext cx="3476055" cy="2567583"/>
            </a:xfrm>
            <a:prstGeom prst="rect">
              <a:avLst/>
            </a:prstGeom>
            <a:blipFill>
              <a:blip r:embed="rId4"/>
              <a:srcRect/>
              <a:stretch>
                <a:fillRect l="-5418" r="-5379"/>
              </a:stretch>
            </a:blip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a:bodyPr>
            <a:lstStyle/>
            <a:p>
              <a:pPr algn="ctr"/>
              <a:endParaRPr lang="zh-CN" altLang="en-US"/>
            </a:p>
          </p:txBody>
        </p:sp>
        <p:sp>
          <p:nvSpPr>
            <p:cNvPr id="31" name="í$ḷîḋe"/>
            <p:cNvSpPr/>
            <p:nvPr/>
          </p:nvSpPr>
          <p:spPr>
            <a:xfrm>
              <a:off x="8001657" y="4245058"/>
              <a:ext cx="3497703" cy="1670100"/>
            </a:xfrm>
            <a:prstGeom prst="rect">
              <a:avLst/>
            </a:prstGeom>
            <a:solidFill>
              <a:schemeClr val="bg1"/>
            </a:solidFill>
            <a:ln w="9525">
              <a:gradFill flip="none" rotWithShape="1">
                <a:gsLst>
                  <a:gs pos="0">
                    <a:schemeClr val="bg1">
                      <a:lumMod val="75000"/>
                    </a:schemeClr>
                  </a:gs>
                  <a:gs pos="100000">
                    <a:schemeClr val="bg1"/>
                  </a:gs>
                </a:gsLst>
                <a:lin ang="5400000" scaled="1"/>
                <a:tileRect/>
              </a:gra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t" anchorCtr="0" forceAA="0" compatLnSpc="1">
              <a:noAutofit/>
            </a:bodyPr>
            <a:lstStyle/>
            <a:p>
              <a:pPr marL="285750" indent="-285750">
                <a:lnSpc>
                  <a:spcPct val="130000"/>
                </a:lnSpc>
                <a:buFont typeface="Wingdings" panose="05000000000000000000" pitchFamily="2" charset="2"/>
                <a:buChar char="l"/>
              </a:pPr>
              <a:r>
                <a:rPr lang="zh-CN" altLang="en-US" sz="2000" dirty="0">
                  <a:solidFill>
                    <a:srgbClr val="FF0000"/>
                  </a:solidFill>
                </a:rPr>
                <a:t>异常</a:t>
              </a:r>
              <a:r>
                <a:rPr lang="en-US" altLang="zh-CN" sz="2000" dirty="0">
                  <a:solidFill>
                    <a:schemeClr val="tx1"/>
                  </a:solidFill>
                </a:rPr>
                <a:t>/</a:t>
              </a:r>
              <a:r>
                <a:rPr lang="zh-CN" altLang="en-US" sz="2000" dirty="0">
                  <a:solidFill>
                    <a:schemeClr val="tx1"/>
                  </a:solidFill>
                </a:rPr>
                <a:t>陷阱（</a:t>
              </a:r>
              <a:r>
                <a:rPr lang="en-US" altLang="zh-CN" sz="2000" dirty="0">
                  <a:solidFill>
                    <a:schemeClr val="tx1"/>
                  </a:solidFill>
                </a:rPr>
                <a:t>trap</a:t>
              </a:r>
              <a:r>
                <a:rPr lang="zh-CN" altLang="en-US" sz="2000" dirty="0">
                  <a:solidFill>
                    <a:schemeClr val="tx1"/>
                  </a:solidFill>
                </a:rPr>
                <a:t>）：由</a:t>
              </a:r>
              <a:r>
                <a:rPr lang="zh-CN" altLang="en-US" sz="2000" dirty="0">
                  <a:solidFill>
                    <a:srgbClr val="FF0000"/>
                  </a:solidFill>
                </a:rPr>
                <a:t>软件</a:t>
              </a:r>
              <a:r>
                <a:rPr lang="zh-CN" altLang="en-US" sz="2000" dirty="0">
                  <a:solidFill>
                    <a:schemeClr val="tx1"/>
                  </a:solidFill>
                </a:rPr>
                <a:t>引起。</a:t>
              </a:r>
              <a:endParaRPr lang="zh-CN" altLang="en-US" sz="2000" dirty="0">
                <a:solidFill>
                  <a:schemeClr val="tx1"/>
                </a:solidFill>
              </a:endParaRPr>
            </a:p>
            <a:p>
              <a:pPr marL="742950" lvl="1" indent="-285750">
                <a:lnSpc>
                  <a:spcPct val="130000"/>
                </a:lnSpc>
                <a:buFont typeface="Wingdings" panose="05000000000000000000" pitchFamily="2" charset="2"/>
                <a:buChar char="Ø"/>
              </a:pPr>
              <a:r>
                <a:rPr lang="zh-CN" altLang="en-US" dirty="0">
                  <a:solidFill>
                    <a:schemeClr val="tx1"/>
                  </a:solidFill>
                </a:rPr>
                <a:t>出错（如除数为零或无效存储访问）。</a:t>
              </a:r>
              <a:endParaRPr lang="zh-CN" altLang="en-US" dirty="0">
                <a:solidFill>
                  <a:schemeClr val="tx1"/>
                </a:solidFill>
              </a:endParaRPr>
            </a:p>
            <a:p>
              <a:pPr marL="742950" lvl="1" indent="-285750">
                <a:lnSpc>
                  <a:spcPct val="130000"/>
                </a:lnSpc>
                <a:buFont typeface="Wingdings" panose="05000000000000000000" pitchFamily="2" charset="2"/>
                <a:buChar char="Ø"/>
              </a:pPr>
              <a:r>
                <a:rPr lang="zh-CN" altLang="en-US" dirty="0">
                  <a:solidFill>
                    <a:schemeClr val="tx1"/>
                  </a:solidFill>
                </a:rPr>
                <a:t>用户程序的特定请求（如执行</a:t>
              </a:r>
              <a:r>
                <a:rPr lang="en-US" altLang="zh-CN" dirty="0">
                  <a:solidFill>
                    <a:schemeClr val="tx1"/>
                  </a:solidFill>
                </a:rPr>
                <a:t>OS</a:t>
              </a:r>
              <a:r>
                <a:rPr lang="zh-CN" altLang="en-US" dirty="0">
                  <a:solidFill>
                    <a:schemeClr val="tx1"/>
                  </a:solidFill>
                </a:rPr>
                <a:t>的某个服务）。</a:t>
              </a:r>
              <a:endParaRPr lang="zh-CN" altLang="en-US" dirty="0">
                <a:solidFill>
                  <a:schemeClr val="tx1"/>
                </a:solidFill>
              </a:endParaRPr>
            </a:p>
          </p:txBody>
        </p:sp>
        <p:sp>
          <p:nvSpPr>
            <p:cNvPr id="32" name="ï$lïďè"/>
            <p:cNvSpPr/>
            <p:nvPr/>
          </p:nvSpPr>
          <p:spPr bwMode="auto">
            <a:xfrm>
              <a:off x="2253506" y="1181131"/>
              <a:ext cx="333138" cy="310404"/>
            </a:xfrm>
            <a:custGeom>
              <a:avLst/>
              <a:gdLst>
                <a:gd name="connsiteX0" fmla="*/ 484855 w 606016"/>
                <a:gd name="connsiteY0" fmla="*/ 473988 h 564664"/>
                <a:gd name="connsiteX1" fmla="*/ 505037 w 606016"/>
                <a:gd name="connsiteY1" fmla="*/ 494170 h 564664"/>
                <a:gd name="connsiteX2" fmla="*/ 484855 w 606016"/>
                <a:gd name="connsiteY2" fmla="*/ 514352 h 564664"/>
                <a:gd name="connsiteX3" fmla="*/ 464673 w 606016"/>
                <a:gd name="connsiteY3" fmla="*/ 494170 h 564664"/>
                <a:gd name="connsiteX4" fmla="*/ 484855 w 606016"/>
                <a:gd name="connsiteY4" fmla="*/ 473988 h 564664"/>
                <a:gd name="connsiteX5" fmla="*/ 121232 w 606016"/>
                <a:gd name="connsiteY5" fmla="*/ 473988 h 564664"/>
                <a:gd name="connsiteX6" fmla="*/ 141414 w 606016"/>
                <a:gd name="connsiteY6" fmla="*/ 494170 h 564664"/>
                <a:gd name="connsiteX7" fmla="*/ 121232 w 606016"/>
                <a:gd name="connsiteY7" fmla="*/ 514352 h 564664"/>
                <a:gd name="connsiteX8" fmla="*/ 101050 w 606016"/>
                <a:gd name="connsiteY8" fmla="*/ 494170 h 564664"/>
                <a:gd name="connsiteX9" fmla="*/ 121232 w 606016"/>
                <a:gd name="connsiteY9" fmla="*/ 473988 h 564664"/>
                <a:gd name="connsiteX10" fmla="*/ 484813 w 606016"/>
                <a:gd name="connsiteY10" fmla="*/ 443658 h 564664"/>
                <a:gd name="connsiteX11" fmla="*/ 434364 w 606016"/>
                <a:gd name="connsiteY11" fmla="*/ 494115 h 564664"/>
                <a:gd name="connsiteX12" fmla="*/ 484813 w 606016"/>
                <a:gd name="connsiteY12" fmla="*/ 544482 h 564664"/>
                <a:gd name="connsiteX13" fmla="*/ 535352 w 606016"/>
                <a:gd name="connsiteY13" fmla="*/ 494115 h 564664"/>
                <a:gd name="connsiteX14" fmla="*/ 484813 w 606016"/>
                <a:gd name="connsiteY14" fmla="*/ 443658 h 564664"/>
                <a:gd name="connsiteX15" fmla="*/ 121293 w 606016"/>
                <a:gd name="connsiteY15" fmla="*/ 443658 h 564664"/>
                <a:gd name="connsiteX16" fmla="*/ 70755 w 606016"/>
                <a:gd name="connsiteY16" fmla="*/ 494115 h 564664"/>
                <a:gd name="connsiteX17" fmla="*/ 121293 w 606016"/>
                <a:gd name="connsiteY17" fmla="*/ 544482 h 564664"/>
                <a:gd name="connsiteX18" fmla="*/ 171742 w 606016"/>
                <a:gd name="connsiteY18" fmla="*/ 494115 h 564664"/>
                <a:gd name="connsiteX19" fmla="*/ 121293 w 606016"/>
                <a:gd name="connsiteY19" fmla="*/ 443658 h 564664"/>
                <a:gd name="connsiteX20" fmla="*/ 303053 w 606016"/>
                <a:gd name="connsiteY20" fmla="*/ 373109 h 564664"/>
                <a:gd name="connsiteX21" fmla="*/ 292945 w 606016"/>
                <a:gd name="connsiteY21" fmla="*/ 383200 h 564664"/>
                <a:gd name="connsiteX22" fmla="*/ 303053 w 606016"/>
                <a:gd name="connsiteY22" fmla="*/ 393292 h 564664"/>
                <a:gd name="connsiteX23" fmla="*/ 343484 w 606016"/>
                <a:gd name="connsiteY23" fmla="*/ 393292 h 564664"/>
                <a:gd name="connsiteX24" fmla="*/ 343484 w 606016"/>
                <a:gd name="connsiteY24" fmla="*/ 403383 h 564664"/>
                <a:gd name="connsiteX25" fmla="*/ 353592 w 606016"/>
                <a:gd name="connsiteY25" fmla="*/ 413474 h 564664"/>
                <a:gd name="connsiteX26" fmla="*/ 363610 w 606016"/>
                <a:gd name="connsiteY26" fmla="*/ 403383 h 564664"/>
                <a:gd name="connsiteX27" fmla="*/ 363610 w 606016"/>
                <a:gd name="connsiteY27" fmla="*/ 383200 h 564664"/>
                <a:gd name="connsiteX28" fmla="*/ 353592 w 606016"/>
                <a:gd name="connsiteY28" fmla="*/ 373109 h 564664"/>
                <a:gd name="connsiteX29" fmla="*/ 313169 w 606016"/>
                <a:gd name="connsiteY29" fmla="*/ 282403 h 564664"/>
                <a:gd name="connsiteX30" fmla="*/ 447018 w 606016"/>
                <a:gd name="connsiteY30" fmla="*/ 282403 h 564664"/>
                <a:gd name="connsiteX31" fmla="*/ 465069 w 606016"/>
                <a:gd name="connsiteY31" fmla="*/ 311699 h 564664"/>
                <a:gd name="connsiteX32" fmla="*/ 473282 w 606016"/>
                <a:gd name="connsiteY32" fmla="*/ 322696 h 564664"/>
                <a:gd name="connsiteX33" fmla="*/ 313169 w 606016"/>
                <a:gd name="connsiteY33" fmla="*/ 322696 h 564664"/>
                <a:gd name="connsiteX34" fmla="*/ 161665 w 606016"/>
                <a:gd name="connsiteY34" fmla="*/ 282403 h 564664"/>
                <a:gd name="connsiteX35" fmla="*/ 292917 w 606016"/>
                <a:gd name="connsiteY35" fmla="*/ 282403 h 564664"/>
                <a:gd name="connsiteX36" fmla="*/ 292917 w 606016"/>
                <a:gd name="connsiteY36" fmla="*/ 322696 h 564664"/>
                <a:gd name="connsiteX37" fmla="*/ 161665 w 606016"/>
                <a:gd name="connsiteY37" fmla="*/ 322696 h 564664"/>
                <a:gd name="connsiteX38" fmla="*/ 191958 w 606016"/>
                <a:gd name="connsiteY38" fmla="*/ 0 h 564664"/>
                <a:gd name="connsiteX39" fmla="*/ 202066 w 606016"/>
                <a:gd name="connsiteY39" fmla="*/ 10092 h 564664"/>
                <a:gd name="connsiteX40" fmla="*/ 202066 w 606016"/>
                <a:gd name="connsiteY40" fmla="*/ 40366 h 564664"/>
                <a:gd name="connsiteX41" fmla="*/ 222281 w 606016"/>
                <a:gd name="connsiteY41" fmla="*/ 40366 h 564664"/>
                <a:gd name="connsiteX42" fmla="*/ 222281 w 606016"/>
                <a:gd name="connsiteY42" fmla="*/ 10092 h 564664"/>
                <a:gd name="connsiteX43" fmla="*/ 232389 w 606016"/>
                <a:gd name="connsiteY43" fmla="*/ 0 h 564664"/>
                <a:gd name="connsiteX44" fmla="*/ 242406 w 606016"/>
                <a:gd name="connsiteY44" fmla="*/ 10092 h 564664"/>
                <a:gd name="connsiteX45" fmla="*/ 242406 w 606016"/>
                <a:gd name="connsiteY45" fmla="*/ 40366 h 564664"/>
                <a:gd name="connsiteX46" fmla="*/ 252514 w 606016"/>
                <a:gd name="connsiteY46" fmla="*/ 50457 h 564664"/>
                <a:gd name="connsiteX47" fmla="*/ 252514 w 606016"/>
                <a:gd name="connsiteY47" fmla="*/ 100823 h 564664"/>
                <a:gd name="connsiteX48" fmla="*/ 242406 w 606016"/>
                <a:gd name="connsiteY48" fmla="*/ 110915 h 564664"/>
                <a:gd name="connsiteX49" fmla="*/ 221379 w 606016"/>
                <a:gd name="connsiteY49" fmla="*/ 110915 h 564664"/>
                <a:gd name="connsiteX50" fmla="*/ 161634 w 606016"/>
                <a:gd name="connsiteY50" fmla="*/ 161371 h 564664"/>
                <a:gd name="connsiteX51" fmla="*/ 101078 w 606016"/>
                <a:gd name="connsiteY51" fmla="*/ 100823 h 564664"/>
                <a:gd name="connsiteX52" fmla="*/ 60647 w 606016"/>
                <a:gd name="connsiteY52" fmla="*/ 60548 h 564664"/>
                <a:gd name="connsiteX53" fmla="*/ 20216 w 606016"/>
                <a:gd name="connsiteY53" fmla="*/ 100823 h 564664"/>
                <a:gd name="connsiteX54" fmla="*/ 20216 w 606016"/>
                <a:gd name="connsiteY54" fmla="*/ 231921 h 564664"/>
                <a:gd name="connsiteX55" fmla="*/ 80862 w 606016"/>
                <a:gd name="connsiteY55" fmla="*/ 292469 h 564664"/>
                <a:gd name="connsiteX56" fmla="*/ 82126 w 606016"/>
                <a:gd name="connsiteY56" fmla="*/ 292649 h 564664"/>
                <a:gd name="connsiteX57" fmla="*/ 105229 w 606016"/>
                <a:gd name="connsiteY57" fmla="*/ 255167 h 564664"/>
                <a:gd name="connsiteX58" fmla="*/ 164883 w 606016"/>
                <a:gd name="connsiteY58" fmla="*/ 221829 h 564664"/>
                <a:gd name="connsiteX59" fmla="*/ 370559 w 606016"/>
                <a:gd name="connsiteY59" fmla="*/ 221829 h 564664"/>
                <a:gd name="connsiteX60" fmla="*/ 430213 w 606016"/>
                <a:gd name="connsiteY60" fmla="*/ 255077 h 564664"/>
                <a:gd name="connsiteX61" fmla="*/ 434545 w 606016"/>
                <a:gd name="connsiteY61" fmla="*/ 262195 h 564664"/>
                <a:gd name="connsiteX62" fmla="*/ 159920 w 606016"/>
                <a:gd name="connsiteY62" fmla="*/ 262195 h 564664"/>
                <a:gd name="connsiteX63" fmla="*/ 141419 w 606016"/>
                <a:gd name="connsiteY63" fmla="*/ 280575 h 564664"/>
                <a:gd name="connsiteX64" fmla="*/ 141419 w 606016"/>
                <a:gd name="connsiteY64" fmla="*/ 324455 h 564664"/>
                <a:gd name="connsiteX65" fmla="*/ 159920 w 606016"/>
                <a:gd name="connsiteY65" fmla="*/ 342835 h 564664"/>
                <a:gd name="connsiteX66" fmla="*/ 498801 w 606016"/>
                <a:gd name="connsiteY66" fmla="*/ 342835 h 564664"/>
                <a:gd name="connsiteX67" fmla="*/ 538962 w 606016"/>
                <a:gd name="connsiteY67" fmla="*/ 352926 h 564664"/>
                <a:gd name="connsiteX68" fmla="*/ 580566 w 606016"/>
                <a:gd name="connsiteY68" fmla="*/ 352926 h 564664"/>
                <a:gd name="connsiteX69" fmla="*/ 606016 w 606016"/>
                <a:gd name="connsiteY69" fmla="*/ 378335 h 564664"/>
                <a:gd name="connsiteX70" fmla="*/ 606016 w 606016"/>
                <a:gd name="connsiteY70" fmla="*/ 403383 h 564664"/>
                <a:gd name="connsiteX71" fmla="*/ 555567 w 606016"/>
                <a:gd name="connsiteY71" fmla="*/ 403383 h 564664"/>
                <a:gd name="connsiteX72" fmla="*/ 545460 w 606016"/>
                <a:gd name="connsiteY72" fmla="*/ 413474 h 564664"/>
                <a:gd name="connsiteX73" fmla="*/ 555567 w 606016"/>
                <a:gd name="connsiteY73" fmla="*/ 423476 h 564664"/>
                <a:gd name="connsiteX74" fmla="*/ 606016 w 606016"/>
                <a:gd name="connsiteY74" fmla="*/ 423476 h 564664"/>
                <a:gd name="connsiteX75" fmla="*/ 606016 w 606016"/>
                <a:gd name="connsiteY75" fmla="*/ 463391 h 564664"/>
                <a:gd name="connsiteX76" fmla="*/ 565224 w 606016"/>
                <a:gd name="connsiteY76" fmla="*/ 504206 h 564664"/>
                <a:gd name="connsiteX77" fmla="*/ 554755 w 606016"/>
                <a:gd name="connsiteY77" fmla="*/ 504206 h 564664"/>
                <a:gd name="connsiteX78" fmla="*/ 484813 w 606016"/>
                <a:gd name="connsiteY78" fmla="*/ 564664 h 564664"/>
                <a:gd name="connsiteX79" fmla="*/ 414961 w 606016"/>
                <a:gd name="connsiteY79" fmla="*/ 504206 h 564664"/>
                <a:gd name="connsiteX80" fmla="*/ 191145 w 606016"/>
                <a:gd name="connsiteY80" fmla="*/ 504206 h 564664"/>
                <a:gd name="connsiteX81" fmla="*/ 121293 w 606016"/>
                <a:gd name="connsiteY81" fmla="*/ 564664 h 564664"/>
                <a:gd name="connsiteX82" fmla="*/ 51351 w 606016"/>
                <a:gd name="connsiteY82" fmla="*/ 504206 h 564664"/>
                <a:gd name="connsiteX83" fmla="*/ 35377 w 606016"/>
                <a:gd name="connsiteY83" fmla="*/ 504206 h 564664"/>
                <a:gd name="connsiteX84" fmla="*/ 90 w 606016"/>
                <a:gd name="connsiteY84" fmla="*/ 468977 h 564664"/>
                <a:gd name="connsiteX85" fmla="*/ 0 w 606016"/>
                <a:gd name="connsiteY85" fmla="*/ 423476 h 564664"/>
                <a:gd name="connsiteX86" fmla="*/ 50539 w 606016"/>
                <a:gd name="connsiteY86" fmla="*/ 423476 h 564664"/>
                <a:gd name="connsiteX87" fmla="*/ 60647 w 606016"/>
                <a:gd name="connsiteY87" fmla="*/ 413474 h 564664"/>
                <a:gd name="connsiteX88" fmla="*/ 50539 w 606016"/>
                <a:gd name="connsiteY88" fmla="*/ 403383 h 564664"/>
                <a:gd name="connsiteX89" fmla="*/ 0 w 606016"/>
                <a:gd name="connsiteY89" fmla="*/ 403383 h 564664"/>
                <a:gd name="connsiteX90" fmla="*/ 0 w 606016"/>
                <a:gd name="connsiteY90" fmla="*/ 378335 h 564664"/>
                <a:gd name="connsiteX91" fmla="*/ 7400 w 606016"/>
                <a:gd name="connsiteY91" fmla="*/ 360405 h 564664"/>
                <a:gd name="connsiteX92" fmla="*/ 25540 w 606016"/>
                <a:gd name="connsiteY92" fmla="*/ 352926 h 564664"/>
                <a:gd name="connsiteX93" fmla="*/ 54961 w 606016"/>
                <a:gd name="connsiteY93" fmla="*/ 336798 h 564664"/>
                <a:gd name="connsiteX94" fmla="*/ 70303 w 606016"/>
                <a:gd name="connsiteY94" fmla="*/ 311840 h 564664"/>
                <a:gd name="connsiteX95" fmla="*/ 90 w 606016"/>
                <a:gd name="connsiteY95" fmla="*/ 231921 h 564664"/>
                <a:gd name="connsiteX96" fmla="*/ 90 w 606016"/>
                <a:gd name="connsiteY96" fmla="*/ 100823 h 564664"/>
                <a:gd name="connsiteX97" fmla="*/ 60647 w 606016"/>
                <a:gd name="connsiteY97" fmla="*/ 40366 h 564664"/>
                <a:gd name="connsiteX98" fmla="*/ 121293 w 606016"/>
                <a:gd name="connsiteY98" fmla="*/ 100823 h 564664"/>
                <a:gd name="connsiteX99" fmla="*/ 161634 w 606016"/>
                <a:gd name="connsiteY99" fmla="*/ 141189 h 564664"/>
                <a:gd name="connsiteX100" fmla="*/ 200622 w 606016"/>
                <a:gd name="connsiteY100" fmla="*/ 110915 h 564664"/>
                <a:gd name="connsiteX101" fmla="*/ 181850 w 606016"/>
                <a:gd name="connsiteY101" fmla="*/ 110915 h 564664"/>
                <a:gd name="connsiteX102" fmla="*/ 171742 w 606016"/>
                <a:gd name="connsiteY102" fmla="*/ 100823 h 564664"/>
                <a:gd name="connsiteX103" fmla="*/ 171742 w 606016"/>
                <a:gd name="connsiteY103" fmla="*/ 50457 h 564664"/>
                <a:gd name="connsiteX104" fmla="*/ 181850 w 606016"/>
                <a:gd name="connsiteY104" fmla="*/ 40366 h 564664"/>
                <a:gd name="connsiteX105" fmla="*/ 181850 w 606016"/>
                <a:gd name="connsiteY105" fmla="*/ 10092 h 564664"/>
                <a:gd name="connsiteX106" fmla="*/ 191958 w 606016"/>
                <a:gd name="connsiteY106" fmla="*/ 0 h 5646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Lst>
              <a:rect l="l" t="t" r="r" b="b"/>
              <a:pathLst>
                <a:path w="606016" h="564664">
                  <a:moveTo>
                    <a:pt x="484855" y="473988"/>
                  </a:moveTo>
                  <a:cubicBezTo>
                    <a:pt x="496001" y="473988"/>
                    <a:pt x="505037" y="483024"/>
                    <a:pt x="505037" y="494170"/>
                  </a:cubicBezTo>
                  <a:cubicBezTo>
                    <a:pt x="505037" y="505316"/>
                    <a:pt x="496001" y="514352"/>
                    <a:pt x="484855" y="514352"/>
                  </a:cubicBezTo>
                  <a:cubicBezTo>
                    <a:pt x="473709" y="514352"/>
                    <a:pt x="464673" y="505316"/>
                    <a:pt x="464673" y="494170"/>
                  </a:cubicBezTo>
                  <a:cubicBezTo>
                    <a:pt x="464673" y="483024"/>
                    <a:pt x="473709" y="473988"/>
                    <a:pt x="484855" y="473988"/>
                  </a:cubicBezTo>
                  <a:close/>
                  <a:moveTo>
                    <a:pt x="121232" y="473988"/>
                  </a:moveTo>
                  <a:cubicBezTo>
                    <a:pt x="132378" y="473988"/>
                    <a:pt x="141414" y="483024"/>
                    <a:pt x="141414" y="494170"/>
                  </a:cubicBezTo>
                  <a:cubicBezTo>
                    <a:pt x="141414" y="505316"/>
                    <a:pt x="132378" y="514352"/>
                    <a:pt x="121232" y="514352"/>
                  </a:cubicBezTo>
                  <a:cubicBezTo>
                    <a:pt x="110086" y="514352"/>
                    <a:pt x="101050" y="505316"/>
                    <a:pt x="101050" y="494170"/>
                  </a:cubicBezTo>
                  <a:cubicBezTo>
                    <a:pt x="101050" y="483024"/>
                    <a:pt x="110086" y="473988"/>
                    <a:pt x="121232" y="473988"/>
                  </a:cubicBezTo>
                  <a:close/>
                  <a:moveTo>
                    <a:pt x="484813" y="443658"/>
                  </a:moveTo>
                  <a:cubicBezTo>
                    <a:pt x="457016" y="443658"/>
                    <a:pt x="434364" y="466274"/>
                    <a:pt x="434364" y="494115"/>
                  </a:cubicBezTo>
                  <a:cubicBezTo>
                    <a:pt x="434364" y="521866"/>
                    <a:pt x="457016" y="544482"/>
                    <a:pt x="484813" y="544482"/>
                  </a:cubicBezTo>
                  <a:cubicBezTo>
                    <a:pt x="512699" y="544482"/>
                    <a:pt x="535352" y="521866"/>
                    <a:pt x="535352" y="494115"/>
                  </a:cubicBezTo>
                  <a:cubicBezTo>
                    <a:pt x="535352" y="466274"/>
                    <a:pt x="512699" y="443658"/>
                    <a:pt x="484813" y="443658"/>
                  </a:cubicBezTo>
                  <a:close/>
                  <a:moveTo>
                    <a:pt x="121293" y="443658"/>
                  </a:moveTo>
                  <a:cubicBezTo>
                    <a:pt x="93407" y="443658"/>
                    <a:pt x="70755" y="466274"/>
                    <a:pt x="70755" y="494115"/>
                  </a:cubicBezTo>
                  <a:cubicBezTo>
                    <a:pt x="70755" y="521866"/>
                    <a:pt x="93407" y="544482"/>
                    <a:pt x="121293" y="544482"/>
                  </a:cubicBezTo>
                  <a:cubicBezTo>
                    <a:pt x="149090" y="544482"/>
                    <a:pt x="171742" y="521866"/>
                    <a:pt x="171742" y="494115"/>
                  </a:cubicBezTo>
                  <a:cubicBezTo>
                    <a:pt x="171742" y="466274"/>
                    <a:pt x="149090" y="443658"/>
                    <a:pt x="121293" y="443658"/>
                  </a:cubicBezTo>
                  <a:close/>
                  <a:moveTo>
                    <a:pt x="303053" y="373109"/>
                  </a:moveTo>
                  <a:cubicBezTo>
                    <a:pt x="297458" y="373109"/>
                    <a:pt x="292945" y="377614"/>
                    <a:pt x="292945" y="383200"/>
                  </a:cubicBezTo>
                  <a:cubicBezTo>
                    <a:pt x="292945" y="388787"/>
                    <a:pt x="297458" y="393292"/>
                    <a:pt x="303053" y="393292"/>
                  </a:cubicBezTo>
                  <a:lnTo>
                    <a:pt x="343484" y="393292"/>
                  </a:lnTo>
                  <a:lnTo>
                    <a:pt x="343484" y="403383"/>
                  </a:lnTo>
                  <a:cubicBezTo>
                    <a:pt x="343484" y="408879"/>
                    <a:pt x="347997" y="413474"/>
                    <a:pt x="353592" y="413474"/>
                  </a:cubicBezTo>
                  <a:cubicBezTo>
                    <a:pt x="359097" y="413474"/>
                    <a:pt x="363610" y="408969"/>
                    <a:pt x="363610" y="403383"/>
                  </a:cubicBezTo>
                  <a:lnTo>
                    <a:pt x="363610" y="383200"/>
                  </a:lnTo>
                  <a:cubicBezTo>
                    <a:pt x="363610" y="377614"/>
                    <a:pt x="359097" y="373109"/>
                    <a:pt x="353592" y="373109"/>
                  </a:cubicBezTo>
                  <a:close/>
                  <a:moveTo>
                    <a:pt x="313169" y="282403"/>
                  </a:moveTo>
                  <a:lnTo>
                    <a:pt x="447018" y="282403"/>
                  </a:lnTo>
                  <a:lnTo>
                    <a:pt x="465069" y="311699"/>
                  </a:lnTo>
                  <a:cubicBezTo>
                    <a:pt x="467506" y="315665"/>
                    <a:pt x="470304" y="319271"/>
                    <a:pt x="473282" y="322696"/>
                  </a:cubicBezTo>
                  <a:lnTo>
                    <a:pt x="313169" y="322696"/>
                  </a:lnTo>
                  <a:close/>
                  <a:moveTo>
                    <a:pt x="161665" y="282403"/>
                  </a:moveTo>
                  <a:lnTo>
                    <a:pt x="292917" y="282403"/>
                  </a:lnTo>
                  <a:lnTo>
                    <a:pt x="292917" y="322696"/>
                  </a:lnTo>
                  <a:lnTo>
                    <a:pt x="161665" y="322696"/>
                  </a:lnTo>
                  <a:close/>
                  <a:moveTo>
                    <a:pt x="191958" y="0"/>
                  </a:moveTo>
                  <a:cubicBezTo>
                    <a:pt x="197553" y="0"/>
                    <a:pt x="202066" y="4505"/>
                    <a:pt x="202066" y="10092"/>
                  </a:cubicBezTo>
                  <a:lnTo>
                    <a:pt x="202066" y="40366"/>
                  </a:lnTo>
                  <a:lnTo>
                    <a:pt x="222281" y="40366"/>
                  </a:lnTo>
                  <a:lnTo>
                    <a:pt x="222281" y="10092"/>
                  </a:lnTo>
                  <a:cubicBezTo>
                    <a:pt x="222281" y="4505"/>
                    <a:pt x="226793" y="0"/>
                    <a:pt x="232389" y="0"/>
                  </a:cubicBezTo>
                  <a:cubicBezTo>
                    <a:pt x="237894" y="0"/>
                    <a:pt x="242406" y="4505"/>
                    <a:pt x="242406" y="10092"/>
                  </a:cubicBezTo>
                  <a:lnTo>
                    <a:pt x="242406" y="40366"/>
                  </a:lnTo>
                  <a:cubicBezTo>
                    <a:pt x="248002" y="40366"/>
                    <a:pt x="252514" y="44871"/>
                    <a:pt x="252514" y="50457"/>
                  </a:cubicBezTo>
                  <a:lnTo>
                    <a:pt x="252514" y="100823"/>
                  </a:lnTo>
                  <a:cubicBezTo>
                    <a:pt x="252514" y="106410"/>
                    <a:pt x="248002" y="110915"/>
                    <a:pt x="242406" y="110915"/>
                  </a:cubicBezTo>
                  <a:lnTo>
                    <a:pt x="221379" y="110915"/>
                  </a:lnTo>
                  <a:cubicBezTo>
                    <a:pt x="216505" y="139477"/>
                    <a:pt x="191597" y="161371"/>
                    <a:pt x="161634" y="161371"/>
                  </a:cubicBezTo>
                  <a:cubicBezTo>
                    <a:pt x="128243" y="161371"/>
                    <a:pt x="101078" y="134251"/>
                    <a:pt x="101078" y="100823"/>
                  </a:cubicBezTo>
                  <a:cubicBezTo>
                    <a:pt x="101078" y="78568"/>
                    <a:pt x="82938" y="60548"/>
                    <a:pt x="60647" y="60548"/>
                  </a:cubicBezTo>
                  <a:cubicBezTo>
                    <a:pt x="38355" y="60548"/>
                    <a:pt x="20216" y="78568"/>
                    <a:pt x="20216" y="100823"/>
                  </a:cubicBezTo>
                  <a:lnTo>
                    <a:pt x="20216" y="231921"/>
                  </a:lnTo>
                  <a:cubicBezTo>
                    <a:pt x="20216" y="265258"/>
                    <a:pt x="47470" y="292469"/>
                    <a:pt x="80862" y="292469"/>
                  </a:cubicBezTo>
                  <a:cubicBezTo>
                    <a:pt x="81314" y="292469"/>
                    <a:pt x="81675" y="292649"/>
                    <a:pt x="82126" y="292649"/>
                  </a:cubicBezTo>
                  <a:lnTo>
                    <a:pt x="105229" y="255167"/>
                  </a:lnTo>
                  <a:cubicBezTo>
                    <a:pt x="117864" y="234624"/>
                    <a:pt x="140697" y="221829"/>
                    <a:pt x="164883" y="221829"/>
                  </a:cubicBezTo>
                  <a:lnTo>
                    <a:pt x="370559" y="221829"/>
                  </a:lnTo>
                  <a:cubicBezTo>
                    <a:pt x="394655" y="221829"/>
                    <a:pt x="417578" y="234624"/>
                    <a:pt x="430213" y="255077"/>
                  </a:cubicBezTo>
                  <a:lnTo>
                    <a:pt x="434545" y="262195"/>
                  </a:lnTo>
                  <a:lnTo>
                    <a:pt x="159920" y="262195"/>
                  </a:lnTo>
                  <a:cubicBezTo>
                    <a:pt x="149722" y="262195"/>
                    <a:pt x="141419" y="270484"/>
                    <a:pt x="141419" y="280575"/>
                  </a:cubicBezTo>
                  <a:lnTo>
                    <a:pt x="141419" y="324455"/>
                  </a:lnTo>
                  <a:cubicBezTo>
                    <a:pt x="141419" y="334546"/>
                    <a:pt x="149722" y="342835"/>
                    <a:pt x="159920" y="342835"/>
                  </a:cubicBezTo>
                  <a:lnTo>
                    <a:pt x="498801" y="342835"/>
                  </a:lnTo>
                  <a:cubicBezTo>
                    <a:pt x="511075" y="349322"/>
                    <a:pt x="524793" y="352926"/>
                    <a:pt x="538962" y="352926"/>
                  </a:cubicBezTo>
                  <a:lnTo>
                    <a:pt x="580566" y="352926"/>
                  </a:lnTo>
                  <a:cubicBezTo>
                    <a:pt x="594645" y="352926"/>
                    <a:pt x="606016" y="364369"/>
                    <a:pt x="606016" y="378335"/>
                  </a:cubicBezTo>
                  <a:lnTo>
                    <a:pt x="606016" y="403383"/>
                  </a:lnTo>
                  <a:lnTo>
                    <a:pt x="555567" y="403383"/>
                  </a:lnTo>
                  <a:cubicBezTo>
                    <a:pt x="549972" y="403383"/>
                    <a:pt x="545460" y="407888"/>
                    <a:pt x="545460" y="413474"/>
                  </a:cubicBezTo>
                  <a:cubicBezTo>
                    <a:pt x="545460" y="418971"/>
                    <a:pt x="549972" y="423476"/>
                    <a:pt x="555567" y="423476"/>
                  </a:cubicBezTo>
                  <a:lnTo>
                    <a:pt x="606016" y="423476"/>
                  </a:lnTo>
                  <a:lnTo>
                    <a:pt x="606016" y="463391"/>
                  </a:lnTo>
                  <a:cubicBezTo>
                    <a:pt x="606016" y="485916"/>
                    <a:pt x="587696" y="504206"/>
                    <a:pt x="565224" y="504206"/>
                  </a:cubicBezTo>
                  <a:lnTo>
                    <a:pt x="554755" y="504206"/>
                  </a:lnTo>
                  <a:cubicBezTo>
                    <a:pt x="549791" y="538355"/>
                    <a:pt x="520371" y="564664"/>
                    <a:pt x="484813" y="564664"/>
                  </a:cubicBezTo>
                  <a:cubicBezTo>
                    <a:pt x="449345" y="564664"/>
                    <a:pt x="419924" y="538355"/>
                    <a:pt x="414961" y="504206"/>
                  </a:cubicBezTo>
                  <a:lnTo>
                    <a:pt x="191145" y="504206"/>
                  </a:lnTo>
                  <a:cubicBezTo>
                    <a:pt x="186182" y="538355"/>
                    <a:pt x="156761" y="564664"/>
                    <a:pt x="121293" y="564664"/>
                  </a:cubicBezTo>
                  <a:cubicBezTo>
                    <a:pt x="85736" y="564664"/>
                    <a:pt x="56315" y="538355"/>
                    <a:pt x="51351" y="504206"/>
                  </a:cubicBezTo>
                  <a:lnTo>
                    <a:pt x="35377" y="504206"/>
                  </a:lnTo>
                  <a:cubicBezTo>
                    <a:pt x="15884" y="504206"/>
                    <a:pt x="90" y="488349"/>
                    <a:pt x="90" y="468977"/>
                  </a:cubicBezTo>
                  <a:lnTo>
                    <a:pt x="0" y="423476"/>
                  </a:lnTo>
                  <a:lnTo>
                    <a:pt x="50539" y="423476"/>
                  </a:lnTo>
                  <a:cubicBezTo>
                    <a:pt x="56134" y="423476"/>
                    <a:pt x="60647" y="418971"/>
                    <a:pt x="60647" y="413474"/>
                  </a:cubicBezTo>
                  <a:cubicBezTo>
                    <a:pt x="60647" y="407888"/>
                    <a:pt x="56134" y="403383"/>
                    <a:pt x="50539" y="403383"/>
                  </a:cubicBezTo>
                  <a:lnTo>
                    <a:pt x="0" y="403383"/>
                  </a:lnTo>
                  <a:lnTo>
                    <a:pt x="0" y="378335"/>
                  </a:lnTo>
                  <a:cubicBezTo>
                    <a:pt x="0" y="371577"/>
                    <a:pt x="2617" y="365180"/>
                    <a:pt x="7400" y="360405"/>
                  </a:cubicBezTo>
                  <a:cubicBezTo>
                    <a:pt x="12274" y="355630"/>
                    <a:pt x="18681" y="352926"/>
                    <a:pt x="25540" y="352926"/>
                  </a:cubicBezTo>
                  <a:cubicBezTo>
                    <a:pt x="37814" y="352926"/>
                    <a:pt x="48824" y="346710"/>
                    <a:pt x="54961" y="336798"/>
                  </a:cubicBezTo>
                  <a:lnTo>
                    <a:pt x="70303" y="311840"/>
                  </a:lnTo>
                  <a:cubicBezTo>
                    <a:pt x="30775" y="306614"/>
                    <a:pt x="90" y="272827"/>
                    <a:pt x="90" y="231921"/>
                  </a:cubicBezTo>
                  <a:lnTo>
                    <a:pt x="90" y="100823"/>
                  </a:lnTo>
                  <a:cubicBezTo>
                    <a:pt x="90" y="67486"/>
                    <a:pt x="27255" y="40366"/>
                    <a:pt x="60647" y="40366"/>
                  </a:cubicBezTo>
                  <a:cubicBezTo>
                    <a:pt x="94039" y="40366"/>
                    <a:pt x="121293" y="67486"/>
                    <a:pt x="121293" y="100823"/>
                  </a:cubicBezTo>
                  <a:cubicBezTo>
                    <a:pt x="121293" y="123078"/>
                    <a:pt x="139343" y="141189"/>
                    <a:pt x="161634" y="141189"/>
                  </a:cubicBezTo>
                  <a:cubicBezTo>
                    <a:pt x="180406" y="141189"/>
                    <a:pt x="196109" y="128304"/>
                    <a:pt x="200622" y="110915"/>
                  </a:cubicBezTo>
                  <a:lnTo>
                    <a:pt x="181850" y="110915"/>
                  </a:lnTo>
                  <a:cubicBezTo>
                    <a:pt x="176255" y="110915"/>
                    <a:pt x="171742" y="106410"/>
                    <a:pt x="171742" y="100823"/>
                  </a:cubicBezTo>
                  <a:lnTo>
                    <a:pt x="171742" y="50457"/>
                  </a:lnTo>
                  <a:cubicBezTo>
                    <a:pt x="171742" y="44871"/>
                    <a:pt x="176255" y="40366"/>
                    <a:pt x="181850" y="40366"/>
                  </a:cubicBezTo>
                  <a:lnTo>
                    <a:pt x="181850" y="10092"/>
                  </a:lnTo>
                  <a:cubicBezTo>
                    <a:pt x="181850" y="4505"/>
                    <a:pt x="186362" y="0"/>
                    <a:pt x="191958" y="0"/>
                  </a:cubicBezTo>
                  <a:close/>
                </a:path>
              </a:pathLst>
            </a:custGeom>
            <a:solidFill>
              <a:schemeClr val="bg1">
                <a:lumMod val="65000"/>
              </a:schemeClr>
            </a:solidFill>
            <a:ln>
              <a:noFill/>
            </a:ln>
          </p:spPr>
          <p:txBody>
            <a:bodyPr wrap="square" lIns="91440" tIns="45720" rIns="91440" bIns="45720" anchor="ctr">
              <a:normAutofit fontScale="92500" lnSpcReduction="20000"/>
            </a:bodyPr>
            <a:lstStyle>
              <a:defPPr>
                <a:defRPr lang="zh-CN"/>
              </a:defPPr>
              <a:lvl1pPr marL="0" algn="l" defTabSz="913765" rtl="0" eaLnBrk="1" latinLnBrk="0" hangingPunct="1">
                <a:defRPr sz="1800" kern="1200">
                  <a:solidFill>
                    <a:schemeClr val="tx1"/>
                  </a:solidFill>
                </a:defRPr>
              </a:lvl1pPr>
              <a:lvl2pPr marL="457200" algn="l" defTabSz="913765" rtl="0" eaLnBrk="1" latinLnBrk="0" hangingPunct="1">
                <a:defRPr sz="1800" kern="1200">
                  <a:solidFill>
                    <a:schemeClr val="tx1"/>
                  </a:solidFill>
                </a:defRPr>
              </a:lvl2pPr>
              <a:lvl3pPr marL="914400" algn="l" defTabSz="913765" rtl="0" eaLnBrk="1" latinLnBrk="0" hangingPunct="1">
                <a:defRPr sz="1800" kern="1200">
                  <a:solidFill>
                    <a:schemeClr val="tx1"/>
                  </a:solidFill>
                </a:defRPr>
              </a:lvl3pPr>
              <a:lvl4pPr marL="1371600" algn="l" defTabSz="913765" rtl="0" eaLnBrk="1" latinLnBrk="0" hangingPunct="1">
                <a:defRPr sz="1800" kern="1200">
                  <a:solidFill>
                    <a:schemeClr val="tx1"/>
                  </a:solidFill>
                </a:defRPr>
              </a:lvl4pPr>
              <a:lvl5pPr marL="1828800" algn="l" defTabSz="913765" rtl="0" eaLnBrk="1" latinLnBrk="0" hangingPunct="1">
                <a:defRPr sz="1800" kern="1200">
                  <a:solidFill>
                    <a:schemeClr val="tx1"/>
                  </a:solidFill>
                </a:defRPr>
              </a:lvl5pPr>
              <a:lvl6pPr marL="2286000" algn="l" defTabSz="913765" rtl="0" eaLnBrk="1" latinLnBrk="0" hangingPunct="1">
                <a:defRPr sz="1800" kern="1200">
                  <a:solidFill>
                    <a:schemeClr val="tx1"/>
                  </a:solidFill>
                </a:defRPr>
              </a:lvl6pPr>
              <a:lvl7pPr marL="2743200" algn="l" defTabSz="913765" rtl="0" eaLnBrk="1" latinLnBrk="0" hangingPunct="1">
                <a:defRPr sz="1800" kern="1200">
                  <a:solidFill>
                    <a:schemeClr val="tx1"/>
                  </a:solidFill>
                </a:defRPr>
              </a:lvl7pPr>
              <a:lvl8pPr marL="3200400" algn="l" defTabSz="913765" rtl="0" eaLnBrk="1" latinLnBrk="0" hangingPunct="1">
                <a:defRPr sz="1800" kern="1200">
                  <a:solidFill>
                    <a:schemeClr val="tx1"/>
                  </a:solidFill>
                </a:defRPr>
              </a:lvl8pPr>
              <a:lvl9pPr marL="3657600" algn="l" defTabSz="913765" rtl="0" eaLnBrk="1" latinLnBrk="0" hangingPunct="1">
                <a:defRPr sz="1800" kern="1200">
                  <a:solidFill>
                    <a:schemeClr val="tx1"/>
                  </a:solidFill>
                </a:defRPr>
              </a:lvl9pPr>
            </a:lstStyle>
            <a:p>
              <a:pPr algn="ctr"/>
            </a:p>
          </p:txBody>
        </p:sp>
        <p:sp>
          <p:nvSpPr>
            <p:cNvPr id="33" name="iś1îḓê"/>
            <p:cNvSpPr/>
            <p:nvPr/>
          </p:nvSpPr>
          <p:spPr bwMode="auto">
            <a:xfrm>
              <a:off x="5924135" y="1186438"/>
              <a:ext cx="333138" cy="299788"/>
            </a:xfrm>
            <a:custGeom>
              <a:avLst/>
              <a:gdLst>
                <a:gd name="connsiteX0" fmla="*/ 225929 w 608344"/>
                <a:gd name="connsiteY0" fmla="*/ 296304 h 547447"/>
                <a:gd name="connsiteX1" fmla="*/ 225929 w 608344"/>
                <a:gd name="connsiteY1" fmla="*/ 341046 h 547447"/>
                <a:gd name="connsiteX2" fmla="*/ 44891 w 608344"/>
                <a:gd name="connsiteY2" fmla="*/ 420403 h 547447"/>
                <a:gd name="connsiteX3" fmla="*/ 287412 w 608344"/>
                <a:gd name="connsiteY3" fmla="*/ 502613 h 547447"/>
                <a:gd name="connsiteX4" fmla="*/ 530026 w 608344"/>
                <a:gd name="connsiteY4" fmla="*/ 420403 h 547447"/>
                <a:gd name="connsiteX5" fmla="*/ 351292 w 608344"/>
                <a:gd name="connsiteY5" fmla="*/ 341322 h 547447"/>
                <a:gd name="connsiteX6" fmla="*/ 351292 w 608344"/>
                <a:gd name="connsiteY6" fmla="*/ 296488 h 547447"/>
                <a:gd name="connsiteX7" fmla="*/ 574825 w 608344"/>
                <a:gd name="connsiteY7" fmla="*/ 420403 h 547447"/>
                <a:gd name="connsiteX8" fmla="*/ 287412 w 608344"/>
                <a:gd name="connsiteY8" fmla="*/ 547447 h 547447"/>
                <a:gd name="connsiteX9" fmla="*/ 0 w 608344"/>
                <a:gd name="connsiteY9" fmla="*/ 420403 h 547447"/>
                <a:gd name="connsiteX10" fmla="*/ 225929 w 608344"/>
                <a:gd name="connsiteY10" fmla="*/ 296304 h 547447"/>
                <a:gd name="connsiteX11" fmla="*/ 288618 w 608344"/>
                <a:gd name="connsiteY11" fmla="*/ 0 h 547447"/>
                <a:gd name="connsiteX12" fmla="*/ 311206 w 608344"/>
                <a:gd name="connsiteY12" fmla="*/ 22551 h 547447"/>
                <a:gd name="connsiteX13" fmla="*/ 311206 w 608344"/>
                <a:gd name="connsiteY13" fmla="*/ 36174 h 547447"/>
                <a:gd name="connsiteX14" fmla="*/ 370947 w 608344"/>
                <a:gd name="connsiteY14" fmla="*/ 21079 h 547447"/>
                <a:gd name="connsiteX15" fmla="*/ 428291 w 608344"/>
                <a:gd name="connsiteY15" fmla="*/ 34978 h 547447"/>
                <a:gd name="connsiteX16" fmla="*/ 486004 w 608344"/>
                <a:gd name="connsiteY16" fmla="*/ 48969 h 547447"/>
                <a:gd name="connsiteX17" fmla="*/ 540766 w 608344"/>
                <a:gd name="connsiteY17" fmla="*/ 36450 h 547447"/>
                <a:gd name="connsiteX18" fmla="*/ 578012 w 608344"/>
                <a:gd name="connsiteY18" fmla="*/ 18409 h 547447"/>
                <a:gd name="connsiteX19" fmla="*/ 587232 w 608344"/>
                <a:gd name="connsiteY19" fmla="*/ 16292 h 547447"/>
                <a:gd name="connsiteX20" fmla="*/ 598479 w 608344"/>
                <a:gd name="connsiteY20" fmla="*/ 19514 h 547447"/>
                <a:gd name="connsiteX21" fmla="*/ 608344 w 608344"/>
                <a:gd name="connsiteY21" fmla="*/ 37371 h 547447"/>
                <a:gd name="connsiteX22" fmla="*/ 608344 w 608344"/>
                <a:gd name="connsiteY22" fmla="*/ 174520 h 547447"/>
                <a:gd name="connsiteX23" fmla="*/ 596451 w 608344"/>
                <a:gd name="connsiteY23" fmla="*/ 193481 h 547447"/>
                <a:gd name="connsiteX24" fmla="*/ 540766 w 608344"/>
                <a:gd name="connsiteY24" fmla="*/ 220451 h 547447"/>
                <a:gd name="connsiteX25" fmla="*/ 486004 w 608344"/>
                <a:gd name="connsiteY25" fmla="*/ 232969 h 547447"/>
                <a:gd name="connsiteX26" fmla="*/ 428291 w 608344"/>
                <a:gd name="connsiteY26" fmla="*/ 218978 h 547447"/>
                <a:gd name="connsiteX27" fmla="*/ 370947 w 608344"/>
                <a:gd name="connsiteY27" fmla="*/ 205079 h 547447"/>
                <a:gd name="connsiteX28" fmla="*/ 311206 w 608344"/>
                <a:gd name="connsiteY28" fmla="*/ 220175 h 547447"/>
                <a:gd name="connsiteX29" fmla="*/ 311206 w 608344"/>
                <a:gd name="connsiteY29" fmla="*/ 426267 h 547447"/>
                <a:gd name="connsiteX30" fmla="*/ 288618 w 608344"/>
                <a:gd name="connsiteY30" fmla="*/ 448726 h 547447"/>
                <a:gd name="connsiteX31" fmla="*/ 266031 w 608344"/>
                <a:gd name="connsiteY31" fmla="*/ 426267 h 547447"/>
                <a:gd name="connsiteX32" fmla="*/ 266031 w 608344"/>
                <a:gd name="connsiteY32" fmla="*/ 22551 h 547447"/>
                <a:gd name="connsiteX33" fmla="*/ 288618 w 608344"/>
                <a:gd name="connsiteY33" fmla="*/ 0 h 5474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608344" h="547447">
                  <a:moveTo>
                    <a:pt x="225929" y="296304"/>
                  </a:moveTo>
                  <a:lnTo>
                    <a:pt x="225929" y="341046"/>
                  </a:lnTo>
                  <a:cubicBezTo>
                    <a:pt x="112458" y="351817"/>
                    <a:pt x="44891" y="391035"/>
                    <a:pt x="44891" y="420403"/>
                  </a:cubicBezTo>
                  <a:cubicBezTo>
                    <a:pt x="44891" y="454741"/>
                    <a:pt x="137162" y="502613"/>
                    <a:pt x="287412" y="502613"/>
                  </a:cubicBezTo>
                  <a:cubicBezTo>
                    <a:pt x="437663" y="502613"/>
                    <a:pt x="530026" y="454741"/>
                    <a:pt x="530026" y="420403"/>
                  </a:cubicBezTo>
                  <a:cubicBezTo>
                    <a:pt x="530026" y="391219"/>
                    <a:pt x="463289" y="352369"/>
                    <a:pt x="351292" y="341322"/>
                  </a:cubicBezTo>
                  <a:lnTo>
                    <a:pt x="351292" y="296488"/>
                  </a:lnTo>
                  <a:cubicBezTo>
                    <a:pt x="468543" y="307904"/>
                    <a:pt x="574825" y="350436"/>
                    <a:pt x="574825" y="420403"/>
                  </a:cubicBezTo>
                  <a:cubicBezTo>
                    <a:pt x="574825" y="502889"/>
                    <a:pt x="426786" y="547447"/>
                    <a:pt x="287412" y="547447"/>
                  </a:cubicBezTo>
                  <a:cubicBezTo>
                    <a:pt x="148131" y="547447"/>
                    <a:pt x="0" y="502889"/>
                    <a:pt x="0" y="420403"/>
                  </a:cubicBezTo>
                  <a:cubicBezTo>
                    <a:pt x="0" y="349976"/>
                    <a:pt x="107757" y="307351"/>
                    <a:pt x="225929" y="296304"/>
                  </a:cubicBezTo>
                  <a:close/>
                  <a:moveTo>
                    <a:pt x="288618" y="0"/>
                  </a:moveTo>
                  <a:cubicBezTo>
                    <a:pt x="301064" y="0"/>
                    <a:pt x="311206" y="10033"/>
                    <a:pt x="311206" y="22551"/>
                  </a:cubicBezTo>
                  <a:lnTo>
                    <a:pt x="311206" y="36174"/>
                  </a:lnTo>
                  <a:cubicBezTo>
                    <a:pt x="329829" y="26141"/>
                    <a:pt x="350388" y="21079"/>
                    <a:pt x="370947" y="21079"/>
                  </a:cubicBezTo>
                  <a:cubicBezTo>
                    <a:pt x="390584" y="21079"/>
                    <a:pt x="410313" y="25681"/>
                    <a:pt x="428291" y="34978"/>
                  </a:cubicBezTo>
                  <a:cubicBezTo>
                    <a:pt x="446361" y="44366"/>
                    <a:pt x="466182" y="48969"/>
                    <a:pt x="486004" y="48969"/>
                  </a:cubicBezTo>
                  <a:cubicBezTo>
                    <a:pt x="504719" y="48969"/>
                    <a:pt x="523526" y="44827"/>
                    <a:pt x="540766" y="36450"/>
                  </a:cubicBezTo>
                  <a:lnTo>
                    <a:pt x="578012" y="18409"/>
                  </a:lnTo>
                  <a:cubicBezTo>
                    <a:pt x="580963" y="17029"/>
                    <a:pt x="584097" y="16292"/>
                    <a:pt x="587232" y="16292"/>
                  </a:cubicBezTo>
                  <a:cubicBezTo>
                    <a:pt x="591104" y="16292"/>
                    <a:pt x="594976" y="17397"/>
                    <a:pt x="598479" y="19514"/>
                  </a:cubicBezTo>
                  <a:cubicBezTo>
                    <a:pt x="604564" y="23380"/>
                    <a:pt x="608344" y="30099"/>
                    <a:pt x="608344" y="37371"/>
                  </a:cubicBezTo>
                  <a:lnTo>
                    <a:pt x="608344" y="174520"/>
                  </a:lnTo>
                  <a:cubicBezTo>
                    <a:pt x="608344" y="182620"/>
                    <a:pt x="603734" y="189984"/>
                    <a:pt x="596451" y="193481"/>
                  </a:cubicBezTo>
                  <a:lnTo>
                    <a:pt x="540766" y="220451"/>
                  </a:lnTo>
                  <a:cubicBezTo>
                    <a:pt x="523434" y="228827"/>
                    <a:pt x="504719" y="232969"/>
                    <a:pt x="486004" y="232969"/>
                  </a:cubicBezTo>
                  <a:cubicBezTo>
                    <a:pt x="466182" y="232969"/>
                    <a:pt x="446361" y="228367"/>
                    <a:pt x="428291" y="218978"/>
                  </a:cubicBezTo>
                  <a:cubicBezTo>
                    <a:pt x="410313" y="209774"/>
                    <a:pt x="390584" y="205079"/>
                    <a:pt x="370947" y="205079"/>
                  </a:cubicBezTo>
                  <a:cubicBezTo>
                    <a:pt x="350388" y="205079"/>
                    <a:pt x="329829" y="210142"/>
                    <a:pt x="311206" y="220175"/>
                  </a:cubicBezTo>
                  <a:lnTo>
                    <a:pt x="311206" y="426267"/>
                  </a:lnTo>
                  <a:cubicBezTo>
                    <a:pt x="311206" y="438693"/>
                    <a:pt x="301064" y="448726"/>
                    <a:pt x="288618" y="448726"/>
                  </a:cubicBezTo>
                  <a:cubicBezTo>
                    <a:pt x="276172" y="448726"/>
                    <a:pt x="266031" y="438693"/>
                    <a:pt x="266031" y="426267"/>
                  </a:cubicBezTo>
                  <a:lnTo>
                    <a:pt x="266031" y="22551"/>
                  </a:lnTo>
                  <a:cubicBezTo>
                    <a:pt x="266031" y="10033"/>
                    <a:pt x="276172" y="0"/>
                    <a:pt x="288618" y="0"/>
                  </a:cubicBezTo>
                  <a:close/>
                </a:path>
              </a:pathLst>
            </a:custGeom>
            <a:solidFill>
              <a:schemeClr val="accent1"/>
            </a:solidFill>
            <a:ln>
              <a:noFill/>
            </a:ln>
          </p:spPr>
          <p:txBody>
            <a:bodyPr wrap="square" lIns="91440" tIns="45720" rIns="91440" bIns="45720" anchor="ctr">
              <a:normAutofit fontScale="92500" lnSpcReduction="20000"/>
            </a:bodyPr>
            <a:lstStyle>
              <a:defPPr>
                <a:defRPr lang="zh-CN"/>
              </a:defPPr>
              <a:lvl1pPr marL="0" algn="l" defTabSz="913765" rtl="0" eaLnBrk="1" latinLnBrk="0" hangingPunct="1">
                <a:defRPr sz="1800" kern="1200">
                  <a:solidFill>
                    <a:schemeClr val="tx1"/>
                  </a:solidFill>
                </a:defRPr>
              </a:lvl1pPr>
              <a:lvl2pPr marL="457200" algn="l" defTabSz="913765" rtl="0" eaLnBrk="1" latinLnBrk="0" hangingPunct="1">
                <a:defRPr sz="1800" kern="1200">
                  <a:solidFill>
                    <a:schemeClr val="tx1"/>
                  </a:solidFill>
                </a:defRPr>
              </a:lvl2pPr>
              <a:lvl3pPr marL="914400" algn="l" defTabSz="913765" rtl="0" eaLnBrk="1" latinLnBrk="0" hangingPunct="1">
                <a:defRPr sz="1800" kern="1200">
                  <a:solidFill>
                    <a:schemeClr val="tx1"/>
                  </a:solidFill>
                </a:defRPr>
              </a:lvl3pPr>
              <a:lvl4pPr marL="1371600" algn="l" defTabSz="913765" rtl="0" eaLnBrk="1" latinLnBrk="0" hangingPunct="1">
                <a:defRPr sz="1800" kern="1200">
                  <a:solidFill>
                    <a:schemeClr val="tx1"/>
                  </a:solidFill>
                </a:defRPr>
              </a:lvl4pPr>
              <a:lvl5pPr marL="1828800" algn="l" defTabSz="913765" rtl="0" eaLnBrk="1" latinLnBrk="0" hangingPunct="1">
                <a:defRPr sz="1800" kern="1200">
                  <a:solidFill>
                    <a:schemeClr val="tx1"/>
                  </a:solidFill>
                </a:defRPr>
              </a:lvl5pPr>
              <a:lvl6pPr marL="2286000" algn="l" defTabSz="913765" rtl="0" eaLnBrk="1" latinLnBrk="0" hangingPunct="1">
                <a:defRPr sz="1800" kern="1200">
                  <a:solidFill>
                    <a:schemeClr val="tx1"/>
                  </a:solidFill>
                </a:defRPr>
              </a:lvl6pPr>
              <a:lvl7pPr marL="2743200" algn="l" defTabSz="913765" rtl="0" eaLnBrk="1" latinLnBrk="0" hangingPunct="1">
                <a:defRPr sz="1800" kern="1200">
                  <a:solidFill>
                    <a:schemeClr val="tx1"/>
                  </a:solidFill>
                </a:defRPr>
              </a:lvl7pPr>
              <a:lvl8pPr marL="3200400" algn="l" defTabSz="913765" rtl="0" eaLnBrk="1" latinLnBrk="0" hangingPunct="1">
                <a:defRPr sz="1800" kern="1200">
                  <a:solidFill>
                    <a:schemeClr val="tx1"/>
                  </a:solidFill>
                </a:defRPr>
              </a:lvl8pPr>
              <a:lvl9pPr marL="3657600" algn="l" defTabSz="913765" rtl="0" eaLnBrk="1" latinLnBrk="0" hangingPunct="1">
                <a:defRPr sz="1800" kern="1200">
                  <a:solidFill>
                    <a:schemeClr val="tx1"/>
                  </a:solidFill>
                </a:defRPr>
              </a:lvl9pPr>
            </a:lstStyle>
            <a:p>
              <a:pPr algn="ctr"/>
            </a:p>
          </p:txBody>
        </p:sp>
        <p:sp>
          <p:nvSpPr>
            <p:cNvPr id="34" name="išľíḓé"/>
            <p:cNvSpPr/>
            <p:nvPr/>
          </p:nvSpPr>
          <p:spPr bwMode="auto">
            <a:xfrm>
              <a:off x="9594763" y="1183282"/>
              <a:ext cx="333138" cy="306100"/>
            </a:xfrm>
            <a:custGeom>
              <a:avLst/>
              <a:gdLst>
                <a:gd name="connsiteX0" fmla="*/ 373273 h 605239"/>
                <a:gd name="connsiteY0" fmla="*/ 373273 h 605239"/>
                <a:gd name="connsiteX1" fmla="*/ 373273 h 605239"/>
                <a:gd name="connsiteY1" fmla="*/ 373273 h 605239"/>
                <a:gd name="connsiteX2" fmla="*/ 373273 h 605239"/>
                <a:gd name="connsiteY2" fmla="*/ 373273 h 605239"/>
                <a:gd name="connsiteX3" fmla="*/ 373273 h 605239"/>
                <a:gd name="connsiteY3" fmla="*/ 373273 h 605239"/>
                <a:gd name="connsiteX4" fmla="*/ 373273 h 605239"/>
                <a:gd name="connsiteY4" fmla="*/ 373273 h 605239"/>
                <a:gd name="connsiteX5" fmla="*/ 373273 h 605239"/>
                <a:gd name="connsiteY5" fmla="*/ 373273 h 605239"/>
                <a:gd name="connsiteX6" fmla="*/ 373273 h 605239"/>
                <a:gd name="connsiteY6" fmla="*/ 373273 h 605239"/>
                <a:gd name="connsiteX7" fmla="*/ 373273 h 605239"/>
                <a:gd name="connsiteY7" fmla="*/ 373273 h 605239"/>
                <a:gd name="connsiteX8" fmla="*/ 373273 h 605239"/>
                <a:gd name="connsiteY8" fmla="*/ 373273 h 605239"/>
                <a:gd name="connsiteX9" fmla="*/ 373273 h 605239"/>
                <a:gd name="connsiteY9" fmla="*/ 373273 h 605239"/>
                <a:gd name="connsiteX10" fmla="*/ 373273 h 605239"/>
                <a:gd name="connsiteY10" fmla="*/ 373273 h 605239"/>
                <a:gd name="connsiteX11" fmla="*/ 373273 h 605239"/>
                <a:gd name="connsiteY11" fmla="*/ 373273 h 605239"/>
                <a:gd name="connsiteX12" fmla="*/ 373273 h 605239"/>
                <a:gd name="connsiteY12" fmla="*/ 373273 h 605239"/>
                <a:gd name="connsiteX13" fmla="*/ 373273 h 605239"/>
                <a:gd name="connsiteY13" fmla="*/ 373273 h 605239"/>
                <a:gd name="connsiteX14" fmla="*/ 373273 h 605239"/>
                <a:gd name="connsiteY14" fmla="*/ 373273 h 605239"/>
                <a:gd name="connsiteX15" fmla="*/ 373273 h 605239"/>
                <a:gd name="connsiteY15" fmla="*/ 373273 h 605239"/>
                <a:gd name="connsiteX16" fmla="*/ 373273 h 605239"/>
                <a:gd name="connsiteY16" fmla="*/ 373273 h 605239"/>
                <a:gd name="connsiteX17" fmla="*/ 373273 h 605239"/>
                <a:gd name="connsiteY17" fmla="*/ 373273 h 605239"/>
                <a:gd name="connsiteX18" fmla="*/ 373273 h 605239"/>
                <a:gd name="connsiteY18" fmla="*/ 373273 h 605239"/>
                <a:gd name="connsiteX19" fmla="*/ 373273 h 605239"/>
                <a:gd name="connsiteY19" fmla="*/ 373273 h 605239"/>
                <a:gd name="connsiteX20" fmla="*/ 373273 h 605239"/>
                <a:gd name="connsiteY20" fmla="*/ 373273 h 605239"/>
                <a:gd name="connsiteX21" fmla="*/ 373273 h 605239"/>
                <a:gd name="connsiteY21" fmla="*/ 373273 h 605239"/>
                <a:gd name="connsiteX22" fmla="*/ 373273 h 605239"/>
                <a:gd name="connsiteY22" fmla="*/ 373273 h 605239"/>
                <a:gd name="connsiteX23" fmla="*/ 373273 h 605239"/>
                <a:gd name="connsiteY23" fmla="*/ 373273 h 605239"/>
                <a:gd name="connsiteX24" fmla="*/ 373273 h 605239"/>
                <a:gd name="connsiteY24" fmla="*/ 373273 h 605239"/>
                <a:gd name="connsiteX25" fmla="*/ 373273 h 605239"/>
                <a:gd name="connsiteY25" fmla="*/ 373273 h 605239"/>
                <a:gd name="connsiteX26" fmla="*/ 373273 h 605239"/>
                <a:gd name="connsiteY26" fmla="*/ 373273 h 605239"/>
                <a:gd name="connsiteX27" fmla="*/ 373273 h 605239"/>
                <a:gd name="connsiteY27" fmla="*/ 373273 h 605239"/>
                <a:gd name="connsiteX28" fmla="*/ 373273 h 605239"/>
                <a:gd name="connsiteY28" fmla="*/ 373273 h 605239"/>
                <a:gd name="connsiteX29" fmla="*/ 373273 h 605239"/>
                <a:gd name="connsiteY29" fmla="*/ 373273 h 605239"/>
                <a:gd name="connsiteX30" fmla="*/ 373273 h 605239"/>
                <a:gd name="connsiteY30" fmla="*/ 373273 h 605239"/>
                <a:gd name="connsiteX31" fmla="*/ 373273 h 605239"/>
                <a:gd name="connsiteY31" fmla="*/ 373273 h 605239"/>
                <a:gd name="connsiteX32" fmla="*/ 373273 h 605239"/>
                <a:gd name="connsiteY32" fmla="*/ 373273 h 605239"/>
                <a:gd name="connsiteX33" fmla="*/ 373273 h 605239"/>
                <a:gd name="connsiteY33" fmla="*/ 373273 h 605239"/>
                <a:gd name="connsiteX34" fmla="*/ 373273 h 605239"/>
                <a:gd name="connsiteY34" fmla="*/ 373273 h 605239"/>
                <a:gd name="connsiteX35" fmla="*/ 373273 h 605239"/>
                <a:gd name="connsiteY35" fmla="*/ 373273 h 605239"/>
                <a:gd name="connsiteX36" fmla="*/ 373273 h 605239"/>
                <a:gd name="connsiteY36" fmla="*/ 373273 h 605239"/>
                <a:gd name="connsiteX37" fmla="*/ 373273 h 605239"/>
                <a:gd name="connsiteY37" fmla="*/ 373273 h 605239"/>
                <a:gd name="connsiteX38" fmla="*/ 373273 h 605239"/>
                <a:gd name="connsiteY38" fmla="*/ 373273 h 605239"/>
                <a:gd name="connsiteX39" fmla="*/ 373273 h 605239"/>
                <a:gd name="connsiteY39" fmla="*/ 373273 h 605239"/>
                <a:gd name="connsiteX40" fmla="*/ 373273 h 605239"/>
                <a:gd name="connsiteY40" fmla="*/ 373273 h 605239"/>
                <a:gd name="connsiteX41" fmla="*/ 373273 h 605239"/>
                <a:gd name="connsiteY41" fmla="*/ 373273 h 605239"/>
                <a:gd name="connsiteX42" fmla="*/ 373273 h 605239"/>
                <a:gd name="connsiteY42" fmla="*/ 373273 h 605239"/>
                <a:gd name="connsiteX43" fmla="*/ 373273 h 605239"/>
                <a:gd name="connsiteY43" fmla="*/ 373273 h 605239"/>
                <a:gd name="connsiteX44" fmla="*/ 373273 h 605239"/>
                <a:gd name="connsiteY44" fmla="*/ 373273 h 605239"/>
                <a:gd name="connsiteX45" fmla="*/ 373273 h 605239"/>
                <a:gd name="connsiteY45" fmla="*/ 373273 h 605239"/>
                <a:gd name="connsiteX46" fmla="*/ 373273 h 605239"/>
                <a:gd name="connsiteY46" fmla="*/ 373273 h 605239"/>
                <a:gd name="connsiteX47" fmla="*/ 373273 h 605239"/>
                <a:gd name="connsiteY47" fmla="*/ 373273 h 605239"/>
                <a:gd name="connsiteX48" fmla="*/ 373273 h 605239"/>
                <a:gd name="connsiteY48" fmla="*/ 373273 h 605239"/>
                <a:gd name="connsiteX49" fmla="*/ 373273 h 605239"/>
                <a:gd name="connsiteY49" fmla="*/ 373273 h 605239"/>
                <a:gd name="connsiteX50" fmla="*/ 373273 h 605239"/>
                <a:gd name="connsiteY50" fmla="*/ 373273 h 605239"/>
                <a:gd name="connsiteX51" fmla="*/ 373273 h 605239"/>
                <a:gd name="connsiteY51" fmla="*/ 373273 h 605239"/>
                <a:gd name="connsiteX52" fmla="*/ 373273 h 605239"/>
                <a:gd name="connsiteY52" fmla="*/ 373273 h 605239"/>
                <a:gd name="connsiteX53" fmla="*/ 373273 h 605239"/>
                <a:gd name="connsiteY53" fmla="*/ 373273 h 605239"/>
                <a:gd name="connsiteX54" fmla="*/ 373273 h 605239"/>
                <a:gd name="connsiteY54" fmla="*/ 373273 h 605239"/>
                <a:gd name="connsiteX55" fmla="*/ 373273 h 605239"/>
                <a:gd name="connsiteY55" fmla="*/ 373273 h 605239"/>
                <a:gd name="connsiteX56" fmla="*/ 373273 h 605239"/>
                <a:gd name="connsiteY56" fmla="*/ 373273 h 605239"/>
                <a:gd name="connsiteX57" fmla="*/ 373273 h 605239"/>
                <a:gd name="connsiteY57" fmla="*/ 373273 h 605239"/>
                <a:gd name="connsiteX58" fmla="*/ 373273 h 605239"/>
                <a:gd name="connsiteY58" fmla="*/ 373273 h 605239"/>
                <a:gd name="connsiteX59" fmla="*/ 373273 h 605239"/>
                <a:gd name="connsiteY59" fmla="*/ 373273 h 605239"/>
                <a:gd name="connsiteX60" fmla="*/ 373273 h 605239"/>
                <a:gd name="connsiteY60" fmla="*/ 373273 h 605239"/>
                <a:gd name="connsiteX61" fmla="*/ 373273 h 605239"/>
                <a:gd name="connsiteY61" fmla="*/ 373273 h 605239"/>
                <a:gd name="connsiteX62" fmla="*/ 373273 h 605239"/>
                <a:gd name="connsiteY62" fmla="*/ 373273 h 605239"/>
                <a:gd name="connsiteX63" fmla="*/ 373273 h 605239"/>
                <a:gd name="connsiteY63" fmla="*/ 373273 h 605239"/>
                <a:gd name="connsiteX64" fmla="*/ 373273 h 605239"/>
                <a:gd name="connsiteY64" fmla="*/ 373273 h 605239"/>
                <a:gd name="connsiteX65" fmla="*/ 373273 h 605239"/>
                <a:gd name="connsiteY65" fmla="*/ 373273 h 605239"/>
                <a:gd name="connsiteX66" fmla="*/ 373273 h 605239"/>
                <a:gd name="connsiteY66" fmla="*/ 373273 h 605239"/>
                <a:gd name="connsiteX67" fmla="*/ 373273 h 605239"/>
                <a:gd name="connsiteY67" fmla="*/ 373273 h 605239"/>
                <a:gd name="connsiteX68" fmla="*/ 373273 h 605239"/>
                <a:gd name="connsiteY68" fmla="*/ 373273 h 605239"/>
                <a:gd name="connsiteX69" fmla="*/ 373273 h 605239"/>
                <a:gd name="connsiteY69" fmla="*/ 373273 h 605239"/>
                <a:gd name="connsiteX70" fmla="*/ 373273 h 605239"/>
                <a:gd name="connsiteY70" fmla="*/ 373273 h 605239"/>
                <a:gd name="connsiteX71" fmla="*/ 373273 h 605239"/>
                <a:gd name="connsiteY71" fmla="*/ 373273 h 605239"/>
                <a:gd name="connsiteX72" fmla="*/ 373273 h 605239"/>
                <a:gd name="connsiteY72" fmla="*/ 373273 h 605239"/>
                <a:gd name="connsiteX73" fmla="*/ 373273 h 605239"/>
                <a:gd name="connsiteY73" fmla="*/ 373273 h 605239"/>
                <a:gd name="connsiteX74" fmla="*/ 373273 h 605239"/>
                <a:gd name="connsiteY74" fmla="*/ 373273 h 605239"/>
                <a:gd name="connsiteX75" fmla="*/ 373273 h 605239"/>
                <a:gd name="connsiteY75" fmla="*/ 373273 h 605239"/>
                <a:gd name="connsiteX76" fmla="*/ 373273 h 605239"/>
                <a:gd name="connsiteY76" fmla="*/ 373273 h 605239"/>
                <a:gd name="connsiteX77" fmla="*/ 373273 h 605239"/>
                <a:gd name="connsiteY77" fmla="*/ 373273 h 605239"/>
                <a:gd name="connsiteX78" fmla="*/ 373273 h 605239"/>
                <a:gd name="connsiteY78" fmla="*/ 373273 h 605239"/>
                <a:gd name="connsiteX79" fmla="*/ 373273 h 605239"/>
                <a:gd name="connsiteY79" fmla="*/ 373273 h 605239"/>
                <a:gd name="connsiteX80" fmla="*/ 373273 h 605239"/>
                <a:gd name="connsiteY80" fmla="*/ 373273 h 605239"/>
                <a:gd name="connsiteX81" fmla="*/ 373273 h 605239"/>
                <a:gd name="connsiteY81" fmla="*/ 373273 h 605239"/>
                <a:gd name="connsiteX82" fmla="*/ 373273 h 605239"/>
                <a:gd name="connsiteY82" fmla="*/ 373273 h 605239"/>
                <a:gd name="connsiteX83" fmla="*/ 373273 h 605239"/>
                <a:gd name="connsiteY83" fmla="*/ 373273 h 605239"/>
                <a:gd name="connsiteX84" fmla="*/ 373273 h 605239"/>
                <a:gd name="connsiteY84" fmla="*/ 373273 h 605239"/>
                <a:gd name="connsiteX85" fmla="*/ 373273 h 605239"/>
                <a:gd name="connsiteY85" fmla="*/ 373273 h 605239"/>
                <a:gd name="connsiteX86" fmla="*/ 373273 h 605239"/>
                <a:gd name="connsiteY86" fmla="*/ 373273 h 605239"/>
                <a:gd name="connsiteX87" fmla="*/ 373273 h 605239"/>
                <a:gd name="connsiteY87" fmla="*/ 373273 h 605239"/>
                <a:gd name="connsiteX88" fmla="*/ 373273 h 605239"/>
                <a:gd name="connsiteY88" fmla="*/ 373273 h 605239"/>
                <a:gd name="connsiteX89" fmla="*/ 373273 h 605239"/>
                <a:gd name="connsiteY89" fmla="*/ 373273 h 605239"/>
                <a:gd name="connsiteX90" fmla="*/ 373273 h 605239"/>
                <a:gd name="connsiteY90" fmla="*/ 373273 h 605239"/>
                <a:gd name="connsiteX91" fmla="*/ 373273 h 605239"/>
                <a:gd name="connsiteY91" fmla="*/ 373273 h 605239"/>
                <a:gd name="connsiteX92" fmla="*/ 373273 h 605239"/>
                <a:gd name="connsiteY92" fmla="*/ 373273 h 605239"/>
                <a:gd name="connsiteX93" fmla="*/ 373273 h 605239"/>
                <a:gd name="connsiteY93" fmla="*/ 373273 h 605239"/>
                <a:gd name="connsiteX94" fmla="*/ 373273 h 605239"/>
                <a:gd name="connsiteY94" fmla="*/ 373273 h 605239"/>
                <a:gd name="connsiteX95" fmla="*/ 373273 h 605239"/>
                <a:gd name="connsiteY95" fmla="*/ 373273 h 605239"/>
                <a:gd name="connsiteX96" fmla="*/ 373273 h 605239"/>
                <a:gd name="connsiteY96" fmla="*/ 373273 h 605239"/>
                <a:gd name="connsiteX97" fmla="*/ 373273 h 605239"/>
                <a:gd name="connsiteY97" fmla="*/ 373273 h 605239"/>
                <a:gd name="connsiteX98" fmla="*/ 373273 h 605239"/>
                <a:gd name="connsiteY98" fmla="*/ 373273 h 605239"/>
                <a:gd name="connsiteX99" fmla="*/ 373273 h 605239"/>
                <a:gd name="connsiteY99" fmla="*/ 373273 h 605239"/>
                <a:gd name="connsiteX100" fmla="*/ 373273 h 605239"/>
                <a:gd name="connsiteY100" fmla="*/ 373273 h 605239"/>
                <a:gd name="connsiteX101" fmla="*/ 373273 h 605239"/>
                <a:gd name="connsiteY101" fmla="*/ 373273 h 605239"/>
                <a:gd name="connsiteX102" fmla="*/ 373273 h 605239"/>
                <a:gd name="connsiteY102" fmla="*/ 373273 h 605239"/>
                <a:gd name="connsiteX103" fmla="*/ 373273 h 605239"/>
                <a:gd name="connsiteY103" fmla="*/ 373273 h 605239"/>
                <a:gd name="connsiteX104" fmla="*/ 373273 h 605239"/>
                <a:gd name="connsiteY104" fmla="*/ 373273 h 605239"/>
                <a:gd name="connsiteX105" fmla="*/ 373273 h 605239"/>
                <a:gd name="connsiteY105" fmla="*/ 373273 h 605239"/>
                <a:gd name="connsiteX106" fmla="*/ 373273 h 605239"/>
                <a:gd name="connsiteY106" fmla="*/ 373273 h 6052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Lst>
              <a:rect l="l" t="t" r="r" b="b"/>
              <a:pathLst>
                <a:path w="608909" h="559493">
                  <a:moveTo>
                    <a:pt x="470180" y="272856"/>
                  </a:moveTo>
                  <a:lnTo>
                    <a:pt x="476019" y="272856"/>
                  </a:lnTo>
                  <a:lnTo>
                    <a:pt x="481953" y="272856"/>
                  </a:lnTo>
                  <a:cubicBezTo>
                    <a:pt x="509171" y="272856"/>
                    <a:pt x="531210" y="294963"/>
                    <a:pt x="531210" y="322056"/>
                  </a:cubicBezTo>
                  <a:lnTo>
                    <a:pt x="531210" y="376617"/>
                  </a:lnTo>
                  <a:cubicBezTo>
                    <a:pt x="531210" y="385084"/>
                    <a:pt x="526783" y="392609"/>
                    <a:pt x="520096" y="397031"/>
                  </a:cubicBezTo>
                  <a:lnTo>
                    <a:pt x="520096" y="449711"/>
                  </a:lnTo>
                  <a:cubicBezTo>
                    <a:pt x="520096" y="450558"/>
                    <a:pt x="520661" y="451498"/>
                    <a:pt x="521509" y="451875"/>
                  </a:cubicBezTo>
                  <a:cubicBezTo>
                    <a:pt x="528949" y="455450"/>
                    <a:pt x="565492" y="473888"/>
                    <a:pt x="599209" y="501639"/>
                  </a:cubicBezTo>
                  <a:cubicBezTo>
                    <a:pt x="605425" y="506625"/>
                    <a:pt x="608909" y="514150"/>
                    <a:pt x="608909" y="522052"/>
                  </a:cubicBezTo>
                  <a:lnTo>
                    <a:pt x="608909" y="559493"/>
                  </a:lnTo>
                  <a:lnTo>
                    <a:pt x="483083" y="559493"/>
                  </a:lnTo>
                  <a:lnTo>
                    <a:pt x="483083" y="515561"/>
                  </a:lnTo>
                  <a:cubicBezTo>
                    <a:pt x="483083" y="499475"/>
                    <a:pt x="476019" y="484424"/>
                    <a:pt x="463587" y="474264"/>
                  </a:cubicBezTo>
                  <a:cubicBezTo>
                    <a:pt x="453039" y="465609"/>
                    <a:pt x="442302" y="457707"/>
                    <a:pt x="431848" y="450558"/>
                  </a:cubicBezTo>
                  <a:cubicBezTo>
                    <a:pt x="431848" y="450370"/>
                    <a:pt x="431942" y="450087"/>
                    <a:pt x="431942" y="449711"/>
                  </a:cubicBezTo>
                  <a:lnTo>
                    <a:pt x="431942" y="397031"/>
                  </a:lnTo>
                  <a:cubicBezTo>
                    <a:pt x="425350" y="392609"/>
                    <a:pt x="420923" y="385084"/>
                    <a:pt x="420923" y="376617"/>
                  </a:cubicBezTo>
                  <a:lnTo>
                    <a:pt x="420923" y="322056"/>
                  </a:lnTo>
                  <a:cubicBezTo>
                    <a:pt x="420923" y="294775"/>
                    <a:pt x="443056" y="272856"/>
                    <a:pt x="470180" y="272856"/>
                  </a:cubicBezTo>
                  <a:close/>
                  <a:moveTo>
                    <a:pt x="127004" y="272856"/>
                  </a:moveTo>
                  <a:lnTo>
                    <a:pt x="132940" y="272856"/>
                  </a:lnTo>
                  <a:lnTo>
                    <a:pt x="138781" y="272856"/>
                  </a:lnTo>
                  <a:cubicBezTo>
                    <a:pt x="166104" y="272856"/>
                    <a:pt x="188057" y="294963"/>
                    <a:pt x="188057" y="322056"/>
                  </a:cubicBezTo>
                  <a:lnTo>
                    <a:pt x="188057" y="376617"/>
                  </a:lnTo>
                  <a:cubicBezTo>
                    <a:pt x="188057" y="385084"/>
                    <a:pt x="183629" y="392609"/>
                    <a:pt x="177033" y="397031"/>
                  </a:cubicBezTo>
                  <a:lnTo>
                    <a:pt x="177033" y="449711"/>
                  </a:lnTo>
                  <a:cubicBezTo>
                    <a:pt x="177033" y="449993"/>
                    <a:pt x="177128" y="450370"/>
                    <a:pt x="177128" y="450558"/>
                  </a:cubicBezTo>
                  <a:cubicBezTo>
                    <a:pt x="166670" y="457613"/>
                    <a:pt x="155929" y="465609"/>
                    <a:pt x="145376" y="474264"/>
                  </a:cubicBezTo>
                  <a:cubicBezTo>
                    <a:pt x="133034" y="484424"/>
                    <a:pt x="125874" y="499475"/>
                    <a:pt x="125874" y="515561"/>
                  </a:cubicBezTo>
                  <a:lnTo>
                    <a:pt x="125874" y="559493"/>
                  </a:lnTo>
                  <a:lnTo>
                    <a:pt x="0" y="559493"/>
                  </a:lnTo>
                  <a:lnTo>
                    <a:pt x="0" y="522052"/>
                  </a:lnTo>
                  <a:cubicBezTo>
                    <a:pt x="0" y="514150"/>
                    <a:pt x="3486" y="506625"/>
                    <a:pt x="9704" y="501639"/>
                  </a:cubicBezTo>
                  <a:cubicBezTo>
                    <a:pt x="43434" y="473888"/>
                    <a:pt x="79990" y="455450"/>
                    <a:pt x="87433" y="451875"/>
                  </a:cubicBezTo>
                  <a:cubicBezTo>
                    <a:pt x="88281" y="451498"/>
                    <a:pt x="88846" y="450558"/>
                    <a:pt x="88846" y="449711"/>
                  </a:cubicBezTo>
                  <a:lnTo>
                    <a:pt x="88846" y="397031"/>
                  </a:lnTo>
                  <a:cubicBezTo>
                    <a:pt x="82157" y="392609"/>
                    <a:pt x="77729" y="385084"/>
                    <a:pt x="77729" y="376617"/>
                  </a:cubicBezTo>
                  <a:lnTo>
                    <a:pt x="77729" y="322056"/>
                  </a:lnTo>
                  <a:cubicBezTo>
                    <a:pt x="77729" y="294775"/>
                    <a:pt x="99870" y="272856"/>
                    <a:pt x="127004" y="272856"/>
                  </a:cubicBezTo>
                  <a:close/>
                  <a:moveTo>
                    <a:pt x="297600" y="222543"/>
                  </a:moveTo>
                  <a:lnTo>
                    <a:pt x="304477" y="222543"/>
                  </a:lnTo>
                  <a:lnTo>
                    <a:pt x="311260" y="222543"/>
                  </a:lnTo>
                  <a:cubicBezTo>
                    <a:pt x="343291" y="222543"/>
                    <a:pt x="369198" y="248506"/>
                    <a:pt x="369198" y="280395"/>
                  </a:cubicBezTo>
                  <a:lnTo>
                    <a:pt x="369198" y="344455"/>
                  </a:lnTo>
                  <a:cubicBezTo>
                    <a:pt x="369198" y="354520"/>
                    <a:pt x="364017" y="363456"/>
                    <a:pt x="356198" y="368536"/>
                  </a:cubicBezTo>
                  <a:lnTo>
                    <a:pt x="356198" y="430432"/>
                  </a:lnTo>
                  <a:cubicBezTo>
                    <a:pt x="356198" y="431561"/>
                    <a:pt x="356857" y="432502"/>
                    <a:pt x="357893" y="433066"/>
                  </a:cubicBezTo>
                  <a:cubicBezTo>
                    <a:pt x="366655" y="437299"/>
                    <a:pt x="409520" y="459029"/>
                    <a:pt x="449275" y="491576"/>
                  </a:cubicBezTo>
                  <a:cubicBezTo>
                    <a:pt x="456435" y="497502"/>
                    <a:pt x="460580" y="506251"/>
                    <a:pt x="460580" y="515563"/>
                  </a:cubicBezTo>
                  <a:lnTo>
                    <a:pt x="460580" y="559493"/>
                  </a:lnTo>
                  <a:lnTo>
                    <a:pt x="304477" y="559493"/>
                  </a:lnTo>
                  <a:lnTo>
                    <a:pt x="148187" y="559493"/>
                  </a:lnTo>
                  <a:lnTo>
                    <a:pt x="148187" y="515563"/>
                  </a:lnTo>
                  <a:cubicBezTo>
                    <a:pt x="148187" y="506251"/>
                    <a:pt x="152332" y="497502"/>
                    <a:pt x="159492" y="491576"/>
                  </a:cubicBezTo>
                  <a:cubicBezTo>
                    <a:pt x="199342" y="459029"/>
                    <a:pt x="242206" y="437299"/>
                    <a:pt x="250967" y="433066"/>
                  </a:cubicBezTo>
                  <a:cubicBezTo>
                    <a:pt x="252004" y="432502"/>
                    <a:pt x="252569" y="431561"/>
                    <a:pt x="252569" y="430432"/>
                  </a:cubicBezTo>
                  <a:lnTo>
                    <a:pt x="252569" y="368536"/>
                  </a:lnTo>
                  <a:cubicBezTo>
                    <a:pt x="244844" y="363456"/>
                    <a:pt x="239663" y="354520"/>
                    <a:pt x="239663" y="344455"/>
                  </a:cubicBezTo>
                  <a:lnTo>
                    <a:pt x="239663" y="280395"/>
                  </a:lnTo>
                  <a:cubicBezTo>
                    <a:pt x="239663" y="248412"/>
                    <a:pt x="265664" y="222543"/>
                    <a:pt x="297600" y="222543"/>
                  </a:cubicBezTo>
                  <a:close/>
                  <a:moveTo>
                    <a:pt x="492495" y="40775"/>
                  </a:moveTo>
                  <a:cubicBezTo>
                    <a:pt x="488350" y="40775"/>
                    <a:pt x="487596" y="41528"/>
                    <a:pt x="487502" y="45854"/>
                  </a:cubicBezTo>
                  <a:lnTo>
                    <a:pt x="487502" y="51498"/>
                  </a:lnTo>
                  <a:cubicBezTo>
                    <a:pt x="487502" y="57142"/>
                    <a:pt x="487502" y="56953"/>
                    <a:pt x="482038" y="59023"/>
                  </a:cubicBezTo>
                  <a:cubicBezTo>
                    <a:pt x="469036" y="63726"/>
                    <a:pt x="460934" y="72661"/>
                    <a:pt x="460086" y="86864"/>
                  </a:cubicBezTo>
                  <a:cubicBezTo>
                    <a:pt x="459332" y="99374"/>
                    <a:pt x="465833" y="107934"/>
                    <a:pt x="476196" y="114048"/>
                  </a:cubicBezTo>
                  <a:cubicBezTo>
                    <a:pt x="482414" y="117810"/>
                    <a:pt x="489480" y="120068"/>
                    <a:pt x="496264" y="123078"/>
                  </a:cubicBezTo>
                  <a:cubicBezTo>
                    <a:pt x="498902" y="124206"/>
                    <a:pt x="501445" y="125617"/>
                    <a:pt x="503706" y="127310"/>
                  </a:cubicBezTo>
                  <a:cubicBezTo>
                    <a:pt x="510207" y="132578"/>
                    <a:pt x="508982" y="141513"/>
                    <a:pt x="501257" y="144900"/>
                  </a:cubicBezTo>
                  <a:cubicBezTo>
                    <a:pt x="497112" y="146781"/>
                    <a:pt x="492778" y="147157"/>
                    <a:pt x="488350" y="146687"/>
                  </a:cubicBezTo>
                  <a:cubicBezTo>
                    <a:pt x="481472" y="145746"/>
                    <a:pt x="474783" y="144053"/>
                    <a:pt x="468659" y="140761"/>
                  </a:cubicBezTo>
                  <a:cubicBezTo>
                    <a:pt x="464985" y="138880"/>
                    <a:pt x="463949" y="139350"/>
                    <a:pt x="462724" y="143301"/>
                  </a:cubicBezTo>
                  <a:cubicBezTo>
                    <a:pt x="461593" y="146687"/>
                    <a:pt x="460557" y="150167"/>
                    <a:pt x="459709" y="153553"/>
                  </a:cubicBezTo>
                  <a:cubicBezTo>
                    <a:pt x="458484" y="158162"/>
                    <a:pt x="458861" y="159291"/>
                    <a:pt x="463572" y="161548"/>
                  </a:cubicBezTo>
                  <a:cubicBezTo>
                    <a:pt x="469130" y="164370"/>
                    <a:pt x="475160" y="165687"/>
                    <a:pt x="481284" y="166722"/>
                  </a:cubicBezTo>
                  <a:cubicBezTo>
                    <a:pt x="486089" y="167474"/>
                    <a:pt x="486371" y="167568"/>
                    <a:pt x="486371" y="172647"/>
                  </a:cubicBezTo>
                  <a:lnTo>
                    <a:pt x="486371" y="179420"/>
                  </a:lnTo>
                  <a:cubicBezTo>
                    <a:pt x="486371" y="182147"/>
                    <a:pt x="487690" y="183934"/>
                    <a:pt x="490611" y="183934"/>
                  </a:cubicBezTo>
                  <a:cubicBezTo>
                    <a:pt x="493908" y="184029"/>
                    <a:pt x="497300" y="184029"/>
                    <a:pt x="500503" y="183934"/>
                  </a:cubicBezTo>
                  <a:cubicBezTo>
                    <a:pt x="503330" y="183934"/>
                    <a:pt x="504649" y="182430"/>
                    <a:pt x="504649" y="179608"/>
                  </a:cubicBezTo>
                  <a:cubicBezTo>
                    <a:pt x="504649" y="176504"/>
                    <a:pt x="504837" y="173494"/>
                    <a:pt x="504649" y="170390"/>
                  </a:cubicBezTo>
                  <a:cubicBezTo>
                    <a:pt x="504554" y="167192"/>
                    <a:pt x="505968" y="165687"/>
                    <a:pt x="508982" y="164840"/>
                  </a:cubicBezTo>
                  <a:cubicBezTo>
                    <a:pt x="515860" y="162959"/>
                    <a:pt x="521889" y="159197"/>
                    <a:pt x="526412" y="153647"/>
                  </a:cubicBezTo>
                  <a:cubicBezTo>
                    <a:pt x="538942" y="138221"/>
                    <a:pt x="534231" y="115835"/>
                    <a:pt x="516237" y="105865"/>
                  </a:cubicBezTo>
                  <a:cubicBezTo>
                    <a:pt x="510584" y="102761"/>
                    <a:pt x="504554" y="100503"/>
                    <a:pt x="498619" y="97964"/>
                  </a:cubicBezTo>
                  <a:cubicBezTo>
                    <a:pt x="495227" y="96647"/>
                    <a:pt x="492024" y="94860"/>
                    <a:pt x="489104" y="92602"/>
                  </a:cubicBezTo>
                  <a:cubicBezTo>
                    <a:pt x="483451" y="88087"/>
                    <a:pt x="484581" y="80657"/>
                    <a:pt x="491270" y="77835"/>
                  </a:cubicBezTo>
                  <a:cubicBezTo>
                    <a:pt x="493155" y="76894"/>
                    <a:pt x="495133" y="76706"/>
                    <a:pt x="497112" y="76518"/>
                  </a:cubicBezTo>
                  <a:cubicBezTo>
                    <a:pt x="504931" y="76142"/>
                    <a:pt x="512186" y="77553"/>
                    <a:pt x="519252" y="80939"/>
                  </a:cubicBezTo>
                  <a:cubicBezTo>
                    <a:pt x="522643" y="82538"/>
                    <a:pt x="523868" y="82067"/>
                    <a:pt x="524998" y="78399"/>
                  </a:cubicBezTo>
                  <a:cubicBezTo>
                    <a:pt x="526317" y="74543"/>
                    <a:pt x="527260" y="70686"/>
                    <a:pt x="528390" y="66736"/>
                  </a:cubicBezTo>
                  <a:cubicBezTo>
                    <a:pt x="529144" y="64102"/>
                    <a:pt x="528296" y="62503"/>
                    <a:pt x="525752" y="61374"/>
                  </a:cubicBezTo>
                  <a:cubicBezTo>
                    <a:pt x="521230" y="59399"/>
                    <a:pt x="516708" y="57988"/>
                    <a:pt x="511809" y="57236"/>
                  </a:cubicBezTo>
                  <a:cubicBezTo>
                    <a:pt x="505402" y="56201"/>
                    <a:pt x="505402" y="56201"/>
                    <a:pt x="505402" y="49805"/>
                  </a:cubicBezTo>
                  <a:cubicBezTo>
                    <a:pt x="505402" y="40775"/>
                    <a:pt x="505402" y="40775"/>
                    <a:pt x="496358" y="40775"/>
                  </a:cubicBezTo>
                  <a:close/>
                  <a:moveTo>
                    <a:pt x="496111" y="0"/>
                  </a:moveTo>
                  <a:cubicBezTo>
                    <a:pt x="524951" y="0"/>
                    <a:pt x="553781" y="10958"/>
                    <a:pt x="575779" y="32874"/>
                  </a:cubicBezTo>
                  <a:cubicBezTo>
                    <a:pt x="619776" y="76894"/>
                    <a:pt x="619776" y="148192"/>
                    <a:pt x="575779" y="192024"/>
                  </a:cubicBezTo>
                  <a:cubicBezTo>
                    <a:pt x="538754" y="229083"/>
                    <a:pt x="482226" y="234821"/>
                    <a:pt x="438982" y="209519"/>
                  </a:cubicBezTo>
                  <a:lnTo>
                    <a:pt x="438700" y="209237"/>
                  </a:lnTo>
                  <a:cubicBezTo>
                    <a:pt x="421742" y="222029"/>
                    <a:pt x="403559" y="224286"/>
                    <a:pt x="390840" y="222311"/>
                  </a:cubicBezTo>
                  <a:cubicBezTo>
                    <a:pt x="386600" y="221653"/>
                    <a:pt x="385752" y="215915"/>
                    <a:pt x="389615" y="214034"/>
                  </a:cubicBezTo>
                  <a:cubicBezTo>
                    <a:pt x="401297" y="208202"/>
                    <a:pt x="408552" y="196915"/>
                    <a:pt x="412886" y="187791"/>
                  </a:cubicBezTo>
                  <a:lnTo>
                    <a:pt x="411567" y="187038"/>
                  </a:lnTo>
                  <a:cubicBezTo>
                    <a:pt x="372374" y="142736"/>
                    <a:pt x="374070" y="75201"/>
                    <a:pt x="416371" y="32874"/>
                  </a:cubicBezTo>
                  <a:cubicBezTo>
                    <a:pt x="438417" y="10958"/>
                    <a:pt x="467270" y="0"/>
                    <a:pt x="496111" y="0"/>
                  </a:cubicBezTo>
                  <a:close/>
                </a:path>
              </a:pathLst>
            </a:custGeom>
            <a:solidFill>
              <a:schemeClr val="bg1">
                <a:lumMod val="65000"/>
              </a:schemeClr>
            </a:solidFill>
            <a:ln>
              <a:noFill/>
            </a:ln>
          </p:spPr>
          <p:txBody>
            <a:bodyPr wrap="square" lIns="91440" tIns="45720" rIns="91440" bIns="45720" anchor="ctr">
              <a:normAutofit fontScale="92500" lnSpcReduction="20000"/>
            </a:bodyPr>
            <a:lstStyle>
              <a:defPPr>
                <a:defRPr lang="zh-CN"/>
              </a:defPPr>
              <a:lvl1pPr marL="0" algn="l" defTabSz="913765" rtl="0" eaLnBrk="1" latinLnBrk="0" hangingPunct="1">
                <a:defRPr sz="1800" kern="1200">
                  <a:solidFill>
                    <a:schemeClr val="tx1"/>
                  </a:solidFill>
                </a:defRPr>
              </a:lvl1pPr>
              <a:lvl2pPr marL="457200" algn="l" defTabSz="913765" rtl="0" eaLnBrk="1" latinLnBrk="0" hangingPunct="1">
                <a:defRPr sz="1800" kern="1200">
                  <a:solidFill>
                    <a:schemeClr val="tx1"/>
                  </a:solidFill>
                </a:defRPr>
              </a:lvl2pPr>
              <a:lvl3pPr marL="914400" algn="l" defTabSz="913765" rtl="0" eaLnBrk="1" latinLnBrk="0" hangingPunct="1">
                <a:defRPr sz="1800" kern="1200">
                  <a:solidFill>
                    <a:schemeClr val="tx1"/>
                  </a:solidFill>
                </a:defRPr>
              </a:lvl3pPr>
              <a:lvl4pPr marL="1371600" algn="l" defTabSz="913765" rtl="0" eaLnBrk="1" latinLnBrk="0" hangingPunct="1">
                <a:defRPr sz="1800" kern="1200">
                  <a:solidFill>
                    <a:schemeClr val="tx1"/>
                  </a:solidFill>
                </a:defRPr>
              </a:lvl4pPr>
              <a:lvl5pPr marL="1828800" algn="l" defTabSz="913765" rtl="0" eaLnBrk="1" latinLnBrk="0" hangingPunct="1">
                <a:defRPr sz="1800" kern="1200">
                  <a:solidFill>
                    <a:schemeClr val="tx1"/>
                  </a:solidFill>
                </a:defRPr>
              </a:lvl5pPr>
              <a:lvl6pPr marL="2286000" algn="l" defTabSz="913765" rtl="0" eaLnBrk="1" latinLnBrk="0" hangingPunct="1">
                <a:defRPr sz="1800" kern="1200">
                  <a:solidFill>
                    <a:schemeClr val="tx1"/>
                  </a:solidFill>
                </a:defRPr>
              </a:lvl6pPr>
              <a:lvl7pPr marL="2743200" algn="l" defTabSz="913765" rtl="0" eaLnBrk="1" latinLnBrk="0" hangingPunct="1">
                <a:defRPr sz="1800" kern="1200">
                  <a:solidFill>
                    <a:schemeClr val="tx1"/>
                  </a:solidFill>
                </a:defRPr>
              </a:lvl7pPr>
              <a:lvl8pPr marL="3200400" algn="l" defTabSz="913765" rtl="0" eaLnBrk="1" latinLnBrk="0" hangingPunct="1">
                <a:defRPr sz="1800" kern="1200">
                  <a:solidFill>
                    <a:schemeClr val="tx1"/>
                  </a:solidFill>
                </a:defRPr>
              </a:lvl8pPr>
              <a:lvl9pPr marL="3657600" algn="l" defTabSz="913765" rtl="0" eaLnBrk="1" latinLnBrk="0" hangingPunct="1">
                <a:defRPr sz="1800" kern="1200">
                  <a:solidFill>
                    <a:schemeClr val="tx1"/>
                  </a:solidFill>
                </a:defRPr>
              </a:lvl9pPr>
            </a:lstStyle>
            <a:p>
              <a:pPr algn="ctr"/>
            </a:p>
          </p:txBody>
        </p:sp>
      </p:grpSp>
    </p:spTree>
  </p:cSld>
  <p:clrMapOvr>
    <a:masterClrMapping/>
  </p:clrMapOvr>
  <p:transition/>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文本占位符 13"/>
          <p:cNvSpPr txBox="1"/>
          <p:nvPr/>
        </p:nvSpPr>
        <p:spPr>
          <a:xfrm>
            <a:off x="669925" y="5602927"/>
            <a:ext cx="10850563" cy="296271"/>
          </a:xfrm>
          <a:prstGeom prst="rect">
            <a:avLst/>
          </a:prstGeom>
        </p:spPr>
        <p:txBody>
          <a:bodyPr vert="horz" anchor="ctr">
            <a:noAutofit/>
          </a:bodyPr>
          <a:lstStyle>
            <a:lvl1pPr marL="0" indent="0" algn="r" defTabSz="914400" rtl="0" eaLnBrk="1" latinLnBrk="0" hangingPunct="1">
              <a:lnSpc>
                <a:spcPct val="90000"/>
              </a:lnSpc>
              <a:spcBef>
                <a:spcPts val="1000"/>
              </a:spcBef>
              <a:buFont typeface="Arial" panose="020B0604020202090204" pitchFamily="34" charset="0"/>
              <a:buNone/>
              <a:defRPr sz="1500" b="0" kern="1200">
                <a:solidFill>
                  <a:schemeClr val="bg1"/>
                </a:solidFill>
                <a:latin typeface="+mn-lt"/>
                <a:ea typeface="+mn-ea"/>
                <a:cs typeface="+mn-cs"/>
              </a:defRPr>
            </a:lvl1pPr>
            <a:lvl2pPr marL="457200" indent="0" algn="l"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90204" pitchFamily="34" charset="0"/>
              <a:buNone/>
              <a:defRPr sz="1400"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90204" pitchFamily="34" charset="0"/>
              <a:buNone/>
              <a:defRPr sz="12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90204" pitchFamily="34" charset="0"/>
              <a:buNone/>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r>
              <a:rPr lang="en-US" altLang="zh-CN"/>
              <a:t>Date</a:t>
            </a:r>
            <a:endParaRPr lang="zh-CN" altLang="en-US" dirty="0"/>
          </a:p>
        </p:txBody>
      </p:sp>
      <p:sp>
        <p:nvSpPr>
          <p:cNvPr id="20" name="矩形 19"/>
          <p:cNvSpPr/>
          <p:nvPr/>
        </p:nvSpPr>
        <p:spPr>
          <a:xfrm>
            <a:off x="771525" y="257830"/>
            <a:ext cx="1980029" cy="523220"/>
          </a:xfrm>
          <a:prstGeom prst="rect">
            <a:avLst/>
          </a:prstGeom>
        </p:spPr>
        <p:txBody>
          <a:bodyPr wrap="none">
            <a:spAutoFit/>
          </a:bodyPr>
          <a:lstStyle/>
          <a:p>
            <a:r>
              <a:rPr lang="zh-CN" altLang="en-US" sz="2800" b="1" dirty="0">
                <a:solidFill>
                  <a:srgbClr val="FF0000"/>
                </a:solidFill>
              </a:rPr>
              <a:t>内容导航：</a:t>
            </a:r>
            <a:endParaRPr lang="zh-CN" altLang="en-US" sz="2800" b="1" dirty="0">
              <a:solidFill>
                <a:srgbClr val="FF0000"/>
              </a:solidFill>
            </a:endParaRPr>
          </a:p>
        </p:txBody>
      </p:sp>
      <p:sp>
        <p:nvSpPr>
          <p:cNvPr id="22" name="矩形 21"/>
          <p:cNvSpPr/>
          <p:nvPr/>
        </p:nvSpPr>
        <p:spPr>
          <a:xfrm>
            <a:off x="1696469" y="1737498"/>
            <a:ext cx="4500146" cy="461665"/>
          </a:xfrm>
          <a:prstGeom prst="rect">
            <a:avLst/>
          </a:prstGeom>
        </p:spPr>
        <p:txBody>
          <a:bodyPr wrap="square">
            <a:spAutoFit/>
          </a:bodyPr>
          <a:lstStyle/>
          <a:p>
            <a:r>
              <a:rPr lang="en-US" altLang="zh-CN" sz="2400" dirty="0">
                <a:solidFill>
                  <a:srgbClr val="00005C"/>
                </a:solidFill>
                <a:latin typeface="+mj-ea"/>
                <a:ea typeface="+mj-ea"/>
              </a:rPr>
              <a:t>1.1 </a:t>
            </a:r>
            <a:r>
              <a:rPr lang="zh-CN" altLang="en-US" sz="2400" dirty="0">
                <a:solidFill>
                  <a:srgbClr val="00005C"/>
                </a:solidFill>
                <a:latin typeface="+mj-ea"/>
                <a:ea typeface="+mj-ea"/>
              </a:rPr>
              <a:t>操作系统的目标和作用</a:t>
            </a:r>
            <a:endParaRPr lang="en-US" altLang="zh-CN" sz="2400" dirty="0">
              <a:solidFill>
                <a:srgbClr val="00005C"/>
              </a:solidFill>
              <a:latin typeface="+mj-ea"/>
              <a:ea typeface="+mj-ea"/>
            </a:endParaRPr>
          </a:p>
        </p:txBody>
      </p:sp>
      <p:sp>
        <p:nvSpPr>
          <p:cNvPr id="23" name="矩形 22"/>
          <p:cNvSpPr/>
          <p:nvPr/>
        </p:nvSpPr>
        <p:spPr>
          <a:xfrm>
            <a:off x="1696469" y="2375673"/>
            <a:ext cx="3682150" cy="461665"/>
          </a:xfrm>
          <a:prstGeom prst="rect">
            <a:avLst/>
          </a:prstGeom>
        </p:spPr>
        <p:txBody>
          <a:bodyPr wrap="square">
            <a:spAutoFit/>
          </a:bodyPr>
          <a:lstStyle/>
          <a:p>
            <a:r>
              <a:rPr lang="en-US" altLang="zh-CN" sz="2400" dirty="0">
                <a:latin typeface="+mj-ea"/>
              </a:rPr>
              <a:t>1.2 </a:t>
            </a:r>
            <a:r>
              <a:rPr lang="zh-CN" altLang="en-US" sz="2400" dirty="0">
                <a:latin typeface="+mj-ea"/>
              </a:rPr>
              <a:t>操作系统的发展过程</a:t>
            </a:r>
            <a:endParaRPr lang="en-US" altLang="zh-CN" sz="2400" dirty="0">
              <a:latin typeface="+mj-ea"/>
            </a:endParaRPr>
          </a:p>
        </p:txBody>
      </p:sp>
      <p:sp>
        <p:nvSpPr>
          <p:cNvPr id="24" name="矩形 23"/>
          <p:cNvSpPr/>
          <p:nvPr/>
        </p:nvSpPr>
        <p:spPr>
          <a:xfrm>
            <a:off x="1696468" y="2994798"/>
            <a:ext cx="3488967" cy="461665"/>
          </a:xfrm>
          <a:prstGeom prst="rect">
            <a:avLst/>
          </a:prstGeom>
        </p:spPr>
        <p:txBody>
          <a:bodyPr wrap="square">
            <a:spAutoFit/>
          </a:bodyPr>
          <a:lstStyle/>
          <a:p>
            <a:r>
              <a:rPr lang="en-US" altLang="zh-CN" sz="2400" dirty="0">
                <a:latin typeface="+mj-ea"/>
              </a:rPr>
              <a:t>1.3 </a:t>
            </a:r>
            <a:r>
              <a:rPr lang="zh-CN" altLang="en-US" sz="2400" dirty="0">
                <a:latin typeface="+mj-ea"/>
              </a:rPr>
              <a:t>操作系统的基本特征</a:t>
            </a:r>
            <a:endParaRPr lang="en-US" altLang="zh-CN" sz="2400" dirty="0">
              <a:latin typeface="+mj-ea"/>
            </a:endParaRPr>
          </a:p>
        </p:txBody>
      </p:sp>
      <p:sp>
        <p:nvSpPr>
          <p:cNvPr id="25" name="矩形 24"/>
          <p:cNvSpPr/>
          <p:nvPr/>
        </p:nvSpPr>
        <p:spPr>
          <a:xfrm>
            <a:off x="1696468" y="3613923"/>
            <a:ext cx="3488967" cy="461665"/>
          </a:xfrm>
          <a:prstGeom prst="rect">
            <a:avLst/>
          </a:prstGeom>
        </p:spPr>
        <p:txBody>
          <a:bodyPr wrap="square">
            <a:spAutoFit/>
          </a:bodyPr>
          <a:lstStyle/>
          <a:p>
            <a:r>
              <a:rPr lang="en-US" altLang="zh-CN" sz="2400" dirty="0">
                <a:latin typeface="+mj-ea"/>
              </a:rPr>
              <a:t>1.4 </a:t>
            </a:r>
            <a:r>
              <a:rPr lang="zh-CN" altLang="en-US" sz="2400" dirty="0">
                <a:latin typeface="+mj-ea"/>
              </a:rPr>
              <a:t>操作系统的运行环境</a:t>
            </a:r>
            <a:endParaRPr lang="zh-CN" altLang="en-US" sz="2400" dirty="0">
              <a:latin typeface="+mj-ea"/>
            </a:endParaRPr>
          </a:p>
        </p:txBody>
      </p:sp>
      <p:sp>
        <p:nvSpPr>
          <p:cNvPr id="27" name="矩形 26"/>
          <p:cNvSpPr/>
          <p:nvPr/>
        </p:nvSpPr>
        <p:spPr>
          <a:xfrm>
            <a:off x="1696469" y="4233048"/>
            <a:ext cx="3905342" cy="461665"/>
          </a:xfrm>
          <a:prstGeom prst="rect">
            <a:avLst/>
          </a:prstGeom>
        </p:spPr>
        <p:txBody>
          <a:bodyPr wrap="square">
            <a:spAutoFit/>
          </a:bodyPr>
          <a:lstStyle/>
          <a:p>
            <a:r>
              <a:rPr lang="en-US" altLang="zh-CN" sz="2400" b="1" dirty="0">
                <a:solidFill>
                  <a:srgbClr val="0000FF"/>
                </a:solidFill>
                <a:latin typeface="+mj-ea"/>
              </a:rPr>
              <a:t>1.5 </a:t>
            </a:r>
            <a:r>
              <a:rPr lang="zh-CN" altLang="en-US" sz="2400" b="1" dirty="0">
                <a:solidFill>
                  <a:srgbClr val="0000FF"/>
                </a:solidFill>
                <a:latin typeface="+mj-ea"/>
              </a:rPr>
              <a:t>操作系统的主要功能</a:t>
            </a:r>
            <a:endParaRPr lang="zh-CN" altLang="en-US" sz="2400" b="1" dirty="0">
              <a:solidFill>
                <a:srgbClr val="0000FF"/>
              </a:solidFill>
              <a:latin typeface="+mj-ea"/>
            </a:endParaRPr>
          </a:p>
        </p:txBody>
      </p:sp>
      <p:sp>
        <p:nvSpPr>
          <p:cNvPr id="28" name="矩形 27"/>
          <p:cNvSpPr/>
          <p:nvPr/>
        </p:nvSpPr>
        <p:spPr>
          <a:xfrm>
            <a:off x="1696468" y="4852173"/>
            <a:ext cx="3682151" cy="400110"/>
          </a:xfrm>
          <a:prstGeom prst="rect">
            <a:avLst/>
          </a:prstGeom>
        </p:spPr>
        <p:txBody>
          <a:bodyPr wrap="square">
            <a:spAutoFit/>
          </a:bodyPr>
          <a:lstStyle/>
          <a:p>
            <a:r>
              <a:rPr lang="en-US" altLang="zh-CN" sz="2400" dirty="0">
                <a:latin typeface="+mj-ea"/>
              </a:rPr>
              <a:t>1.6 </a:t>
            </a:r>
            <a:r>
              <a:rPr lang="zh-CN" altLang="en-US" sz="2400" dirty="0">
                <a:latin typeface="+mj-ea"/>
              </a:rPr>
              <a:t>操作系统的结构设计</a:t>
            </a:r>
            <a:endParaRPr lang="zh-CN" altLang="en-US" sz="2400" dirty="0">
              <a:latin typeface="+mj-ea"/>
            </a:endParaRPr>
          </a:p>
        </p:txBody>
      </p:sp>
      <p:sp>
        <p:nvSpPr>
          <p:cNvPr id="29" name="矩形 28"/>
          <p:cNvSpPr/>
          <p:nvPr/>
        </p:nvSpPr>
        <p:spPr>
          <a:xfrm>
            <a:off x="1696469" y="5471298"/>
            <a:ext cx="2587446" cy="400110"/>
          </a:xfrm>
          <a:prstGeom prst="rect">
            <a:avLst/>
          </a:prstGeom>
        </p:spPr>
        <p:txBody>
          <a:bodyPr wrap="square">
            <a:spAutoFit/>
          </a:bodyPr>
          <a:lstStyle/>
          <a:p>
            <a:r>
              <a:rPr lang="en-US" altLang="zh-CN" sz="2400" dirty="0">
                <a:latin typeface="+mj-ea"/>
              </a:rPr>
              <a:t>1.7 </a:t>
            </a:r>
            <a:r>
              <a:rPr lang="zh-CN" altLang="en-US" sz="2400" dirty="0">
                <a:latin typeface="+mj-ea"/>
              </a:rPr>
              <a:t>系统调用</a:t>
            </a:r>
            <a:endParaRPr lang="zh-CN" altLang="en-US" sz="2400" dirty="0">
              <a:latin typeface="+mj-ea"/>
            </a:endParaRPr>
          </a:p>
        </p:txBody>
      </p:sp>
      <p:sp>
        <p:nvSpPr>
          <p:cNvPr id="3" name="矩形 2"/>
          <p:cNvSpPr/>
          <p:nvPr/>
        </p:nvSpPr>
        <p:spPr>
          <a:xfrm>
            <a:off x="7395099" y="2386337"/>
            <a:ext cx="4262705" cy="646331"/>
          </a:xfrm>
          <a:prstGeom prst="rect">
            <a:avLst/>
          </a:prstGeom>
        </p:spPr>
        <p:txBody>
          <a:bodyPr wrap="none">
            <a:spAutoFit/>
          </a:bodyPr>
          <a:lstStyle/>
          <a:p>
            <a:r>
              <a:rPr lang="zh-CN" altLang="en-US" sz="3600" dirty="0">
                <a:solidFill>
                  <a:srgbClr val="000000"/>
                </a:solidFill>
              </a:rPr>
              <a:t>第</a:t>
            </a:r>
            <a:r>
              <a:rPr lang="en-US" altLang="zh-CN" sz="3600" dirty="0">
                <a:solidFill>
                  <a:srgbClr val="000000"/>
                </a:solidFill>
              </a:rPr>
              <a:t>1</a:t>
            </a:r>
            <a:r>
              <a:rPr lang="zh-CN" altLang="en-US" sz="3600" dirty="0">
                <a:solidFill>
                  <a:srgbClr val="000000"/>
                </a:solidFill>
              </a:rPr>
              <a:t>章 操作系统引论</a:t>
            </a:r>
            <a:endParaRPr lang="zh-CN" altLang="en-US" sz="3600" dirty="0"/>
          </a:p>
        </p:txBody>
      </p:sp>
      <p:cxnSp>
        <p:nvCxnSpPr>
          <p:cNvPr id="5" name="直接连接符 4"/>
          <p:cNvCxnSpPr/>
          <p:nvPr/>
        </p:nvCxnSpPr>
        <p:spPr>
          <a:xfrm>
            <a:off x="7421733" y="3190471"/>
            <a:ext cx="4125389" cy="0"/>
          </a:xfrm>
          <a:prstGeom prst="line">
            <a:avLst/>
          </a:prstGeom>
        </p:spPr>
        <p:style>
          <a:lnRef idx="1">
            <a:schemeClr val="accent1"/>
          </a:lnRef>
          <a:fillRef idx="0">
            <a:schemeClr val="accent1"/>
          </a:fillRef>
          <a:effectRef idx="0">
            <a:schemeClr val="accent1"/>
          </a:effectRef>
          <a:fontRef idx="minor">
            <a:schemeClr val="tx1"/>
          </a:fontRef>
        </p:style>
      </p:cxnSp>
      <p:sp>
        <p:nvSpPr>
          <p:cNvPr id="8" name="矩形 7"/>
          <p:cNvSpPr/>
          <p:nvPr/>
        </p:nvSpPr>
        <p:spPr>
          <a:xfrm>
            <a:off x="-9526" y="6375042"/>
            <a:ext cx="12201526" cy="48295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30" name="图片 29"/>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244475" y="261476"/>
            <a:ext cx="527050" cy="527050"/>
          </a:xfrm>
          <a:prstGeom prst="rect">
            <a:avLst/>
          </a:prstGeom>
        </p:spPr>
      </p:pic>
      <p:pic>
        <p:nvPicPr>
          <p:cNvPr id="31" name="图片 30"/>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1169418" y="1700488"/>
            <a:ext cx="527050" cy="527050"/>
          </a:xfrm>
          <a:prstGeom prst="rect">
            <a:avLst/>
          </a:prstGeom>
          <a:ln>
            <a:noFill/>
          </a:ln>
          <a:effectLst>
            <a:softEdge rad="0"/>
          </a:effectLst>
        </p:spPr>
      </p:pic>
      <p:pic>
        <p:nvPicPr>
          <p:cNvPr id="32" name="图片 31"/>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1169418" y="2285628"/>
            <a:ext cx="527050" cy="527050"/>
          </a:xfrm>
          <a:prstGeom prst="rect">
            <a:avLst/>
          </a:prstGeom>
          <a:ln>
            <a:noFill/>
          </a:ln>
          <a:effectLst>
            <a:softEdge rad="0"/>
          </a:effectLst>
        </p:spPr>
      </p:pic>
      <p:pic>
        <p:nvPicPr>
          <p:cNvPr id="40" name="图片 39"/>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1169418" y="2941097"/>
            <a:ext cx="527050" cy="527050"/>
          </a:xfrm>
          <a:prstGeom prst="rect">
            <a:avLst/>
          </a:prstGeom>
          <a:ln>
            <a:noFill/>
          </a:ln>
          <a:effectLst>
            <a:softEdge rad="0"/>
          </a:effectLst>
        </p:spPr>
      </p:pic>
      <p:pic>
        <p:nvPicPr>
          <p:cNvPr id="41" name="图片 40"/>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1169418" y="3559570"/>
            <a:ext cx="527050" cy="527050"/>
          </a:xfrm>
          <a:prstGeom prst="rect">
            <a:avLst/>
          </a:prstGeom>
          <a:ln>
            <a:noFill/>
          </a:ln>
          <a:effectLst>
            <a:softEdge rad="0"/>
          </a:effectLst>
        </p:spPr>
      </p:pic>
      <p:pic>
        <p:nvPicPr>
          <p:cNvPr id="42" name="图片 41"/>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1169418" y="4185650"/>
            <a:ext cx="527050" cy="527050"/>
          </a:xfrm>
          <a:prstGeom prst="rect">
            <a:avLst/>
          </a:prstGeom>
          <a:ln>
            <a:noFill/>
          </a:ln>
          <a:effectLst>
            <a:softEdge rad="0"/>
          </a:effectLst>
        </p:spPr>
      </p:pic>
      <p:pic>
        <p:nvPicPr>
          <p:cNvPr id="43" name="图片 42"/>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1169418" y="4823363"/>
            <a:ext cx="527050" cy="527050"/>
          </a:xfrm>
          <a:prstGeom prst="rect">
            <a:avLst/>
          </a:prstGeom>
          <a:ln>
            <a:noFill/>
          </a:ln>
          <a:effectLst>
            <a:softEdge rad="0"/>
          </a:effectLst>
        </p:spPr>
      </p:pic>
      <p:pic>
        <p:nvPicPr>
          <p:cNvPr id="44" name="图片 43"/>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1169418" y="5424080"/>
            <a:ext cx="527050" cy="527050"/>
          </a:xfrm>
          <a:prstGeom prst="rect">
            <a:avLst/>
          </a:prstGeom>
          <a:ln>
            <a:noFill/>
          </a:ln>
          <a:effectLst>
            <a:softEdge rad="0"/>
          </a:effectLst>
        </p:spPr>
      </p:pic>
    </p:spTree>
  </p:cSld>
  <p:clrMapOvr>
    <a:masterClrMapping/>
  </p:clrMapOvr>
  <p:transition/>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78668"/>
            <a:ext cx="7026275" cy="523220"/>
          </a:xfrm>
          <a:prstGeom prst="rect">
            <a:avLst/>
          </a:prstGeom>
        </p:spPr>
        <p:txBody>
          <a:bodyPr wrap="square">
            <a:spAutoFit/>
          </a:bodyPr>
          <a:lstStyle/>
          <a:p>
            <a:r>
              <a:rPr lang="zh-CN" altLang="en-US" sz="2800" b="1" dirty="0">
                <a:solidFill>
                  <a:srgbClr val="FF0000"/>
                </a:solidFill>
              </a:rPr>
              <a:t>操作系统的主要功能</a:t>
            </a:r>
            <a:endParaRPr lang="zh-CN" altLang="en-US" sz="2800" b="1" dirty="0">
              <a:solidFill>
                <a:srgbClr val="FF0000"/>
              </a:solidFill>
            </a:endParaRPr>
          </a:p>
        </p:txBody>
      </p:sp>
      <p:grpSp>
        <p:nvGrpSpPr>
          <p:cNvPr id="58" name="224405" descr="本素材由iSlide™ 提供&#10;iSlide™尊重知识产权并注重保护用户享有的各项权利。郑重提醒您：&#10;iSlide™插件中提供的任何信息内容的所有权、知识产权归其原始权利人或权利受让人所有，您免费/购买获得的是信息内容的使用权，并受下述条款的约束；&#10;1. 您仅可以个人非商业用途使用该等信息内容，不可将信息内容的全部或部分用于出售，或以出租、出借、转让、分销、发布等其他任何方式供他人使用；&#10;2. 禁止在接入互联网或移动互联网的任何网站、平台、应用或程序上以任何方式为他人提供iSlide™插件资源内容的下载。&#10;The resource is supplied by iSlide™.&#10;iSlide™ respects all intellectual property rights and protects all the rights its users acquired.Solemnly remind you:&#10;The ownership and intellectual property of the resources supplied in iSlide Add-in belongs to its owner or the assignee of this ownership.you only acquired the usage of the resources supplied in iSlide Add-in, as well as respected the following restrain terms:&#10;1.You are only allowed to use such resource for personal and non-commercial aim, not allowed to use such resource or part of it for the sale; or rent, lend, transfer to others; or distribution or release it in any way.&#10;2.You are not permitted to provide the resource of iSlide Add-in in any website, platform, application access to the Internet or mobile Internet." title="iSlide™ 版权声明  COPYRIGHT NOTICE"/>
          <p:cNvGrpSpPr>
            <a:grpSpLocks noChangeAspect="1"/>
          </p:cNvGrpSpPr>
          <p:nvPr>
            <p:custDataLst>
              <p:tags r:id="rId1"/>
            </p:custDataLst>
          </p:nvPr>
        </p:nvGrpSpPr>
        <p:grpSpPr>
          <a:xfrm>
            <a:off x="554015" y="1595646"/>
            <a:ext cx="10848974" cy="3733544"/>
            <a:chOff x="665163" y="1557009"/>
            <a:chExt cx="10848974" cy="3733544"/>
          </a:xfrm>
        </p:grpSpPr>
        <p:sp>
          <p:nvSpPr>
            <p:cNvPr id="59" name="íśḷíḋé"/>
            <p:cNvSpPr/>
            <p:nvPr/>
          </p:nvSpPr>
          <p:spPr bwMode="auto">
            <a:xfrm>
              <a:off x="4801181" y="2133141"/>
              <a:ext cx="2589100" cy="2588226"/>
            </a:xfrm>
            <a:prstGeom prst="ellipse">
              <a:avLst/>
            </a:prstGeom>
            <a:blipFill>
              <a:blip r:embed="rId2"/>
              <a:stretch>
                <a:fillRect l="-25098" r="-24851"/>
              </a:stretch>
            </a:blipFill>
            <a:ln w="57150">
              <a:solidFill>
                <a:schemeClr val="bg1">
                  <a:lumMod val="95000"/>
                </a:schemeClr>
              </a:solid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p>
              <a:pPr algn="ctr"/>
              <a:endParaRPr lang="en-US" sz="2800" b="1">
                <a:solidFill>
                  <a:schemeClr val="lt1"/>
                </a:solidFill>
              </a:endParaRPr>
            </a:p>
          </p:txBody>
        </p:sp>
        <p:sp>
          <p:nvSpPr>
            <p:cNvPr id="60" name="ïSlïďè"/>
            <p:cNvSpPr/>
            <p:nvPr/>
          </p:nvSpPr>
          <p:spPr bwMode="auto">
            <a:xfrm>
              <a:off x="4955845" y="2290426"/>
              <a:ext cx="343408" cy="342533"/>
            </a:xfrm>
            <a:custGeom>
              <a:avLst/>
              <a:gdLst>
                <a:gd name="T0" fmla="*/ 777 w 863"/>
                <a:gd name="T1" fmla="*/ 460 h 861"/>
                <a:gd name="T2" fmla="*/ 505 w 863"/>
                <a:gd name="T3" fmla="*/ 427 h 861"/>
                <a:gd name="T4" fmla="*/ 75 w 863"/>
                <a:gd name="T5" fmla="*/ 0 h 861"/>
                <a:gd name="T6" fmla="*/ 0 w 863"/>
                <a:gd name="T7" fmla="*/ 75 h 861"/>
                <a:gd name="T8" fmla="*/ 430 w 863"/>
                <a:gd name="T9" fmla="*/ 503 h 861"/>
                <a:gd name="T10" fmla="*/ 463 w 863"/>
                <a:gd name="T11" fmla="*/ 774 h 861"/>
                <a:gd name="T12" fmla="*/ 777 w 863"/>
                <a:gd name="T13" fmla="*/ 774 h 861"/>
                <a:gd name="T14" fmla="*/ 777 w 863"/>
                <a:gd name="T15" fmla="*/ 460 h 86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863" h="861">
                  <a:moveTo>
                    <a:pt x="777" y="460"/>
                  </a:moveTo>
                  <a:cubicBezTo>
                    <a:pt x="703" y="386"/>
                    <a:pt x="590" y="376"/>
                    <a:pt x="505" y="427"/>
                  </a:cubicBezTo>
                  <a:cubicBezTo>
                    <a:pt x="75" y="0"/>
                    <a:pt x="75" y="0"/>
                    <a:pt x="75" y="0"/>
                  </a:cubicBezTo>
                  <a:cubicBezTo>
                    <a:pt x="0" y="75"/>
                    <a:pt x="0" y="75"/>
                    <a:pt x="0" y="75"/>
                  </a:cubicBezTo>
                  <a:cubicBezTo>
                    <a:pt x="430" y="503"/>
                    <a:pt x="430" y="503"/>
                    <a:pt x="430" y="503"/>
                  </a:cubicBezTo>
                  <a:cubicBezTo>
                    <a:pt x="378" y="588"/>
                    <a:pt x="389" y="700"/>
                    <a:pt x="463" y="774"/>
                  </a:cubicBezTo>
                  <a:cubicBezTo>
                    <a:pt x="549" y="861"/>
                    <a:pt x="690" y="861"/>
                    <a:pt x="777" y="774"/>
                  </a:cubicBezTo>
                  <a:cubicBezTo>
                    <a:pt x="863" y="687"/>
                    <a:pt x="863" y="547"/>
                    <a:pt x="777" y="460"/>
                  </a:cubicBezTo>
                  <a:close/>
                </a:path>
              </a:pathLst>
            </a:custGeom>
            <a:solidFill>
              <a:schemeClr val="accent1"/>
            </a:solidFill>
            <a:ln>
              <a:noFill/>
            </a:ln>
          </p:spPr>
          <p:txBody>
            <a:bodyPr vert="horz" wrap="square" lIns="91440" tIns="45720" rIns="91440" bIns="45720" numCol="1" anchor="t" anchorCtr="0" compatLnSpc="1">
              <a:normAutofit lnSpcReduction="10000"/>
            </a:bodyPr>
            <a:lstStyle/>
            <a:p>
              <a:endParaRPr lang="en-US"/>
            </a:p>
          </p:txBody>
        </p:sp>
        <p:sp>
          <p:nvSpPr>
            <p:cNvPr id="61" name="îśľïḓê"/>
            <p:cNvSpPr/>
            <p:nvPr/>
          </p:nvSpPr>
          <p:spPr bwMode="auto">
            <a:xfrm>
              <a:off x="4523309" y="3361717"/>
              <a:ext cx="394089" cy="176509"/>
            </a:xfrm>
            <a:custGeom>
              <a:avLst/>
              <a:gdLst>
                <a:gd name="T0" fmla="*/ 770 w 992"/>
                <a:gd name="T1" fmla="*/ 0 h 444"/>
                <a:gd name="T2" fmla="*/ 555 w 992"/>
                <a:gd name="T3" fmla="*/ 169 h 444"/>
                <a:gd name="T4" fmla="*/ 0 w 992"/>
                <a:gd name="T5" fmla="*/ 169 h 444"/>
                <a:gd name="T6" fmla="*/ 0 w 992"/>
                <a:gd name="T7" fmla="*/ 275 h 444"/>
                <a:gd name="T8" fmla="*/ 555 w 992"/>
                <a:gd name="T9" fmla="*/ 275 h 444"/>
                <a:gd name="T10" fmla="*/ 770 w 992"/>
                <a:gd name="T11" fmla="*/ 444 h 444"/>
                <a:gd name="T12" fmla="*/ 992 w 992"/>
                <a:gd name="T13" fmla="*/ 222 h 444"/>
                <a:gd name="T14" fmla="*/ 770 w 992"/>
                <a:gd name="T15" fmla="*/ 0 h 44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992" h="444">
                  <a:moveTo>
                    <a:pt x="770" y="0"/>
                  </a:moveTo>
                  <a:cubicBezTo>
                    <a:pt x="666" y="0"/>
                    <a:pt x="578" y="72"/>
                    <a:pt x="555" y="169"/>
                  </a:cubicBezTo>
                  <a:cubicBezTo>
                    <a:pt x="0" y="169"/>
                    <a:pt x="0" y="169"/>
                    <a:pt x="0" y="169"/>
                  </a:cubicBezTo>
                  <a:cubicBezTo>
                    <a:pt x="0" y="275"/>
                    <a:pt x="0" y="275"/>
                    <a:pt x="0" y="275"/>
                  </a:cubicBezTo>
                  <a:cubicBezTo>
                    <a:pt x="555" y="275"/>
                    <a:pt x="555" y="275"/>
                    <a:pt x="555" y="275"/>
                  </a:cubicBezTo>
                  <a:cubicBezTo>
                    <a:pt x="578" y="372"/>
                    <a:pt x="666" y="444"/>
                    <a:pt x="770" y="444"/>
                  </a:cubicBezTo>
                  <a:cubicBezTo>
                    <a:pt x="892" y="444"/>
                    <a:pt x="992" y="344"/>
                    <a:pt x="992" y="222"/>
                  </a:cubicBezTo>
                  <a:cubicBezTo>
                    <a:pt x="992" y="99"/>
                    <a:pt x="892" y="0"/>
                    <a:pt x="770" y="0"/>
                  </a:cubicBezTo>
                  <a:close/>
                </a:path>
              </a:pathLst>
            </a:custGeom>
            <a:solidFill>
              <a:schemeClr val="accent6"/>
            </a:solidFill>
            <a:ln>
              <a:noFill/>
            </a:ln>
          </p:spPr>
          <p:txBody>
            <a:bodyPr vert="horz" wrap="square" lIns="91440" tIns="45720" rIns="91440" bIns="45720" numCol="1" anchor="t" anchorCtr="0" compatLnSpc="1">
              <a:normAutofit fontScale="32500" lnSpcReduction="20000"/>
            </a:bodyPr>
            <a:lstStyle/>
            <a:p>
              <a:endParaRPr lang="en-US"/>
            </a:p>
          </p:txBody>
        </p:sp>
        <p:sp>
          <p:nvSpPr>
            <p:cNvPr id="62" name="ïSlíďé"/>
            <p:cNvSpPr/>
            <p:nvPr/>
          </p:nvSpPr>
          <p:spPr bwMode="auto">
            <a:xfrm>
              <a:off x="4225048" y="1557009"/>
              <a:ext cx="846430" cy="846430"/>
            </a:xfrm>
            <a:prstGeom prst="ellipse">
              <a:avLst/>
            </a:prstGeom>
            <a:solidFill>
              <a:schemeClr val="accent1"/>
            </a:solidFill>
            <a:ln>
              <a:noFill/>
            </a:ln>
          </p:spPr>
          <p:txBody>
            <a:bodyPr vert="horz" wrap="square" lIns="91440" tIns="45720" rIns="91440" bIns="45720" numCol="1" anchor="t" anchorCtr="0" compatLnSpc="1">
              <a:normAutofit/>
            </a:bodyPr>
            <a:lstStyle/>
            <a:p>
              <a:endParaRPr lang="en-US"/>
            </a:p>
          </p:txBody>
        </p:sp>
        <p:sp>
          <p:nvSpPr>
            <p:cNvPr id="63" name="îSḷîḑê"/>
            <p:cNvSpPr/>
            <p:nvPr/>
          </p:nvSpPr>
          <p:spPr bwMode="auto">
            <a:xfrm>
              <a:off x="3622073" y="2998796"/>
              <a:ext cx="847397" cy="846430"/>
            </a:xfrm>
            <a:prstGeom prst="ellipse">
              <a:avLst/>
            </a:prstGeom>
            <a:solidFill>
              <a:schemeClr val="accent6"/>
            </a:solidFill>
            <a:ln>
              <a:noFill/>
            </a:ln>
          </p:spPr>
          <p:txBody>
            <a:bodyPr vert="horz" wrap="square" lIns="91440" tIns="45720" rIns="91440" bIns="45720" numCol="1" anchor="t" anchorCtr="0" compatLnSpc="1">
              <a:normAutofit/>
            </a:bodyPr>
            <a:lstStyle/>
            <a:p>
              <a:endParaRPr lang="en-US"/>
            </a:p>
          </p:txBody>
        </p:sp>
        <p:sp>
          <p:nvSpPr>
            <p:cNvPr id="64" name="îṣlîḑê"/>
            <p:cNvSpPr/>
            <p:nvPr/>
          </p:nvSpPr>
          <p:spPr bwMode="auto">
            <a:xfrm>
              <a:off x="4945359" y="4227664"/>
              <a:ext cx="352146" cy="352146"/>
            </a:xfrm>
            <a:custGeom>
              <a:avLst/>
              <a:gdLst>
                <a:gd name="T0" fmla="*/ 797 w 884"/>
                <a:gd name="T1" fmla="*/ 87 h 886"/>
                <a:gd name="T2" fmla="*/ 483 w 884"/>
                <a:gd name="T3" fmla="*/ 87 h 886"/>
                <a:gd name="T4" fmla="*/ 450 w 884"/>
                <a:gd name="T5" fmla="*/ 358 h 886"/>
                <a:gd name="T6" fmla="*/ 0 w 884"/>
                <a:gd name="T7" fmla="*/ 811 h 886"/>
                <a:gd name="T8" fmla="*/ 75 w 884"/>
                <a:gd name="T9" fmla="*/ 886 h 886"/>
                <a:gd name="T10" fmla="*/ 525 w 884"/>
                <a:gd name="T11" fmla="*/ 434 h 886"/>
                <a:gd name="T12" fmla="*/ 797 w 884"/>
                <a:gd name="T13" fmla="*/ 401 h 886"/>
                <a:gd name="T14" fmla="*/ 797 w 884"/>
                <a:gd name="T15" fmla="*/ 87 h 88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884" h="886">
                  <a:moveTo>
                    <a:pt x="797" y="87"/>
                  </a:moveTo>
                  <a:cubicBezTo>
                    <a:pt x="710" y="0"/>
                    <a:pt x="570" y="0"/>
                    <a:pt x="483" y="87"/>
                  </a:cubicBezTo>
                  <a:cubicBezTo>
                    <a:pt x="409" y="161"/>
                    <a:pt x="399" y="273"/>
                    <a:pt x="450" y="358"/>
                  </a:cubicBezTo>
                  <a:cubicBezTo>
                    <a:pt x="0" y="811"/>
                    <a:pt x="0" y="811"/>
                    <a:pt x="0" y="811"/>
                  </a:cubicBezTo>
                  <a:cubicBezTo>
                    <a:pt x="75" y="886"/>
                    <a:pt x="75" y="886"/>
                    <a:pt x="75" y="886"/>
                  </a:cubicBezTo>
                  <a:cubicBezTo>
                    <a:pt x="525" y="434"/>
                    <a:pt x="525" y="434"/>
                    <a:pt x="525" y="434"/>
                  </a:cubicBezTo>
                  <a:cubicBezTo>
                    <a:pt x="611" y="485"/>
                    <a:pt x="723" y="475"/>
                    <a:pt x="797" y="401"/>
                  </a:cubicBezTo>
                  <a:cubicBezTo>
                    <a:pt x="884" y="314"/>
                    <a:pt x="884" y="174"/>
                    <a:pt x="797" y="87"/>
                  </a:cubicBezTo>
                  <a:close/>
                </a:path>
              </a:pathLst>
            </a:custGeom>
            <a:solidFill>
              <a:schemeClr val="accent5"/>
            </a:solidFill>
            <a:ln>
              <a:noFill/>
            </a:ln>
          </p:spPr>
          <p:txBody>
            <a:bodyPr vert="horz" wrap="square" lIns="91440" tIns="45720" rIns="91440" bIns="45720" numCol="1" anchor="t" anchorCtr="0" compatLnSpc="1">
              <a:normAutofit lnSpcReduction="10000"/>
            </a:bodyPr>
            <a:lstStyle/>
            <a:p>
              <a:endParaRPr lang="en-US"/>
            </a:p>
          </p:txBody>
        </p:sp>
        <p:sp>
          <p:nvSpPr>
            <p:cNvPr id="65" name="ï$ľîḓé"/>
            <p:cNvSpPr/>
            <p:nvPr/>
          </p:nvSpPr>
          <p:spPr bwMode="auto">
            <a:xfrm flipH="1">
              <a:off x="6892749" y="2290426"/>
              <a:ext cx="343408" cy="342533"/>
            </a:xfrm>
            <a:custGeom>
              <a:avLst/>
              <a:gdLst>
                <a:gd name="T0" fmla="*/ 777 w 863"/>
                <a:gd name="T1" fmla="*/ 460 h 861"/>
                <a:gd name="T2" fmla="*/ 505 w 863"/>
                <a:gd name="T3" fmla="*/ 427 h 861"/>
                <a:gd name="T4" fmla="*/ 75 w 863"/>
                <a:gd name="T5" fmla="*/ 0 h 861"/>
                <a:gd name="T6" fmla="*/ 0 w 863"/>
                <a:gd name="T7" fmla="*/ 75 h 861"/>
                <a:gd name="T8" fmla="*/ 430 w 863"/>
                <a:gd name="T9" fmla="*/ 503 h 861"/>
                <a:gd name="T10" fmla="*/ 463 w 863"/>
                <a:gd name="T11" fmla="*/ 774 h 861"/>
                <a:gd name="T12" fmla="*/ 777 w 863"/>
                <a:gd name="T13" fmla="*/ 774 h 861"/>
                <a:gd name="T14" fmla="*/ 777 w 863"/>
                <a:gd name="T15" fmla="*/ 460 h 86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863" h="861">
                  <a:moveTo>
                    <a:pt x="777" y="460"/>
                  </a:moveTo>
                  <a:cubicBezTo>
                    <a:pt x="703" y="386"/>
                    <a:pt x="590" y="376"/>
                    <a:pt x="505" y="427"/>
                  </a:cubicBezTo>
                  <a:cubicBezTo>
                    <a:pt x="75" y="0"/>
                    <a:pt x="75" y="0"/>
                    <a:pt x="75" y="0"/>
                  </a:cubicBezTo>
                  <a:cubicBezTo>
                    <a:pt x="0" y="75"/>
                    <a:pt x="0" y="75"/>
                    <a:pt x="0" y="75"/>
                  </a:cubicBezTo>
                  <a:cubicBezTo>
                    <a:pt x="430" y="503"/>
                    <a:pt x="430" y="503"/>
                    <a:pt x="430" y="503"/>
                  </a:cubicBezTo>
                  <a:cubicBezTo>
                    <a:pt x="378" y="588"/>
                    <a:pt x="389" y="700"/>
                    <a:pt x="463" y="774"/>
                  </a:cubicBezTo>
                  <a:cubicBezTo>
                    <a:pt x="549" y="861"/>
                    <a:pt x="690" y="861"/>
                    <a:pt x="777" y="774"/>
                  </a:cubicBezTo>
                  <a:cubicBezTo>
                    <a:pt x="863" y="687"/>
                    <a:pt x="863" y="547"/>
                    <a:pt x="777" y="460"/>
                  </a:cubicBezTo>
                  <a:close/>
                </a:path>
              </a:pathLst>
            </a:custGeom>
            <a:solidFill>
              <a:schemeClr val="accent2"/>
            </a:solidFill>
            <a:ln>
              <a:noFill/>
            </a:ln>
          </p:spPr>
          <p:txBody>
            <a:bodyPr vert="horz" wrap="square" lIns="91440" tIns="45720" rIns="91440" bIns="45720" numCol="1" anchor="t" anchorCtr="0" compatLnSpc="1">
              <a:normAutofit lnSpcReduction="10000"/>
            </a:bodyPr>
            <a:lstStyle/>
            <a:p>
              <a:endParaRPr lang="en-US"/>
            </a:p>
          </p:txBody>
        </p:sp>
        <p:sp>
          <p:nvSpPr>
            <p:cNvPr id="66" name="isḷiḋé"/>
            <p:cNvSpPr/>
            <p:nvPr/>
          </p:nvSpPr>
          <p:spPr bwMode="auto">
            <a:xfrm flipH="1">
              <a:off x="7274604" y="3361717"/>
              <a:ext cx="394089" cy="176509"/>
            </a:xfrm>
            <a:custGeom>
              <a:avLst/>
              <a:gdLst>
                <a:gd name="T0" fmla="*/ 770 w 992"/>
                <a:gd name="T1" fmla="*/ 0 h 444"/>
                <a:gd name="T2" fmla="*/ 555 w 992"/>
                <a:gd name="T3" fmla="*/ 169 h 444"/>
                <a:gd name="T4" fmla="*/ 0 w 992"/>
                <a:gd name="T5" fmla="*/ 169 h 444"/>
                <a:gd name="T6" fmla="*/ 0 w 992"/>
                <a:gd name="T7" fmla="*/ 275 h 444"/>
                <a:gd name="T8" fmla="*/ 555 w 992"/>
                <a:gd name="T9" fmla="*/ 275 h 444"/>
                <a:gd name="T10" fmla="*/ 770 w 992"/>
                <a:gd name="T11" fmla="*/ 444 h 444"/>
                <a:gd name="T12" fmla="*/ 992 w 992"/>
                <a:gd name="T13" fmla="*/ 222 h 444"/>
                <a:gd name="T14" fmla="*/ 770 w 992"/>
                <a:gd name="T15" fmla="*/ 0 h 44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992" h="444">
                  <a:moveTo>
                    <a:pt x="770" y="0"/>
                  </a:moveTo>
                  <a:cubicBezTo>
                    <a:pt x="666" y="0"/>
                    <a:pt x="578" y="72"/>
                    <a:pt x="555" y="169"/>
                  </a:cubicBezTo>
                  <a:cubicBezTo>
                    <a:pt x="0" y="169"/>
                    <a:pt x="0" y="169"/>
                    <a:pt x="0" y="169"/>
                  </a:cubicBezTo>
                  <a:cubicBezTo>
                    <a:pt x="0" y="275"/>
                    <a:pt x="0" y="275"/>
                    <a:pt x="0" y="275"/>
                  </a:cubicBezTo>
                  <a:cubicBezTo>
                    <a:pt x="555" y="275"/>
                    <a:pt x="555" y="275"/>
                    <a:pt x="555" y="275"/>
                  </a:cubicBezTo>
                  <a:cubicBezTo>
                    <a:pt x="578" y="372"/>
                    <a:pt x="666" y="444"/>
                    <a:pt x="770" y="444"/>
                  </a:cubicBezTo>
                  <a:cubicBezTo>
                    <a:pt x="892" y="444"/>
                    <a:pt x="992" y="344"/>
                    <a:pt x="992" y="222"/>
                  </a:cubicBezTo>
                  <a:cubicBezTo>
                    <a:pt x="992" y="99"/>
                    <a:pt x="892" y="0"/>
                    <a:pt x="770" y="0"/>
                  </a:cubicBezTo>
                  <a:close/>
                </a:path>
              </a:pathLst>
            </a:custGeom>
            <a:solidFill>
              <a:schemeClr val="accent3"/>
            </a:solidFill>
            <a:ln>
              <a:noFill/>
            </a:ln>
          </p:spPr>
          <p:txBody>
            <a:bodyPr vert="horz" wrap="square" lIns="91440" tIns="45720" rIns="91440" bIns="45720" numCol="1" anchor="t" anchorCtr="0" compatLnSpc="1">
              <a:normAutofit fontScale="32500" lnSpcReduction="20000"/>
            </a:bodyPr>
            <a:lstStyle/>
            <a:p>
              <a:endParaRPr lang="en-US"/>
            </a:p>
          </p:txBody>
        </p:sp>
        <p:sp>
          <p:nvSpPr>
            <p:cNvPr id="67" name="îśḻiďé"/>
            <p:cNvSpPr/>
            <p:nvPr/>
          </p:nvSpPr>
          <p:spPr bwMode="auto">
            <a:xfrm>
              <a:off x="7109163" y="1557009"/>
              <a:ext cx="846430" cy="846430"/>
            </a:xfrm>
            <a:prstGeom prst="ellipse">
              <a:avLst/>
            </a:prstGeom>
            <a:solidFill>
              <a:schemeClr val="accent2"/>
            </a:solidFill>
            <a:ln>
              <a:noFill/>
            </a:ln>
          </p:spPr>
          <p:txBody>
            <a:bodyPr vert="horz" wrap="square" lIns="91440" tIns="45720" rIns="91440" bIns="45720" numCol="1" anchor="t" anchorCtr="0" compatLnSpc="1">
              <a:normAutofit/>
            </a:bodyPr>
            <a:lstStyle/>
            <a:p>
              <a:endParaRPr lang="en-US"/>
            </a:p>
          </p:txBody>
        </p:sp>
        <p:sp>
          <p:nvSpPr>
            <p:cNvPr id="68" name="išľiďe"/>
            <p:cNvSpPr/>
            <p:nvPr/>
          </p:nvSpPr>
          <p:spPr bwMode="auto">
            <a:xfrm>
              <a:off x="7712046" y="2998796"/>
              <a:ext cx="847397" cy="846430"/>
            </a:xfrm>
            <a:prstGeom prst="ellipse">
              <a:avLst/>
            </a:prstGeom>
            <a:solidFill>
              <a:schemeClr val="accent3"/>
            </a:solidFill>
            <a:ln>
              <a:noFill/>
            </a:ln>
          </p:spPr>
          <p:txBody>
            <a:bodyPr vert="horz" wrap="square" lIns="91440" tIns="45720" rIns="91440" bIns="45720" numCol="1" anchor="t" anchorCtr="0" compatLnSpc="1">
              <a:normAutofit/>
            </a:bodyPr>
            <a:lstStyle/>
            <a:p>
              <a:endParaRPr lang="en-US"/>
            </a:p>
          </p:txBody>
        </p:sp>
        <p:sp>
          <p:nvSpPr>
            <p:cNvPr id="69" name="ïṡľíḍè"/>
            <p:cNvSpPr/>
            <p:nvPr/>
          </p:nvSpPr>
          <p:spPr bwMode="auto">
            <a:xfrm flipH="1">
              <a:off x="6894497" y="4227664"/>
              <a:ext cx="352146" cy="352146"/>
            </a:xfrm>
            <a:custGeom>
              <a:avLst/>
              <a:gdLst>
                <a:gd name="T0" fmla="*/ 797 w 884"/>
                <a:gd name="T1" fmla="*/ 87 h 886"/>
                <a:gd name="T2" fmla="*/ 483 w 884"/>
                <a:gd name="T3" fmla="*/ 87 h 886"/>
                <a:gd name="T4" fmla="*/ 450 w 884"/>
                <a:gd name="T5" fmla="*/ 358 h 886"/>
                <a:gd name="T6" fmla="*/ 0 w 884"/>
                <a:gd name="T7" fmla="*/ 811 h 886"/>
                <a:gd name="T8" fmla="*/ 75 w 884"/>
                <a:gd name="T9" fmla="*/ 886 h 886"/>
                <a:gd name="T10" fmla="*/ 525 w 884"/>
                <a:gd name="T11" fmla="*/ 434 h 886"/>
                <a:gd name="T12" fmla="*/ 797 w 884"/>
                <a:gd name="T13" fmla="*/ 401 h 886"/>
                <a:gd name="T14" fmla="*/ 797 w 884"/>
                <a:gd name="T15" fmla="*/ 87 h 88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884" h="886">
                  <a:moveTo>
                    <a:pt x="797" y="87"/>
                  </a:moveTo>
                  <a:cubicBezTo>
                    <a:pt x="710" y="0"/>
                    <a:pt x="570" y="0"/>
                    <a:pt x="483" y="87"/>
                  </a:cubicBezTo>
                  <a:cubicBezTo>
                    <a:pt x="409" y="161"/>
                    <a:pt x="399" y="273"/>
                    <a:pt x="450" y="358"/>
                  </a:cubicBezTo>
                  <a:cubicBezTo>
                    <a:pt x="0" y="811"/>
                    <a:pt x="0" y="811"/>
                    <a:pt x="0" y="811"/>
                  </a:cubicBezTo>
                  <a:cubicBezTo>
                    <a:pt x="75" y="886"/>
                    <a:pt x="75" y="886"/>
                    <a:pt x="75" y="886"/>
                  </a:cubicBezTo>
                  <a:cubicBezTo>
                    <a:pt x="525" y="434"/>
                    <a:pt x="525" y="434"/>
                    <a:pt x="525" y="434"/>
                  </a:cubicBezTo>
                  <a:cubicBezTo>
                    <a:pt x="611" y="485"/>
                    <a:pt x="723" y="475"/>
                    <a:pt x="797" y="401"/>
                  </a:cubicBezTo>
                  <a:cubicBezTo>
                    <a:pt x="884" y="314"/>
                    <a:pt x="884" y="174"/>
                    <a:pt x="797" y="87"/>
                  </a:cubicBezTo>
                  <a:close/>
                </a:path>
              </a:pathLst>
            </a:custGeom>
            <a:solidFill>
              <a:schemeClr val="accent4"/>
            </a:solidFill>
            <a:ln>
              <a:noFill/>
            </a:ln>
          </p:spPr>
          <p:txBody>
            <a:bodyPr vert="horz" wrap="square" lIns="91440" tIns="45720" rIns="91440" bIns="45720" numCol="1" anchor="t" anchorCtr="0" compatLnSpc="1">
              <a:normAutofit lnSpcReduction="10000"/>
            </a:bodyPr>
            <a:lstStyle/>
            <a:p>
              <a:endParaRPr lang="en-US"/>
            </a:p>
          </p:txBody>
        </p:sp>
        <p:sp>
          <p:nvSpPr>
            <p:cNvPr id="70" name="isḷídé"/>
            <p:cNvSpPr/>
            <p:nvPr/>
          </p:nvSpPr>
          <p:spPr bwMode="auto">
            <a:xfrm>
              <a:off x="4220680" y="4443157"/>
              <a:ext cx="846430" cy="847396"/>
            </a:xfrm>
            <a:prstGeom prst="ellipse">
              <a:avLst/>
            </a:prstGeom>
            <a:solidFill>
              <a:schemeClr val="accent5"/>
            </a:solidFill>
            <a:ln>
              <a:noFill/>
            </a:ln>
          </p:spPr>
          <p:txBody>
            <a:bodyPr vert="horz" wrap="square" lIns="91440" tIns="45720" rIns="91440" bIns="45720" numCol="1" anchor="t" anchorCtr="0" compatLnSpc="1">
              <a:normAutofit/>
            </a:bodyPr>
            <a:lstStyle/>
            <a:p>
              <a:endParaRPr lang="en-US"/>
            </a:p>
          </p:txBody>
        </p:sp>
        <p:sp>
          <p:nvSpPr>
            <p:cNvPr id="71" name="íśľîḋé"/>
            <p:cNvSpPr/>
            <p:nvPr/>
          </p:nvSpPr>
          <p:spPr bwMode="auto">
            <a:xfrm>
              <a:off x="7115280" y="4443157"/>
              <a:ext cx="846430" cy="847396"/>
            </a:xfrm>
            <a:prstGeom prst="ellipse">
              <a:avLst/>
            </a:prstGeom>
            <a:solidFill>
              <a:schemeClr val="accent4"/>
            </a:solidFill>
            <a:ln>
              <a:noFill/>
            </a:ln>
          </p:spPr>
          <p:txBody>
            <a:bodyPr vert="horz" wrap="square" lIns="91440" tIns="45720" rIns="91440" bIns="45720" numCol="1" anchor="t" anchorCtr="0" compatLnSpc="1">
              <a:normAutofit/>
            </a:bodyPr>
            <a:lstStyle/>
            <a:p>
              <a:endParaRPr lang="en-US"/>
            </a:p>
          </p:txBody>
        </p:sp>
        <p:sp>
          <p:nvSpPr>
            <p:cNvPr id="72" name="ïṡḷidè"/>
            <p:cNvSpPr/>
            <p:nvPr/>
          </p:nvSpPr>
          <p:spPr bwMode="auto">
            <a:xfrm>
              <a:off x="7963389" y="3249916"/>
              <a:ext cx="344710" cy="344189"/>
            </a:xfrm>
            <a:custGeom>
              <a:avLst/>
              <a:gdLst>
                <a:gd name="connsiteX0" fmla="*/ 106370 w 607639"/>
                <a:gd name="connsiteY0" fmla="*/ 436610 h 606722"/>
                <a:gd name="connsiteX1" fmla="*/ 61329 w 607639"/>
                <a:gd name="connsiteY1" fmla="*/ 480515 h 606722"/>
                <a:gd name="connsiteX2" fmla="*/ 126397 w 607639"/>
                <a:gd name="connsiteY2" fmla="*/ 545485 h 606722"/>
                <a:gd name="connsiteX3" fmla="*/ 170369 w 607639"/>
                <a:gd name="connsiteY3" fmla="*/ 500513 h 606722"/>
                <a:gd name="connsiteX4" fmla="*/ 455714 w 607639"/>
                <a:gd name="connsiteY4" fmla="*/ 404481 h 606722"/>
                <a:gd name="connsiteX5" fmla="*/ 531614 w 607639"/>
                <a:gd name="connsiteY5" fmla="*/ 404481 h 606722"/>
                <a:gd name="connsiteX6" fmla="*/ 531703 w 607639"/>
                <a:gd name="connsiteY6" fmla="*/ 404481 h 606722"/>
                <a:gd name="connsiteX7" fmla="*/ 531792 w 607639"/>
                <a:gd name="connsiteY7" fmla="*/ 404481 h 606722"/>
                <a:gd name="connsiteX8" fmla="*/ 548075 w 607639"/>
                <a:gd name="connsiteY8" fmla="*/ 410525 h 606722"/>
                <a:gd name="connsiteX9" fmla="*/ 551456 w 607639"/>
                <a:gd name="connsiteY9" fmla="*/ 413991 h 606722"/>
                <a:gd name="connsiteX10" fmla="*/ 556973 w 607639"/>
                <a:gd name="connsiteY10" fmla="*/ 429012 h 606722"/>
                <a:gd name="connsiteX11" fmla="*/ 556973 w 607639"/>
                <a:gd name="connsiteY11" fmla="*/ 429811 h 606722"/>
                <a:gd name="connsiteX12" fmla="*/ 556973 w 607639"/>
                <a:gd name="connsiteY12" fmla="*/ 505625 h 606722"/>
                <a:gd name="connsiteX13" fmla="*/ 531614 w 607639"/>
                <a:gd name="connsiteY13" fmla="*/ 530867 h 606722"/>
                <a:gd name="connsiteX14" fmla="*/ 506343 w 607639"/>
                <a:gd name="connsiteY14" fmla="*/ 505625 h 606722"/>
                <a:gd name="connsiteX15" fmla="*/ 476001 w 607639"/>
                <a:gd name="connsiteY15" fmla="*/ 546065 h 606722"/>
                <a:gd name="connsiteX16" fmla="*/ 455714 w 607639"/>
                <a:gd name="connsiteY16" fmla="*/ 556197 h 606722"/>
                <a:gd name="connsiteX17" fmla="*/ 440498 w 607639"/>
                <a:gd name="connsiteY17" fmla="*/ 551131 h 606722"/>
                <a:gd name="connsiteX18" fmla="*/ 435515 w 607639"/>
                <a:gd name="connsiteY18" fmla="*/ 515757 h 606722"/>
                <a:gd name="connsiteX19" fmla="*/ 481073 w 607639"/>
                <a:gd name="connsiteY19" fmla="*/ 455053 h 606722"/>
                <a:gd name="connsiteX20" fmla="*/ 455714 w 607639"/>
                <a:gd name="connsiteY20" fmla="*/ 455053 h 606722"/>
                <a:gd name="connsiteX21" fmla="*/ 430443 w 607639"/>
                <a:gd name="connsiteY21" fmla="*/ 429811 h 606722"/>
                <a:gd name="connsiteX22" fmla="*/ 455714 w 607639"/>
                <a:gd name="connsiteY22" fmla="*/ 404481 h 606722"/>
                <a:gd name="connsiteX23" fmla="*/ 157786 w 607639"/>
                <a:gd name="connsiteY23" fmla="*/ 282117 h 606722"/>
                <a:gd name="connsiteX24" fmla="*/ 175710 w 607639"/>
                <a:gd name="connsiteY24" fmla="*/ 289516 h 606722"/>
                <a:gd name="connsiteX25" fmla="*/ 317685 w 607639"/>
                <a:gd name="connsiteY25" fmla="*/ 431277 h 606722"/>
                <a:gd name="connsiteX26" fmla="*/ 317685 w 607639"/>
                <a:gd name="connsiteY26" fmla="*/ 467006 h 606722"/>
                <a:gd name="connsiteX27" fmla="*/ 245229 w 607639"/>
                <a:gd name="connsiteY27" fmla="*/ 539441 h 606722"/>
                <a:gd name="connsiteX28" fmla="*/ 227248 w 607639"/>
                <a:gd name="connsiteY28" fmla="*/ 546818 h 606722"/>
                <a:gd name="connsiteX29" fmla="*/ 209357 w 607639"/>
                <a:gd name="connsiteY29" fmla="*/ 539441 h 606722"/>
                <a:gd name="connsiteX30" fmla="*/ 206241 w 607639"/>
                <a:gd name="connsiteY30" fmla="*/ 536242 h 606722"/>
                <a:gd name="connsiteX31" fmla="*/ 144734 w 607639"/>
                <a:gd name="connsiteY31" fmla="*/ 599079 h 606722"/>
                <a:gd name="connsiteX32" fmla="*/ 126753 w 607639"/>
                <a:gd name="connsiteY32" fmla="*/ 606722 h 606722"/>
                <a:gd name="connsiteX33" fmla="*/ 126575 w 607639"/>
                <a:gd name="connsiteY33" fmla="*/ 606722 h 606722"/>
                <a:gd name="connsiteX34" fmla="*/ 108684 w 607639"/>
                <a:gd name="connsiteY34" fmla="*/ 599256 h 606722"/>
                <a:gd name="connsiteX35" fmla="*/ 7388 w 607639"/>
                <a:gd name="connsiteY35" fmla="*/ 498113 h 606722"/>
                <a:gd name="connsiteX36" fmla="*/ 0 w 607639"/>
                <a:gd name="connsiteY36" fmla="*/ 480160 h 606722"/>
                <a:gd name="connsiteX37" fmla="*/ 7655 w 607639"/>
                <a:gd name="connsiteY37" fmla="*/ 462206 h 606722"/>
                <a:gd name="connsiteX38" fmla="*/ 70587 w 607639"/>
                <a:gd name="connsiteY38" fmla="*/ 400792 h 606722"/>
                <a:gd name="connsiteX39" fmla="*/ 67382 w 607639"/>
                <a:gd name="connsiteY39" fmla="*/ 397681 h 606722"/>
                <a:gd name="connsiteX40" fmla="*/ 59994 w 607639"/>
                <a:gd name="connsiteY40" fmla="*/ 379728 h 606722"/>
                <a:gd name="connsiteX41" fmla="*/ 67382 w 607639"/>
                <a:gd name="connsiteY41" fmla="*/ 361863 h 606722"/>
                <a:gd name="connsiteX42" fmla="*/ 139927 w 607639"/>
                <a:gd name="connsiteY42" fmla="*/ 289516 h 606722"/>
                <a:gd name="connsiteX43" fmla="*/ 157786 w 607639"/>
                <a:gd name="connsiteY43" fmla="*/ 282117 h 606722"/>
                <a:gd name="connsiteX44" fmla="*/ 363724 w 607639"/>
                <a:gd name="connsiteY44" fmla="*/ 101159 h 606722"/>
                <a:gd name="connsiteX45" fmla="*/ 353254 w 607639"/>
                <a:gd name="connsiteY45" fmla="*/ 105492 h 606722"/>
                <a:gd name="connsiteX46" fmla="*/ 320945 w 607639"/>
                <a:gd name="connsiteY46" fmla="*/ 137752 h 606722"/>
                <a:gd name="connsiteX47" fmla="*/ 323793 w 607639"/>
                <a:gd name="connsiteY47" fmla="*/ 139974 h 606722"/>
                <a:gd name="connsiteX48" fmla="*/ 335898 w 607639"/>
                <a:gd name="connsiteY48" fmla="*/ 148417 h 606722"/>
                <a:gd name="connsiteX49" fmla="*/ 341149 w 607639"/>
                <a:gd name="connsiteY49" fmla="*/ 151794 h 606722"/>
                <a:gd name="connsiteX50" fmla="*/ 359930 w 607639"/>
                <a:gd name="connsiteY50" fmla="*/ 162459 h 606722"/>
                <a:gd name="connsiteX51" fmla="*/ 408439 w 607639"/>
                <a:gd name="connsiteY51" fmla="*/ 198897 h 606722"/>
                <a:gd name="connsiteX52" fmla="*/ 444933 w 607639"/>
                <a:gd name="connsiteY52" fmla="*/ 247243 h 606722"/>
                <a:gd name="connsiteX53" fmla="*/ 455614 w 607639"/>
                <a:gd name="connsiteY53" fmla="*/ 266084 h 606722"/>
                <a:gd name="connsiteX54" fmla="*/ 458907 w 607639"/>
                <a:gd name="connsiteY54" fmla="*/ 271239 h 606722"/>
                <a:gd name="connsiteX55" fmla="*/ 467452 w 607639"/>
                <a:gd name="connsiteY55" fmla="*/ 283326 h 606722"/>
                <a:gd name="connsiteX56" fmla="*/ 469677 w 607639"/>
                <a:gd name="connsiteY56" fmla="*/ 286258 h 606722"/>
                <a:gd name="connsiteX57" fmla="*/ 501987 w 607639"/>
                <a:gd name="connsiteY57" fmla="*/ 253998 h 606722"/>
                <a:gd name="connsiteX58" fmla="*/ 501987 w 607639"/>
                <a:gd name="connsiteY58" fmla="*/ 233024 h 606722"/>
                <a:gd name="connsiteX59" fmla="*/ 374260 w 607639"/>
                <a:gd name="connsiteY59" fmla="*/ 105492 h 606722"/>
                <a:gd name="connsiteX60" fmla="*/ 363724 w 607639"/>
                <a:gd name="connsiteY60" fmla="*/ 101159 h 606722"/>
                <a:gd name="connsiteX61" fmla="*/ 177209 w 607639"/>
                <a:gd name="connsiteY61" fmla="*/ 50521 h 606722"/>
                <a:gd name="connsiteX62" fmla="*/ 195096 w 607639"/>
                <a:gd name="connsiteY62" fmla="*/ 57919 h 606722"/>
                <a:gd name="connsiteX63" fmla="*/ 195096 w 607639"/>
                <a:gd name="connsiteY63" fmla="*/ 93644 h 606722"/>
                <a:gd name="connsiteX64" fmla="*/ 137075 w 607639"/>
                <a:gd name="connsiteY64" fmla="*/ 151675 h 606722"/>
                <a:gd name="connsiteX65" fmla="*/ 151936 w 607639"/>
                <a:gd name="connsiteY65" fmla="*/ 151675 h 606722"/>
                <a:gd name="connsiteX66" fmla="*/ 177209 w 607639"/>
                <a:gd name="connsiteY66" fmla="*/ 176914 h 606722"/>
                <a:gd name="connsiteX67" fmla="*/ 151936 w 607639"/>
                <a:gd name="connsiteY67" fmla="*/ 202241 h 606722"/>
                <a:gd name="connsiteX68" fmla="*/ 75939 w 607639"/>
                <a:gd name="connsiteY68" fmla="*/ 202241 h 606722"/>
                <a:gd name="connsiteX69" fmla="*/ 59387 w 607639"/>
                <a:gd name="connsiteY69" fmla="*/ 196020 h 606722"/>
                <a:gd name="connsiteX70" fmla="*/ 55916 w 607639"/>
                <a:gd name="connsiteY70" fmla="*/ 192288 h 606722"/>
                <a:gd name="connsiteX71" fmla="*/ 50755 w 607639"/>
                <a:gd name="connsiteY71" fmla="*/ 178691 h 606722"/>
                <a:gd name="connsiteX72" fmla="*/ 50666 w 607639"/>
                <a:gd name="connsiteY72" fmla="*/ 176736 h 606722"/>
                <a:gd name="connsiteX73" fmla="*/ 50666 w 607639"/>
                <a:gd name="connsiteY73" fmla="*/ 101109 h 606722"/>
                <a:gd name="connsiteX74" fmla="*/ 75939 w 607639"/>
                <a:gd name="connsiteY74" fmla="*/ 75782 h 606722"/>
                <a:gd name="connsiteX75" fmla="*/ 101301 w 607639"/>
                <a:gd name="connsiteY75" fmla="*/ 101109 h 606722"/>
                <a:gd name="connsiteX76" fmla="*/ 101301 w 607639"/>
                <a:gd name="connsiteY76" fmla="*/ 115861 h 606722"/>
                <a:gd name="connsiteX77" fmla="*/ 159322 w 607639"/>
                <a:gd name="connsiteY77" fmla="*/ 57919 h 606722"/>
                <a:gd name="connsiteX78" fmla="*/ 177209 w 607639"/>
                <a:gd name="connsiteY78" fmla="*/ 50521 h 606722"/>
                <a:gd name="connsiteX79" fmla="*/ 480892 w 607639"/>
                <a:gd name="connsiteY79" fmla="*/ 0 h 606722"/>
                <a:gd name="connsiteX80" fmla="*/ 498960 w 607639"/>
                <a:gd name="connsiteY80" fmla="*/ 7376 h 606722"/>
                <a:gd name="connsiteX81" fmla="*/ 600162 w 607639"/>
                <a:gd name="connsiteY81" fmla="*/ 108513 h 606722"/>
                <a:gd name="connsiteX82" fmla="*/ 607639 w 607639"/>
                <a:gd name="connsiteY82" fmla="*/ 126554 h 606722"/>
                <a:gd name="connsiteX83" fmla="*/ 599984 w 607639"/>
                <a:gd name="connsiteY83" fmla="*/ 144507 h 606722"/>
                <a:gd name="connsiteX84" fmla="*/ 541417 w 607639"/>
                <a:gd name="connsiteY84" fmla="*/ 201741 h 606722"/>
                <a:gd name="connsiteX85" fmla="*/ 537768 w 607639"/>
                <a:gd name="connsiteY85" fmla="*/ 289724 h 606722"/>
                <a:gd name="connsiteX86" fmla="*/ 486499 w 607639"/>
                <a:gd name="connsiteY86" fmla="*/ 340915 h 606722"/>
                <a:gd name="connsiteX87" fmla="*/ 484719 w 607639"/>
                <a:gd name="connsiteY87" fmla="*/ 342159 h 606722"/>
                <a:gd name="connsiteX88" fmla="*/ 480002 w 607639"/>
                <a:gd name="connsiteY88" fmla="*/ 345270 h 606722"/>
                <a:gd name="connsiteX89" fmla="*/ 476530 w 607639"/>
                <a:gd name="connsiteY89" fmla="*/ 346869 h 606722"/>
                <a:gd name="connsiteX90" fmla="*/ 471190 w 607639"/>
                <a:gd name="connsiteY90" fmla="*/ 347847 h 606722"/>
                <a:gd name="connsiteX91" fmla="*/ 468609 w 607639"/>
                <a:gd name="connsiteY91" fmla="*/ 348380 h 606722"/>
                <a:gd name="connsiteX92" fmla="*/ 467452 w 607639"/>
                <a:gd name="connsiteY92" fmla="*/ 348114 h 606722"/>
                <a:gd name="connsiteX93" fmla="*/ 462111 w 607639"/>
                <a:gd name="connsiteY93" fmla="*/ 347047 h 606722"/>
                <a:gd name="connsiteX94" fmla="*/ 458373 w 607639"/>
                <a:gd name="connsiteY94" fmla="*/ 345981 h 606722"/>
                <a:gd name="connsiteX95" fmla="*/ 457305 w 607639"/>
                <a:gd name="connsiteY95" fmla="*/ 345714 h 606722"/>
                <a:gd name="connsiteX96" fmla="*/ 428911 w 607639"/>
                <a:gd name="connsiteY96" fmla="*/ 331494 h 606722"/>
                <a:gd name="connsiteX97" fmla="*/ 407282 w 607639"/>
                <a:gd name="connsiteY97" fmla="*/ 335049 h 606722"/>
                <a:gd name="connsiteX98" fmla="*/ 376308 w 607639"/>
                <a:gd name="connsiteY98" fmla="*/ 365888 h 606722"/>
                <a:gd name="connsiteX99" fmla="*/ 344265 w 607639"/>
                <a:gd name="connsiteY99" fmla="*/ 379219 h 606722"/>
                <a:gd name="connsiteX100" fmla="*/ 312133 w 607639"/>
                <a:gd name="connsiteY100" fmla="*/ 365888 h 606722"/>
                <a:gd name="connsiteX101" fmla="*/ 241194 w 607639"/>
                <a:gd name="connsiteY101" fmla="*/ 295057 h 606722"/>
                <a:gd name="connsiteX102" fmla="*/ 241194 w 607639"/>
                <a:gd name="connsiteY102" fmla="*/ 230891 h 606722"/>
                <a:gd name="connsiteX103" fmla="*/ 272079 w 607639"/>
                <a:gd name="connsiteY103" fmla="*/ 200052 h 606722"/>
                <a:gd name="connsiteX104" fmla="*/ 275551 w 607639"/>
                <a:gd name="connsiteY104" fmla="*/ 178456 h 606722"/>
                <a:gd name="connsiteX105" fmla="*/ 261398 w 607639"/>
                <a:gd name="connsiteY105" fmla="*/ 150106 h 606722"/>
                <a:gd name="connsiteX106" fmla="*/ 261131 w 607639"/>
                <a:gd name="connsiteY106" fmla="*/ 149039 h 606722"/>
                <a:gd name="connsiteX107" fmla="*/ 260063 w 607639"/>
                <a:gd name="connsiteY107" fmla="*/ 145307 h 606722"/>
                <a:gd name="connsiteX108" fmla="*/ 258995 w 607639"/>
                <a:gd name="connsiteY108" fmla="*/ 139974 h 606722"/>
                <a:gd name="connsiteX109" fmla="*/ 259262 w 607639"/>
                <a:gd name="connsiteY109" fmla="*/ 136242 h 606722"/>
                <a:gd name="connsiteX110" fmla="*/ 260241 w 607639"/>
                <a:gd name="connsiteY110" fmla="*/ 130909 h 606722"/>
                <a:gd name="connsiteX111" fmla="*/ 261754 w 607639"/>
                <a:gd name="connsiteY111" fmla="*/ 127443 h 606722"/>
                <a:gd name="connsiteX112" fmla="*/ 264959 w 607639"/>
                <a:gd name="connsiteY112" fmla="*/ 122733 h 606722"/>
                <a:gd name="connsiteX113" fmla="*/ 266116 w 607639"/>
                <a:gd name="connsiteY113" fmla="*/ 120955 h 606722"/>
                <a:gd name="connsiteX114" fmla="*/ 317384 w 607639"/>
                <a:gd name="connsiteY114" fmla="*/ 69676 h 606722"/>
                <a:gd name="connsiteX115" fmla="*/ 405591 w 607639"/>
                <a:gd name="connsiteY115" fmla="*/ 66121 h 606722"/>
                <a:gd name="connsiteX116" fmla="*/ 462912 w 607639"/>
                <a:gd name="connsiteY116" fmla="*/ 7554 h 606722"/>
                <a:gd name="connsiteX117" fmla="*/ 480892 w 607639"/>
                <a:gd name="connsiteY117" fmla="*/ 0 h 6067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Lst>
              <a:rect l="l" t="t" r="r" b="b"/>
              <a:pathLst>
                <a:path w="607639" h="606722">
                  <a:moveTo>
                    <a:pt x="106370" y="436610"/>
                  </a:moveTo>
                  <a:lnTo>
                    <a:pt x="61329" y="480515"/>
                  </a:lnTo>
                  <a:lnTo>
                    <a:pt x="126397" y="545485"/>
                  </a:lnTo>
                  <a:lnTo>
                    <a:pt x="170369" y="500513"/>
                  </a:lnTo>
                  <a:close/>
                  <a:moveTo>
                    <a:pt x="455714" y="404481"/>
                  </a:moveTo>
                  <a:lnTo>
                    <a:pt x="531614" y="404481"/>
                  </a:lnTo>
                  <a:lnTo>
                    <a:pt x="531703" y="404481"/>
                  </a:lnTo>
                  <a:lnTo>
                    <a:pt x="531792" y="404481"/>
                  </a:lnTo>
                  <a:cubicBezTo>
                    <a:pt x="538020" y="404481"/>
                    <a:pt x="543715" y="406792"/>
                    <a:pt x="548075" y="410525"/>
                  </a:cubicBezTo>
                  <a:cubicBezTo>
                    <a:pt x="549321" y="411591"/>
                    <a:pt x="550388" y="412747"/>
                    <a:pt x="551456" y="413991"/>
                  </a:cubicBezTo>
                  <a:cubicBezTo>
                    <a:pt x="554748" y="418079"/>
                    <a:pt x="556795" y="423323"/>
                    <a:pt x="556973" y="429012"/>
                  </a:cubicBezTo>
                  <a:cubicBezTo>
                    <a:pt x="556973" y="429278"/>
                    <a:pt x="556973" y="429545"/>
                    <a:pt x="556973" y="429811"/>
                  </a:cubicBezTo>
                  <a:lnTo>
                    <a:pt x="556973" y="505625"/>
                  </a:lnTo>
                  <a:cubicBezTo>
                    <a:pt x="556973" y="519579"/>
                    <a:pt x="545673" y="530867"/>
                    <a:pt x="531614" y="530867"/>
                  </a:cubicBezTo>
                  <a:cubicBezTo>
                    <a:pt x="517644" y="530867"/>
                    <a:pt x="506343" y="519579"/>
                    <a:pt x="506343" y="505625"/>
                  </a:cubicBezTo>
                  <a:lnTo>
                    <a:pt x="476001" y="546065"/>
                  </a:lnTo>
                  <a:cubicBezTo>
                    <a:pt x="471018" y="552731"/>
                    <a:pt x="463366" y="556197"/>
                    <a:pt x="455714" y="556197"/>
                  </a:cubicBezTo>
                  <a:cubicBezTo>
                    <a:pt x="450375" y="556197"/>
                    <a:pt x="445125" y="554508"/>
                    <a:pt x="440498" y="551131"/>
                  </a:cubicBezTo>
                  <a:cubicBezTo>
                    <a:pt x="429375" y="542776"/>
                    <a:pt x="427062" y="526867"/>
                    <a:pt x="435515" y="515757"/>
                  </a:cubicBezTo>
                  <a:lnTo>
                    <a:pt x="481073" y="455053"/>
                  </a:lnTo>
                  <a:lnTo>
                    <a:pt x="455714" y="455053"/>
                  </a:lnTo>
                  <a:cubicBezTo>
                    <a:pt x="441744" y="455053"/>
                    <a:pt x="430443" y="443765"/>
                    <a:pt x="430443" y="429811"/>
                  </a:cubicBezTo>
                  <a:cubicBezTo>
                    <a:pt x="430443" y="415857"/>
                    <a:pt x="441744" y="404481"/>
                    <a:pt x="455714" y="404481"/>
                  </a:cubicBezTo>
                  <a:close/>
                  <a:moveTo>
                    <a:pt x="157786" y="282117"/>
                  </a:moveTo>
                  <a:cubicBezTo>
                    <a:pt x="164272" y="282117"/>
                    <a:pt x="170770" y="284584"/>
                    <a:pt x="175710" y="289516"/>
                  </a:cubicBezTo>
                  <a:lnTo>
                    <a:pt x="317685" y="431277"/>
                  </a:lnTo>
                  <a:cubicBezTo>
                    <a:pt x="327565" y="441142"/>
                    <a:pt x="327565" y="457140"/>
                    <a:pt x="317685" y="467006"/>
                  </a:cubicBezTo>
                  <a:lnTo>
                    <a:pt x="245229" y="539441"/>
                  </a:lnTo>
                  <a:cubicBezTo>
                    <a:pt x="240422" y="544152"/>
                    <a:pt x="234013" y="546818"/>
                    <a:pt x="227248" y="546818"/>
                  </a:cubicBezTo>
                  <a:cubicBezTo>
                    <a:pt x="220572" y="546818"/>
                    <a:pt x="214163" y="544152"/>
                    <a:pt x="209357" y="539441"/>
                  </a:cubicBezTo>
                  <a:lnTo>
                    <a:pt x="206241" y="536242"/>
                  </a:lnTo>
                  <a:lnTo>
                    <a:pt x="144734" y="599079"/>
                  </a:lnTo>
                  <a:cubicBezTo>
                    <a:pt x="140016" y="603967"/>
                    <a:pt x="133518" y="606633"/>
                    <a:pt x="126753" y="606722"/>
                  </a:cubicBezTo>
                  <a:lnTo>
                    <a:pt x="126575" y="606722"/>
                  </a:lnTo>
                  <a:cubicBezTo>
                    <a:pt x="119899" y="606722"/>
                    <a:pt x="113491" y="604056"/>
                    <a:pt x="108684" y="599256"/>
                  </a:cubicBezTo>
                  <a:lnTo>
                    <a:pt x="7388" y="498113"/>
                  </a:lnTo>
                  <a:cubicBezTo>
                    <a:pt x="2670" y="493403"/>
                    <a:pt x="0" y="486914"/>
                    <a:pt x="0" y="480160"/>
                  </a:cubicBezTo>
                  <a:cubicBezTo>
                    <a:pt x="89" y="473405"/>
                    <a:pt x="2759" y="466917"/>
                    <a:pt x="7655" y="462206"/>
                  </a:cubicBezTo>
                  <a:lnTo>
                    <a:pt x="70587" y="400792"/>
                  </a:lnTo>
                  <a:lnTo>
                    <a:pt x="67382" y="397681"/>
                  </a:lnTo>
                  <a:cubicBezTo>
                    <a:pt x="62665" y="392882"/>
                    <a:pt x="59994" y="386482"/>
                    <a:pt x="59994" y="379728"/>
                  </a:cubicBezTo>
                  <a:cubicBezTo>
                    <a:pt x="59994" y="373062"/>
                    <a:pt x="62665" y="366663"/>
                    <a:pt x="67382" y="361863"/>
                  </a:cubicBezTo>
                  <a:lnTo>
                    <a:pt x="139927" y="289516"/>
                  </a:lnTo>
                  <a:cubicBezTo>
                    <a:pt x="144823" y="284584"/>
                    <a:pt x="151299" y="282117"/>
                    <a:pt x="157786" y="282117"/>
                  </a:cubicBezTo>
                  <a:close/>
                  <a:moveTo>
                    <a:pt x="363724" y="101159"/>
                  </a:moveTo>
                  <a:cubicBezTo>
                    <a:pt x="359930" y="101159"/>
                    <a:pt x="356147" y="102604"/>
                    <a:pt x="353254" y="105492"/>
                  </a:cubicBezTo>
                  <a:lnTo>
                    <a:pt x="320945" y="137752"/>
                  </a:lnTo>
                  <a:cubicBezTo>
                    <a:pt x="321835" y="138463"/>
                    <a:pt x="322814" y="139174"/>
                    <a:pt x="323793" y="139974"/>
                  </a:cubicBezTo>
                  <a:cubicBezTo>
                    <a:pt x="327709" y="142818"/>
                    <a:pt x="331715" y="145662"/>
                    <a:pt x="335898" y="148417"/>
                  </a:cubicBezTo>
                  <a:cubicBezTo>
                    <a:pt x="337678" y="149572"/>
                    <a:pt x="339369" y="150728"/>
                    <a:pt x="341149" y="151794"/>
                  </a:cubicBezTo>
                  <a:cubicBezTo>
                    <a:pt x="347113" y="155527"/>
                    <a:pt x="353254" y="159082"/>
                    <a:pt x="359930" y="162459"/>
                  </a:cubicBezTo>
                  <a:cubicBezTo>
                    <a:pt x="376040" y="170724"/>
                    <a:pt x="392863" y="183344"/>
                    <a:pt x="408439" y="198897"/>
                  </a:cubicBezTo>
                  <a:cubicBezTo>
                    <a:pt x="424016" y="214449"/>
                    <a:pt x="436655" y="231246"/>
                    <a:pt x="444933" y="247243"/>
                  </a:cubicBezTo>
                  <a:cubicBezTo>
                    <a:pt x="448315" y="253998"/>
                    <a:pt x="451875" y="260130"/>
                    <a:pt x="455614" y="266084"/>
                  </a:cubicBezTo>
                  <a:cubicBezTo>
                    <a:pt x="456682" y="267862"/>
                    <a:pt x="457839" y="269550"/>
                    <a:pt x="458907" y="271239"/>
                  </a:cubicBezTo>
                  <a:cubicBezTo>
                    <a:pt x="461666" y="275416"/>
                    <a:pt x="464514" y="279504"/>
                    <a:pt x="467452" y="283326"/>
                  </a:cubicBezTo>
                  <a:cubicBezTo>
                    <a:pt x="468164" y="284303"/>
                    <a:pt x="468876" y="285281"/>
                    <a:pt x="469677" y="286258"/>
                  </a:cubicBezTo>
                  <a:lnTo>
                    <a:pt x="501987" y="253998"/>
                  </a:lnTo>
                  <a:cubicBezTo>
                    <a:pt x="507772" y="248221"/>
                    <a:pt x="507772" y="238800"/>
                    <a:pt x="501987" y="233024"/>
                  </a:cubicBezTo>
                  <a:lnTo>
                    <a:pt x="374260" y="105492"/>
                  </a:lnTo>
                  <a:cubicBezTo>
                    <a:pt x="371323" y="102604"/>
                    <a:pt x="367518" y="101159"/>
                    <a:pt x="363724" y="101159"/>
                  </a:cubicBezTo>
                  <a:close/>
                  <a:moveTo>
                    <a:pt x="177209" y="50521"/>
                  </a:moveTo>
                  <a:cubicBezTo>
                    <a:pt x="183683" y="50521"/>
                    <a:pt x="190157" y="52987"/>
                    <a:pt x="195096" y="57919"/>
                  </a:cubicBezTo>
                  <a:cubicBezTo>
                    <a:pt x="205063" y="67784"/>
                    <a:pt x="205063" y="83869"/>
                    <a:pt x="195096" y="93644"/>
                  </a:cubicBezTo>
                  <a:lnTo>
                    <a:pt x="137075" y="151675"/>
                  </a:lnTo>
                  <a:lnTo>
                    <a:pt x="151936" y="151675"/>
                  </a:lnTo>
                  <a:cubicBezTo>
                    <a:pt x="165908" y="151675"/>
                    <a:pt x="177209" y="162961"/>
                    <a:pt x="177209" y="176914"/>
                  </a:cubicBezTo>
                  <a:cubicBezTo>
                    <a:pt x="177209" y="190866"/>
                    <a:pt x="165908" y="202241"/>
                    <a:pt x="151936" y="202241"/>
                  </a:cubicBezTo>
                  <a:lnTo>
                    <a:pt x="75939" y="202241"/>
                  </a:lnTo>
                  <a:cubicBezTo>
                    <a:pt x="69621" y="202241"/>
                    <a:pt x="63836" y="199842"/>
                    <a:pt x="59387" y="196020"/>
                  </a:cubicBezTo>
                  <a:cubicBezTo>
                    <a:pt x="58141" y="194954"/>
                    <a:pt x="56984" y="193710"/>
                    <a:pt x="55916" y="192288"/>
                  </a:cubicBezTo>
                  <a:cubicBezTo>
                    <a:pt x="52980" y="188466"/>
                    <a:pt x="51111" y="183845"/>
                    <a:pt x="50755" y="178691"/>
                  </a:cubicBezTo>
                  <a:cubicBezTo>
                    <a:pt x="50666" y="178069"/>
                    <a:pt x="50666" y="177447"/>
                    <a:pt x="50666" y="176736"/>
                  </a:cubicBezTo>
                  <a:lnTo>
                    <a:pt x="50666" y="101109"/>
                  </a:lnTo>
                  <a:cubicBezTo>
                    <a:pt x="50666" y="87157"/>
                    <a:pt x="61968" y="75782"/>
                    <a:pt x="75939" y="75782"/>
                  </a:cubicBezTo>
                  <a:cubicBezTo>
                    <a:pt x="89910" y="75782"/>
                    <a:pt x="101301" y="87157"/>
                    <a:pt x="101301" y="101109"/>
                  </a:cubicBezTo>
                  <a:lnTo>
                    <a:pt x="101301" y="115861"/>
                  </a:lnTo>
                  <a:lnTo>
                    <a:pt x="159322" y="57919"/>
                  </a:lnTo>
                  <a:cubicBezTo>
                    <a:pt x="164261" y="52987"/>
                    <a:pt x="170735" y="50521"/>
                    <a:pt x="177209" y="50521"/>
                  </a:cubicBezTo>
                  <a:close/>
                  <a:moveTo>
                    <a:pt x="480892" y="0"/>
                  </a:moveTo>
                  <a:cubicBezTo>
                    <a:pt x="487122" y="0"/>
                    <a:pt x="494154" y="2666"/>
                    <a:pt x="498960" y="7376"/>
                  </a:cubicBezTo>
                  <a:lnTo>
                    <a:pt x="600162" y="108513"/>
                  </a:lnTo>
                  <a:cubicBezTo>
                    <a:pt x="604969" y="113312"/>
                    <a:pt x="607639" y="119800"/>
                    <a:pt x="607639" y="126554"/>
                  </a:cubicBezTo>
                  <a:cubicBezTo>
                    <a:pt x="607550" y="133309"/>
                    <a:pt x="604880" y="139708"/>
                    <a:pt x="599984" y="144507"/>
                  </a:cubicBezTo>
                  <a:lnTo>
                    <a:pt x="541417" y="201741"/>
                  </a:lnTo>
                  <a:cubicBezTo>
                    <a:pt x="562957" y="227425"/>
                    <a:pt x="561978" y="265640"/>
                    <a:pt x="537768" y="289724"/>
                  </a:cubicBezTo>
                  <a:lnTo>
                    <a:pt x="486499" y="340915"/>
                  </a:lnTo>
                  <a:cubicBezTo>
                    <a:pt x="485965" y="341537"/>
                    <a:pt x="485342" y="341715"/>
                    <a:pt x="484719" y="342159"/>
                  </a:cubicBezTo>
                  <a:cubicBezTo>
                    <a:pt x="483206" y="343403"/>
                    <a:pt x="481693" y="344470"/>
                    <a:pt x="480002" y="345270"/>
                  </a:cubicBezTo>
                  <a:cubicBezTo>
                    <a:pt x="478845" y="345892"/>
                    <a:pt x="477688" y="346425"/>
                    <a:pt x="476530" y="346869"/>
                  </a:cubicBezTo>
                  <a:cubicBezTo>
                    <a:pt x="474750" y="347403"/>
                    <a:pt x="472970" y="347669"/>
                    <a:pt x="471190" y="347847"/>
                  </a:cubicBezTo>
                  <a:cubicBezTo>
                    <a:pt x="470300" y="347936"/>
                    <a:pt x="469499" y="348380"/>
                    <a:pt x="468609" y="348380"/>
                  </a:cubicBezTo>
                  <a:cubicBezTo>
                    <a:pt x="468253" y="348380"/>
                    <a:pt x="467808" y="348114"/>
                    <a:pt x="467452" y="348114"/>
                  </a:cubicBezTo>
                  <a:cubicBezTo>
                    <a:pt x="465582" y="348025"/>
                    <a:pt x="463891" y="347580"/>
                    <a:pt x="462111" y="347047"/>
                  </a:cubicBezTo>
                  <a:cubicBezTo>
                    <a:pt x="460776" y="346692"/>
                    <a:pt x="459530" y="346514"/>
                    <a:pt x="458373" y="345981"/>
                  </a:cubicBezTo>
                  <a:cubicBezTo>
                    <a:pt x="458017" y="345892"/>
                    <a:pt x="457661" y="345892"/>
                    <a:pt x="457305" y="345714"/>
                  </a:cubicBezTo>
                  <a:lnTo>
                    <a:pt x="428911" y="331494"/>
                  </a:lnTo>
                  <a:cubicBezTo>
                    <a:pt x="421702" y="327940"/>
                    <a:pt x="412979" y="329273"/>
                    <a:pt x="407282" y="335049"/>
                  </a:cubicBezTo>
                  <a:lnTo>
                    <a:pt x="376308" y="365888"/>
                  </a:lnTo>
                  <a:cubicBezTo>
                    <a:pt x="367763" y="374509"/>
                    <a:pt x="356370" y="379219"/>
                    <a:pt x="344265" y="379219"/>
                  </a:cubicBezTo>
                  <a:cubicBezTo>
                    <a:pt x="332160" y="379219"/>
                    <a:pt x="320678" y="374509"/>
                    <a:pt x="312133" y="365888"/>
                  </a:cubicBezTo>
                  <a:lnTo>
                    <a:pt x="241194" y="295057"/>
                  </a:lnTo>
                  <a:cubicBezTo>
                    <a:pt x="223481" y="277371"/>
                    <a:pt x="223481" y="248576"/>
                    <a:pt x="241194" y="230891"/>
                  </a:cubicBezTo>
                  <a:lnTo>
                    <a:pt x="272079" y="200052"/>
                  </a:lnTo>
                  <a:cubicBezTo>
                    <a:pt x="277776" y="194364"/>
                    <a:pt x="279200" y="185655"/>
                    <a:pt x="275551" y="178456"/>
                  </a:cubicBezTo>
                  <a:lnTo>
                    <a:pt x="261398" y="150106"/>
                  </a:lnTo>
                  <a:cubicBezTo>
                    <a:pt x="261220" y="149750"/>
                    <a:pt x="261220" y="149395"/>
                    <a:pt x="261131" y="149039"/>
                  </a:cubicBezTo>
                  <a:cubicBezTo>
                    <a:pt x="260508" y="147884"/>
                    <a:pt x="260330" y="146640"/>
                    <a:pt x="260063" y="145307"/>
                  </a:cubicBezTo>
                  <a:cubicBezTo>
                    <a:pt x="259529" y="143529"/>
                    <a:pt x="259084" y="141841"/>
                    <a:pt x="258995" y="139974"/>
                  </a:cubicBezTo>
                  <a:cubicBezTo>
                    <a:pt x="258906" y="138730"/>
                    <a:pt x="259084" y="137486"/>
                    <a:pt x="259262" y="136242"/>
                  </a:cubicBezTo>
                  <a:cubicBezTo>
                    <a:pt x="259440" y="134375"/>
                    <a:pt x="259707" y="132687"/>
                    <a:pt x="260241" y="130909"/>
                  </a:cubicBezTo>
                  <a:cubicBezTo>
                    <a:pt x="260686" y="129754"/>
                    <a:pt x="261220" y="128599"/>
                    <a:pt x="261754" y="127443"/>
                  </a:cubicBezTo>
                  <a:cubicBezTo>
                    <a:pt x="262644" y="125755"/>
                    <a:pt x="263713" y="124155"/>
                    <a:pt x="264959" y="122733"/>
                  </a:cubicBezTo>
                  <a:cubicBezTo>
                    <a:pt x="265404" y="122111"/>
                    <a:pt x="265582" y="121400"/>
                    <a:pt x="266116" y="120955"/>
                  </a:cubicBezTo>
                  <a:lnTo>
                    <a:pt x="317384" y="69676"/>
                  </a:lnTo>
                  <a:cubicBezTo>
                    <a:pt x="341505" y="45592"/>
                    <a:pt x="379868" y="44525"/>
                    <a:pt x="405591" y="66121"/>
                  </a:cubicBezTo>
                  <a:lnTo>
                    <a:pt x="462912" y="7554"/>
                  </a:lnTo>
                  <a:cubicBezTo>
                    <a:pt x="467719" y="2755"/>
                    <a:pt x="474127" y="89"/>
                    <a:pt x="480892" y="0"/>
                  </a:cubicBezTo>
                  <a:close/>
                </a:path>
              </a:pathLst>
            </a:custGeom>
            <a:solidFill>
              <a:schemeClr val="bg1"/>
            </a:solidFill>
            <a:ln>
              <a:noFill/>
            </a:ln>
          </p:spPr>
          <p:txBody>
            <a:bodyPr vert="horz" wrap="square" lIns="91440" tIns="45720" rIns="91440" bIns="45720" numCol="1" anchor="t" anchorCtr="0" compatLnSpc="1">
              <a:normAutofit lnSpcReduction="10000"/>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endParaRPr lang="en-US"/>
            </a:p>
          </p:txBody>
        </p:sp>
        <p:sp>
          <p:nvSpPr>
            <p:cNvPr id="73" name="iṡļîḍé"/>
            <p:cNvSpPr/>
            <p:nvPr/>
          </p:nvSpPr>
          <p:spPr bwMode="auto">
            <a:xfrm>
              <a:off x="7366140" y="4694761"/>
              <a:ext cx="344710" cy="344189"/>
            </a:xfrm>
            <a:custGeom>
              <a:avLst/>
              <a:gdLst>
                <a:gd name="connsiteX0" fmla="*/ 257564 w 607639"/>
                <a:gd name="connsiteY0" fmla="*/ 92370 h 606722"/>
                <a:gd name="connsiteX1" fmla="*/ 277411 w 607639"/>
                <a:gd name="connsiteY1" fmla="*/ 112098 h 606722"/>
                <a:gd name="connsiteX2" fmla="*/ 277411 w 607639"/>
                <a:gd name="connsiteY2" fmla="*/ 329729 h 606722"/>
                <a:gd name="connsiteX3" fmla="*/ 495281 w 607639"/>
                <a:gd name="connsiteY3" fmla="*/ 329729 h 606722"/>
                <a:gd name="connsiteX4" fmla="*/ 515128 w 607639"/>
                <a:gd name="connsiteY4" fmla="*/ 349546 h 606722"/>
                <a:gd name="connsiteX5" fmla="*/ 257564 w 607639"/>
                <a:gd name="connsiteY5" fmla="*/ 606722 h 606722"/>
                <a:gd name="connsiteX6" fmla="*/ 0 w 607639"/>
                <a:gd name="connsiteY6" fmla="*/ 349546 h 606722"/>
                <a:gd name="connsiteX7" fmla="*/ 257564 w 607639"/>
                <a:gd name="connsiteY7" fmla="*/ 92370 h 606722"/>
                <a:gd name="connsiteX8" fmla="*/ 350027 w 607639"/>
                <a:gd name="connsiteY8" fmla="*/ 0 h 606722"/>
                <a:gd name="connsiteX9" fmla="*/ 607639 w 607639"/>
                <a:gd name="connsiteY9" fmla="*/ 257220 h 606722"/>
                <a:gd name="connsiteX10" fmla="*/ 587788 w 607639"/>
                <a:gd name="connsiteY10" fmla="*/ 277040 h 606722"/>
                <a:gd name="connsiteX11" fmla="*/ 350027 w 607639"/>
                <a:gd name="connsiteY11" fmla="*/ 277040 h 606722"/>
                <a:gd name="connsiteX12" fmla="*/ 330176 w 607639"/>
                <a:gd name="connsiteY12" fmla="*/ 257220 h 606722"/>
                <a:gd name="connsiteX13" fmla="*/ 330176 w 607639"/>
                <a:gd name="connsiteY13" fmla="*/ 19820 h 606722"/>
                <a:gd name="connsiteX14" fmla="*/ 350027 w 607639"/>
                <a:gd name="connsiteY14" fmla="*/ 0 h 6067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607639" h="606722">
                  <a:moveTo>
                    <a:pt x="257564" y="92370"/>
                  </a:moveTo>
                  <a:cubicBezTo>
                    <a:pt x="268511" y="92370"/>
                    <a:pt x="277411" y="101168"/>
                    <a:pt x="277411" y="112098"/>
                  </a:cubicBezTo>
                  <a:lnTo>
                    <a:pt x="277411" y="329729"/>
                  </a:lnTo>
                  <a:lnTo>
                    <a:pt x="495281" y="329729"/>
                  </a:lnTo>
                  <a:cubicBezTo>
                    <a:pt x="506228" y="329729"/>
                    <a:pt x="515128" y="338616"/>
                    <a:pt x="515128" y="349546"/>
                  </a:cubicBezTo>
                  <a:cubicBezTo>
                    <a:pt x="515128" y="491286"/>
                    <a:pt x="399607" y="606722"/>
                    <a:pt x="257564" y="606722"/>
                  </a:cubicBezTo>
                  <a:cubicBezTo>
                    <a:pt x="115521" y="606722"/>
                    <a:pt x="0" y="491286"/>
                    <a:pt x="0" y="349546"/>
                  </a:cubicBezTo>
                  <a:cubicBezTo>
                    <a:pt x="0" y="207717"/>
                    <a:pt x="115521" y="92370"/>
                    <a:pt x="257564" y="92370"/>
                  </a:cubicBezTo>
                  <a:close/>
                  <a:moveTo>
                    <a:pt x="350027" y="0"/>
                  </a:moveTo>
                  <a:cubicBezTo>
                    <a:pt x="492007" y="0"/>
                    <a:pt x="607639" y="115367"/>
                    <a:pt x="607639" y="257220"/>
                  </a:cubicBezTo>
                  <a:cubicBezTo>
                    <a:pt x="607639" y="268152"/>
                    <a:pt x="598737" y="277040"/>
                    <a:pt x="587788" y="277040"/>
                  </a:cubicBezTo>
                  <a:lnTo>
                    <a:pt x="350027" y="277040"/>
                  </a:lnTo>
                  <a:cubicBezTo>
                    <a:pt x="339078" y="277040"/>
                    <a:pt x="330176" y="268152"/>
                    <a:pt x="330176" y="257220"/>
                  </a:cubicBezTo>
                  <a:lnTo>
                    <a:pt x="330176" y="19820"/>
                  </a:lnTo>
                  <a:cubicBezTo>
                    <a:pt x="330176" y="8888"/>
                    <a:pt x="339078" y="0"/>
                    <a:pt x="350027" y="0"/>
                  </a:cubicBezTo>
                  <a:close/>
                </a:path>
              </a:pathLst>
            </a:custGeom>
            <a:solidFill>
              <a:schemeClr val="bg1"/>
            </a:solidFill>
            <a:ln>
              <a:noFill/>
            </a:ln>
          </p:spPr>
          <p:txBody>
            <a:bodyPr vert="horz" wrap="square" lIns="91440" tIns="45720" rIns="91440" bIns="45720" numCol="1" anchor="t" anchorCtr="0" compatLnSpc="1">
              <a:normAutofit lnSpcReduction="10000"/>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endParaRPr lang="en-US"/>
            </a:p>
          </p:txBody>
        </p:sp>
        <p:sp>
          <p:nvSpPr>
            <p:cNvPr id="74" name="îṣľiḓè"/>
            <p:cNvSpPr/>
            <p:nvPr/>
          </p:nvSpPr>
          <p:spPr bwMode="auto">
            <a:xfrm>
              <a:off x="4471521" y="1860106"/>
              <a:ext cx="353485" cy="240234"/>
            </a:xfrm>
            <a:custGeom>
              <a:avLst/>
              <a:gdLst>
                <a:gd name="connsiteX0" fmla="*/ 437011 w 604816"/>
                <a:gd name="connsiteY0" fmla="*/ 83550 h 411044"/>
                <a:gd name="connsiteX1" fmla="*/ 604816 w 604816"/>
                <a:gd name="connsiteY1" fmla="*/ 214450 h 411044"/>
                <a:gd name="connsiteX2" fmla="*/ 539177 w 604816"/>
                <a:gd name="connsiteY2" fmla="*/ 317799 h 411044"/>
                <a:gd name="connsiteX3" fmla="*/ 523523 w 604816"/>
                <a:gd name="connsiteY3" fmla="*/ 340690 h 411044"/>
                <a:gd name="connsiteX4" fmla="*/ 528878 w 604816"/>
                <a:gd name="connsiteY4" fmla="*/ 400177 h 411044"/>
                <a:gd name="connsiteX5" fmla="*/ 462004 w 604816"/>
                <a:gd name="connsiteY5" fmla="*/ 353300 h 411044"/>
                <a:gd name="connsiteX6" fmla="*/ 440033 w 604816"/>
                <a:gd name="connsiteY6" fmla="*/ 345213 h 411044"/>
                <a:gd name="connsiteX7" fmla="*/ 437011 w 604816"/>
                <a:gd name="connsiteY7" fmla="*/ 345350 h 411044"/>
                <a:gd name="connsiteX8" fmla="*/ 338279 w 604816"/>
                <a:gd name="connsiteY8" fmla="*/ 319992 h 411044"/>
                <a:gd name="connsiteX9" fmla="*/ 269207 w 604816"/>
                <a:gd name="connsiteY9" fmla="*/ 214450 h 411044"/>
                <a:gd name="connsiteX10" fmla="*/ 272091 w 604816"/>
                <a:gd name="connsiteY10" fmla="*/ 190189 h 411044"/>
                <a:gd name="connsiteX11" fmla="*/ 280467 w 604816"/>
                <a:gd name="connsiteY11" fmla="*/ 167299 h 411044"/>
                <a:gd name="connsiteX12" fmla="*/ 342948 w 604816"/>
                <a:gd name="connsiteY12" fmla="*/ 106166 h 411044"/>
                <a:gd name="connsiteX13" fmla="*/ 355581 w 604816"/>
                <a:gd name="connsiteY13" fmla="*/ 100135 h 411044"/>
                <a:gd name="connsiteX14" fmla="*/ 358602 w 604816"/>
                <a:gd name="connsiteY14" fmla="*/ 98765 h 411044"/>
                <a:gd name="connsiteX15" fmla="*/ 417375 w 604816"/>
                <a:gd name="connsiteY15" fmla="*/ 84509 h 411044"/>
                <a:gd name="connsiteX16" fmla="*/ 437011 w 604816"/>
                <a:gd name="connsiteY16" fmla="*/ 83550 h 411044"/>
                <a:gd name="connsiteX17" fmla="*/ 213353 w 604816"/>
                <a:gd name="connsiteY17" fmla="*/ 0 h 411044"/>
                <a:gd name="connsiteX18" fmla="*/ 340760 w 604816"/>
                <a:gd name="connsiteY18" fmla="*/ 33580 h 411044"/>
                <a:gd name="connsiteX19" fmla="*/ 331973 w 604816"/>
                <a:gd name="connsiteY19" fmla="*/ 37143 h 411044"/>
                <a:gd name="connsiteX20" fmla="*/ 327031 w 604816"/>
                <a:gd name="connsiteY20" fmla="*/ 39336 h 411044"/>
                <a:gd name="connsiteX21" fmla="*/ 310418 w 604816"/>
                <a:gd name="connsiteY21" fmla="*/ 47423 h 411044"/>
                <a:gd name="connsiteX22" fmla="*/ 306849 w 604816"/>
                <a:gd name="connsiteY22" fmla="*/ 49479 h 411044"/>
                <a:gd name="connsiteX23" fmla="*/ 294630 w 604816"/>
                <a:gd name="connsiteY23" fmla="*/ 56743 h 411044"/>
                <a:gd name="connsiteX24" fmla="*/ 289413 w 604816"/>
                <a:gd name="connsiteY24" fmla="*/ 60307 h 411044"/>
                <a:gd name="connsiteX25" fmla="*/ 279528 w 604816"/>
                <a:gd name="connsiteY25" fmla="*/ 67297 h 411044"/>
                <a:gd name="connsiteX26" fmla="*/ 274585 w 604816"/>
                <a:gd name="connsiteY26" fmla="*/ 71134 h 411044"/>
                <a:gd name="connsiteX27" fmla="*/ 264425 w 604816"/>
                <a:gd name="connsiteY27" fmla="*/ 79906 h 411044"/>
                <a:gd name="connsiteX28" fmla="*/ 261130 w 604816"/>
                <a:gd name="connsiteY28" fmla="*/ 82784 h 411044"/>
                <a:gd name="connsiteX29" fmla="*/ 249186 w 604816"/>
                <a:gd name="connsiteY29" fmla="*/ 95120 h 411044"/>
                <a:gd name="connsiteX30" fmla="*/ 246165 w 604816"/>
                <a:gd name="connsiteY30" fmla="*/ 98683 h 411044"/>
                <a:gd name="connsiteX31" fmla="*/ 238203 w 604816"/>
                <a:gd name="connsiteY31" fmla="*/ 108552 h 411044"/>
                <a:gd name="connsiteX32" fmla="*/ 234770 w 604816"/>
                <a:gd name="connsiteY32" fmla="*/ 113349 h 411044"/>
                <a:gd name="connsiteX33" fmla="*/ 228317 w 604816"/>
                <a:gd name="connsiteY33" fmla="*/ 123080 h 411044"/>
                <a:gd name="connsiteX34" fmla="*/ 225434 w 604816"/>
                <a:gd name="connsiteY34" fmla="*/ 127877 h 411044"/>
                <a:gd name="connsiteX35" fmla="*/ 218844 w 604816"/>
                <a:gd name="connsiteY35" fmla="*/ 140487 h 411044"/>
                <a:gd name="connsiteX36" fmla="*/ 217609 w 604816"/>
                <a:gd name="connsiteY36" fmla="*/ 142954 h 411044"/>
                <a:gd name="connsiteX37" fmla="*/ 211430 w 604816"/>
                <a:gd name="connsiteY37" fmla="*/ 158442 h 411044"/>
                <a:gd name="connsiteX38" fmla="*/ 209920 w 604816"/>
                <a:gd name="connsiteY38" fmla="*/ 163102 h 411044"/>
                <a:gd name="connsiteX39" fmla="*/ 206763 w 604816"/>
                <a:gd name="connsiteY39" fmla="*/ 174752 h 411044"/>
                <a:gd name="connsiteX40" fmla="*/ 205527 w 604816"/>
                <a:gd name="connsiteY40" fmla="*/ 180371 h 411044"/>
                <a:gd name="connsiteX41" fmla="*/ 203467 w 604816"/>
                <a:gd name="connsiteY41" fmla="*/ 192159 h 411044"/>
                <a:gd name="connsiteX42" fmla="*/ 202781 w 604816"/>
                <a:gd name="connsiteY42" fmla="*/ 197367 h 411044"/>
                <a:gd name="connsiteX43" fmla="*/ 201820 w 604816"/>
                <a:gd name="connsiteY43" fmla="*/ 214499 h 411044"/>
                <a:gd name="connsiteX44" fmla="*/ 203467 w 604816"/>
                <a:gd name="connsiteY44" fmla="*/ 236155 h 411044"/>
                <a:gd name="connsiteX45" fmla="*/ 204154 w 604816"/>
                <a:gd name="connsiteY45" fmla="*/ 241637 h 411044"/>
                <a:gd name="connsiteX46" fmla="*/ 208822 w 604816"/>
                <a:gd name="connsiteY46" fmla="*/ 262608 h 411044"/>
                <a:gd name="connsiteX47" fmla="*/ 208959 w 604816"/>
                <a:gd name="connsiteY47" fmla="*/ 263019 h 411044"/>
                <a:gd name="connsiteX48" fmla="*/ 216373 w 604816"/>
                <a:gd name="connsiteY48" fmla="*/ 282893 h 411044"/>
                <a:gd name="connsiteX49" fmla="*/ 218707 w 604816"/>
                <a:gd name="connsiteY49" fmla="*/ 287827 h 411044"/>
                <a:gd name="connsiteX50" fmla="*/ 229004 w 604816"/>
                <a:gd name="connsiteY50" fmla="*/ 307152 h 411044"/>
                <a:gd name="connsiteX51" fmla="*/ 229416 w 604816"/>
                <a:gd name="connsiteY51" fmla="*/ 307700 h 411044"/>
                <a:gd name="connsiteX52" fmla="*/ 242321 w 604816"/>
                <a:gd name="connsiteY52" fmla="*/ 325381 h 411044"/>
                <a:gd name="connsiteX53" fmla="*/ 245616 w 604816"/>
                <a:gd name="connsiteY53" fmla="*/ 329630 h 411044"/>
                <a:gd name="connsiteX54" fmla="*/ 249186 w 604816"/>
                <a:gd name="connsiteY54" fmla="*/ 333742 h 411044"/>
                <a:gd name="connsiteX55" fmla="*/ 213490 w 604816"/>
                <a:gd name="connsiteY55" fmla="*/ 336209 h 411044"/>
                <a:gd name="connsiteX56" fmla="*/ 213353 w 604816"/>
                <a:gd name="connsiteY56" fmla="*/ 336209 h 411044"/>
                <a:gd name="connsiteX57" fmla="*/ 187679 w 604816"/>
                <a:gd name="connsiteY57" fmla="*/ 344159 h 411044"/>
                <a:gd name="connsiteX58" fmla="*/ 87318 w 604816"/>
                <a:gd name="connsiteY58" fmla="*/ 411044 h 411044"/>
                <a:gd name="connsiteX59" fmla="*/ 99674 w 604816"/>
                <a:gd name="connsiteY59" fmla="*/ 324148 h 411044"/>
                <a:gd name="connsiteX60" fmla="*/ 84023 w 604816"/>
                <a:gd name="connsiteY60" fmla="*/ 301259 h 411044"/>
                <a:gd name="connsiteX61" fmla="*/ 0 w 604816"/>
                <a:gd name="connsiteY61" fmla="*/ 168036 h 411044"/>
                <a:gd name="connsiteX62" fmla="*/ 213353 w 604816"/>
                <a:gd name="connsiteY62" fmla="*/ 0 h 4110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Lst>
              <a:rect l="l" t="t" r="r" b="b"/>
              <a:pathLst>
                <a:path w="604816" h="411044">
                  <a:moveTo>
                    <a:pt x="437011" y="83550"/>
                  </a:moveTo>
                  <a:cubicBezTo>
                    <a:pt x="529565" y="83550"/>
                    <a:pt x="604816" y="142215"/>
                    <a:pt x="604816" y="214450"/>
                  </a:cubicBezTo>
                  <a:cubicBezTo>
                    <a:pt x="604816" y="254885"/>
                    <a:pt x="580922" y="292579"/>
                    <a:pt x="539177" y="317799"/>
                  </a:cubicBezTo>
                  <a:cubicBezTo>
                    <a:pt x="530938" y="322871"/>
                    <a:pt x="525308" y="331095"/>
                    <a:pt x="523523" y="340690"/>
                  </a:cubicBezTo>
                  <a:cubicBezTo>
                    <a:pt x="519953" y="360564"/>
                    <a:pt x="522974" y="381125"/>
                    <a:pt x="528878" y="400177"/>
                  </a:cubicBezTo>
                  <a:cubicBezTo>
                    <a:pt x="505122" y="387156"/>
                    <a:pt x="481366" y="370022"/>
                    <a:pt x="462004" y="353300"/>
                  </a:cubicBezTo>
                  <a:cubicBezTo>
                    <a:pt x="455824" y="348091"/>
                    <a:pt x="448134" y="345213"/>
                    <a:pt x="440033" y="345213"/>
                  </a:cubicBezTo>
                  <a:cubicBezTo>
                    <a:pt x="438934" y="345213"/>
                    <a:pt x="437835" y="345350"/>
                    <a:pt x="437011" y="345350"/>
                  </a:cubicBezTo>
                  <a:cubicBezTo>
                    <a:pt x="401308" y="345350"/>
                    <a:pt x="367253" y="336577"/>
                    <a:pt x="338279" y="319992"/>
                  </a:cubicBezTo>
                  <a:cubicBezTo>
                    <a:pt x="295023" y="295183"/>
                    <a:pt x="269207" y="255844"/>
                    <a:pt x="269207" y="214450"/>
                  </a:cubicBezTo>
                  <a:cubicBezTo>
                    <a:pt x="269207" y="206089"/>
                    <a:pt x="270168" y="198002"/>
                    <a:pt x="272091" y="190189"/>
                  </a:cubicBezTo>
                  <a:cubicBezTo>
                    <a:pt x="274013" y="182239"/>
                    <a:pt x="276760" y="174563"/>
                    <a:pt x="280467" y="167299"/>
                  </a:cubicBezTo>
                  <a:cubicBezTo>
                    <a:pt x="292826" y="142352"/>
                    <a:pt x="314797" y="121107"/>
                    <a:pt x="342948" y="106166"/>
                  </a:cubicBezTo>
                  <a:cubicBezTo>
                    <a:pt x="347067" y="103973"/>
                    <a:pt x="351187" y="102054"/>
                    <a:pt x="355581" y="100135"/>
                  </a:cubicBezTo>
                  <a:cubicBezTo>
                    <a:pt x="356542" y="99724"/>
                    <a:pt x="357503" y="99176"/>
                    <a:pt x="358602" y="98765"/>
                  </a:cubicBezTo>
                  <a:cubicBezTo>
                    <a:pt x="376454" y="91363"/>
                    <a:pt x="396228" y="86428"/>
                    <a:pt x="417375" y="84509"/>
                  </a:cubicBezTo>
                  <a:cubicBezTo>
                    <a:pt x="423829" y="83824"/>
                    <a:pt x="430283" y="83550"/>
                    <a:pt x="437011" y="83550"/>
                  </a:cubicBezTo>
                  <a:close/>
                  <a:moveTo>
                    <a:pt x="213353" y="0"/>
                  </a:moveTo>
                  <a:cubicBezTo>
                    <a:pt x="259757" y="0"/>
                    <a:pt x="304377" y="12061"/>
                    <a:pt x="340760" y="33580"/>
                  </a:cubicBezTo>
                  <a:cubicBezTo>
                    <a:pt x="337740" y="34676"/>
                    <a:pt x="334856" y="36047"/>
                    <a:pt x="331973" y="37143"/>
                  </a:cubicBezTo>
                  <a:cubicBezTo>
                    <a:pt x="330326" y="37966"/>
                    <a:pt x="328678" y="38514"/>
                    <a:pt x="327031" y="39336"/>
                  </a:cubicBezTo>
                  <a:cubicBezTo>
                    <a:pt x="321264" y="41803"/>
                    <a:pt x="315773" y="44545"/>
                    <a:pt x="310418" y="47423"/>
                  </a:cubicBezTo>
                  <a:cubicBezTo>
                    <a:pt x="309183" y="48108"/>
                    <a:pt x="308084" y="48793"/>
                    <a:pt x="306849" y="49479"/>
                  </a:cubicBezTo>
                  <a:cubicBezTo>
                    <a:pt x="302730" y="51809"/>
                    <a:pt x="298611" y="54139"/>
                    <a:pt x="294630" y="56743"/>
                  </a:cubicBezTo>
                  <a:cubicBezTo>
                    <a:pt x="292845" y="57839"/>
                    <a:pt x="291060" y="59073"/>
                    <a:pt x="289413" y="60307"/>
                  </a:cubicBezTo>
                  <a:cubicBezTo>
                    <a:pt x="285980" y="62500"/>
                    <a:pt x="282685" y="64830"/>
                    <a:pt x="279528" y="67297"/>
                  </a:cubicBezTo>
                  <a:cubicBezTo>
                    <a:pt x="277880" y="68530"/>
                    <a:pt x="276233" y="69901"/>
                    <a:pt x="274585" y="71134"/>
                  </a:cubicBezTo>
                  <a:cubicBezTo>
                    <a:pt x="271015" y="74013"/>
                    <a:pt x="267720" y="76891"/>
                    <a:pt x="264425" y="79906"/>
                  </a:cubicBezTo>
                  <a:cubicBezTo>
                    <a:pt x="263327" y="80866"/>
                    <a:pt x="262229" y="81825"/>
                    <a:pt x="261130" y="82784"/>
                  </a:cubicBezTo>
                  <a:cubicBezTo>
                    <a:pt x="257012" y="86759"/>
                    <a:pt x="253030" y="90871"/>
                    <a:pt x="249186" y="95120"/>
                  </a:cubicBezTo>
                  <a:cubicBezTo>
                    <a:pt x="248088" y="96216"/>
                    <a:pt x="247264" y="97450"/>
                    <a:pt x="246165" y="98683"/>
                  </a:cubicBezTo>
                  <a:cubicBezTo>
                    <a:pt x="243420" y="101836"/>
                    <a:pt x="240811" y="105125"/>
                    <a:pt x="238203" y="108552"/>
                  </a:cubicBezTo>
                  <a:cubicBezTo>
                    <a:pt x="237104" y="110197"/>
                    <a:pt x="235869" y="111704"/>
                    <a:pt x="234770" y="113349"/>
                  </a:cubicBezTo>
                  <a:cubicBezTo>
                    <a:pt x="232573" y="116501"/>
                    <a:pt x="230377" y="119791"/>
                    <a:pt x="228317" y="123080"/>
                  </a:cubicBezTo>
                  <a:cubicBezTo>
                    <a:pt x="227356" y="124725"/>
                    <a:pt x="226395" y="126233"/>
                    <a:pt x="225434" y="127877"/>
                  </a:cubicBezTo>
                  <a:cubicBezTo>
                    <a:pt x="223100" y="132126"/>
                    <a:pt x="220904" y="136238"/>
                    <a:pt x="218844" y="140487"/>
                  </a:cubicBezTo>
                  <a:cubicBezTo>
                    <a:pt x="218432" y="141309"/>
                    <a:pt x="218021" y="142132"/>
                    <a:pt x="217609" y="142954"/>
                  </a:cubicBezTo>
                  <a:cubicBezTo>
                    <a:pt x="215275" y="148025"/>
                    <a:pt x="213215" y="153233"/>
                    <a:pt x="211430" y="158442"/>
                  </a:cubicBezTo>
                  <a:cubicBezTo>
                    <a:pt x="210881" y="159949"/>
                    <a:pt x="210469" y="161457"/>
                    <a:pt x="209920" y="163102"/>
                  </a:cubicBezTo>
                  <a:cubicBezTo>
                    <a:pt x="208685" y="166940"/>
                    <a:pt x="207724" y="170777"/>
                    <a:pt x="206763" y="174752"/>
                  </a:cubicBezTo>
                  <a:cubicBezTo>
                    <a:pt x="206213" y="176671"/>
                    <a:pt x="205801" y="178453"/>
                    <a:pt x="205527" y="180371"/>
                  </a:cubicBezTo>
                  <a:cubicBezTo>
                    <a:pt x="204703" y="184209"/>
                    <a:pt x="204017" y="188184"/>
                    <a:pt x="203467" y="192159"/>
                  </a:cubicBezTo>
                  <a:cubicBezTo>
                    <a:pt x="203193" y="193940"/>
                    <a:pt x="202918" y="195585"/>
                    <a:pt x="202781" y="197367"/>
                  </a:cubicBezTo>
                  <a:cubicBezTo>
                    <a:pt x="202232" y="203123"/>
                    <a:pt x="201820" y="208743"/>
                    <a:pt x="201820" y="214499"/>
                  </a:cubicBezTo>
                  <a:cubicBezTo>
                    <a:pt x="201820" y="221901"/>
                    <a:pt x="202506" y="229028"/>
                    <a:pt x="203467" y="236155"/>
                  </a:cubicBezTo>
                  <a:cubicBezTo>
                    <a:pt x="203605" y="238074"/>
                    <a:pt x="203879" y="239719"/>
                    <a:pt x="204154" y="241637"/>
                  </a:cubicBezTo>
                  <a:cubicBezTo>
                    <a:pt x="205390" y="248627"/>
                    <a:pt x="206763" y="255755"/>
                    <a:pt x="208822" y="262608"/>
                  </a:cubicBezTo>
                  <a:cubicBezTo>
                    <a:pt x="208822" y="262745"/>
                    <a:pt x="208959" y="262882"/>
                    <a:pt x="208959" y="263019"/>
                  </a:cubicBezTo>
                  <a:cubicBezTo>
                    <a:pt x="211019" y="269735"/>
                    <a:pt x="213627" y="276451"/>
                    <a:pt x="216373" y="282893"/>
                  </a:cubicBezTo>
                  <a:cubicBezTo>
                    <a:pt x="217197" y="284537"/>
                    <a:pt x="217883" y="286182"/>
                    <a:pt x="218707" y="287827"/>
                  </a:cubicBezTo>
                  <a:cubicBezTo>
                    <a:pt x="221727" y="294406"/>
                    <a:pt x="225160" y="300847"/>
                    <a:pt x="229004" y="307152"/>
                  </a:cubicBezTo>
                  <a:cubicBezTo>
                    <a:pt x="229141" y="307289"/>
                    <a:pt x="229278" y="307563"/>
                    <a:pt x="229416" y="307700"/>
                  </a:cubicBezTo>
                  <a:cubicBezTo>
                    <a:pt x="233260" y="313731"/>
                    <a:pt x="237653" y="319625"/>
                    <a:pt x="242321" y="325381"/>
                  </a:cubicBezTo>
                  <a:cubicBezTo>
                    <a:pt x="243420" y="326752"/>
                    <a:pt x="244518" y="328122"/>
                    <a:pt x="245616" y="329630"/>
                  </a:cubicBezTo>
                  <a:cubicBezTo>
                    <a:pt x="246852" y="331001"/>
                    <a:pt x="247950" y="332371"/>
                    <a:pt x="249186" y="333742"/>
                  </a:cubicBezTo>
                  <a:cubicBezTo>
                    <a:pt x="237379" y="335387"/>
                    <a:pt x="225572" y="336209"/>
                    <a:pt x="213490" y="336209"/>
                  </a:cubicBezTo>
                  <a:lnTo>
                    <a:pt x="213353" y="336209"/>
                  </a:lnTo>
                  <a:cubicBezTo>
                    <a:pt x="204154" y="335661"/>
                    <a:pt x="194681" y="337991"/>
                    <a:pt x="187679" y="344159"/>
                  </a:cubicBezTo>
                  <a:cubicBezTo>
                    <a:pt x="158847" y="368692"/>
                    <a:pt x="122602" y="394323"/>
                    <a:pt x="87318" y="411044"/>
                  </a:cubicBezTo>
                  <a:cubicBezTo>
                    <a:pt x="97890" y="384317"/>
                    <a:pt x="105029" y="353479"/>
                    <a:pt x="99674" y="324148"/>
                  </a:cubicBezTo>
                  <a:cubicBezTo>
                    <a:pt x="98027" y="314691"/>
                    <a:pt x="92261" y="306330"/>
                    <a:pt x="84023" y="301259"/>
                  </a:cubicBezTo>
                  <a:cubicBezTo>
                    <a:pt x="30616" y="268912"/>
                    <a:pt x="0" y="220393"/>
                    <a:pt x="0" y="168036"/>
                  </a:cubicBezTo>
                  <a:cubicBezTo>
                    <a:pt x="0" y="75383"/>
                    <a:pt x="95693" y="0"/>
                    <a:pt x="213353" y="0"/>
                  </a:cubicBezTo>
                  <a:close/>
                </a:path>
              </a:pathLst>
            </a:custGeom>
            <a:solidFill>
              <a:schemeClr val="bg1"/>
            </a:solidFill>
            <a:ln>
              <a:noFill/>
            </a:ln>
          </p:spPr>
          <p:txBody>
            <a:bodyPr vert="horz" wrap="square" lIns="91440" tIns="45720" rIns="91440" bIns="45720" numCol="1" anchor="t" anchorCtr="0" compatLnSpc="1">
              <a:normAutofit fontScale="62500" lnSpcReduction="20000"/>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endParaRPr lang="en-US"/>
            </a:p>
          </p:txBody>
        </p:sp>
        <p:sp>
          <p:nvSpPr>
            <p:cNvPr id="75" name="iṧḷíde"/>
            <p:cNvSpPr/>
            <p:nvPr/>
          </p:nvSpPr>
          <p:spPr bwMode="auto">
            <a:xfrm>
              <a:off x="3875298" y="3251795"/>
              <a:ext cx="340948" cy="340433"/>
            </a:xfrm>
            <a:custGeom>
              <a:avLst/>
              <a:gdLst>
                <a:gd name="T0" fmla="*/ 3413 w 6827"/>
                <a:gd name="T1" fmla="*/ 0 h 6827"/>
                <a:gd name="T2" fmla="*/ 0 w 6827"/>
                <a:gd name="T3" fmla="*/ 3413 h 6827"/>
                <a:gd name="T4" fmla="*/ 3413 w 6827"/>
                <a:gd name="T5" fmla="*/ 6827 h 6827"/>
                <a:gd name="T6" fmla="*/ 6827 w 6827"/>
                <a:gd name="T7" fmla="*/ 3413 h 6827"/>
                <a:gd name="T8" fmla="*/ 3413 w 6827"/>
                <a:gd name="T9" fmla="*/ 0 h 6827"/>
                <a:gd name="T10" fmla="*/ 5017 w 6827"/>
                <a:gd name="T11" fmla="*/ 3033 h 6827"/>
                <a:gd name="T12" fmla="*/ 3431 w 6827"/>
                <a:gd name="T13" fmla="*/ 4619 h 6827"/>
                <a:gd name="T14" fmla="*/ 2802 w 6827"/>
                <a:gd name="T15" fmla="*/ 4619 h 6827"/>
                <a:gd name="T16" fmla="*/ 1884 w 6827"/>
                <a:gd name="T17" fmla="*/ 3701 h 6827"/>
                <a:gd name="T18" fmla="*/ 1884 w 6827"/>
                <a:gd name="T19" fmla="*/ 3072 h 6827"/>
                <a:gd name="T20" fmla="*/ 2514 w 6827"/>
                <a:gd name="T21" fmla="*/ 3072 h 6827"/>
                <a:gd name="T22" fmla="*/ 3117 w 6827"/>
                <a:gd name="T23" fmla="*/ 3674 h 6827"/>
                <a:gd name="T24" fmla="*/ 4387 w 6827"/>
                <a:gd name="T25" fmla="*/ 2404 h 6827"/>
                <a:gd name="T26" fmla="*/ 5017 w 6827"/>
                <a:gd name="T27" fmla="*/ 2404 h 6827"/>
                <a:gd name="T28" fmla="*/ 5017 w 6827"/>
                <a:gd name="T29" fmla="*/ 3033 h 68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6827" h="6827">
                  <a:moveTo>
                    <a:pt x="3413" y="0"/>
                  </a:moveTo>
                  <a:cubicBezTo>
                    <a:pt x="1531" y="0"/>
                    <a:pt x="0" y="1531"/>
                    <a:pt x="0" y="3413"/>
                  </a:cubicBezTo>
                  <a:cubicBezTo>
                    <a:pt x="0" y="5295"/>
                    <a:pt x="1531" y="6827"/>
                    <a:pt x="3413" y="6827"/>
                  </a:cubicBezTo>
                  <a:cubicBezTo>
                    <a:pt x="5296" y="6827"/>
                    <a:pt x="6827" y="5295"/>
                    <a:pt x="6827" y="3413"/>
                  </a:cubicBezTo>
                  <a:cubicBezTo>
                    <a:pt x="6827" y="1531"/>
                    <a:pt x="5296" y="0"/>
                    <a:pt x="3413" y="0"/>
                  </a:cubicBezTo>
                  <a:close/>
                  <a:moveTo>
                    <a:pt x="5017" y="3033"/>
                  </a:moveTo>
                  <a:lnTo>
                    <a:pt x="3431" y="4619"/>
                  </a:lnTo>
                  <a:cubicBezTo>
                    <a:pt x="3257" y="4792"/>
                    <a:pt x="2976" y="4792"/>
                    <a:pt x="2802" y="4619"/>
                  </a:cubicBezTo>
                  <a:lnTo>
                    <a:pt x="1884" y="3701"/>
                  </a:lnTo>
                  <a:cubicBezTo>
                    <a:pt x="1710" y="3527"/>
                    <a:pt x="1710" y="3245"/>
                    <a:pt x="1884" y="3072"/>
                  </a:cubicBezTo>
                  <a:cubicBezTo>
                    <a:pt x="2058" y="2898"/>
                    <a:pt x="2340" y="2898"/>
                    <a:pt x="2514" y="3072"/>
                  </a:cubicBezTo>
                  <a:lnTo>
                    <a:pt x="3117" y="3674"/>
                  </a:lnTo>
                  <a:lnTo>
                    <a:pt x="4387" y="2404"/>
                  </a:lnTo>
                  <a:cubicBezTo>
                    <a:pt x="4561" y="2230"/>
                    <a:pt x="4843" y="2230"/>
                    <a:pt x="5017" y="2404"/>
                  </a:cubicBezTo>
                  <a:cubicBezTo>
                    <a:pt x="5190" y="2578"/>
                    <a:pt x="5190" y="2859"/>
                    <a:pt x="5017" y="3033"/>
                  </a:cubicBezTo>
                  <a:close/>
                </a:path>
              </a:pathLst>
            </a:custGeom>
            <a:solidFill>
              <a:schemeClr val="bg1"/>
            </a:solidFill>
            <a:ln>
              <a:noFill/>
            </a:ln>
          </p:spPr>
          <p:txBody>
            <a:bodyPr vert="horz" wrap="square" lIns="91440" tIns="45720" rIns="91440" bIns="45720" numCol="1" anchor="t" anchorCtr="0" compatLnSpc="1">
              <a:normAutofit lnSpcReduction="10000"/>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endParaRPr lang="en-US"/>
            </a:p>
          </p:txBody>
        </p:sp>
        <p:sp>
          <p:nvSpPr>
            <p:cNvPr id="76" name="ïslíḓé"/>
            <p:cNvSpPr/>
            <p:nvPr/>
          </p:nvSpPr>
          <p:spPr bwMode="auto">
            <a:xfrm>
              <a:off x="7360651" y="1810393"/>
              <a:ext cx="343455" cy="339662"/>
            </a:xfrm>
            <a:custGeom>
              <a:avLst/>
              <a:gdLst>
                <a:gd name="connsiteX0" fmla="*/ 466437 w 600511"/>
                <a:gd name="connsiteY0" fmla="*/ 421770 h 593879"/>
                <a:gd name="connsiteX1" fmla="*/ 504684 w 600511"/>
                <a:gd name="connsiteY1" fmla="*/ 459981 h 593879"/>
                <a:gd name="connsiteX2" fmla="*/ 466437 w 600511"/>
                <a:gd name="connsiteY2" fmla="*/ 498192 h 593879"/>
                <a:gd name="connsiteX3" fmla="*/ 428190 w 600511"/>
                <a:gd name="connsiteY3" fmla="*/ 459981 h 593879"/>
                <a:gd name="connsiteX4" fmla="*/ 466437 w 600511"/>
                <a:gd name="connsiteY4" fmla="*/ 421770 h 593879"/>
                <a:gd name="connsiteX5" fmla="*/ 453390 w 600511"/>
                <a:gd name="connsiteY5" fmla="*/ 375066 h 593879"/>
                <a:gd name="connsiteX6" fmla="*/ 421127 w 600511"/>
                <a:gd name="connsiteY6" fmla="*/ 386990 h 593879"/>
                <a:gd name="connsiteX7" fmla="*/ 418868 w 600511"/>
                <a:gd name="connsiteY7" fmla="*/ 392146 h 593879"/>
                <a:gd name="connsiteX8" fmla="*/ 424031 w 600511"/>
                <a:gd name="connsiteY8" fmla="*/ 406325 h 593879"/>
                <a:gd name="connsiteX9" fmla="*/ 423385 w 600511"/>
                <a:gd name="connsiteY9" fmla="*/ 411481 h 593879"/>
                <a:gd name="connsiteX10" fmla="*/ 416287 w 600511"/>
                <a:gd name="connsiteY10" fmla="*/ 413737 h 593879"/>
                <a:gd name="connsiteX11" fmla="*/ 402414 w 600511"/>
                <a:gd name="connsiteY11" fmla="*/ 407292 h 593879"/>
                <a:gd name="connsiteX12" fmla="*/ 397252 w 600511"/>
                <a:gd name="connsiteY12" fmla="*/ 409226 h 593879"/>
                <a:gd name="connsiteX13" fmla="*/ 383056 w 600511"/>
                <a:gd name="connsiteY13" fmla="*/ 440485 h 593879"/>
                <a:gd name="connsiteX14" fmla="*/ 384669 w 600511"/>
                <a:gd name="connsiteY14" fmla="*/ 445318 h 593879"/>
                <a:gd name="connsiteX15" fmla="*/ 398542 w 600511"/>
                <a:gd name="connsiteY15" fmla="*/ 451764 h 593879"/>
                <a:gd name="connsiteX16" fmla="*/ 401769 w 600511"/>
                <a:gd name="connsiteY16" fmla="*/ 455953 h 593879"/>
                <a:gd name="connsiteX17" fmla="*/ 398220 w 600511"/>
                <a:gd name="connsiteY17" fmla="*/ 462720 h 593879"/>
                <a:gd name="connsiteX18" fmla="*/ 384024 w 600511"/>
                <a:gd name="connsiteY18" fmla="*/ 467876 h 593879"/>
                <a:gd name="connsiteX19" fmla="*/ 381766 w 600511"/>
                <a:gd name="connsiteY19" fmla="*/ 472710 h 593879"/>
                <a:gd name="connsiteX20" fmla="*/ 393380 w 600511"/>
                <a:gd name="connsiteY20" fmla="*/ 504936 h 593879"/>
                <a:gd name="connsiteX21" fmla="*/ 398542 w 600511"/>
                <a:gd name="connsiteY21" fmla="*/ 507192 h 593879"/>
                <a:gd name="connsiteX22" fmla="*/ 412738 w 600511"/>
                <a:gd name="connsiteY22" fmla="*/ 502036 h 593879"/>
                <a:gd name="connsiteX23" fmla="*/ 417900 w 600511"/>
                <a:gd name="connsiteY23" fmla="*/ 502680 h 593879"/>
                <a:gd name="connsiteX24" fmla="*/ 420159 w 600511"/>
                <a:gd name="connsiteY24" fmla="*/ 510092 h 593879"/>
                <a:gd name="connsiteX25" fmla="*/ 413706 w 600511"/>
                <a:gd name="connsiteY25" fmla="*/ 523949 h 593879"/>
                <a:gd name="connsiteX26" fmla="*/ 415642 w 600511"/>
                <a:gd name="connsiteY26" fmla="*/ 528783 h 593879"/>
                <a:gd name="connsiteX27" fmla="*/ 446937 w 600511"/>
                <a:gd name="connsiteY27" fmla="*/ 543285 h 593879"/>
                <a:gd name="connsiteX28" fmla="*/ 451777 w 600511"/>
                <a:gd name="connsiteY28" fmla="*/ 541351 h 593879"/>
                <a:gd name="connsiteX29" fmla="*/ 458230 w 600511"/>
                <a:gd name="connsiteY29" fmla="*/ 527494 h 593879"/>
                <a:gd name="connsiteX30" fmla="*/ 462424 w 600511"/>
                <a:gd name="connsiteY30" fmla="*/ 524272 h 593879"/>
                <a:gd name="connsiteX31" fmla="*/ 469199 w 600511"/>
                <a:gd name="connsiteY31" fmla="*/ 528139 h 593879"/>
                <a:gd name="connsiteX32" fmla="*/ 474361 w 600511"/>
                <a:gd name="connsiteY32" fmla="*/ 542318 h 593879"/>
                <a:gd name="connsiteX33" fmla="*/ 479201 w 600511"/>
                <a:gd name="connsiteY33" fmla="*/ 544574 h 593879"/>
                <a:gd name="connsiteX34" fmla="*/ 511464 w 600511"/>
                <a:gd name="connsiteY34" fmla="*/ 532650 h 593879"/>
                <a:gd name="connsiteX35" fmla="*/ 513723 w 600511"/>
                <a:gd name="connsiteY35" fmla="*/ 527816 h 593879"/>
                <a:gd name="connsiteX36" fmla="*/ 508560 w 600511"/>
                <a:gd name="connsiteY36" fmla="*/ 513315 h 593879"/>
                <a:gd name="connsiteX37" fmla="*/ 509206 w 600511"/>
                <a:gd name="connsiteY37" fmla="*/ 508159 h 593879"/>
                <a:gd name="connsiteX38" fmla="*/ 516626 w 600511"/>
                <a:gd name="connsiteY38" fmla="*/ 506225 h 593879"/>
                <a:gd name="connsiteX39" fmla="*/ 530500 w 600511"/>
                <a:gd name="connsiteY39" fmla="*/ 512348 h 593879"/>
                <a:gd name="connsiteX40" fmla="*/ 535339 w 600511"/>
                <a:gd name="connsiteY40" fmla="*/ 510737 h 593879"/>
                <a:gd name="connsiteX41" fmla="*/ 549858 w 600511"/>
                <a:gd name="connsiteY41" fmla="*/ 479478 h 593879"/>
                <a:gd name="connsiteX42" fmla="*/ 547922 w 600511"/>
                <a:gd name="connsiteY42" fmla="*/ 474322 h 593879"/>
                <a:gd name="connsiteX43" fmla="*/ 534049 w 600511"/>
                <a:gd name="connsiteY43" fmla="*/ 467876 h 593879"/>
                <a:gd name="connsiteX44" fmla="*/ 531145 w 600511"/>
                <a:gd name="connsiteY44" fmla="*/ 461109 h 593879"/>
                <a:gd name="connsiteX45" fmla="*/ 534694 w 600511"/>
                <a:gd name="connsiteY45" fmla="*/ 457242 h 593879"/>
                <a:gd name="connsiteX46" fmla="*/ 548890 w 600511"/>
                <a:gd name="connsiteY46" fmla="*/ 451764 h 593879"/>
                <a:gd name="connsiteX47" fmla="*/ 551148 w 600511"/>
                <a:gd name="connsiteY47" fmla="*/ 446930 h 593879"/>
                <a:gd name="connsiteX48" fmla="*/ 539211 w 600511"/>
                <a:gd name="connsiteY48" fmla="*/ 414704 h 593879"/>
                <a:gd name="connsiteX49" fmla="*/ 534371 w 600511"/>
                <a:gd name="connsiteY49" fmla="*/ 412448 h 593879"/>
                <a:gd name="connsiteX50" fmla="*/ 520175 w 600511"/>
                <a:gd name="connsiteY50" fmla="*/ 417604 h 593879"/>
                <a:gd name="connsiteX51" fmla="*/ 514691 w 600511"/>
                <a:gd name="connsiteY51" fmla="*/ 416960 h 593879"/>
                <a:gd name="connsiteX52" fmla="*/ 512755 w 600511"/>
                <a:gd name="connsiteY52" fmla="*/ 409548 h 593879"/>
                <a:gd name="connsiteX53" fmla="*/ 518885 w 600511"/>
                <a:gd name="connsiteY53" fmla="*/ 396013 h 593879"/>
                <a:gd name="connsiteX54" fmla="*/ 516949 w 600511"/>
                <a:gd name="connsiteY54" fmla="*/ 390857 h 593879"/>
                <a:gd name="connsiteX55" fmla="*/ 485976 w 600511"/>
                <a:gd name="connsiteY55" fmla="*/ 376355 h 593879"/>
                <a:gd name="connsiteX56" fmla="*/ 480814 w 600511"/>
                <a:gd name="connsiteY56" fmla="*/ 378289 h 593879"/>
                <a:gd name="connsiteX57" fmla="*/ 474361 w 600511"/>
                <a:gd name="connsiteY57" fmla="*/ 392146 h 593879"/>
                <a:gd name="connsiteX58" fmla="*/ 470167 w 600511"/>
                <a:gd name="connsiteY58" fmla="*/ 395368 h 593879"/>
                <a:gd name="connsiteX59" fmla="*/ 463714 w 600511"/>
                <a:gd name="connsiteY59" fmla="*/ 391824 h 593879"/>
                <a:gd name="connsiteX60" fmla="*/ 458230 w 600511"/>
                <a:gd name="connsiteY60" fmla="*/ 377322 h 593879"/>
                <a:gd name="connsiteX61" fmla="*/ 453390 w 600511"/>
                <a:gd name="connsiteY61" fmla="*/ 375066 h 593879"/>
                <a:gd name="connsiteX62" fmla="*/ 0 w 600511"/>
                <a:gd name="connsiteY62" fmla="*/ 372515 h 593879"/>
                <a:gd name="connsiteX63" fmla="*/ 233292 w 600511"/>
                <a:gd name="connsiteY63" fmla="*/ 465626 h 593879"/>
                <a:gd name="connsiteX64" fmla="*/ 305248 w 600511"/>
                <a:gd name="connsiteY64" fmla="*/ 461116 h 593879"/>
                <a:gd name="connsiteX65" fmla="*/ 332998 w 600511"/>
                <a:gd name="connsiteY65" fmla="*/ 549716 h 593879"/>
                <a:gd name="connsiteX66" fmla="*/ 233292 w 600511"/>
                <a:gd name="connsiteY66" fmla="*/ 558737 h 593879"/>
                <a:gd name="connsiteX67" fmla="*/ 0 w 600511"/>
                <a:gd name="connsiteY67" fmla="*/ 465626 h 593879"/>
                <a:gd name="connsiteX68" fmla="*/ 466295 w 600511"/>
                <a:gd name="connsiteY68" fmla="*/ 326083 h 593879"/>
                <a:gd name="connsiteX69" fmla="*/ 600511 w 600511"/>
                <a:gd name="connsiteY69" fmla="*/ 459820 h 593879"/>
                <a:gd name="connsiteX70" fmla="*/ 466295 w 600511"/>
                <a:gd name="connsiteY70" fmla="*/ 593879 h 593879"/>
                <a:gd name="connsiteX71" fmla="*/ 332080 w 600511"/>
                <a:gd name="connsiteY71" fmla="*/ 459820 h 593879"/>
                <a:gd name="connsiteX72" fmla="*/ 466295 w 600511"/>
                <a:gd name="connsiteY72" fmla="*/ 326083 h 593879"/>
                <a:gd name="connsiteX73" fmla="*/ 0 w 600511"/>
                <a:gd name="connsiteY73" fmla="*/ 232654 h 593879"/>
                <a:gd name="connsiteX74" fmla="*/ 233309 w 600511"/>
                <a:gd name="connsiteY74" fmla="*/ 326103 h 593879"/>
                <a:gd name="connsiteX75" fmla="*/ 466296 w 600511"/>
                <a:gd name="connsiteY75" fmla="*/ 232654 h 593879"/>
                <a:gd name="connsiteX76" fmla="*/ 466296 w 600511"/>
                <a:gd name="connsiteY76" fmla="*/ 299035 h 593879"/>
                <a:gd name="connsiteX77" fmla="*/ 312370 w 600511"/>
                <a:gd name="connsiteY77" fmla="*/ 413429 h 593879"/>
                <a:gd name="connsiteX78" fmla="*/ 233309 w 600511"/>
                <a:gd name="connsiteY78" fmla="*/ 419229 h 593879"/>
                <a:gd name="connsiteX79" fmla="*/ 0 w 600511"/>
                <a:gd name="connsiteY79" fmla="*/ 326103 h 593879"/>
                <a:gd name="connsiteX80" fmla="*/ 233309 w 600511"/>
                <a:gd name="connsiteY80" fmla="*/ 23200 h 593879"/>
                <a:gd name="connsiteX81" fmla="*/ 23234 w 600511"/>
                <a:gd name="connsiteY81" fmla="*/ 93123 h 593879"/>
                <a:gd name="connsiteX82" fmla="*/ 233309 w 600511"/>
                <a:gd name="connsiteY82" fmla="*/ 163046 h 593879"/>
                <a:gd name="connsiteX83" fmla="*/ 443062 w 600511"/>
                <a:gd name="connsiteY83" fmla="*/ 93123 h 593879"/>
                <a:gd name="connsiteX84" fmla="*/ 233309 w 600511"/>
                <a:gd name="connsiteY84" fmla="*/ 23200 h 593879"/>
                <a:gd name="connsiteX85" fmla="*/ 233309 w 600511"/>
                <a:gd name="connsiteY85" fmla="*/ 0 h 593879"/>
                <a:gd name="connsiteX86" fmla="*/ 466296 w 600511"/>
                <a:gd name="connsiteY86" fmla="*/ 93123 h 593879"/>
                <a:gd name="connsiteX87" fmla="*/ 466296 w 600511"/>
                <a:gd name="connsiteY87" fmla="*/ 186246 h 593879"/>
                <a:gd name="connsiteX88" fmla="*/ 233309 w 600511"/>
                <a:gd name="connsiteY88" fmla="*/ 279369 h 593879"/>
                <a:gd name="connsiteX89" fmla="*/ 0 w 600511"/>
                <a:gd name="connsiteY89" fmla="*/ 186246 h 593879"/>
                <a:gd name="connsiteX90" fmla="*/ 0 w 600511"/>
                <a:gd name="connsiteY90" fmla="*/ 93123 h 593879"/>
                <a:gd name="connsiteX91" fmla="*/ 233309 w 600511"/>
                <a:gd name="connsiteY91" fmla="*/ 0 h 5938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Lst>
              <a:rect l="l" t="t" r="r" b="b"/>
              <a:pathLst>
                <a:path w="600511" h="593879">
                  <a:moveTo>
                    <a:pt x="466437" y="421770"/>
                  </a:moveTo>
                  <a:cubicBezTo>
                    <a:pt x="487560" y="421770"/>
                    <a:pt x="504684" y="438878"/>
                    <a:pt x="504684" y="459981"/>
                  </a:cubicBezTo>
                  <a:cubicBezTo>
                    <a:pt x="504684" y="481084"/>
                    <a:pt x="487560" y="498192"/>
                    <a:pt x="466437" y="498192"/>
                  </a:cubicBezTo>
                  <a:cubicBezTo>
                    <a:pt x="445314" y="498192"/>
                    <a:pt x="428190" y="481084"/>
                    <a:pt x="428190" y="459981"/>
                  </a:cubicBezTo>
                  <a:cubicBezTo>
                    <a:pt x="428190" y="438878"/>
                    <a:pt x="445314" y="421770"/>
                    <a:pt x="466437" y="421770"/>
                  </a:cubicBezTo>
                  <a:close/>
                  <a:moveTo>
                    <a:pt x="453390" y="375066"/>
                  </a:moveTo>
                  <a:lnTo>
                    <a:pt x="421127" y="386990"/>
                  </a:lnTo>
                  <a:cubicBezTo>
                    <a:pt x="419191" y="387957"/>
                    <a:pt x="418223" y="389890"/>
                    <a:pt x="418868" y="392146"/>
                  </a:cubicBezTo>
                  <a:lnTo>
                    <a:pt x="424031" y="406325"/>
                  </a:lnTo>
                  <a:cubicBezTo>
                    <a:pt x="424998" y="408259"/>
                    <a:pt x="424676" y="410515"/>
                    <a:pt x="423385" y="411481"/>
                  </a:cubicBezTo>
                  <a:cubicBezTo>
                    <a:pt x="422417" y="412448"/>
                    <a:pt x="418223" y="414382"/>
                    <a:pt x="416287" y="413737"/>
                  </a:cubicBezTo>
                  <a:lnTo>
                    <a:pt x="402414" y="407292"/>
                  </a:lnTo>
                  <a:cubicBezTo>
                    <a:pt x="400478" y="406325"/>
                    <a:pt x="398220" y="407292"/>
                    <a:pt x="397252" y="409226"/>
                  </a:cubicBezTo>
                  <a:lnTo>
                    <a:pt x="383056" y="440485"/>
                  </a:lnTo>
                  <a:cubicBezTo>
                    <a:pt x="382088" y="442096"/>
                    <a:pt x="383056" y="444674"/>
                    <a:pt x="384669" y="445318"/>
                  </a:cubicBezTo>
                  <a:lnTo>
                    <a:pt x="398542" y="451764"/>
                  </a:lnTo>
                  <a:cubicBezTo>
                    <a:pt x="400478" y="452730"/>
                    <a:pt x="402091" y="454664"/>
                    <a:pt x="401769" y="455953"/>
                  </a:cubicBezTo>
                  <a:cubicBezTo>
                    <a:pt x="401769" y="457564"/>
                    <a:pt x="400156" y="462076"/>
                    <a:pt x="398220" y="462720"/>
                  </a:cubicBezTo>
                  <a:lnTo>
                    <a:pt x="384024" y="467876"/>
                  </a:lnTo>
                  <a:cubicBezTo>
                    <a:pt x="382088" y="468521"/>
                    <a:pt x="381120" y="470777"/>
                    <a:pt x="381766" y="472710"/>
                  </a:cubicBezTo>
                  <a:lnTo>
                    <a:pt x="393380" y="504936"/>
                  </a:lnTo>
                  <a:cubicBezTo>
                    <a:pt x="394348" y="506870"/>
                    <a:pt x="396607" y="507836"/>
                    <a:pt x="398542" y="507192"/>
                  </a:cubicBezTo>
                  <a:lnTo>
                    <a:pt x="412738" y="502036"/>
                  </a:lnTo>
                  <a:cubicBezTo>
                    <a:pt x="414674" y="501391"/>
                    <a:pt x="417255" y="501713"/>
                    <a:pt x="417900" y="502680"/>
                  </a:cubicBezTo>
                  <a:cubicBezTo>
                    <a:pt x="418868" y="503969"/>
                    <a:pt x="421127" y="508159"/>
                    <a:pt x="420159" y="510092"/>
                  </a:cubicBezTo>
                  <a:lnTo>
                    <a:pt x="413706" y="523949"/>
                  </a:lnTo>
                  <a:cubicBezTo>
                    <a:pt x="412738" y="525561"/>
                    <a:pt x="413706" y="527816"/>
                    <a:pt x="415642" y="528783"/>
                  </a:cubicBezTo>
                  <a:lnTo>
                    <a:pt x="446937" y="543285"/>
                  </a:lnTo>
                  <a:cubicBezTo>
                    <a:pt x="448873" y="544251"/>
                    <a:pt x="451132" y="543285"/>
                    <a:pt x="451777" y="541351"/>
                  </a:cubicBezTo>
                  <a:lnTo>
                    <a:pt x="458230" y="527494"/>
                  </a:lnTo>
                  <a:cubicBezTo>
                    <a:pt x="459198" y="525561"/>
                    <a:pt x="461133" y="524272"/>
                    <a:pt x="462424" y="524272"/>
                  </a:cubicBezTo>
                  <a:cubicBezTo>
                    <a:pt x="464037" y="524272"/>
                    <a:pt x="468554" y="525883"/>
                    <a:pt x="469199" y="528139"/>
                  </a:cubicBezTo>
                  <a:lnTo>
                    <a:pt x="474361" y="542318"/>
                  </a:lnTo>
                  <a:cubicBezTo>
                    <a:pt x="475007" y="544251"/>
                    <a:pt x="477265" y="545218"/>
                    <a:pt x="479201" y="544574"/>
                  </a:cubicBezTo>
                  <a:lnTo>
                    <a:pt x="511464" y="532650"/>
                  </a:lnTo>
                  <a:cubicBezTo>
                    <a:pt x="513400" y="532006"/>
                    <a:pt x="514368" y="529750"/>
                    <a:pt x="513723" y="527816"/>
                  </a:cubicBezTo>
                  <a:lnTo>
                    <a:pt x="508560" y="513315"/>
                  </a:lnTo>
                  <a:cubicBezTo>
                    <a:pt x="507915" y="511381"/>
                    <a:pt x="508238" y="509125"/>
                    <a:pt x="509206" y="508159"/>
                  </a:cubicBezTo>
                  <a:cubicBezTo>
                    <a:pt x="510496" y="507192"/>
                    <a:pt x="514691" y="505258"/>
                    <a:pt x="516626" y="506225"/>
                  </a:cubicBezTo>
                  <a:lnTo>
                    <a:pt x="530500" y="512348"/>
                  </a:lnTo>
                  <a:cubicBezTo>
                    <a:pt x="532435" y="513315"/>
                    <a:pt x="534694" y="512348"/>
                    <a:pt x="535339" y="510737"/>
                  </a:cubicBezTo>
                  <a:lnTo>
                    <a:pt x="549858" y="479478"/>
                  </a:lnTo>
                  <a:cubicBezTo>
                    <a:pt x="550825" y="477544"/>
                    <a:pt x="549858" y="475288"/>
                    <a:pt x="547922" y="474322"/>
                  </a:cubicBezTo>
                  <a:lnTo>
                    <a:pt x="534049" y="467876"/>
                  </a:lnTo>
                  <a:cubicBezTo>
                    <a:pt x="532113" y="467232"/>
                    <a:pt x="531145" y="462398"/>
                    <a:pt x="531145" y="461109"/>
                  </a:cubicBezTo>
                  <a:cubicBezTo>
                    <a:pt x="531145" y="459498"/>
                    <a:pt x="532435" y="457886"/>
                    <a:pt x="534694" y="457242"/>
                  </a:cubicBezTo>
                  <a:lnTo>
                    <a:pt x="548890" y="451764"/>
                  </a:lnTo>
                  <a:cubicBezTo>
                    <a:pt x="550825" y="451119"/>
                    <a:pt x="551793" y="448863"/>
                    <a:pt x="551148" y="446930"/>
                  </a:cubicBezTo>
                  <a:lnTo>
                    <a:pt x="539211" y="414704"/>
                  </a:lnTo>
                  <a:cubicBezTo>
                    <a:pt x="538565" y="412770"/>
                    <a:pt x="536307" y="411804"/>
                    <a:pt x="534371" y="412448"/>
                  </a:cubicBezTo>
                  <a:lnTo>
                    <a:pt x="520175" y="417604"/>
                  </a:lnTo>
                  <a:cubicBezTo>
                    <a:pt x="517917" y="418571"/>
                    <a:pt x="515658" y="418249"/>
                    <a:pt x="514691" y="416960"/>
                  </a:cubicBezTo>
                  <a:cubicBezTo>
                    <a:pt x="513723" y="415993"/>
                    <a:pt x="511787" y="411481"/>
                    <a:pt x="512755" y="409548"/>
                  </a:cubicBezTo>
                  <a:lnTo>
                    <a:pt x="518885" y="396013"/>
                  </a:lnTo>
                  <a:cubicBezTo>
                    <a:pt x="519853" y="394079"/>
                    <a:pt x="518885" y="391824"/>
                    <a:pt x="516949" y="390857"/>
                  </a:cubicBezTo>
                  <a:lnTo>
                    <a:pt x="485976" y="376355"/>
                  </a:lnTo>
                  <a:cubicBezTo>
                    <a:pt x="484040" y="375711"/>
                    <a:pt x="481782" y="376355"/>
                    <a:pt x="480814" y="378289"/>
                  </a:cubicBezTo>
                  <a:lnTo>
                    <a:pt x="474361" y="392146"/>
                  </a:lnTo>
                  <a:cubicBezTo>
                    <a:pt x="473716" y="394079"/>
                    <a:pt x="471780" y="395691"/>
                    <a:pt x="470167" y="395368"/>
                  </a:cubicBezTo>
                  <a:cubicBezTo>
                    <a:pt x="468877" y="395368"/>
                    <a:pt x="464360" y="393757"/>
                    <a:pt x="463714" y="391824"/>
                  </a:cubicBezTo>
                  <a:lnTo>
                    <a:pt x="458230" y="377322"/>
                  </a:lnTo>
                  <a:cubicBezTo>
                    <a:pt x="457584" y="375389"/>
                    <a:pt x="455326" y="374422"/>
                    <a:pt x="453390" y="375066"/>
                  </a:cubicBezTo>
                  <a:close/>
                  <a:moveTo>
                    <a:pt x="0" y="372515"/>
                  </a:moveTo>
                  <a:cubicBezTo>
                    <a:pt x="0" y="424064"/>
                    <a:pt x="104223" y="465626"/>
                    <a:pt x="233292" y="465626"/>
                  </a:cubicBezTo>
                  <a:cubicBezTo>
                    <a:pt x="258461" y="465626"/>
                    <a:pt x="282661" y="464015"/>
                    <a:pt x="305248" y="461116"/>
                  </a:cubicBezTo>
                  <a:cubicBezTo>
                    <a:pt x="305571" y="493978"/>
                    <a:pt x="315574" y="524264"/>
                    <a:pt x="332998" y="549716"/>
                  </a:cubicBezTo>
                  <a:cubicBezTo>
                    <a:pt x="302667" y="555515"/>
                    <a:pt x="268786" y="558737"/>
                    <a:pt x="233292" y="558737"/>
                  </a:cubicBezTo>
                  <a:cubicBezTo>
                    <a:pt x="104546" y="558737"/>
                    <a:pt x="0" y="517175"/>
                    <a:pt x="0" y="465626"/>
                  </a:cubicBezTo>
                  <a:close/>
                  <a:moveTo>
                    <a:pt x="466295" y="326083"/>
                  </a:moveTo>
                  <a:cubicBezTo>
                    <a:pt x="540501" y="326083"/>
                    <a:pt x="600511" y="386023"/>
                    <a:pt x="600511" y="459820"/>
                  </a:cubicBezTo>
                  <a:cubicBezTo>
                    <a:pt x="600511" y="533939"/>
                    <a:pt x="540501" y="593879"/>
                    <a:pt x="466295" y="593879"/>
                  </a:cubicBezTo>
                  <a:cubicBezTo>
                    <a:pt x="392412" y="593879"/>
                    <a:pt x="332080" y="533939"/>
                    <a:pt x="332080" y="459820"/>
                  </a:cubicBezTo>
                  <a:cubicBezTo>
                    <a:pt x="332080" y="386023"/>
                    <a:pt x="392412" y="326083"/>
                    <a:pt x="466295" y="326083"/>
                  </a:cubicBezTo>
                  <a:close/>
                  <a:moveTo>
                    <a:pt x="0" y="232654"/>
                  </a:moveTo>
                  <a:cubicBezTo>
                    <a:pt x="0" y="284212"/>
                    <a:pt x="104554" y="326103"/>
                    <a:pt x="233309" y="326103"/>
                  </a:cubicBezTo>
                  <a:cubicBezTo>
                    <a:pt x="362065" y="326103"/>
                    <a:pt x="466296" y="284212"/>
                    <a:pt x="466296" y="232654"/>
                  </a:cubicBezTo>
                  <a:lnTo>
                    <a:pt x="466296" y="299035"/>
                  </a:lnTo>
                  <a:cubicBezTo>
                    <a:pt x="393689" y="299035"/>
                    <a:pt x="332377" y="347370"/>
                    <a:pt x="312370" y="413429"/>
                  </a:cubicBezTo>
                  <a:cubicBezTo>
                    <a:pt x="287522" y="416973"/>
                    <a:pt x="261061" y="419229"/>
                    <a:pt x="233309" y="419229"/>
                  </a:cubicBezTo>
                  <a:cubicBezTo>
                    <a:pt x="104231" y="419229"/>
                    <a:pt x="0" y="377338"/>
                    <a:pt x="0" y="326103"/>
                  </a:cubicBezTo>
                  <a:close/>
                  <a:moveTo>
                    <a:pt x="233309" y="23200"/>
                  </a:moveTo>
                  <a:cubicBezTo>
                    <a:pt x="105199" y="23200"/>
                    <a:pt x="23234" y="64445"/>
                    <a:pt x="23234" y="93123"/>
                  </a:cubicBezTo>
                  <a:cubicBezTo>
                    <a:pt x="23234" y="121479"/>
                    <a:pt x="105199" y="163046"/>
                    <a:pt x="233309" y="163046"/>
                  </a:cubicBezTo>
                  <a:cubicBezTo>
                    <a:pt x="361420" y="163046"/>
                    <a:pt x="443062" y="121479"/>
                    <a:pt x="443062" y="93123"/>
                  </a:cubicBezTo>
                  <a:cubicBezTo>
                    <a:pt x="443062" y="64445"/>
                    <a:pt x="361420" y="23200"/>
                    <a:pt x="233309" y="23200"/>
                  </a:cubicBezTo>
                  <a:close/>
                  <a:moveTo>
                    <a:pt x="233309" y="0"/>
                  </a:moveTo>
                  <a:cubicBezTo>
                    <a:pt x="362065" y="0"/>
                    <a:pt x="466296" y="41567"/>
                    <a:pt x="466296" y="93123"/>
                  </a:cubicBezTo>
                  <a:lnTo>
                    <a:pt x="466296" y="186246"/>
                  </a:lnTo>
                  <a:cubicBezTo>
                    <a:pt x="466296" y="237802"/>
                    <a:pt x="362065" y="279369"/>
                    <a:pt x="233309" y="279369"/>
                  </a:cubicBezTo>
                  <a:cubicBezTo>
                    <a:pt x="104231" y="279369"/>
                    <a:pt x="0" y="237802"/>
                    <a:pt x="0" y="186246"/>
                  </a:cubicBezTo>
                  <a:lnTo>
                    <a:pt x="0" y="93123"/>
                  </a:lnTo>
                  <a:cubicBezTo>
                    <a:pt x="0" y="41567"/>
                    <a:pt x="104554" y="0"/>
                    <a:pt x="233309" y="0"/>
                  </a:cubicBezTo>
                  <a:close/>
                </a:path>
              </a:pathLst>
            </a:custGeom>
            <a:solidFill>
              <a:schemeClr val="bg1"/>
            </a:solidFill>
            <a:ln>
              <a:noFill/>
            </a:ln>
          </p:spPr>
          <p:txBody>
            <a:bodyPr vert="horz" wrap="square" lIns="91440" tIns="45720" rIns="91440" bIns="45720" numCol="1" anchor="t" anchorCtr="0" compatLnSpc="1">
              <a:normAutofit lnSpcReduction="10000"/>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endParaRPr lang="en-US"/>
            </a:p>
          </p:txBody>
        </p:sp>
        <p:sp>
          <p:nvSpPr>
            <p:cNvPr id="77" name="iṩļîḋè"/>
            <p:cNvSpPr/>
            <p:nvPr/>
          </p:nvSpPr>
          <p:spPr bwMode="auto">
            <a:xfrm>
              <a:off x="4472794" y="4737435"/>
              <a:ext cx="342202" cy="258842"/>
            </a:xfrm>
            <a:custGeom>
              <a:avLst/>
              <a:gdLst>
                <a:gd name="connsiteX0" fmla="*/ 303150 w 606298"/>
                <a:gd name="connsiteY0" fmla="*/ 172180 h 458605"/>
                <a:gd name="connsiteX1" fmla="*/ 409775 w 606298"/>
                <a:gd name="connsiteY1" fmla="*/ 278664 h 458605"/>
                <a:gd name="connsiteX2" fmla="*/ 303150 w 606298"/>
                <a:gd name="connsiteY2" fmla="*/ 385148 h 458605"/>
                <a:gd name="connsiteX3" fmla="*/ 196525 w 606298"/>
                <a:gd name="connsiteY3" fmla="*/ 278664 h 458605"/>
                <a:gd name="connsiteX4" fmla="*/ 303150 w 606298"/>
                <a:gd name="connsiteY4" fmla="*/ 172180 h 458605"/>
                <a:gd name="connsiteX5" fmla="*/ 303149 w 606298"/>
                <a:gd name="connsiteY5" fmla="*/ 131787 h 458605"/>
                <a:gd name="connsiteX6" fmla="*/ 156060 w 606298"/>
                <a:gd name="connsiteY6" fmla="*/ 278654 h 458605"/>
                <a:gd name="connsiteX7" fmla="*/ 303149 w 606298"/>
                <a:gd name="connsiteY7" fmla="*/ 425430 h 458605"/>
                <a:gd name="connsiteX8" fmla="*/ 450147 w 606298"/>
                <a:gd name="connsiteY8" fmla="*/ 278654 h 458605"/>
                <a:gd name="connsiteX9" fmla="*/ 303149 w 606298"/>
                <a:gd name="connsiteY9" fmla="*/ 131787 h 458605"/>
                <a:gd name="connsiteX10" fmla="*/ 72767 w 606298"/>
                <a:gd name="connsiteY10" fmla="*/ 60502 h 458605"/>
                <a:gd name="connsiteX11" fmla="*/ 60593 w 606298"/>
                <a:gd name="connsiteY11" fmla="*/ 72657 h 458605"/>
                <a:gd name="connsiteX12" fmla="*/ 60593 w 606298"/>
                <a:gd name="connsiteY12" fmla="*/ 98155 h 458605"/>
                <a:gd name="connsiteX13" fmla="*/ 165762 w 606298"/>
                <a:gd name="connsiteY13" fmla="*/ 98155 h 458605"/>
                <a:gd name="connsiteX14" fmla="*/ 165762 w 606298"/>
                <a:gd name="connsiteY14" fmla="*/ 72657 h 458605"/>
                <a:gd name="connsiteX15" fmla="*/ 153588 w 606298"/>
                <a:gd name="connsiteY15" fmla="*/ 60502 h 458605"/>
                <a:gd name="connsiteX16" fmla="*/ 72767 w 606298"/>
                <a:gd name="connsiteY16" fmla="*/ 0 h 458605"/>
                <a:gd name="connsiteX17" fmla="*/ 153588 w 606298"/>
                <a:gd name="connsiteY17" fmla="*/ 0 h 458605"/>
                <a:gd name="connsiteX18" fmla="*/ 226355 w 606298"/>
                <a:gd name="connsiteY18" fmla="*/ 72657 h 458605"/>
                <a:gd name="connsiteX19" fmla="*/ 226355 w 606298"/>
                <a:gd name="connsiteY19" fmla="*/ 98612 h 458605"/>
                <a:gd name="connsiteX20" fmla="*/ 417654 w 606298"/>
                <a:gd name="connsiteY20" fmla="*/ 98612 h 458605"/>
                <a:gd name="connsiteX21" fmla="*/ 417654 w 606298"/>
                <a:gd name="connsiteY21" fmla="*/ 74119 h 458605"/>
                <a:gd name="connsiteX22" fmla="*/ 449781 w 606298"/>
                <a:gd name="connsiteY22" fmla="*/ 42041 h 458605"/>
                <a:gd name="connsiteX23" fmla="*/ 506713 w 606298"/>
                <a:gd name="connsiteY23" fmla="*/ 42041 h 458605"/>
                <a:gd name="connsiteX24" fmla="*/ 538932 w 606298"/>
                <a:gd name="connsiteY24" fmla="*/ 74119 h 458605"/>
                <a:gd name="connsiteX25" fmla="*/ 538932 w 606298"/>
                <a:gd name="connsiteY25" fmla="*/ 98612 h 458605"/>
                <a:gd name="connsiteX26" fmla="*/ 546712 w 606298"/>
                <a:gd name="connsiteY26" fmla="*/ 98612 h 458605"/>
                <a:gd name="connsiteX27" fmla="*/ 606298 w 606298"/>
                <a:gd name="connsiteY27" fmla="*/ 158108 h 458605"/>
                <a:gd name="connsiteX28" fmla="*/ 606298 w 606298"/>
                <a:gd name="connsiteY28" fmla="*/ 399109 h 458605"/>
                <a:gd name="connsiteX29" fmla="*/ 546712 w 606298"/>
                <a:gd name="connsiteY29" fmla="*/ 458605 h 458605"/>
                <a:gd name="connsiteX30" fmla="*/ 59495 w 606298"/>
                <a:gd name="connsiteY30" fmla="*/ 458605 h 458605"/>
                <a:gd name="connsiteX31" fmla="*/ 0 w 606298"/>
                <a:gd name="connsiteY31" fmla="*/ 399109 h 458605"/>
                <a:gd name="connsiteX32" fmla="*/ 0 w 606298"/>
                <a:gd name="connsiteY32" fmla="*/ 72657 h 458605"/>
                <a:gd name="connsiteX33" fmla="*/ 72767 w 606298"/>
                <a:gd name="connsiteY33" fmla="*/ 0 h 4586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606298" h="458605">
                  <a:moveTo>
                    <a:pt x="303150" y="172180"/>
                  </a:moveTo>
                  <a:cubicBezTo>
                    <a:pt x="362037" y="172180"/>
                    <a:pt x="409775" y="219855"/>
                    <a:pt x="409775" y="278664"/>
                  </a:cubicBezTo>
                  <a:cubicBezTo>
                    <a:pt x="409775" y="337473"/>
                    <a:pt x="362037" y="385148"/>
                    <a:pt x="303150" y="385148"/>
                  </a:cubicBezTo>
                  <a:cubicBezTo>
                    <a:pt x="244263" y="385148"/>
                    <a:pt x="196525" y="337473"/>
                    <a:pt x="196525" y="278664"/>
                  </a:cubicBezTo>
                  <a:cubicBezTo>
                    <a:pt x="196525" y="219855"/>
                    <a:pt x="244263" y="172180"/>
                    <a:pt x="303150" y="172180"/>
                  </a:cubicBezTo>
                  <a:close/>
                  <a:moveTo>
                    <a:pt x="303149" y="131787"/>
                  </a:moveTo>
                  <a:cubicBezTo>
                    <a:pt x="222053" y="131787"/>
                    <a:pt x="156060" y="197681"/>
                    <a:pt x="156060" y="278654"/>
                  </a:cubicBezTo>
                  <a:cubicBezTo>
                    <a:pt x="156060" y="359536"/>
                    <a:pt x="222053" y="425430"/>
                    <a:pt x="303149" y="425430"/>
                  </a:cubicBezTo>
                  <a:cubicBezTo>
                    <a:pt x="384245" y="425430"/>
                    <a:pt x="450147" y="359536"/>
                    <a:pt x="450147" y="278654"/>
                  </a:cubicBezTo>
                  <a:cubicBezTo>
                    <a:pt x="450147" y="197681"/>
                    <a:pt x="384245" y="131787"/>
                    <a:pt x="303149" y="131787"/>
                  </a:cubicBezTo>
                  <a:close/>
                  <a:moveTo>
                    <a:pt x="72767" y="60502"/>
                  </a:moveTo>
                  <a:cubicBezTo>
                    <a:pt x="66085" y="60502"/>
                    <a:pt x="60593" y="65985"/>
                    <a:pt x="60593" y="72657"/>
                  </a:cubicBezTo>
                  <a:lnTo>
                    <a:pt x="60593" y="98155"/>
                  </a:lnTo>
                  <a:lnTo>
                    <a:pt x="165762" y="98155"/>
                  </a:lnTo>
                  <a:lnTo>
                    <a:pt x="165762" y="72657"/>
                  </a:lnTo>
                  <a:cubicBezTo>
                    <a:pt x="165762" y="65985"/>
                    <a:pt x="160270" y="60502"/>
                    <a:pt x="153588" y="60502"/>
                  </a:cubicBezTo>
                  <a:close/>
                  <a:moveTo>
                    <a:pt x="72767" y="0"/>
                  </a:moveTo>
                  <a:lnTo>
                    <a:pt x="153588" y="0"/>
                  </a:lnTo>
                  <a:cubicBezTo>
                    <a:pt x="193770" y="0"/>
                    <a:pt x="226355" y="32536"/>
                    <a:pt x="226355" y="72657"/>
                  </a:cubicBezTo>
                  <a:lnTo>
                    <a:pt x="226355" y="98612"/>
                  </a:lnTo>
                  <a:lnTo>
                    <a:pt x="417654" y="98612"/>
                  </a:lnTo>
                  <a:lnTo>
                    <a:pt x="417654" y="74119"/>
                  </a:lnTo>
                  <a:cubicBezTo>
                    <a:pt x="417654" y="56389"/>
                    <a:pt x="432024" y="42041"/>
                    <a:pt x="449781" y="42041"/>
                  </a:cubicBezTo>
                  <a:lnTo>
                    <a:pt x="506713" y="42041"/>
                  </a:lnTo>
                  <a:cubicBezTo>
                    <a:pt x="524561" y="42041"/>
                    <a:pt x="538932" y="56389"/>
                    <a:pt x="538932" y="74119"/>
                  </a:cubicBezTo>
                  <a:lnTo>
                    <a:pt x="538932" y="98612"/>
                  </a:lnTo>
                  <a:lnTo>
                    <a:pt x="546712" y="98612"/>
                  </a:lnTo>
                  <a:cubicBezTo>
                    <a:pt x="579571" y="98612"/>
                    <a:pt x="606298" y="125299"/>
                    <a:pt x="606298" y="158108"/>
                  </a:cubicBezTo>
                  <a:lnTo>
                    <a:pt x="606298" y="399109"/>
                  </a:lnTo>
                  <a:cubicBezTo>
                    <a:pt x="606298" y="431919"/>
                    <a:pt x="579571" y="458605"/>
                    <a:pt x="546712" y="458605"/>
                  </a:cubicBezTo>
                  <a:lnTo>
                    <a:pt x="59495" y="458605"/>
                  </a:lnTo>
                  <a:cubicBezTo>
                    <a:pt x="26635" y="458605"/>
                    <a:pt x="0" y="431919"/>
                    <a:pt x="0" y="399109"/>
                  </a:cubicBezTo>
                  <a:lnTo>
                    <a:pt x="0" y="72657"/>
                  </a:lnTo>
                  <a:cubicBezTo>
                    <a:pt x="0" y="32536"/>
                    <a:pt x="32585" y="0"/>
                    <a:pt x="72767" y="0"/>
                  </a:cubicBezTo>
                  <a:close/>
                </a:path>
              </a:pathLst>
            </a:custGeom>
            <a:solidFill>
              <a:schemeClr val="bg1"/>
            </a:solidFill>
            <a:ln>
              <a:noFill/>
            </a:ln>
          </p:spPr>
          <p:txBody>
            <a:bodyPr vert="horz" wrap="square" lIns="91440" tIns="45720" rIns="91440" bIns="45720" numCol="1" anchor="t" anchorCtr="0" compatLnSpc="1">
              <a:normAutofit fontScale="70000" lnSpcReduction="20000"/>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endParaRPr lang="en-US"/>
            </a:p>
          </p:txBody>
        </p:sp>
        <p:sp>
          <p:nvSpPr>
            <p:cNvPr id="78" name="îṩļiḓè"/>
            <p:cNvSpPr/>
            <p:nvPr/>
          </p:nvSpPr>
          <p:spPr>
            <a:xfrm>
              <a:off x="665163" y="1667557"/>
              <a:ext cx="3486183" cy="467559"/>
            </a:xfrm>
            <a:prstGeom prst="rect">
              <a:avLst/>
            </a:prstGeom>
          </p:spPr>
          <p:txBody>
            <a:bodyPr wrap="square" lIns="91440" tIns="45720" rIns="91440" bIns="45720" anchor="ctr" anchorCtr="0">
              <a:normAutofit/>
            </a:bodyPr>
            <a:lstStyle/>
            <a:p>
              <a:pPr algn="r"/>
              <a:r>
                <a:rPr lang="zh-CN" altLang="en-US" sz="2400" dirty="0">
                  <a:solidFill>
                    <a:srgbClr val="0000FF"/>
                  </a:solidFill>
                </a:rPr>
                <a:t>处理机管理</a:t>
              </a:r>
              <a:r>
                <a:rPr lang="zh-CN" altLang="en-US" sz="2400" dirty="0"/>
                <a:t>功能</a:t>
              </a:r>
              <a:endParaRPr lang="en-US" altLang="zh-CN" sz="2400" dirty="0"/>
            </a:p>
          </p:txBody>
        </p:sp>
        <p:sp>
          <p:nvSpPr>
            <p:cNvPr id="79" name="ïṣľîḋê"/>
            <p:cNvSpPr/>
            <p:nvPr/>
          </p:nvSpPr>
          <p:spPr>
            <a:xfrm>
              <a:off x="8029002" y="1667557"/>
              <a:ext cx="3485135" cy="467559"/>
            </a:xfrm>
            <a:prstGeom prst="rect">
              <a:avLst/>
            </a:prstGeom>
          </p:spPr>
          <p:txBody>
            <a:bodyPr wrap="square" lIns="91440" tIns="45720" rIns="91440" bIns="45720" anchor="ctr" anchorCtr="0">
              <a:normAutofit/>
            </a:bodyPr>
            <a:lstStyle/>
            <a:p>
              <a:r>
                <a:rPr lang="zh-CN" altLang="en-US" sz="2400" dirty="0">
                  <a:solidFill>
                    <a:srgbClr val="0000FF"/>
                  </a:solidFill>
                </a:rPr>
                <a:t>文件管理</a:t>
              </a:r>
              <a:r>
                <a:rPr lang="zh-CN" altLang="en-US" sz="2400" dirty="0"/>
                <a:t>功能</a:t>
              </a:r>
              <a:endParaRPr lang="en-US" altLang="zh-CN" sz="2400" dirty="0"/>
            </a:p>
          </p:txBody>
        </p:sp>
        <p:sp>
          <p:nvSpPr>
            <p:cNvPr id="80" name="išľïḓe"/>
            <p:cNvSpPr/>
            <p:nvPr/>
          </p:nvSpPr>
          <p:spPr>
            <a:xfrm>
              <a:off x="665164" y="3161434"/>
              <a:ext cx="2882020" cy="467559"/>
            </a:xfrm>
            <a:prstGeom prst="rect">
              <a:avLst/>
            </a:prstGeom>
          </p:spPr>
          <p:txBody>
            <a:bodyPr wrap="square" lIns="91440" tIns="45720" rIns="91440" bIns="45720" anchor="ctr" anchorCtr="0">
              <a:normAutofit/>
            </a:bodyPr>
            <a:lstStyle/>
            <a:p>
              <a:pPr algn="r"/>
              <a:r>
                <a:rPr lang="zh-CN" altLang="en-US" sz="2400" dirty="0">
                  <a:solidFill>
                    <a:srgbClr val="0000FF"/>
                  </a:solidFill>
                </a:rPr>
                <a:t>内存管理</a:t>
              </a:r>
              <a:r>
                <a:rPr lang="zh-CN" altLang="en-US" sz="2400" dirty="0"/>
                <a:t>功能</a:t>
              </a:r>
              <a:endParaRPr lang="en-US" altLang="zh-CN" sz="2400" dirty="0"/>
            </a:p>
          </p:txBody>
        </p:sp>
        <p:sp>
          <p:nvSpPr>
            <p:cNvPr id="81" name="îṧľïdè"/>
            <p:cNvSpPr/>
            <p:nvPr/>
          </p:nvSpPr>
          <p:spPr>
            <a:xfrm>
              <a:off x="8602796" y="2904889"/>
              <a:ext cx="2632134" cy="1066230"/>
            </a:xfrm>
            <a:prstGeom prst="rect">
              <a:avLst/>
            </a:prstGeom>
          </p:spPr>
          <p:txBody>
            <a:bodyPr wrap="square" lIns="91440" tIns="45720" rIns="91440" bIns="45720" anchor="ctr" anchorCtr="0">
              <a:normAutofit/>
            </a:bodyPr>
            <a:lstStyle/>
            <a:p>
              <a:pPr>
                <a:lnSpc>
                  <a:spcPct val="132000"/>
                </a:lnSpc>
              </a:pPr>
              <a:r>
                <a:rPr lang="zh-CN" altLang="en-US" sz="2400" dirty="0"/>
                <a:t>操作系统与用户之间的</a:t>
              </a:r>
              <a:r>
                <a:rPr lang="zh-CN" altLang="en-US" sz="2400" dirty="0">
                  <a:solidFill>
                    <a:srgbClr val="0000FF"/>
                  </a:solidFill>
                </a:rPr>
                <a:t>接口</a:t>
              </a:r>
              <a:endParaRPr lang="en-US" altLang="zh-CN" sz="2400" dirty="0"/>
            </a:p>
          </p:txBody>
        </p:sp>
        <p:sp>
          <p:nvSpPr>
            <p:cNvPr id="82" name="işľîḓé"/>
            <p:cNvSpPr/>
            <p:nvPr/>
          </p:nvSpPr>
          <p:spPr>
            <a:xfrm>
              <a:off x="665163" y="4708346"/>
              <a:ext cx="3486183" cy="467559"/>
            </a:xfrm>
            <a:prstGeom prst="rect">
              <a:avLst/>
            </a:prstGeom>
          </p:spPr>
          <p:txBody>
            <a:bodyPr wrap="square" lIns="91440" tIns="45720" rIns="91440" bIns="45720" anchor="ctr" anchorCtr="0">
              <a:normAutofit/>
            </a:bodyPr>
            <a:lstStyle/>
            <a:p>
              <a:pPr algn="r"/>
              <a:r>
                <a:rPr lang="zh-CN" altLang="en-US" sz="2400" dirty="0">
                  <a:solidFill>
                    <a:srgbClr val="0000FF"/>
                  </a:solidFill>
                </a:rPr>
                <a:t>设备管理</a:t>
              </a:r>
              <a:r>
                <a:rPr lang="zh-CN" altLang="en-US" sz="2400" dirty="0"/>
                <a:t>功能</a:t>
              </a:r>
              <a:endParaRPr lang="en-US" altLang="zh-CN" sz="2400" dirty="0"/>
            </a:p>
          </p:txBody>
        </p:sp>
        <p:sp>
          <p:nvSpPr>
            <p:cNvPr id="83" name="ïśļíde"/>
            <p:cNvSpPr/>
            <p:nvPr/>
          </p:nvSpPr>
          <p:spPr>
            <a:xfrm>
              <a:off x="8029002" y="4708346"/>
              <a:ext cx="3485135" cy="467559"/>
            </a:xfrm>
            <a:prstGeom prst="rect">
              <a:avLst/>
            </a:prstGeom>
          </p:spPr>
          <p:txBody>
            <a:bodyPr wrap="square" lIns="91440" tIns="45720" rIns="91440" bIns="45720" anchor="ctr" anchorCtr="0">
              <a:normAutofit/>
            </a:bodyPr>
            <a:lstStyle/>
            <a:p>
              <a:r>
                <a:rPr lang="zh-CN" altLang="en-US" sz="2400" dirty="0"/>
                <a:t>现代</a:t>
              </a:r>
              <a:r>
                <a:rPr lang="en-US" altLang="zh-CN" sz="2400" dirty="0"/>
                <a:t>OS</a:t>
              </a:r>
              <a:r>
                <a:rPr lang="zh-CN" altLang="en-US" sz="2400" dirty="0"/>
                <a:t>的新功能</a:t>
              </a:r>
              <a:endParaRPr lang="en-US" altLang="zh-CN" sz="2400" dirty="0"/>
            </a:p>
          </p:txBody>
        </p:sp>
      </p:grpSp>
    </p:spTree>
  </p:cSld>
  <p:clrMapOvr>
    <a:masterClrMapping/>
  </p:clrMapOvr>
  <p:transition/>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78668"/>
            <a:ext cx="7026275" cy="523220"/>
          </a:xfrm>
          <a:prstGeom prst="rect">
            <a:avLst/>
          </a:prstGeom>
        </p:spPr>
        <p:txBody>
          <a:bodyPr wrap="square">
            <a:spAutoFit/>
          </a:bodyPr>
          <a:lstStyle/>
          <a:p>
            <a:r>
              <a:rPr lang="zh-CN" altLang="en-US" sz="2800" b="1" dirty="0">
                <a:solidFill>
                  <a:srgbClr val="FF0000"/>
                </a:solidFill>
              </a:rPr>
              <a:t>处理机管理功能</a:t>
            </a:r>
            <a:endParaRPr lang="zh-CN" altLang="en-US" sz="2800" b="1" dirty="0">
              <a:solidFill>
                <a:srgbClr val="FF0000"/>
              </a:solidFill>
            </a:endParaRPr>
          </a:p>
        </p:txBody>
      </p:sp>
      <p:grpSp>
        <p:nvGrpSpPr>
          <p:cNvPr id="29" name="217641" descr="本素材由iSlide™ 提供&#10;iSlide™尊重知识产权并注重保护用户享有的各项权利。郑重提醒您：&#10;iSlide™插件中提供的任何信息内容的所有权、知识产权归其原始权利人或权利受让人所有，您免费/购买获得的是信息内容的使用权，并受下述条款的约束；&#10;1. 您仅可以个人非商业用途使用该等信息内容，不可将信息内容的全部或部分用于出售，或以出租、出借、转让、分销、发布等其他任何方式供他人使用；&#10;2. 禁止在接入互联网或移动互联网的任何网站、平台、应用或程序上以任何方式为他人提供iSlide™插件资源内容的下载。&#10;The resource is supplied by iSlide™.&#10;iSlide™ respects all intellectual property rights and protects all the rights its users acquired.Solemnly remind you:&#10;The ownership and intellectual property of the resources supplied in iSlide Add-in belongs to its owner or the assignee of this ownership.you only acquired the usage of the resources supplied in iSlide Add-in, as well as respected the following restrain terms:&#10;1.You are only allowed to use such resource for personal and non-commercial aim, not allowed to use such resource or part of it for the sale; or rent, lend, transfer to others; or distribution or release it in any way.&#10;2.You are not permitted to provide the resource of iSlide Add-in in any website, platform, application access to the Internet or mobile Internet." title="iSlide™ 版权声明  COPYRIGHT NOTICE"/>
          <p:cNvGrpSpPr>
            <a:grpSpLocks noChangeAspect="1"/>
          </p:cNvGrpSpPr>
          <p:nvPr>
            <p:custDataLst>
              <p:tags r:id="rId1"/>
            </p:custDataLst>
          </p:nvPr>
        </p:nvGrpSpPr>
        <p:grpSpPr>
          <a:xfrm>
            <a:off x="476743" y="1670651"/>
            <a:ext cx="11246981" cy="4124771"/>
            <a:chOff x="673100" y="1464590"/>
            <a:chExt cx="11246981" cy="4124771"/>
          </a:xfrm>
        </p:grpSpPr>
        <p:sp>
          <p:nvSpPr>
            <p:cNvPr id="30" name="ïsḷîḋê"/>
            <p:cNvSpPr/>
            <p:nvPr>
              <p:custDataLst>
                <p:tags r:id="rId2"/>
              </p:custDataLst>
            </p:nvPr>
          </p:nvSpPr>
          <p:spPr>
            <a:xfrm>
              <a:off x="673100" y="1929384"/>
              <a:ext cx="10845800" cy="2125980"/>
            </a:xfrm>
            <a:prstGeom prst="rightArrow">
              <a:avLst>
                <a:gd name="adj1" fmla="val 50000"/>
                <a:gd name="adj2" fmla="val 42258"/>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p>
              <a:pPr algn="ctr"/>
              <a:endParaRPr lang="zh-CN" altLang="en-US"/>
            </a:p>
          </p:txBody>
        </p:sp>
        <p:sp>
          <p:nvSpPr>
            <p:cNvPr id="31" name="ïṩḻíḑe"/>
            <p:cNvSpPr/>
            <p:nvPr>
              <p:custDataLst>
                <p:tags r:id="rId3"/>
              </p:custDataLst>
            </p:nvPr>
          </p:nvSpPr>
          <p:spPr>
            <a:xfrm rot="2700000">
              <a:off x="1148317" y="2189617"/>
              <a:ext cx="1605516" cy="1605516"/>
            </a:xfrm>
            <a:custGeom>
              <a:avLst/>
              <a:gdLst>
                <a:gd name="connsiteX0" fmla="*/ 135628 w 1605516"/>
                <a:gd name="connsiteY0" fmla="*/ 135628 h 1605516"/>
                <a:gd name="connsiteX1" fmla="*/ 463063 w 1605516"/>
                <a:gd name="connsiteY1" fmla="*/ 0 h 1605516"/>
                <a:gd name="connsiteX2" fmla="*/ 1142453 w 1605516"/>
                <a:gd name="connsiteY2" fmla="*/ 0 h 1605516"/>
                <a:gd name="connsiteX3" fmla="*/ 1605516 w 1605516"/>
                <a:gd name="connsiteY3" fmla="*/ 463063 h 1605516"/>
                <a:gd name="connsiteX4" fmla="*/ 1605516 w 1605516"/>
                <a:gd name="connsiteY4" fmla="*/ 1142453 h 1605516"/>
                <a:gd name="connsiteX5" fmla="*/ 1142453 w 1605516"/>
                <a:gd name="connsiteY5" fmla="*/ 1605516 h 1605516"/>
                <a:gd name="connsiteX6" fmla="*/ 463063 w 1605516"/>
                <a:gd name="connsiteY6" fmla="*/ 1605516 h 1605516"/>
                <a:gd name="connsiteX7" fmla="*/ 282818 w 1605516"/>
                <a:gd name="connsiteY7" fmla="*/ 1569126 h 1605516"/>
                <a:gd name="connsiteX8" fmla="*/ 247355 w 1605516"/>
                <a:gd name="connsiteY8" fmla="*/ 1549878 h 1605516"/>
                <a:gd name="connsiteX9" fmla="*/ 706898 w 1605516"/>
                <a:gd name="connsiteY9" fmla="*/ 1090334 h 1605516"/>
                <a:gd name="connsiteX10" fmla="*/ 802757 w 1605516"/>
                <a:gd name="connsiteY10" fmla="*/ 1186193 h 1605516"/>
                <a:gd name="connsiteX11" fmla="*/ 802757 w 1605516"/>
                <a:gd name="connsiteY11" fmla="*/ 802757 h 1605516"/>
                <a:gd name="connsiteX12" fmla="*/ 419322 w 1605516"/>
                <a:gd name="connsiteY12" fmla="*/ 802757 h 1605516"/>
                <a:gd name="connsiteX13" fmla="*/ 515181 w 1605516"/>
                <a:gd name="connsiteY13" fmla="*/ 898616 h 1605516"/>
                <a:gd name="connsiteX14" fmla="*/ 55637 w 1605516"/>
                <a:gd name="connsiteY14" fmla="*/ 1358159 h 1605516"/>
                <a:gd name="connsiteX15" fmla="*/ 36390 w 1605516"/>
                <a:gd name="connsiteY15" fmla="*/ 1322698 h 1605516"/>
                <a:gd name="connsiteX16" fmla="*/ 0 w 1605516"/>
                <a:gd name="connsiteY16" fmla="*/ 1142453 h 1605516"/>
                <a:gd name="connsiteX17" fmla="*/ 0 w 1605516"/>
                <a:gd name="connsiteY17" fmla="*/ 463063 h 1605516"/>
                <a:gd name="connsiteX18" fmla="*/ 135628 w 1605516"/>
                <a:gd name="connsiteY18" fmla="*/ 135628 h 16055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1605516" h="1605516">
                  <a:moveTo>
                    <a:pt x="135628" y="135628"/>
                  </a:moveTo>
                  <a:cubicBezTo>
                    <a:pt x="219426" y="51830"/>
                    <a:pt x="335192" y="0"/>
                    <a:pt x="463063" y="0"/>
                  </a:cubicBezTo>
                  <a:lnTo>
                    <a:pt x="1142453" y="0"/>
                  </a:lnTo>
                  <a:cubicBezTo>
                    <a:pt x="1398196" y="0"/>
                    <a:pt x="1605516" y="207320"/>
                    <a:pt x="1605516" y="463063"/>
                  </a:cubicBezTo>
                  <a:lnTo>
                    <a:pt x="1605516" y="1142453"/>
                  </a:lnTo>
                  <a:cubicBezTo>
                    <a:pt x="1605516" y="1398196"/>
                    <a:pt x="1398196" y="1605516"/>
                    <a:pt x="1142453" y="1605516"/>
                  </a:cubicBezTo>
                  <a:lnTo>
                    <a:pt x="463063" y="1605516"/>
                  </a:lnTo>
                  <a:cubicBezTo>
                    <a:pt x="399127" y="1605516"/>
                    <a:pt x="338218" y="1592559"/>
                    <a:pt x="282818" y="1569126"/>
                  </a:cubicBezTo>
                  <a:lnTo>
                    <a:pt x="247355" y="1549878"/>
                  </a:lnTo>
                  <a:lnTo>
                    <a:pt x="706898" y="1090334"/>
                  </a:lnTo>
                  <a:lnTo>
                    <a:pt x="802757" y="1186193"/>
                  </a:lnTo>
                  <a:lnTo>
                    <a:pt x="802757" y="802757"/>
                  </a:lnTo>
                  <a:lnTo>
                    <a:pt x="419322" y="802757"/>
                  </a:lnTo>
                  <a:lnTo>
                    <a:pt x="515181" y="898616"/>
                  </a:lnTo>
                  <a:lnTo>
                    <a:pt x="55637" y="1358159"/>
                  </a:lnTo>
                  <a:lnTo>
                    <a:pt x="36390" y="1322698"/>
                  </a:lnTo>
                  <a:cubicBezTo>
                    <a:pt x="12957" y="1267298"/>
                    <a:pt x="0" y="1206389"/>
                    <a:pt x="0" y="1142453"/>
                  </a:cubicBezTo>
                  <a:lnTo>
                    <a:pt x="0" y="463063"/>
                  </a:lnTo>
                  <a:cubicBezTo>
                    <a:pt x="0" y="335192"/>
                    <a:pt x="51830" y="219426"/>
                    <a:pt x="135628" y="135628"/>
                  </a:cubicBez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p>
              <a:pPr algn="ctr"/>
              <a:endParaRPr lang="zh-CN" altLang="en-US" dirty="0"/>
            </a:p>
          </p:txBody>
        </p:sp>
        <p:sp>
          <p:nvSpPr>
            <p:cNvPr id="32" name="is1íḑe"/>
            <p:cNvSpPr/>
            <p:nvPr>
              <p:custDataLst>
                <p:tags r:id="rId4"/>
              </p:custDataLst>
            </p:nvPr>
          </p:nvSpPr>
          <p:spPr>
            <a:xfrm rot="2700000">
              <a:off x="3911600" y="2189617"/>
              <a:ext cx="1605516" cy="1605516"/>
            </a:xfrm>
            <a:custGeom>
              <a:avLst/>
              <a:gdLst>
                <a:gd name="connsiteX0" fmla="*/ 135459 w 1605516"/>
                <a:gd name="connsiteY0" fmla="*/ 135459 h 1605516"/>
                <a:gd name="connsiteX1" fmla="*/ 462485 w 1605516"/>
                <a:gd name="connsiteY1" fmla="*/ 0 h 1605516"/>
                <a:gd name="connsiteX2" fmla="*/ 1143031 w 1605516"/>
                <a:gd name="connsiteY2" fmla="*/ 0 h 1605516"/>
                <a:gd name="connsiteX3" fmla="*/ 1605516 w 1605516"/>
                <a:gd name="connsiteY3" fmla="*/ 462485 h 1605516"/>
                <a:gd name="connsiteX4" fmla="*/ 1605516 w 1605516"/>
                <a:gd name="connsiteY4" fmla="*/ 1143031 h 1605516"/>
                <a:gd name="connsiteX5" fmla="*/ 1143031 w 1605516"/>
                <a:gd name="connsiteY5" fmla="*/ 1605516 h 1605516"/>
                <a:gd name="connsiteX6" fmla="*/ 462485 w 1605516"/>
                <a:gd name="connsiteY6" fmla="*/ 1605516 h 1605516"/>
                <a:gd name="connsiteX7" fmla="*/ 282465 w 1605516"/>
                <a:gd name="connsiteY7" fmla="*/ 1569172 h 1605516"/>
                <a:gd name="connsiteX8" fmla="*/ 247202 w 1605516"/>
                <a:gd name="connsiteY8" fmla="*/ 1550031 h 1605516"/>
                <a:gd name="connsiteX9" fmla="*/ 706898 w 1605516"/>
                <a:gd name="connsiteY9" fmla="*/ 1090334 h 1605516"/>
                <a:gd name="connsiteX10" fmla="*/ 802757 w 1605516"/>
                <a:gd name="connsiteY10" fmla="*/ 1186193 h 1605516"/>
                <a:gd name="connsiteX11" fmla="*/ 802757 w 1605516"/>
                <a:gd name="connsiteY11" fmla="*/ 802757 h 1605516"/>
                <a:gd name="connsiteX12" fmla="*/ 419322 w 1605516"/>
                <a:gd name="connsiteY12" fmla="*/ 802757 h 1605516"/>
                <a:gd name="connsiteX13" fmla="*/ 515181 w 1605516"/>
                <a:gd name="connsiteY13" fmla="*/ 898616 h 1605516"/>
                <a:gd name="connsiteX14" fmla="*/ 55484 w 1605516"/>
                <a:gd name="connsiteY14" fmla="*/ 1358313 h 1605516"/>
                <a:gd name="connsiteX15" fmla="*/ 36345 w 1605516"/>
                <a:gd name="connsiteY15" fmla="*/ 1323051 h 1605516"/>
                <a:gd name="connsiteX16" fmla="*/ 0 w 1605516"/>
                <a:gd name="connsiteY16" fmla="*/ 1143031 h 1605516"/>
                <a:gd name="connsiteX17" fmla="*/ 0 w 1605516"/>
                <a:gd name="connsiteY17" fmla="*/ 462485 h 1605516"/>
                <a:gd name="connsiteX18" fmla="*/ 135459 w 1605516"/>
                <a:gd name="connsiteY18" fmla="*/ 135459 h 16055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1605516" h="1605516">
                  <a:moveTo>
                    <a:pt x="135459" y="135459"/>
                  </a:moveTo>
                  <a:cubicBezTo>
                    <a:pt x="219152" y="51765"/>
                    <a:pt x="334773" y="0"/>
                    <a:pt x="462485" y="0"/>
                  </a:cubicBezTo>
                  <a:lnTo>
                    <a:pt x="1143031" y="0"/>
                  </a:lnTo>
                  <a:cubicBezTo>
                    <a:pt x="1398454" y="0"/>
                    <a:pt x="1605516" y="207062"/>
                    <a:pt x="1605516" y="462485"/>
                  </a:cubicBezTo>
                  <a:lnTo>
                    <a:pt x="1605516" y="1143031"/>
                  </a:lnTo>
                  <a:cubicBezTo>
                    <a:pt x="1605516" y="1398454"/>
                    <a:pt x="1398454" y="1605516"/>
                    <a:pt x="1143031" y="1605516"/>
                  </a:cubicBezTo>
                  <a:lnTo>
                    <a:pt x="462485" y="1605516"/>
                  </a:lnTo>
                  <a:cubicBezTo>
                    <a:pt x="398629" y="1605516"/>
                    <a:pt x="337796" y="1592575"/>
                    <a:pt x="282465" y="1569172"/>
                  </a:cubicBezTo>
                  <a:lnTo>
                    <a:pt x="247202" y="1550031"/>
                  </a:lnTo>
                  <a:lnTo>
                    <a:pt x="706898" y="1090334"/>
                  </a:lnTo>
                  <a:lnTo>
                    <a:pt x="802757" y="1186193"/>
                  </a:lnTo>
                  <a:lnTo>
                    <a:pt x="802757" y="802757"/>
                  </a:lnTo>
                  <a:lnTo>
                    <a:pt x="419322" y="802757"/>
                  </a:lnTo>
                  <a:lnTo>
                    <a:pt x="515181" y="898616"/>
                  </a:lnTo>
                  <a:lnTo>
                    <a:pt x="55484" y="1358313"/>
                  </a:lnTo>
                  <a:lnTo>
                    <a:pt x="36345" y="1323051"/>
                  </a:lnTo>
                  <a:cubicBezTo>
                    <a:pt x="12941" y="1267720"/>
                    <a:pt x="0" y="1206887"/>
                    <a:pt x="0" y="1143031"/>
                  </a:cubicBezTo>
                  <a:lnTo>
                    <a:pt x="0" y="462485"/>
                  </a:lnTo>
                  <a:cubicBezTo>
                    <a:pt x="0" y="334773"/>
                    <a:pt x="51765" y="219152"/>
                    <a:pt x="135459" y="135459"/>
                  </a:cubicBez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p>
              <a:pPr algn="ctr"/>
              <a:endParaRPr lang="zh-CN" altLang="en-US"/>
            </a:p>
          </p:txBody>
        </p:sp>
        <p:sp>
          <p:nvSpPr>
            <p:cNvPr id="33" name="íṡ1ïḋé"/>
            <p:cNvSpPr/>
            <p:nvPr>
              <p:custDataLst>
                <p:tags r:id="rId5"/>
              </p:custDataLst>
            </p:nvPr>
          </p:nvSpPr>
          <p:spPr>
            <a:xfrm rot="2700000">
              <a:off x="6674883" y="2189617"/>
              <a:ext cx="1605516" cy="1605516"/>
            </a:xfrm>
            <a:custGeom>
              <a:avLst/>
              <a:gdLst>
                <a:gd name="connsiteX0" fmla="*/ 135431 w 1605516"/>
                <a:gd name="connsiteY0" fmla="*/ 135431 h 1605516"/>
                <a:gd name="connsiteX1" fmla="*/ 462389 w 1605516"/>
                <a:gd name="connsiteY1" fmla="*/ 0 h 1605516"/>
                <a:gd name="connsiteX2" fmla="*/ 1143127 w 1605516"/>
                <a:gd name="connsiteY2" fmla="*/ 0 h 1605516"/>
                <a:gd name="connsiteX3" fmla="*/ 1605516 w 1605516"/>
                <a:gd name="connsiteY3" fmla="*/ 462389 h 1605516"/>
                <a:gd name="connsiteX4" fmla="*/ 1605516 w 1605516"/>
                <a:gd name="connsiteY4" fmla="*/ 1143127 h 1605516"/>
                <a:gd name="connsiteX5" fmla="*/ 1143127 w 1605516"/>
                <a:gd name="connsiteY5" fmla="*/ 1605516 h 1605516"/>
                <a:gd name="connsiteX6" fmla="*/ 462389 w 1605516"/>
                <a:gd name="connsiteY6" fmla="*/ 1605516 h 1605516"/>
                <a:gd name="connsiteX7" fmla="*/ 282407 w 1605516"/>
                <a:gd name="connsiteY7" fmla="*/ 1569179 h 1605516"/>
                <a:gd name="connsiteX8" fmla="*/ 247177 w 1605516"/>
                <a:gd name="connsiteY8" fmla="*/ 1550057 h 1605516"/>
                <a:gd name="connsiteX9" fmla="*/ 706899 w 1605516"/>
                <a:gd name="connsiteY9" fmla="*/ 1090335 h 1605516"/>
                <a:gd name="connsiteX10" fmla="*/ 802758 w 1605516"/>
                <a:gd name="connsiteY10" fmla="*/ 1186194 h 1605516"/>
                <a:gd name="connsiteX11" fmla="*/ 802758 w 1605516"/>
                <a:gd name="connsiteY11" fmla="*/ 802758 h 1605516"/>
                <a:gd name="connsiteX12" fmla="*/ 419322 w 1605516"/>
                <a:gd name="connsiteY12" fmla="*/ 802758 h 1605516"/>
                <a:gd name="connsiteX13" fmla="*/ 515181 w 1605516"/>
                <a:gd name="connsiteY13" fmla="*/ 898617 h 1605516"/>
                <a:gd name="connsiteX14" fmla="*/ 55459 w 1605516"/>
                <a:gd name="connsiteY14" fmla="*/ 1358339 h 1605516"/>
                <a:gd name="connsiteX15" fmla="*/ 36337 w 1605516"/>
                <a:gd name="connsiteY15" fmla="*/ 1323109 h 1605516"/>
                <a:gd name="connsiteX16" fmla="*/ 0 w 1605516"/>
                <a:gd name="connsiteY16" fmla="*/ 1143127 h 1605516"/>
                <a:gd name="connsiteX17" fmla="*/ 0 w 1605516"/>
                <a:gd name="connsiteY17" fmla="*/ 462389 h 1605516"/>
                <a:gd name="connsiteX18" fmla="*/ 135431 w 1605516"/>
                <a:gd name="connsiteY18" fmla="*/ 135431 h 16055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1605516" h="1605516">
                  <a:moveTo>
                    <a:pt x="135431" y="135431"/>
                  </a:moveTo>
                  <a:cubicBezTo>
                    <a:pt x="219107" y="51755"/>
                    <a:pt x="334704" y="0"/>
                    <a:pt x="462389" y="0"/>
                  </a:cubicBezTo>
                  <a:lnTo>
                    <a:pt x="1143127" y="0"/>
                  </a:lnTo>
                  <a:cubicBezTo>
                    <a:pt x="1398497" y="0"/>
                    <a:pt x="1605516" y="207019"/>
                    <a:pt x="1605516" y="462389"/>
                  </a:cubicBezTo>
                  <a:lnTo>
                    <a:pt x="1605516" y="1143127"/>
                  </a:lnTo>
                  <a:cubicBezTo>
                    <a:pt x="1605516" y="1398497"/>
                    <a:pt x="1398497" y="1605516"/>
                    <a:pt x="1143127" y="1605516"/>
                  </a:cubicBezTo>
                  <a:lnTo>
                    <a:pt x="462389" y="1605516"/>
                  </a:lnTo>
                  <a:cubicBezTo>
                    <a:pt x="398546" y="1605516"/>
                    <a:pt x="337726" y="1592577"/>
                    <a:pt x="282407" y="1569179"/>
                  </a:cubicBezTo>
                  <a:lnTo>
                    <a:pt x="247177" y="1550057"/>
                  </a:lnTo>
                  <a:lnTo>
                    <a:pt x="706899" y="1090335"/>
                  </a:lnTo>
                  <a:lnTo>
                    <a:pt x="802758" y="1186194"/>
                  </a:lnTo>
                  <a:lnTo>
                    <a:pt x="802758" y="802758"/>
                  </a:lnTo>
                  <a:lnTo>
                    <a:pt x="419322" y="802758"/>
                  </a:lnTo>
                  <a:lnTo>
                    <a:pt x="515181" y="898617"/>
                  </a:lnTo>
                  <a:lnTo>
                    <a:pt x="55459" y="1358339"/>
                  </a:lnTo>
                  <a:lnTo>
                    <a:pt x="36337" y="1323109"/>
                  </a:lnTo>
                  <a:cubicBezTo>
                    <a:pt x="12939" y="1267790"/>
                    <a:pt x="0" y="1206970"/>
                    <a:pt x="0" y="1143127"/>
                  </a:cubicBezTo>
                  <a:lnTo>
                    <a:pt x="0" y="462389"/>
                  </a:lnTo>
                  <a:cubicBezTo>
                    <a:pt x="0" y="334704"/>
                    <a:pt x="51755" y="219107"/>
                    <a:pt x="135431" y="135431"/>
                  </a:cubicBez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p>
              <a:pPr algn="ctr"/>
              <a:endParaRPr lang="zh-CN" altLang="en-US" dirty="0"/>
            </a:p>
          </p:txBody>
        </p:sp>
        <p:sp>
          <p:nvSpPr>
            <p:cNvPr id="34" name="îṡlíḓè"/>
            <p:cNvSpPr/>
            <p:nvPr>
              <p:custDataLst>
                <p:tags r:id="rId6"/>
              </p:custDataLst>
            </p:nvPr>
          </p:nvSpPr>
          <p:spPr>
            <a:xfrm rot="2700000">
              <a:off x="9438167" y="2189617"/>
              <a:ext cx="1605516" cy="1605516"/>
            </a:xfrm>
            <a:custGeom>
              <a:avLst/>
              <a:gdLst>
                <a:gd name="connsiteX0" fmla="*/ 135431 w 1605516"/>
                <a:gd name="connsiteY0" fmla="*/ 135431 h 1605516"/>
                <a:gd name="connsiteX1" fmla="*/ 462389 w 1605516"/>
                <a:gd name="connsiteY1" fmla="*/ 0 h 1605516"/>
                <a:gd name="connsiteX2" fmla="*/ 1143127 w 1605516"/>
                <a:gd name="connsiteY2" fmla="*/ 0 h 1605516"/>
                <a:gd name="connsiteX3" fmla="*/ 1605516 w 1605516"/>
                <a:gd name="connsiteY3" fmla="*/ 462389 h 1605516"/>
                <a:gd name="connsiteX4" fmla="*/ 1605516 w 1605516"/>
                <a:gd name="connsiteY4" fmla="*/ 1143127 h 1605516"/>
                <a:gd name="connsiteX5" fmla="*/ 1143127 w 1605516"/>
                <a:gd name="connsiteY5" fmla="*/ 1605516 h 1605516"/>
                <a:gd name="connsiteX6" fmla="*/ 462389 w 1605516"/>
                <a:gd name="connsiteY6" fmla="*/ 1605516 h 1605516"/>
                <a:gd name="connsiteX7" fmla="*/ 282406 w 1605516"/>
                <a:gd name="connsiteY7" fmla="*/ 1569179 h 1605516"/>
                <a:gd name="connsiteX8" fmla="*/ 247176 w 1605516"/>
                <a:gd name="connsiteY8" fmla="*/ 1550057 h 1605516"/>
                <a:gd name="connsiteX9" fmla="*/ 706898 w 1605516"/>
                <a:gd name="connsiteY9" fmla="*/ 1090334 h 1605516"/>
                <a:gd name="connsiteX10" fmla="*/ 802757 w 1605516"/>
                <a:gd name="connsiteY10" fmla="*/ 1186193 h 1605516"/>
                <a:gd name="connsiteX11" fmla="*/ 802757 w 1605516"/>
                <a:gd name="connsiteY11" fmla="*/ 802757 h 1605516"/>
                <a:gd name="connsiteX12" fmla="*/ 419322 w 1605516"/>
                <a:gd name="connsiteY12" fmla="*/ 802757 h 1605516"/>
                <a:gd name="connsiteX13" fmla="*/ 515181 w 1605516"/>
                <a:gd name="connsiteY13" fmla="*/ 898616 h 1605516"/>
                <a:gd name="connsiteX14" fmla="*/ 55459 w 1605516"/>
                <a:gd name="connsiteY14" fmla="*/ 1358338 h 1605516"/>
                <a:gd name="connsiteX15" fmla="*/ 36337 w 1605516"/>
                <a:gd name="connsiteY15" fmla="*/ 1323110 h 1605516"/>
                <a:gd name="connsiteX16" fmla="*/ 0 w 1605516"/>
                <a:gd name="connsiteY16" fmla="*/ 1143127 h 1605516"/>
                <a:gd name="connsiteX17" fmla="*/ 0 w 1605516"/>
                <a:gd name="connsiteY17" fmla="*/ 462389 h 1605516"/>
                <a:gd name="connsiteX18" fmla="*/ 135431 w 1605516"/>
                <a:gd name="connsiteY18" fmla="*/ 135431 h 16055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1605516" h="1605516">
                  <a:moveTo>
                    <a:pt x="135431" y="135431"/>
                  </a:moveTo>
                  <a:cubicBezTo>
                    <a:pt x="219107" y="51755"/>
                    <a:pt x="334704" y="0"/>
                    <a:pt x="462389" y="0"/>
                  </a:cubicBezTo>
                  <a:lnTo>
                    <a:pt x="1143127" y="0"/>
                  </a:lnTo>
                  <a:cubicBezTo>
                    <a:pt x="1398497" y="0"/>
                    <a:pt x="1605516" y="207019"/>
                    <a:pt x="1605516" y="462389"/>
                  </a:cubicBezTo>
                  <a:lnTo>
                    <a:pt x="1605516" y="1143127"/>
                  </a:lnTo>
                  <a:cubicBezTo>
                    <a:pt x="1605516" y="1398497"/>
                    <a:pt x="1398497" y="1605516"/>
                    <a:pt x="1143127" y="1605516"/>
                  </a:cubicBezTo>
                  <a:lnTo>
                    <a:pt x="462389" y="1605516"/>
                  </a:lnTo>
                  <a:cubicBezTo>
                    <a:pt x="398547" y="1605516"/>
                    <a:pt x="337726" y="1592577"/>
                    <a:pt x="282406" y="1569179"/>
                  </a:cubicBezTo>
                  <a:lnTo>
                    <a:pt x="247176" y="1550057"/>
                  </a:lnTo>
                  <a:lnTo>
                    <a:pt x="706898" y="1090334"/>
                  </a:lnTo>
                  <a:lnTo>
                    <a:pt x="802757" y="1186193"/>
                  </a:lnTo>
                  <a:lnTo>
                    <a:pt x="802757" y="802757"/>
                  </a:lnTo>
                  <a:lnTo>
                    <a:pt x="419322" y="802757"/>
                  </a:lnTo>
                  <a:lnTo>
                    <a:pt x="515181" y="898616"/>
                  </a:lnTo>
                  <a:lnTo>
                    <a:pt x="55459" y="1358338"/>
                  </a:lnTo>
                  <a:lnTo>
                    <a:pt x="36337" y="1323110"/>
                  </a:lnTo>
                  <a:cubicBezTo>
                    <a:pt x="12939" y="1267790"/>
                    <a:pt x="0" y="1206969"/>
                    <a:pt x="0" y="1143127"/>
                  </a:cubicBezTo>
                  <a:lnTo>
                    <a:pt x="0" y="462389"/>
                  </a:lnTo>
                  <a:cubicBezTo>
                    <a:pt x="0" y="334704"/>
                    <a:pt x="51755" y="219107"/>
                    <a:pt x="135431" y="135431"/>
                  </a:cubicBez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p>
              <a:pPr algn="ctr"/>
              <a:endParaRPr lang="zh-CN" altLang="en-US" dirty="0"/>
            </a:p>
          </p:txBody>
        </p:sp>
        <p:sp>
          <p:nvSpPr>
            <p:cNvPr id="35" name="ï$1iḍe"/>
            <p:cNvSpPr txBox="1"/>
            <p:nvPr>
              <p:custDataLst>
                <p:tags r:id="rId7"/>
              </p:custDataLst>
            </p:nvPr>
          </p:nvSpPr>
          <p:spPr>
            <a:xfrm>
              <a:off x="738159" y="1491721"/>
              <a:ext cx="2687137" cy="392512"/>
            </a:xfrm>
            <a:prstGeom prst="rect">
              <a:avLst/>
            </a:prstGeom>
            <a:noFill/>
            <a:ln>
              <a:noFill/>
            </a:ln>
          </p:spPr>
          <p:txBody>
            <a:bodyPr wrap="square" lIns="91440" tIns="45720" rIns="91440" bIns="45720" anchor="t" anchorCtr="0">
              <a:noAutofit/>
            </a:bodyPr>
            <a:lstStyle/>
            <a:p>
              <a:pPr algn="ctr"/>
              <a:r>
                <a:rPr lang="zh-CN" altLang="en-US" sz="2400" b="1" dirty="0"/>
                <a:t>进程控制</a:t>
              </a:r>
              <a:endParaRPr lang="zh-CN" altLang="en-US" sz="2400" b="1" dirty="0"/>
            </a:p>
          </p:txBody>
        </p:sp>
        <p:sp>
          <p:nvSpPr>
            <p:cNvPr id="36" name="isľîdê"/>
            <p:cNvSpPr txBox="1"/>
            <p:nvPr>
              <p:custDataLst>
                <p:tags r:id="rId8"/>
              </p:custDataLst>
            </p:nvPr>
          </p:nvSpPr>
          <p:spPr>
            <a:xfrm>
              <a:off x="837271" y="4127645"/>
              <a:ext cx="2287926" cy="1461716"/>
            </a:xfrm>
            <a:prstGeom prst="rect">
              <a:avLst/>
            </a:prstGeom>
            <a:noFill/>
            <a:ln>
              <a:noFill/>
            </a:ln>
          </p:spPr>
          <p:txBody>
            <a:bodyPr wrap="square" lIns="91440" tIns="45720" rIns="91440" bIns="45720" anchor="t" anchorCtr="0">
              <a:noAutofit/>
            </a:bodyPr>
            <a:lstStyle/>
            <a:p>
              <a:pPr marL="342900" indent="-342900">
                <a:lnSpc>
                  <a:spcPct val="120000"/>
                </a:lnSpc>
                <a:buClr>
                  <a:srgbClr val="FF0000"/>
                </a:buClr>
                <a:buFont typeface="Wingdings" panose="05000000000000000000" pitchFamily="2" charset="2"/>
                <a:buChar char="Ø"/>
              </a:pPr>
              <a:r>
                <a:rPr lang="zh-CN" altLang="en-US" sz="2400" dirty="0"/>
                <a:t>创建进程、撤消（终止）进程、状态转换</a:t>
              </a:r>
              <a:endParaRPr lang="zh-CN" altLang="en-US" sz="2400" dirty="0"/>
            </a:p>
          </p:txBody>
        </p:sp>
        <p:sp>
          <p:nvSpPr>
            <p:cNvPr id="37" name="íṩ1ïḑe"/>
            <p:cNvSpPr txBox="1"/>
            <p:nvPr>
              <p:custDataLst>
                <p:tags r:id="rId9"/>
              </p:custDataLst>
            </p:nvPr>
          </p:nvSpPr>
          <p:spPr>
            <a:xfrm>
              <a:off x="3077666" y="1464590"/>
              <a:ext cx="3316591" cy="392512"/>
            </a:xfrm>
            <a:prstGeom prst="rect">
              <a:avLst/>
            </a:prstGeom>
            <a:noFill/>
            <a:ln>
              <a:noFill/>
            </a:ln>
          </p:spPr>
          <p:txBody>
            <a:bodyPr wrap="square" lIns="91440" tIns="45720" rIns="91440" bIns="45720" anchor="t" anchorCtr="0">
              <a:noAutofit/>
            </a:bodyPr>
            <a:lstStyle/>
            <a:p>
              <a:pPr algn="ctr">
                <a:lnSpc>
                  <a:spcPct val="110000"/>
                </a:lnSpc>
              </a:pPr>
              <a:r>
                <a:rPr lang="zh-CN" altLang="en-US" sz="2400" b="1" dirty="0">
                  <a:solidFill>
                    <a:srgbClr val="FF0000"/>
                  </a:solidFill>
                </a:rPr>
                <a:t>进程同步</a:t>
              </a:r>
              <a:endParaRPr lang="zh-CN" altLang="en-US" sz="2400" b="1" dirty="0">
                <a:solidFill>
                  <a:srgbClr val="FF0000"/>
                </a:solidFill>
              </a:endParaRPr>
            </a:p>
          </p:txBody>
        </p:sp>
        <p:sp>
          <p:nvSpPr>
            <p:cNvPr id="38" name="ïsḻiďê"/>
            <p:cNvSpPr txBox="1"/>
            <p:nvPr>
              <p:custDataLst>
                <p:tags r:id="rId10"/>
              </p:custDataLst>
            </p:nvPr>
          </p:nvSpPr>
          <p:spPr>
            <a:xfrm>
              <a:off x="6366706" y="1478156"/>
              <a:ext cx="2356280" cy="392512"/>
            </a:xfrm>
            <a:prstGeom prst="rect">
              <a:avLst/>
            </a:prstGeom>
            <a:noFill/>
            <a:ln>
              <a:noFill/>
            </a:ln>
          </p:spPr>
          <p:txBody>
            <a:bodyPr wrap="square" lIns="91440" tIns="45720" rIns="91440" bIns="45720" anchor="t" anchorCtr="0">
              <a:noAutofit/>
            </a:bodyPr>
            <a:lstStyle/>
            <a:p>
              <a:pPr algn="ctr"/>
              <a:r>
                <a:rPr lang="zh-CN" altLang="en-US" sz="2400" b="1" dirty="0"/>
                <a:t>进程通信</a:t>
              </a:r>
              <a:endParaRPr lang="zh-CN" altLang="en-US" sz="2400" b="1" dirty="0"/>
            </a:p>
          </p:txBody>
        </p:sp>
        <p:sp>
          <p:nvSpPr>
            <p:cNvPr id="39" name="isḷiḋé"/>
            <p:cNvSpPr txBox="1"/>
            <p:nvPr>
              <p:custDataLst>
                <p:tags r:id="rId11"/>
              </p:custDataLst>
            </p:nvPr>
          </p:nvSpPr>
          <p:spPr>
            <a:xfrm>
              <a:off x="8833059" y="1491721"/>
              <a:ext cx="3087022" cy="392512"/>
            </a:xfrm>
            <a:prstGeom prst="rect">
              <a:avLst/>
            </a:prstGeom>
            <a:noFill/>
            <a:ln>
              <a:noFill/>
            </a:ln>
          </p:spPr>
          <p:txBody>
            <a:bodyPr wrap="square" lIns="91440" tIns="45720" rIns="91440" bIns="45720" anchor="t" anchorCtr="0">
              <a:noAutofit/>
            </a:bodyPr>
            <a:lstStyle/>
            <a:p>
              <a:pPr algn="ctr"/>
              <a:r>
                <a:rPr lang="zh-CN" altLang="en-US" sz="2400" b="1" dirty="0"/>
                <a:t>调度</a:t>
              </a:r>
              <a:endParaRPr lang="zh-CN" altLang="en-US" sz="2400" b="1" dirty="0"/>
            </a:p>
          </p:txBody>
        </p:sp>
        <p:sp>
          <p:nvSpPr>
            <p:cNvPr id="40" name="îṣḻidé"/>
            <p:cNvSpPr txBox="1"/>
            <p:nvPr>
              <p:custDataLst>
                <p:tags r:id="rId12"/>
              </p:custDataLst>
            </p:nvPr>
          </p:nvSpPr>
          <p:spPr>
            <a:xfrm>
              <a:off x="1960664" y="2605404"/>
              <a:ext cx="708108" cy="678249"/>
            </a:xfrm>
            <a:prstGeom prst="rect">
              <a:avLst/>
            </a:prstGeom>
            <a:noFill/>
          </p:spPr>
          <p:txBody>
            <a:bodyPr wrap="square" lIns="91440" tIns="45720" rIns="91440" bIns="45720" rtlCol="0" anchor="ctr">
              <a:normAutofit/>
            </a:bodyPr>
            <a:lstStyle/>
            <a:p>
              <a:pPr algn="ctr"/>
              <a:r>
                <a:rPr lang="en-US" altLang="zh-CN" sz="3200" b="1" i="1" dirty="0">
                  <a:solidFill>
                    <a:schemeClr val="bg1"/>
                  </a:solidFill>
                </a:rPr>
                <a:t>01</a:t>
              </a:r>
              <a:endParaRPr lang="zh-CN" altLang="en-US" sz="3200" b="1" i="1" dirty="0">
                <a:solidFill>
                  <a:schemeClr val="bg1"/>
                </a:solidFill>
              </a:endParaRPr>
            </a:p>
          </p:txBody>
        </p:sp>
        <p:sp>
          <p:nvSpPr>
            <p:cNvPr id="41" name="ïŝ1ïḋè"/>
            <p:cNvSpPr txBox="1"/>
            <p:nvPr>
              <p:custDataLst>
                <p:tags r:id="rId13"/>
              </p:custDataLst>
            </p:nvPr>
          </p:nvSpPr>
          <p:spPr>
            <a:xfrm>
              <a:off x="4741597" y="2605404"/>
              <a:ext cx="708108" cy="678249"/>
            </a:xfrm>
            <a:prstGeom prst="rect">
              <a:avLst/>
            </a:prstGeom>
            <a:noFill/>
          </p:spPr>
          <p:txBody>
            <a:bodyPr wrap="square" lIns="91440" tIns="45720" rIns="91440" bIns="45720" rtlCol="0" anchor="ctr">
              <a:normAutofit/>
            </a:bodyPr>
            <a:lstStyle/>
            <a:p>
              <a:pPr algn="ctr"/>
              <a:r>
                <a:rPr lang="en-US" altLang="zh-CN" sz="3200" b="1" i="1" dirty="0">
                  <a:solidFill>
                    <a:schemeClr val="bg1"/>
                  </a:solidFill>
                </a:rPr>
                <a:t>02</a:t>
              </a:r>
              <a:endParaRPr lang="zh-CN" altLang="en-US" sz="3200" b="1" i="1" dirty="0">
                <a:solidFill>
                  <a:schemeClr val="bg1"/>
                </a:solidFill>
              </a:endParaRPr>
            </a:p>
          </p:txBody>
        </p:sp>
        <p:sp>
          <p:nvSpPr>
            <p:cNvPr id="42" name="í$lîdé"/>
            <p:cNvSpPr txBox="1"/>
            <p:nvPr>
              <p:custDataLst>
                <p:tags r:id="rId14"/>
              </p:custDataLst>
            </p:nvPr>
          </p:nvSpPr>
          <p:spPr>
            <a:xfrm>
              <a:off x="7522530" y="2605404"/>
              <a:ext cx="708108" cy="678249"/>
            </a:xfrm>
            <a:prstGeom prst="rect">
              <a:avLst/>
            </a:prstGeom>
            <a:noFill/>
          </p:spPr>
          <p:txBody>
            <a:bodyPr wrap="square" lIns="91440" tIns="45720" rIns="91440" bIns="45720" rtlCol="0" anchor="ctr">
              <a:normAutofit/>
            </a:bodyPr>
            <a:lstStyle/>
            <a:p>
              <a:pPr algn="ctr"/>
              <a:r>
                <a:rPr lang="en-US" altLang="zh-CN" sz="3200" b="1" i="1" dirty="0">
                  <a:solidFill>
                    <a:schemeClr val="bg1"/>
                  </a:solidFill>
                </a:rPr>
                <a:t>03</a:t>
              </a:r>
              <a:endParaRPr lang="zh-CN" altLang="en-US" sz="3200" b="1" i="1" dirty="0">
                <a:solidFill>
                  <a:schemeClr val="bg1"/>
                </a:solidFill>
              </a:endParaRPr>
            </a:p>
          </p:txBody>
        </p:sp>
        <p:sp>
          <p:nvSpPr>
            <p:cNvPr id="43" name="išḻïďè"/>
            <p:cNvSpPr txBox="1"/>
            <p:nvPr>
              <p:custDataLst>
                <p:tags r:id="rId15"/>
              </p:custDataLst>
            </p:nvPr>
          </p:nvSpPr>
          <p:spPr>
            <a:xfrm>
              <a:off x="10303464" y="2605404"/>
              <a:ext cx="708108" cy="678249"/>
            </a:xfrm>
            <a:prstGeom prst="rect">
              <a:avLst/>
            </a:prstGeom>
            <a:noFill/>
          </p:spPr>
          <p:txBody>
            <a:bodyPr wrap="square" lIns="91440" tIns="45720" rIns="91440" bIns="45720" rtlCol="0" anchor="ctr">
              <a:normAutofit/>
            </a:bodyPr>
            <a:lstStyle/>
            <a:p>
              <a:pPr algn="ctr"/>
              <a:r>
                <a:rPr lang="en-US" altLang="zh-CN" sz="3200" b="1" i="1" dirty="0">
                  <a:solidFill>
                    <a:schemeClr val="bg1"/>
                  </a:solidFill>
                </a:rPr>
                <a:t>04</a:t>
              </a:r>
              <a:endParaRPr lang="zh-CN" altLang="en-US" sz="3200" b="1" i="1" dirty="0">
                <a:solidFill>
                  <a:schemeClr val="bg1"/>
                </a:solidFill>
              </a:endParaRPr>
            </a:p>
          </p:txBody>
        </p:sp>
        <p:sp>
          <p:nvSpPr>
            <p:cNvPr id="44" name="isľîdê"/>
            <p:cNvSpPr txBox="1"/>
            <p:nvPr>
              <p:custDataLst>
                <p:tags r:id="rId16"/>
              </p:custDataLst>
            </p:nvPr>
          </p:nvSpPr>
          <p:spPr>
            <a:xfrm>
              <a:off x="3540236" y="4127645"/>
              <a:ext cx="2276119" cy="858742"/>
            </a:xfrm>
            <a:prstGeom prst="rect">
              <a:avLst/>
            </a:prstGeom>
            <a:noFill/>
            <a:ln>
              <a:noFill/>
            </a:ln>
          </p:spPr>
          <p:txBody>
            <a:bodyPr wrap="square" lIns="91440" tIns="45720" rIns="91440" bIns="45720" anchor="t" anchorCtr="0">
              <a:noAutofit/>
            </a:bodyPr>
            <a:lstStyle/>
            <a:p>
              <a:pPr marL="342900" indent="-342900">
                <a:lnSpc>
                  <a:spcPct val="120000"/>
                </a:lnSpc>
                <a:buClr>
                  <a:srgbClr val="FF0000"/>
                </a:buClr>
                <a:buFont typeface="Wingdings" panose="05000000000000000000" pitchFamily="2" charset="2"/>
                <a:buChar char="Ø"/>
              </a:pPr>
              <a:r>
                <a:rPr lang="zh-CN" altLang="en-US" sz="2400" dirty="0"/>
                <a:t>信号量机制</a:t>
              </a:r>
              <a:endParaRPr lang="zh-CN" altLang="en-US" sz="2400" dirty="0"/>
            </a:p>
          </p:txBody>
        </p:sp>
        <p:sp>
          <p:nvSpPr>
            <p:cNvPr id="45" name="isľîdê"/>
            <p:cNvSpPr txBox="1"/>
            <p:nvPr>
              <p:custDataLst>
                <p:tags r:id="rId17"/>
              </p:custDataLst>
            </p:nvPr>
          </p:nvSpPr>
          <p:spPr>
            <a:xfrm>
              <a:off x="6469394" y="4151140"/>
              <a:ext cx="2018637" cy="531456"/>
            </a:xfrm>
            <a:prstGeom prst="rect">
              <a:avLst/>
            </a:prstGeom>
            <a:noFill/>
            <a:ln>
              <a:noFill/>
            </a:ln>
          </p:spPr>
          <p:txBody>
            <a:bodyPr wrap="square" lIns="91440" tIns="45720" rIns="91440" bIns="45720" anchor="t" anchorCtr="0">
              <a:noAutofit/>
            </a:bodyPr>
            <a:lstStyle/>
            <a:p>
              <a:pPr marL="342900" indent="-342900">
                <a:lnSpc>
                  <a:spcPct val="120000"/>
                </a:lnSpc>
                <a:buClr>
                  <a:srgbClr val="0000FF"/>
                </a:buClr>
                <a:buFont typeface="Wingdings" panose="05000000000000000000" pitchFamily="2" charset="2"/>
                <a:buChar char="Ø"/>
              </a:pPr>
              <a:r>
                <a:rPr lang="zh-CN" altLang="en-US" sz="2400" dirty="0"/>
                <a:t>直接通信、间接通信</a:t>
              </a:r>
              <a:endParaRPr lang="zh-CN" altLang="en-US" sz="2400" dirty="0"/>
            </a:p>
          </p:txBody>
        </p:sp>
        <p:sp>
          <p:nvSpPr>
            <p:cNvPr id="46" name="isľîdê"/>
            <p:cNvSpPr txBox="1"/>
            <p:nvPr>
              <p:custDataLst>
                <p:tags r:id="rId18"/>
              </p:custDataLst>
            </p:nvPr>
          </p:nvSpPr>
          <p:spPr>
            <a:xfrm>
              <a:off x="9430508" y="4151140"/>
              <a:ext cx="2369079" cy="835247"/>
            </a:xfrm>
            <a:prstGeom prst="rect">
              <a:avLst/>
            </a:prstGeom>
            <a:noFill/>
            <a:ln>
              <a:noFill/>
            </a:ln>
          </p:spPr>
          <p:txBody>
            <a:bodyPr wrap="square" lIns="91440" tIns="45720" rIns="91440" bIns="45720" anchor="t" anchorCtr="0">
              <a:noAutofit/>
            </a:bodyPr>
            <a:lstStyle/>
            <a:p>
              <a:pPr marL="342900" indent="-342900">
                <a:lnSpc>
                  <a:spcPct val="120000"/>
                </a:lnSpc>
                <a:buClr>
                  <a:srgbClr val="0000FF"/>
                </a:buClr>
                <a:buFont typeface="Wingdings" panose="05000000000000000000" pitchFamily="2" charset="2"/>
                <a:buChar char="Ø"/>
              </a:pPr>
              <a:r>
                <a:rPr lang="zh-CN" altLang="en-US" sz="2400" dirty="0"/>
                <a:t>作业调度</a:t>
              </a:r>
              <a:endParaRPr lang="zh-CN" altLang="en-US" sz="2400" dirty="0"/>
            </a:p>
            <a:p>
              <a:pPr marL="342900" indent="-342900">
                <a:lnSpc>
                  <a:spcPct val="120000"/>
                </a:lnSpc>
                <a:buClr>
                  <a:srgbClr val="0000FF"/>
                </a:buClr>
                <a:buFont typeface="Wingdings" panose="05000000000000000000" pitchFamily="2" charset="2"/>
                <a:buChar char="Ø"/>
              </a:pPr>
              <a:r>
                <a:rPr lang="zh-CN" altLang="en-US" sz="2400" dirty="0"/>
                <a:t>进程调度</a:t>
              </a:r>
              <a:endParaRPr lang="zh-CN" altLang="en-US" sz="2400" dirty="0"/>
            </a:p>
          </p:txBody>
        </p:sp>
      </p:grpSp>
    </p:spTree>
  </p:cSld>
  <p:clrMapOvr>
    <a:masterClrMapping/>
  </p:clrMapOvr>
  <p:transition/>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78668"/>
            <a:ext cx="7026275" cy="523220"/>
          </a:xfrm>
          <a:prstGeom prst="rect">
            <a:avLst/>
          </a:prstGeom>
        </p:spPr>
        <p:txBody>
          <a:bodyPr wrap="square">
            <a:spAutoFit/>
          </a:bodyPr>
          <a:lstStyle/>
          <a:p>
            <a:r>
              <a:rPr lang="zh-CN" altLang="en-US" sz="2800" b="1" dirty="0">
                <a:solidFill>
                  <a:srgbClr val="FF0000"/>
                </a:solidFill>
              </a:rPr>
              <a:t>存储器管理功能</a:t>
            </a:r>
            <a:endParaRPr lang="zh-CN" altLang="en-US" sz="2800" b="1" dirty="0">
              <a:solidFill>
                <a:srgbClr val="FF0000"/>
              </a:solidFill>
            </a:endParaRPr>
          </a:p>
        </p:txBody>
      </p:sp>
      <p:grpSp>
        <p:nvGrpSpPr>
          <p:cNvPr id="21" name="217641" descr="本素材由iSlide™ 提供&#10;iSlide™尊重知识产权并注重保护用户享有的各项权利。郑重提醒您：&#10;iSlide™插件中提供的任何信息内容的所有权、知识产权归其原始权利人或权利受让人所有，您免费/购买获得的是信息内容的使用权，并受下述条款的约束；&#10;1. 您仅可以个人非商业用途使用该等信息内容，不可将信息内容的全部或部分用于出售，或以出租、出借、转让、分销、发布等其他任何方式供他人使用；&#10;2. 禁止在接入互联网或移动互联网的任何网站、平台、应用或程序上以任何方式为他人提供iSlide™插件资源内容的下载。&#10;The resource is supplied by iSlide™.&#10;iSlide™ respects all intellectual property rights and protects all the rights its users acquired.Solemnly remind you:&#10;The ownership and intellectual property of the resources supplied in iSlide Add-in belongs to its owner or the assignee of this ownership.you only acquired the usage of the resources supplied in iSlide Add-in, as well as respected the following restrain terms:&#10;1.You are only allowed to use such resource for personal and non-commercial aim, not allowed to use such resource or part of it for the sale; or rent, lend, transfer to others; or distribution or release it in any way.&#10;2.You are not permitted to provide the resource of iSlide Add-in in any website, platform, application access to the Internet or mobile Internet." title="iSlide™ 版权声明  COPYRIGHT NOTICE"/>
          <p:cNvGrpSpPr>
            <a:grpSpLocks noChangeAspect="1"/>
          </p:cNvGrpSpPr>
          <p:nvPr>
            <p:custDataLst>
              <p:tags r:id="rId1"/>
            </p:custDataLst>
          </p:nvPr>
        </p:nvGrpSpPr>
        <p:grpSpPr>
          <a:xfrm>
            <a:off x="476743" y="1661773"/>
            <a:ext cx="11246981" cy="4124771"/>
            <a:chOff x="673100" y="1464590"/>
            <a:chExt cx="11246981" cy="4124771"/>
          </a:xfrm>
        </p:grpSpPr>
        <p:sp>
          <p:nvSpPr>
            <p:cNvPr id="22" name="ïsḷîḋê"/>
            <p:cNvSpPr/>
            <p:nvPr/>
          </p:nvSpPr>
          <p:spPr>
            <a:xfrm>
              <a:off x="673100" y="1929384"/>
              <a:ext cx="10845800" cy="2125980"/>
            </a:xfrm>
            <a:prstGeom prst="rightArrow">
              <a:avLst>
                <a:gd name="adj1" fmla="val 50000"/>
                <a:gd name="adj2" fmla="val 42258"/>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p>
              <a:pPr algn="ctr"/>
              <a:endParaRPr lang="zh-CN" altLang="en-US"/>
            </a:p>
          </p:txBody>
        </p:sp>
        <p:sp>
          <p:nvSpPr>
            <p:cNvPr id="23" name="ïṩḻíḑe"/>
            <p:cNvSpPr/>
            <p:nvPr/>
          </p:nvSpPr>
          <p:spPr>
            <a:xfrm rot="2700000">
              <a:off x="1148317" y="2189617"/>
              <a:ext cx="1605516" cy="1605516"/>
            </a:xfrm>
            <a:custGeom>
              <a:avLst/>
              <a:gdLst>
                <a:gd name="connsiteX0" fmla="*/ 135628 w 1605516"/>
                <a:gd name="connsiteY0" fmla="*/ 135628 h 1605516"/>
                <a:gd name="connsiteX1" fmla="*/ 463063 w 1605516"/>
                <a:gd name="connsiteY1" fmla="*/ 0 h 1605516"/>
                <a:gd name="connsiteX2" fmla="*/ 1142453 w 1605516"/>
                <a:gd name="connsiteY2" fmla="*/ 0 h 1605516"/>
                <a:gd name="connsiteX3" fmla="*/ 1605516 w 1605516"/>
                <a:gd name="connsiteY3" fmla="*/ 463063 h 1605516"/>
                <a:gd name="connsiteX4" fmla="*/ 1605516 w 1605516"/>
                <a:gd name="connsiteY4" fmla="*/ 1142453 h 1605516"/>
                <a:gd name="connsiteX5" fmla="*/ 1142453 w 1605516"/>
                <a:gd name="connsiteY5" fmla="*/ 1605516 h 1605516"/>
                <a:gd name="connsiteX6" fmla="*/ 463063 w 1605516"/>
                <a:gd name="connsiteY6" fmla="*/ 1605516 h 1605516"/>
                <a:gd name="connsiteX7" fmla="*/ 282818 w 1605516"/>
                <a:gd name="connsiteY7" fmla="*/ 1569126 h 1605516"/>
                <a:gd name="connsiteX8" fmla="*/ 247355 w 1605516"/>
                <a:gd name="connsiteY8" fmla="*/ 1549878 h 1605516"/>
                <a:gd name="connsiteX9" fmla="*/ 706898 w 1605516"/>
                <a:gd name="connsiteY9" fmla="*/ 1090334 h 1605516"/>
                <a:gd name="connsiteX10" fmla="*/ 802757 w 1605516"/>
                <a:gd name="connsiteY10" fmla="*/ 1186193 h 1605516"/>
                <a:gd name="connsiteX11" fmla="*/ 802757 w 1605516"/>
                <a:gd name="connsiteY11" fmla="*/ 802757 h 1605516"/>
                <a:gd name="connsiteX12" fmla="*/ 419322 w 1605516"/>
                <a:gd name="connsiteY12" fmla="*/ 802757 h 1605516"/>
                <a:gd name="connsiteX13" fmla="*/ 515181 w 1605516"/>
                <a:gd name="connsiteY13" fmla="*/ 898616 h 1605516"/>
                <a:gd name="connsiteX14" fmla="*/ 55637 w 1605516"/>
                <a:gd name="connsiteY14" fmla="*/ 1358159 h 1605516"/>
                <a:gd name="connsiteX15" fmla="*/ 36390 w 1605516"/>
                <a:gd name="connsiteY15" fmla="*/ 1322698 h 1605516"/>
                <a:gd name="connsiteX16" fmla="*/ 0 w 1605516"/>
                <a:gd name="connsiteY16" fmla="*/ 1142453 h 1605516"/>
                <a:gd name="connsiteX17" fmla="*/ 0 w 1605516"/>
                <a:gd name="connsiteY17" fmla="*/ 463063 h 1605516"/>
                <a:gd name="connsiteX18" fmla="*/ 135628 w 1605516"/>
                <a:gd name="connsiteY18" fmla="*/ 135628 h 16055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1605516" h="1605516">
                  <a:moveTo>
                    <a:pt x="135628" y="135628"/>
                  </a:moveTo>
                  <a:cubicBezTo>
                    <a:pt x="219426" y="51830"/>
                    <a:pt x="335192" y="0"/>
                    <a:pt x="463063" y="0"/>
                  </a:cubicBezTo>
                  <a:lnTo>
                    <a:pt x="1142453" y="0"/>
                  </a:lnTo>
                  <a:cubicBezTo>
                    <a:pt x="1398196" y="0"/>
                    <a:pt x="1605516" y="207320"/>
                    <a:pt x="1605516" y="463063"/>
                  </a:cubicBezTo>
                  <a:lnTo>
                    <a:pt x="1605516" y="1142453"/>
                  </a:lnTo>
                  <a:cubicBezTo>
                    <a:pt x="1605516" y="1398196"/>
                    <a:pt x="1398196" y="1605516"/>
                    <a:pt x="1142453" y="1605516"/>
                  </a:cubicBezTo>
                  <a:lnTo>
                    <a:pt x="463063" y="1605516"/>
                  </a:lnTo>
                  <a:cubicBezTo>
                    <a:pt x="399127" y="1605516"/>
                    <a:pt x="338218" y="1592559"/>
                    <a:pt x="282818" y="1569126"/>
                  </a:cubicBezTo>
                  <a:lnTo>
                    <a:pt x="247355" y="1549878"/>
                  </a:lnTo>
                  <a:lnTo>
                    <a:pt x="706898" y="1090334"/>
                  </a:lnTo>
                  <a:lnTo>
                    <a:pt x="802757" y="1186193"/>
                  </a:lnTo>
                  <a:lnTo>
                    <a:pt x="802757" y="802757"/>
                  </a:lnTo>
                  <a:lnTo>
                    <a:pt x="419322" y="802757"/>
                  </a:lnTo>
                  <a:lnTo>
                    <a:pt x="515181" y="898616"/>
                  </a:lnTo>
                  <a:lnTo>
                    <a:pt x="55637" y="1358159"/>
                  </a:lnTo>
                  <a:lnTo>
                    <a:pt x="36390" y="1322698"/>
                  </a:lnTo>
                  <a:cubicBezTo>
                    <a:pt x="12957" y="1267298"/>
                    <a:pt x="0" y="1206389"/>
                    <a:pt x="0" y="1142453"/>
                  </a:cubicBezTo>
                  <a:lnTo>
                    <a:pt x="0" y="463063"/>
                  </a:lnTo>
                  <a:cubicBezTo>
                    <a:pt x="0" y="335192"/>
                    <a:pt x="51830" y="219426"/>
                    <a:pt x="135628" y="135628"/>
                  </a:cubicBez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p>
              <a:pPr algn="ctr"/>
              <a:endParaRPr lang="zh-CN" altLang="en-US" dirty="0"/>
            </a:p>
          </p:txBody>
        </p:sp>
        <p:sp>
          <p:nvSpPr>
            <p:cNvPr id="24" name="is1íḑe"/>
            <p:cNvSpPr/>
            <p:nvPr/>
          </p:nvSpPr>
          <p:spPr>
            <a:xfrm rot="2700000">
              <a:off x="3911600" y="2189617"/>
              <a:ext cx="1605516" cy="1605516"/>
            </a:xfrm>
            <a:custGeom>
              <a:avLst/>
              <a:gdLst>
                <a:gd name="connsiteX0" fmla="*/ 135459 w 1605516"/>
                <a:gd name="connsiteY0" fmla="*/ 135459 h 1605516"/>
                <a:gd name="connsiteX1" fmla="*/ 462485 w 1605516"/>
                <a:gd name="connsiteY1" fmla="*/ 0 h 1605516"/>
                <a:gd name="connsiteX2" fmla="*/ 1143031 w 1605516"/>
                <a:gd name="connsiteY2" fmla="*/ 0 h 1605516"/>
                <a:gd name="connsiteX3" fmla="*/ 1605516 w 1605516"/>
                <a:gd name="connsiteY3" fmla="*/ 462485 h 1605516"/>
                <a:gd name="connsiteX4" fmla="*/ 1605516 w 1605516"/>
                <a:gd name="connsiteY4" fmla="*/ 1143031 h 1605516"/>
                <a:gd name="connsiteX5" fmla="*/ 1143031 w 1605516"/>
                <a:gd name="connsiteY5" fmla="*/ 1605516 h 1605516"/>
                <a:gd name="connsiteX6" fmla="*/ 462485 w 1605516"/>
                <a:gd name="connsiteY6" fmla="*/ 1605516 h 1605516"/>
                <a:gd name="connsiteX7" fmla="*/ 282465 w 1605516"/>
                <a:gd name="connsiteY7" fmla="*/ 1569172 h 1605516"/>
                <a:gd name="connsiteX8" fmla="*/ 247202 w 1605516"/>
                <a:gd name="connsiteY8" fmla="*/ 1550031 h 1605516"/>
                <a:gd name="connsiteX9" fmla="*/ 706898 w 1605516"/>
                <a:gd name="connsiteY9" fmla="*/ 1090334 h 1605516"/>
                <a:gd name="connsiteX10" fmla="*/ 802757 w 1605516"/>
                <a:gd name="connsiteY10" fmla="*/ 1186193 h 1605516"/>
                <a:gd name="connsiteX11" fmla="*/ 802757 w 1605516"/>
                <a:gd name="connsiteY11" fmla="*/ 802757 h 1605516"/>
                <a:gd name="connsiteX12" fmla="*/ 419322 w 1605516"/>
                <a:gd name="connsiteY12" fmla="*/ 802757 h 1605516"/>
                <a:gd name="connsiteX13" fmla="*/ 515181 w 1605516"/>
                <a:gd name="connsiteY13" fmla="*/ 898616 h 1605516"/>
                <a:gd name="connsiteX14" fmla="*/ 55484 w 1605516"/>
                <a:gd name="connsiteY14" fmla="*/ 1358313 h 1605516"/>
                <a:gd name="connsiteX15" fmla="*/ 36345 w 1605516"/>
                <a:gd name="connsiteY15" fmla="*/ 1323051 h 1605516"/>
                <a:gd name="connsiteX16" fmla="*/ 0 w 1605516"/>
                <a:gd name="connsiteY16" fmla="*/ 1143031 h 1605516"/>
                <a:gd name="connsiteX17" fmla="*/ 0 w 1605516"/>
                <a:gd name="connsiteY17" fmla="*/ 462485 h 1605516"/>
                <a:gd name="connsiteX18" fmla="*/ 135459 w 1605516"/>
                <a:gd name="connsiteY18" fmla="*/ 135459 h 16055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1605516" h="1605516">
                  <a:moveTo>
                    <a:pt x="135459" y="135459"/>
                  </a:moveTo>
                  <a:cubicBezTo>
                    <a:pt x="219152" y="51765"/>
                    <a:pt x="334773" y="0"/>
                    <a:pt x="462485" y="0"/>
                  </a:cubicBezTo>
                  <a:lnTo>
                    <a:pt x="1143031" y="0"/>
                  </a:lnTo>
                  <a:cubicBezTo>
                    <a:pt x="1398454" y="0"/>
                    <a:pt x="1605516" y="207062"/>
                    <a:pt x="1605516" y="462485"/>
                  </a:cubicBezTo>
                  <a:lnTo>
                    <a:pt x="1605516" y="1143031"/>
                  </a:lnTo>
                  <a:cubicBezTo>
                    <a:pt x="1605516" y="1398454"/>
                    <a:pt x="1398454" y="1605516"/>
                    <a:pt x="1143031" y="1605516"/>
                  </a:cubicBezTo>
                  <a:lnTo>
                    <a:pt x="462485" y="1605516"/>
                  </a:lnTo>
                  <a:cubicBezTo>
                    <a:pt x="398629" y="1605516"/>
                    <a:pt x="337796" y="1592575"/>
                    <a:pt x="282465" y="1569172"/>
                  </a:cubicBezTo>
                  <a:lnTo>
                    <a:pt x="247202" y="1550031"/>
                  </a:lnTo>
                  <a:lnTo>
                    <a:pt x="706898" y="1090334"/>
                  </a:lnTo>
                  <a:lnTo>
                    <a:pt x="802757" y="1186193"/>
                  </a:lnTo>
                  <a:lnTo>
                    <a:pt x="802757" y="802757"/>
                  </a:lnTo>
                  <a:lnTo>
                    <a:pt x="419322" y="802757"/>
                  </a:lnTo>
                  <a:lnTo>
                    <a:pt x="515181" y="898616"/>
                  </a:lnTo>
                  <a:lnTo>
                    <a:pt x="55484" y="1358313"/>
                  </a:lnTo>
                  <a:lnTo>
                    <a:pt x="36345" y="1323051"/>
                  </a:lnTo>
                  <a:cubicBezTo>
                    <a:pt x="12941" y="1267720"/>
                    <a:pt x="0" y="1206887"/>
                    <a:pt x="0" y="1143031"/>
                  </a:cubicBezTo>
                  <a:lnTo>
                    <a:pt x="0" y="462485"/>
                  </a:lnTo>
                  <a:cubicBezTo>
                    <a:pt x="0" y="334773"/>
                    <a:pt x="51765" y="219152"/>
                    <a:pt x="135459" y="135459"/>
                  </a:cubicBez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p>
              <a:pPr algn="ctr"/>
              <a:endParaRPr lang="zh-CN" altLang="en-US"/>
            </a:p>
          </p:txBody>
        </p:sp>
        <p:sp>
          <p:nvSpPr>
            <p:cNvPr id="25" name="íṡ1ïḋé"/>
            <p:cNvSpPr/>
            <p:nvPr/>
          </p:nvSpPr>
          <p:spPr>
            <a:xfrm rot="2700000">
              <a:off x="6674883" y="2189617"/>
              <a:ext cx="1605516" cy="1605516"/>
            </a:xfrm>
            <a:custGeom>
              <a:avLst/>
              <a:gdLst>
                <a:gd name="connsiteX0" fmla="*/ 135431 w 1605516"/>
                <a:gd name="connsiteY0" fmla="*/ 135431 h 1605516"/>
                <a:gd name="connsiteX1" fmla="*/ 462389 w 1605516"/>
                <a:gd name="connsiteY1" fmla="*/ 0 h 1605516"/>
                <a:gd name="connsiteX2" fmla="*/ 1143127 w 1605516"/>
                <a:gd name="connsiteY2" fmla="*/ 0 h 1605516"/>
                <a:gd name="connsiteX3" fmla="*/ 1605516 w 1605516"/>
                <a:gd name="connsiteY3" fmla="*/ 462389 h 1605516"/>
                <a:gd name="connsiteX4" fmla="*/ 1605516 w 1605516"/>
                <a:gd name="connsiteY4" fmla="*/ 1143127 h 1605516"/>
                <a:gd name="connsiteX5" fmla="*/ 1143127 w 1605516"/>
                <a:gd name="connsiteY5" fmla="*/ 1605516 h 1605516"/>
                <a:gd name="connsiteX6" fmla="*/ 462389 w 1605516"/>
                <a:gd name="connsiteY6" fmla="*/ 1605516 h 1605516"/>
                <a:gd name="connsiteX7" fmla="*/ 282407 w 1605516"/>
                <a:gd name="connsiteY7" fmla="*/ 1569179 h 1605516"/>
                <a:gd name="connsiteX8" fmla="*/ 247177 w 1605516"/>
                <a:gd name="connsiteY8" fmla="*/ 1550057 h 1605516"/>
                <a:gd name="connsiteX9" fmla="*/ 706899 w 1605516"/>
                <a:gd name="connsiteY9" fmla="*/ 1090335 h 1605516"/>
                <a:gd name="connsiteX10" fmla="*/ 802758 w 1605516"/>
                <a:gd name="connsiteY10" fmla="*/ 1186194 h 1605516"/>
                <a:gd name="connsiteX11" fmla="*/ 802758 w 1605516"/>
                <a:gd name="connsiteY11" fmla="*/ 802758 h 1605516"/>
                <a:gd name="connsiteX12" fmla="*/ 419322 w 1605516"/>
                <a:gd name="connsiteY12" fmla="*/ 802758 h 1605516"/>
                <a:gd name="connsiteX13" fmla="*/ 515181 w 1605516"/>
                <a:gd name="connsiteY13" fmla="*/ 898617 h 1605516"/>
                <a:gd name="connsiteX14" fmla="*/ 55459 w 1605516"/>
                <a:gd name="connsiteY14" fmla="*/ 1358339 h 1605516"/>
                <a:gd name="connsiteX15" fmla="*/ 36337 w 1605516"/>
                <a:gd name="connsiteY15" fmla="*/ 1323109 h 1605516"/>
                <a:gd name="connsiteX16" fmla="*/ 0 w 1605516"/>
                <a:gd name="connsiteY16" fmla="*/ 1143127 h 1605516"/>
                <a:gd name="connsiteX17" fmla="*/ 0 w 1605516"/>
                <a:gd name="connsiteY17" fmla="*/ 462389 h 1605516"/>
                <a:gd name="connsiteX18" fmla="*/ 135431 w 1605516"/>
                <a:gd name="connsiteY18" fmla="*/ 135431 h 16055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1605516" h="1605516">
                  <a:moveTo>
                    <a:pt x="135431" y="135431"/>
                  </a:moveTo>
                  <a:cubicBezTo>
                    <a:pt x="219107" y="51755"/>
                    <a:pt x="334704" y="0"/>
                    <a:pt x="462389" y="0"/>
                  </a:cubicBezTo>
                  <a:lnTo>
                    <a:pt x="1143127" y="0"/>
                  </a:lnTo>
                  <a:cubicBezTo>
                    <a:pt x="1398497" y="0"/>
                    <a:pt x="1605516" y="207019"/>
                    <a:pt x="1605516" y="462389"/>
                  </a:cubicBezTo>
                  <a:lnTo>
                    <a:pt x="1605516" y="1143127"/>
                  </a:lnTo>
                  <a:cubicBezTo>
                    <a:pt x="1605516" y="1398497"/>
                    <a:pt x="1398497" y="1605516"/>
                    <a:pt x="1143127" y="1605516"/>
                  </a:cubicBezTo>
                  <a:lnTo>
                    <a:pt x="462389" y="1605516"/>
                  </a:lnTo>
                  <a:cubicBezTo>
                    <a:pt x="398546" y="1605516"/>
                    <a:pt x="337726" y="1592577"/>
                    <a:pt x="282407" y="1569179"/>
                  </a:cubicBezTo>
                  <a:lnTo>
                    <a:pt x="247177" y="1550057"/>
                  </a:lnTo>
                  <a:lnTo>
                    <a:pt x="706899" y="1090335"/>
                  </a:lnTo>
                  <a:lnTo>
                    <a:pt x="802758" y="1186194"/>
                  </a:lnTo>
                  <a:lnTo>
                    <a:pt x="802758" y="802758"/>
                  </a:lnTo>
                  <a:lnTo>
                    <a:pt x="419322" y="802758"/>
                  </a:lnTo>
                  <a:lnTo>
                    <a:pt x="515181" y="898617"/>
                  </a:lnTo>
                  <a:lnTo>
                    <a:pt x="55459" y="1358339"/>
                  </a:lnTo>
                  <a:lnTo>
                    <a:pt x="36337" y="1323109"/>
                  </a:lnTo>
                  <a:cubicBezTo>
                    <a:pt x="12939" y="1267790"/>
                    <a:pt x="0" y="1206970"/>
                    <a:pt x="0" y="1143127"/>
                  </a:cubicBezTo>
                  <a:lnTo>
                    <a:pt x="0" y="462389"/>
                  </a:lnTo>
                  <a:cubicBezTo>
                    <a:pt x="0" y="334704"/>
                    <a:pt x="51755" y="219107"/>
                    <a:pt x="135431" y="135431"/>
                  </a:cubicBez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p>
              <a:pPr algn="ctr"/>
              <a:endParaRPr lang="zh-CN" altLang="en-US" dirty="0"/>
            </a:p>
          </p:txBody>
        </p:sp>
        <p:sp>
          <p:nvSpPr>
            <p:cNvPr id="26" name="îṡlíḓè"/>
            <p:cNvSpPr/>
            <p:nvPr/>
          </p:nvSpPr>
          <p:spPr>
            <a:xfrm rot="2700000">
              <a:off x="9438167" y="2189617"/>
              <a:ext cx="1605516" cy="1605516"/>
            </a:xfrm>
            <a:custGeom>
              <a:avLst/>
              <a:gdLst>
                <a:gd name="connsiteX0" fmla="*/ 135431 w 1605516"/>
                <a:gd name="connsiteY0" fmla="*/ 135431 h 1605516"/>
                <a:gd name="connsiteX1" fmla="*/ 462389 w 1605516"/>
                <a:gd name="connsiteY1" fmla="*/ 0 h 1605516"/>
                <a:gd name="connsiteX2" fmla="*/ 1143127 w 1605516"/>
                <a:gd name="connsiteY2" fmla="*/ 0 h 1605516"/>
                <a:gd name="connsiteX3" fmla="*/ 1605516 w 1605516"/>
                <a:gd name="connsiteY3" fmla="*/ 462389 h 1605516"/>
                <a:gd name="connsiteX4" fmla="*/ 1605516 w 1605516"/>
                <a:gd name="connsiteY4" fmla="*/ 1143127 h 1605516"/>
                <a:gd name="connsiteX5" fmla="*/ 1143127 w 1605516"/>
                <a:gd name="connsiteY5" fmla="*/ 1605516 h 1605516"/>
                <a:gd name="connsiteX6" fmla="*/ 462389 w 1605516"/>
                <a:gd name="connsiteY6" fmla="*/ 1605516 h 1605516"/>
                <a:gd name="connsiteX7" fmla="*/ 282406 w 1605516"/>
                <a:gd name="connsiteY7" fmla="*/ 1569179 h 1605516"/>
                <a:gd name="connsiteX8" fmla="*/ 247176 w 1605516"/>
                <a:gd name="connsiteY8" fmla="*/ 1550057 h 1605516"/>
                <a:gd name="connsiteX9" fmla="*/ 706898 w 1605516"/>
                <a:gd name="connsiteY9" fmla="*/ 1090334 h 1605516"/>
                <a:gd name="connsiteX10" fmla="*/ 802757 w 1605516"/>
                <a:gd name="connsiteY10" fmla="*/ 1186193 h 1605516"/>
                <a:gd name="connsiteX11" fmla="*/ 802757 w 1605516"/>
                <a:gd name="connsiteY11" fmla="*/ 802757 h 1605516"/>
                <a:gd name="connsiteX12" fmla="*/ 419322 w 1605516"/>
                <a:gd name="connsiteY12" fmla="*/ 802757 h 1605516"/>
                <a:gd name="connsiteX13" fmla="*/ 515181 w 1605516"/>
                <a:gd name="connsiteY13" fmla="*/ 898616 h 1605516"/>
                <a:gd name="connsiteX14" fmla="*/ 55459 w 1605516"/>
                <a:gd name="connsiteY14" fmla="*/ 1358338 h 1605516"/>
                <a:gd name="connsiteX15" fmla="*/ 36337 w 1605516"/>
                <a:gd name="connsiteY15" fmla="*/ 1323110 h 1605516"/>
                <a:gd name="connsiteX16" fmla="*/ 0 w 1605516"/>
                <a:gd name="connsiteY16" fmla="*/ 1143127 h 1605516"/>
                <a:gd name="connsiteX17" fmla="*/ 0 w 1605516"/>
                <a:gd name="connsiteY17" fmla="*/ 462389 h 1605516"/>
                <a:gd name="connsiteX18" fmla="*/ 135431 w 1605516"/>
                <a:gd name="connsiteY18" fmla="*/ 135431 h 16055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1605516" h="1605516">
                  <a:moveTo>
                    <a:pt x="135431" y="135431"/>
                  </a:moveTo>
                  <a:cubicBezTo>
                    <a:pt x="219107" y="51755"/>
                    <a:pt x="334704" y="0"/>
                    <a:pt x="462389" y="0"/>
                  </a:cubicBezTo>
                  <a:lnTo>
                    <a:pt x="1143127" y="0"/>
                  </a:lnTo>
                  <a:cubicBezTo>
                    <a:pt x="1398497" y="0"/>
                    <a:pt x="1605516" y="207019"/>
                    <a:pt x="1605516" y="462389"/>
                  </a:cubicBezTo>
                  <a:lnTo>
                    <a:pt x="1605516" y="1143127"/>
                  </a:lnTo>
                  <a:cubicBezTo>
                    <a:pt x="1605516" y="1398497"/>
                    <a:pt x="1398497" y="1605516"/>
                    <a:pt x="1143127" y="1605516"/>
                  </a:cubicBezTo>
                  <a:lnTo>
                    <a:pt x="462389" y="1605516"/>
                  </a:lnTo>
                  <a:cubicBezTo>
                    <a:pt x="398547" y="1605516"/>
                    <a:pt x="337726" y="1592577"/>
                    <a:pt x="282406" y="1569179"/>
                  </a:cubicBezTo>
                  <a:lnTo>
                    <a:pt x="247176" y="1550057"/>
                  </a:lnTo>
                  <a:lnTo>
                    <a:pt x="706898" y="1090334"/>
                  </a:lnTo>
                  <a:lnTo>
                    <a:pt x="802757" y="1186193"/>
                  </a:lnTo>
                  <a:lnTo>
                    <a:pt x="802757" y="802757"/>
                  </a:lnTo>
                  <a:lnTo>
                    <a:pt x="419322" y="802757"/>
                  </a:lnTo>
                  <a:lnTo>
                    <a:pt x="515181" y="898616"/>
                  </a:lnTo>
                  <a:lnTo>
                    <a:pt x="55459" y="1358338"/>
                  </a:lnTo>
                  <a:lnTo>
                    <a:pt x="36337" y="1323110"/>
                  </a:lnTo>
                  <a:cubicBezTo>
                    <a:pt x="12939" y="1267790"/>
                    <a:pt x="0" y="1206969"/>
                    <a:pt x="0" y="1143127"/>
                  </a:cubicBezTo>
                  <a:lnTo>
                    <a:pt x="0" y="462389"/>
                  </a:lnTo>
                  <a:cubicBezTo>
                    <a:pt x="0" y="334704"/>
                    <a:pt x="51755" y="219107"/>
                    <a:pt x="135431" y="135431"/>
                  </a:cubicBez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p>
              <a:pPr algn="ctr"/>
              <a:endParaRPr lang="zh-CN" altLang="en-US" dirty="0"/>
            </a:p>
          </p:txBody>
        </p:sp>
        <p:sp>
          <p:nvSpPr>
            <p:cNvPr id="27" name="ï$1iḍe"/>
            <p:cNvSpPr txBox="1"/>
            <p:nvPr/>
          </p:nvSpPr>
          <p:spPr>
            <a:xfrm>
              <a:off x="738159" y="1491721"/>
              <a:ext cx="2687137" cy="392512"/>
            </a:xfrm>
            <a:prstGeom prst="rect">
              <a:avLst/>
            </a:prstGeom>
            <a:noFill/>
            <a:ln>
              <a:noFill/>
            </a:ln>
          </p:spPr>
          <p:txBody>
            <a:bodyPr wrap="square" lIns="91440" tIns="45720" rIns="91440" bIns="45720" anchor="t" anchorCtr="0">
              <a:noAutofit/>
            </a:bodyPr>
            <a:lstStyle/>
            <a:p>
              <a:pPr algn="ctr"/>
              <a:r>
                <a:rPr lang="zh-CN" altLang="en-US" sz="2400" b="1" dirty="0"/>
                <a:t>内存分配和回收</a:t>
              </a:r>
              <a:endParaRPr lang="zh-CN" altLang="en-US" sz="2400" b="1" dirty="0"/>
            </a:p>
          </p:txBody>
        </p:sp>
        <p:sp>
          <p:nvSpPr>
            <p:cNvPr id="28" name="isľîdê"/>
            <p:cNvSpPr txBox="1"/>
            <p:nvPr/>
          </p:nvSpPr>
          <p:spPr>
            <a:xfrm>
              <a:off x="837271" y="4127645"/>
              <a:ext cx="2287926" cy="1461716"/>
            </a:xfrm>
            <a:prstGeom prst="rect">
              <a:avLst/>
            </a:prstGeom>
            <a:noFill/>
            <a:ln>
              <a:noFill/>
            </a:ln>
          </p:spPr>
          <p:txBody>
            <a:bodyPr wrap="square" lIns="91440" tIns="45720" rIns="91440" bIns="45720" anchor="t" anchorCtr="0">
              <a:noAutofit/>
            </a:bodyPr>
            <a:lstStyle/>
            <a:p>
              <a:pPr marL="342900" indent="-342900">
                <a:lnSpc>
                  <a:spcPct val="120000"/>
                </a:lnSpc>
                <a:buClr>
                  <a:srgbClr val="FF0000"/>
                </a:buClr>
                <a:buFont typeface="Wingdings" panose="05000000000000000000" pitchFamily="2" charset="2"/>
                <a:buChar char="Ø"/>
              </a:pPr>
              <a:r>
                <a:rPr lang="zh-CN" altLang="en-US" sz="2200" dirty="0"/>
                <a:t>内存分配</a:t>
              </a:r>
              <a:endParaRPr lang="zh-CN" altLang="en-US" sz="2200" dirty="0"/>
            </a:p>
            <a:p>
              <a:pPr marL="342900" indent="-342900">
                <a:lnSpc>
                  <a:spcPct val="120000"/>
                </a:lnSpc>
                <a:buClr>
                  <a:srgbClr val="FF0000"/>
                </a:buClr>
                <a:buFont typeface="Wingdings" panose="05000000000000000000" pitchFamily="2" charset="2"/>
                <a:buChar char="Ø"/>
              </a:pPr>
              <a:r>
                <a:rPr lang="zh-CN" altLang="en-US" sz="2200" dirty="0"/>
                <a:t>内存分配</a:t>
              </a:r>
              <a:endParaRPr lang="zh-CN" altLang="en-US" sz="2200" dirty="0"/>
            </a:p>
          </p:txBody>
        </p:sp>
        <p:sp>
          <p:nvSpPr>
            <p:cNvPr id="47" name="íṩ1ïḑe"/>
            <p:cNvSpPr txBox="1"/>
            <p:nvPr/>
          </p:nvSpPr>
          <p:spPr>
            <a:xfrm>
              <a:off x="3077666" y="1464590"/>
              <a:ext cx="3316591" cy="392512"/>
            </a:xfrm>
            <a:prstGeom prst="rect">
              <a:avLst/>
            </a:prstGeom>
            <a:noFill/>
            <a:ln>
              <a:noFill/>
            </a:ln>
          </p:spPr>
          <p:txBody>
            <a:bodyPr wrap="square" lIns="91440" tIns="45720" rIns="91440" bIns="45720" anchor="t" anchorCtr="0">
              <a:noAutofit/>
            </a:bodyPr>
            <a:lstStyle/>
            <a:p>
              <a:pPr algn="ctr">
                <a:lnSpc>
                  <a:spcPct val="110000"/>
                </a:lnSpc>
              </a:pPr>
              <a:r>
                <a:rPr lang="zh-CN" altLang="en-US" sz="2400" b="1" dirty="0"/>
                <a:t>内存保护</a:t>
              </a:r>
              <a:endParaRPr lang="zh-CN" altLang="en-US" sz="2400" b="1" dirty="0"/>
            </a:p>
          </p:txBody>
        </p:sp>
        <p:sp>
          <p:nvSpPr>
            <p:cNvPr id="48" name="ïsḻiďê"/>
            <p:cNvSpPr txBox="1"/>
            <p:nvPr/>
          </p:nvSpPr>
          <p:spPr>
            <a:xfrm>
              <a:off x="6366706" y="1478156"/>
              <a:ext cx="2356280" cy="392512"/>
            </a:xfrm>
            <a:prstGeom prst="rect">
              <a:avLst/>
            </a:prstGeom>
            <a:noFill/>
            <a:ln>
              <a:noFill/>
            </a:ln>
          </p:spPr>
          <p:txBody>
            <a:bodyPr wrap="square" lIns="91440" tIns="45720" rIns="91440" bIns="45720" anchor="t" anchorCtr="0">
              <a:noAutofit/>
            </a:bodyPr>
            <a:lstStyle/>
            <a:p>
              <a:pPr algn="ctr"/>
              <a:r>
                <a:rPr lang="zh-CN" altLang="en-US" sz="2400" b="1" dirty="0"/>
                <a:t>地址映射</a:t>
              </a:r>
              <a:endParaRPr lang="zh-CN" altLang="en-US" sz="2400" b="1" dirty="0"/>
            </a:p>
          </p:txBody>
        </p:sp>
        <p:sp>
          <p:nvSpPr>
            <p:cNvPr id="49" name="isḷiḋé"/>
            <p:cNvSpPr txBox="1"/>
            <p:nvPr/>
          </p:nvSpPr>
          <p:spPr>
            <a:xfrm>
              <a:off x="8656120" y="1491721"/>
              <a:ext cx="3263961" cy="392512"/>
            </a:xfrm>
            <a:prstGeom prst="rect">
              <a:avLst/>
            </a:prstGeom>
            <a:noFill/>
            <a:ln>
              <a:noFill/>
            </a:ln>
          </p:spPr>
          <p:txBody>
            <a:bodyPr wrap="square" lIns="91440" tIns="45720" rIns="91440" bIns="45720" anchor="t" anchorCtr="0">
              <a:noAutofit/>
            </a:bodyPr>
            <a:lstStyle/>
            <a:p>
              <a:pPr algn="ctr"/>
              <a:r>
                <a:rPr lang="zh-CN" altLang="en-US" sz="2400" b="1" dirty="0"/>
                <a:t>内存扩充</a:t>
              </a:r>
              <a:br>
                <a:rPr lang="en-US" altLang="zh-CN" sz="2400" b="1" dirty="0"/>
              </a:br>
              <a:r>
                <a:rPr lang="zh-CN" altLang="en-US" sz="2400" b="1" dirty="0">
                  <a:solidFill>
                    <a:srgbClr val="FF0000"/>
                  </a:solidFill>
                </a:rPr>
                <a:t>（虚拟存储技术）</a:t>
              </a:r>
              <a:endParaRPr lang="zh-CN" altLang="en-US" sz="2400" b="1" dirty="0">
                <a:solidFill>
                  <a:srgbClr val="FF0000"/>
                </a:solidFill>
              </a:endParaRPr>
            </a:p>
          </p:txBody>
        </p:sp>
        <p:sp>
          <p:nvSpPr>
            <p:cNvPr id="50" name="îṣḻidé"/>
            <p:cNvSpPr txBox="1"/>
            <p:nvPr/>
          </p:nvSpPr>
          <p:spPr>
            <a:xfrm>
              <a:off x="1960664" y="2605404"/>
              <a:ext cx="708108" cy="678249"/>
            </a:xfrm>
            <a:prstGeom prst="rect">
              <a:avLst/>
            </a:prstGeom>
            <a:noFill/>
          </p:spPr>
          <p:txBody>
            <a:bodyPr wrap="square" lIns="91440" tIns="45720" rIns="91440" bIns="45720" rtlCol="0" anchor="ctr">
              <a:normAutofit/>
            </a:bodyPr>
            <a:lstStyle/>
            <a:p>
              <a:pPr algn="ctr"/>
              <a:r>
                <a:rPr lang="en-US" altLang="zh-CN" sz="3200" b="1" i="1" dirty="0">
                  <a:solidFill>
                    <a:schemeClr val="bg1"/>
                  </a:solidFill>
                </a:rPr>
                <a:t>01</a:t>
              </a:r>
              <a:endParaRPr lang="zh-CN" altLang="en-US" sz="3200" b="1" i="1" dirty="0">
                <a:solidFill>
                  <a:schemeClr val="bg1"/>
                </a:solidFill>
              </a:endParaRPr>
            </a:p>
          </p:txBody>
        </p:sp>
        <p:sp>
          <p:nvSpPr>
            <p:cNvPr id="51" name="ïŝ1ïḋè"/>
            <p:cNvSpPr txBox="1"/>
            <p:nvPr/>
          </p:nvSpPr>
          <p:spPr>
            <a:xfrm>
              <a:off x="4741597" y="2605404"/>
              <a:ext cx="708108" cy="678249"/>
            </a:xfrm>
            <a:prstGeom prst="rect">
              <a:avLst/>
            </a:prstGeom>
            <a:noFill/>
          </p:spPr>
          <p:txBody>
            <a:bodyPr wrap="square" lIns="91440" tIns="45720" rIns="91440" bIns="45720" rtlCol="0" anchor="ctr">
              <a:normAutofit/>
            </a:bodyPr>
            <a:lstStyle/>
            <a:p>
              <a:pPr algn="ctr"/>
              <a:r>
                <a:rPr lang="en-US" altLang="zh-CN" sz="3200" b="1" i="1" dirty="0">
                  <a:solidFill>
                    <a:schemeClr val="bg1"/>
                  </a:solidFill>
                </a:rPr>
                <a:t>02</a:t>
              </a:r>
              <a:endParaRPr lang="zh-CN" altLang="en-US" sz="3200" b="1" i="1" dirty="0">
                <a:solidFill>
                  <a:schemeClr val="bg1"/>
                </a:solidFill>
              </a:endParaRPr>
            </a:p>
          </p:txBody>
        </p:sp>
        <p:sp>
          <p:nvSpPr>
            <p:cNvPr id="52" name="í$lîdé"/>
            <p:cNvSpPr txBox="1"/>
            <p:nvPr/>
          </p:nvSpPr>
          <p:spPr>
            <a:xfrm>
              <a:off x="7522530" y="2605404"/>
              <a:ext cx="708108" cy="678249"/>
            </a:xfrm>
            <a:prstGeom prst="rect">
              <a:avLst/>
            </a:prstGeom>
            <a:noFill/>
          </p:spPr>
          <p:txBody>
            <a:bodyPr wrap="square" lIns="91440" tIns="45720" rIns="91440" bIns="45720" rtlCol="0" anchor="ctr">
              <a:normAutofit/>
            </a:bodyPr>
            <a:lstStyle/>
            <a:p>
              <a:pPr algn="ctr"/>
              <a:r>
                <a:rPr lang="en-US" altLang="zh-CN" sz="3200" b="1" i="1" dirty="0">
                  <a:solidFill>
                    <a:schemeClr val="bg1"/>
                  </a:solidFill>
                </a:rPr>
                <a:t>03</a:t>
              </a:r>
              <a:endParaRPr lang="zh-CN" altLang="en-US" sz="3200" b="1" i="1" dirty="0">
                <a:solidFill>
                  <a:schemeClr val="bg1"/>
                </a:solidFill>
              </a:endParaRPr>
            </a:p>
          </p:txBody>
        </p:sp>
        <p:sp>
          <p:nvSpPr>
            <p:cNvPr id="53" name="išḻïďè"/>
            <p:cNvSpPr txBox="1"/>
            <p:nvPr/>
          </p:nvSpPr>
          <p:spPr>
            <a:xfrm>
              <a:off x="10303464" y="2605404"/>
              <a:ext cx="708108" cy="678249"/>
            </a:xfrm>
            <a:prstGeom prst="rect">
              <a:avLst/>
            </a:prstGeom>
            <a:noFill/>
          </p:spPr>
          <p:txBody>
            <a:bodyPr wrap="square" lIns="91440" tIns="45720" rIns="91440" bIns="45720" rtlCol="0" anchor="ctr">
              <a:normAutofit/>
            </a:bodyPr>
            <a:lstStyle/>
            <a:p>
              <a:pPr algn="ctr"/>
              <a:r>
                <a:rPr lang="en-US" altLang="zh-CN" sz="3200" b="1" i="1" dirty="0">
                  <a:solidFill>
                    <a:schemeClr val="bg1"/>
                  </a:solidFill>
                </a:rPr>
                <a:t>04</a:t>
              </a:r>
              <a:endParaRPr lang="zh-CN" altLang="en-US" sz="3200" b="1" i="1" dirty="0">
                <a:solidFill>
                  <a:schemeClr val="bg1"/>
                </a:solidFill>
              </a:endParaRPr>
            </a:p>
          </p:txBody>
        </p:sp>
        <p:sp>
          <p:nvSpPr>
            <p:cNvPr id="54" name="isľîdê"/>
            <p:cNvSpPr txBox="1"/>
            <p:nvPr/>
          </p:nvSpPr>
          <p:spPr>
            <a:xfrm>
              <a:off x="2996169" y="4100515"/>
              <a:ext cx="3330521" cy="858742"/>
            </a:xfrm>
            <a:prstGeom prst="rect">
              <a:avLst/>
            </a:prstGeom>
            <a:noFill/>
            <a:ln>
              <a:noFill/>
            </a:ln>
          </p:spPr>
          <p:txBody>
            <a:bodyPr wrap="square" lIns="91440" tIns="45720" rIns="91440" bIns="45720" anchor="t" anchorCtr="0">
              <a:noAutofit/>
            </a:bodyPr>
            <a:lstStyle/>
            <a:p>
              <a:pPr marL="342900" indent="-342900">
                <a:lnSpc>
                  <a:spcPct val="120000"/>
                </a:lnSpc>
                <a:buClr>
                  <a:srgbClr val="FF0000"/>
                </a:buClr>
                <a:buFont typeface="Wingdings" panose="05000000000000000000" pitchFamily="2" charset="2"/>
                <a:buChar char="Ø"/>
              </a:pPr>
              <a:r>
                <a:rPr lang="zh-CN" altLang="en-US" sz="2200" dirty="0"/>
                <a:t>确保每个用户程序仅在自己的内存空间运行</a:t>
              </a:r>
              <a:endParaRPr lang="zh-CN" altLang="en-US" sz="2200" dirty="0"/>
            </a:p>
            <a:p>
              <a:pPr marL="342900" indent="-342900">
                <a:lnSpc>
                  <a:spcPct val="120000"/>
                </a:lnSpc>
                <a:buClr>
                  <a:srgbClr val="FF0000"/>
                </a:buClr>
                <a:buFont typeface="Wingdings" panose="05000000000000000000" pitchFamily="2" charset="2"/>
                <a:buChar char="Ø"/>
              </a:pPr>
              <a:r>
                <a:rPr lang="zh-CN" altLang="en-US" sz="2200" dirty="0"/>
                <a:t>绝不允许用户程序访问操作系统的程序和数据</a:t>
              </a:r>
              <a:endParaRPr lang="zh-CN" altLang="en-US" sz="2200" dirty="0"/>
            </a:p>
          </p:txBody>
        </p:sp>
        <p:sp>
          <p:nvSpPr>
            <p:cNvPr id="55" name="isľîdê"/>
            <p:cNvSpPr txBox="1"/>
            <p:nvPr/>
          </p:nvSpPr>
          <p:spPr>
            <a:xfrm>
              <a:off x="6469394" y="4151140"/>
              <a:ext cx="2363665" cy="531456"/>
            </a:xfrm>
            <a:prstGeom prst="rect">
              <a:avLst/>
            </a:prstGeom>
            <a:noFill/>
            <a:ln>
              <a:noFill/>
            </a:ln>
          </p:spPr>
          <p:txBody>
            <a:bodyPr wrap="square" lIns="91440" tIns="45720" rIns="91440" bIns="45720" anchor="t" anchorCtr="0">
              <a:noAutofit/>
            </a:bodyPr>
            <a:lstStyle/>
            <a:p>
              <a:pPr marL="342900" indent="-342900">
                <a:lnSpc>
                  <a:spcPct val="120000"/>
                </a:lnSpc>
                <a:buClr>
                  <a:srgbClr val="0000FF"/>
                </a:buClr>
                <a:buFont typeface="Wingdings" panose="05000000000000000000" pitchFamily="2" charset="2"/>
                <a:buChar char="Ø"/>
              </a:pPr>
              <a:r>
                <a:rPr lang="zh-CN" altLang="en-US" sz="2200" dirty="0"/>
                <a:t>逻辑地址转换为物理地址</a:t>
              </a:r>
              <a:endParaRPr lang="zh-CN" altLang="en-US" sz="2200" dirty="0"/>
            </a:p>
          </p:txBody>
        </p:sp>
        <p:sp>
          <p:nvSpPr>
            <p:cNvPr id="56" name="isľîdê"/>
            <p:cNvSpPr txBox="1"/>
            <p:nvPr/>
          </p:nvSpPr>
          <p:spPr>
            <a:xfrm>
              <a:off x="9430508" y="4151140"/>
              <a:ext cx="2369079" cy="835247"/>
            </a:xfrm>
            <a:prstGeom prst="rect">
              <a:avLst/>
            </a:prstGeom>
            <a:noFill/>
            <a:ln>
              <a:noFill/>
            </a:ln>
          </p:spPr>
          <p:txBody>
            <a:bodyPr wrap="square" lIns="91440" tIns="45720" rIns="91440" bIns="45720" anchor="t" anchorCtr="0">
              <a:noAutofit/>
            </a:bodyPr>
            <a:lstStyle/>
            <a:p>
              <a:pPr marL="342900" indent="-342900">
                <a:lnSpc>
                  <a:spcPct val="120000"/>
                </a:lnSpc>
                <a:buClr>
                  <a:srgbClr val="0000FF"/>
                </a:buClr>
                <a:buFont typeface="Wingdings" panose="05000000000000000000" pitchFamily="2" charset="2"/>
                <a:buChar char="Ø"/>
              </a:pPr>
              <a:r>
                <a:rPr lang="zh-CN" altLang="en-US" sz="2200" dirty="0"/>
                <a:t>请求调入功能</a:t>
              </a:r>
              <a:endParaRPr lang="zh-CN" altLang="en-US" sz="2200" dirty="0"/>
            </a:p>
            <a:p>
              <a:pPr marL="342900" indent="-342900">
                <a:lnSpc>
                  <a:spcPct val="120000"/>
                </a:lnSpc>
                <a:buClr>
                  <a:srgbClr val="0000FF"/>
                </a:buClr>
                <a:buFont typeface="Wingdings" panose="05000000000000000000" pitchFamily="2" charset="2"/>
                <a:buChar char="Ø"/>
              </a:pPr>
              <a:r>
                <a:rPr lang="zh-CN" altLang="en-US" sz="2200" dirty="0"/>
                <a:t>置换功能</a:t>
              </a:r>
              <a:endParaRPr lang="zh-CN" altLang="en-US" sz="2200" dirty="0"/>
            </a:p>
          </p:txBody>
        </p:sp>
      </p:grpSp>
    </p:spTree>
  </p:cSld>
  <p:clrMapOvr>
    <a:masterClrMapping/>
  </p:clrMapOvr>
  <p:transition/>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78668"/>
            <a:ext cx="7026275" cy="523220"/>
          </a:xfrm>
          <a:prstGeom prst="rect">
            <a:avLst/>
          </a:prstGeom>
        </p:spPr>
        <p:txBody>
          <a:bodyPr wrap="square">
            <a:spAutoFit/>
          </a:bodyPr>
          <a:lstStyle/>
          <a:p>
            <a:r>
              <a:rPr lang="zh-CN" altLang="en-US" sz="2800" b="1" dirty="0">
                <a:solidFill>
                  <a:srgbClr val="FF0000"/>
                </a:solidFill>
              </a:rPr>
              <a:t>设备管理功能</a:t>
            </a:r>
            <a:endParaRPr lang="zh-CN" altLang="en-US" sz="2800" b="1" dirty="0">
              <a:solidFill>
                <a:srgbClr val="FF0000"/>
              </a:solidFill>
            </a:endParaRPr>
          </a:p>
        </p:txBody>
      </p:sp>
      <p:sp>
        <p:nvSpPr>
          <p:cNvPr id="40" name="ïṣḻïḍe"/>
          <p:cNvSpPr txBox="1"/>
          <p:nvPr/>
        </p:nvSpPr>
        <p:spPr>
          <a:xfrm>
            <a:off x="660400" y="1851367"/>
            <a:ext cx="10858500" cy="648568"/>
          </a:xfrm>
          <a:prstGeom prst="rect">
            <a:avLst/>
          </a:prstGeom>
          <a:noFill/>
          <a:ln>
            <a:noFill/>
          </a:ln>
        </p:spPr>
        <p:txBody>
          <a:bodyPr wrap="square" lIns="91440" tIns="45720" rIns="91440" bIns="45720" anchor="ctr" anchorCtr="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gn="ctr">
              <a:buSzPct val="25000"/>
            </a:pPr>
            <a:r>
              <a:rPr lang="zh-CN" altLang="en-US" sz="2400" b="1" dirty="0"/>
              <a:t>主要任务：</a:t>
            </a:r>
            <a:r>
              <a:rPr lang="en-US" altLang="zh-CN" sz="2400" b="1" dirty="0"/>
              <a:t>(1)</a:t>
            </a:r>
            <a:r>
              <a:rPr lang="zh-CN" altLang="en-US" sz="2400" b="1" dirty="0"/>
              <a:t>完成</a:t>
            </a:r>
            <a:r>
              <a:rPr lang="en-US" altLang="zh-CN" sz="2400" b="1" dirty="0"/>
              <a:t>I/O</a:t>
            </a:r>
            <a:r>
              <a:rPr lang="zh-CN" altLang="en-US" sz="2400" b="1" dirty="0"/>
              <a:t>请求；</a:t>
            </a:r>
            <a:r>
              <a:rPr lang="en-US" altLang="zh-CN" sz="2400" b="1" dirty="0"/>
              <a:t>(2)</a:t>
            </a:r>
            <a:r>
              <a:rPr lang="zh-CN" altLang="en-US" sz="2400" b="1" dirty="0"/>
              <a:t>提高</a:t>
            </a:r>
            <a:r>
              <a:rPr lang="en-US" altLang="zh-CN" sz="2400" b="1" dirty="0"/>
              <a:t>CPU</a:t>
            </a:r>
            <a:r>
              <a:rPr lang="zh-CN" altLang="en-US" sz="2400" b="1" dirty="0"/>
              <a:t>和</a:t>
            </a:r>
            <a:r>
              <a:rPr lang="en-US" altLang="zh-CN" sz="2400" b="1" dirty="0"/>
              <a:t>I/O</a:t>
            </a:r>
            <a:r>
              <a:rPr lang="zh-CN" altLang="en-US" sz="2400" b="1" dirty="0"/>
              <a:t>设备的利用率。</a:t>
            </a:r>
            <a:endParaRPr lang="zh-CN" altLang="en-US" sz="2400" b="1" dirty="0"/>
          </a:p>
        </p:txBody>
      </p:sp>
      <p:sp>
        <p:nvSpPr>
          <p:cNvPr id="42" name="ïṩḷiďè"/>
          <p:cNvSpPr/>
          <p:nvPr/>
        </p:nvSpPr>
        <p:spPr>
          <a:xfrm>
            <a:off x="0" y="2858696"/>
            <a:ext cx="12192000" cy="1420426"/>
          </a:xfrm>
          <a:prstGeom prst="rect">
            <a:avLst/>
          </a:prstGeom>
          <a:blipFill>
            <a:blip r:embed="rId1"/>
            <a:srcRect/>
            <a:stretch>
              <a:fillRect t="-193116" b="-189697"/>
            </a:stretch>
          </a:blipFill>
          <a:ln w="12700" cap="flat" cmpd="sng" algn="ctr">
            <a:noFill/>
            <a:prstDash val="solid"/>
            <a:miter lim="800000"/>
          </a:ln>
          <a:effectLst>
            <a:outerShdw dist="38100" dir="5400000" algn="t" rotWithShape="0">
              <a:prstClr val="black">
                <a:alpha val="15000"/>
              </a:prstClr>
            </a:outerShdw>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a:bodyPr>
          <a:lstStyle/>
          <a:p>
            <a:pPr algn="ctr"/>
            <a:endParaRPr lang="zh-CN" altLang="en-US" dirty="0"/>
          </a:p>
        </p:txBody>
      </p:sp>
      <p:grpSp>
        <p:nvGrpSpPr>
          <p:cNvPr id="43" name="işḷiḍè"/>
          <p:cNvGrpSpPr/>
          <p:nvPr/>
        </p:nvGrpSpPr>
        <p:grpSpPr>
          <a:xfrm>
            <a:off x="660401" y="2907523"/>
            <a:ext cx="2899546" cy="2669028"/>
            <a:chOff x="660401" y="2173427"/>
            <a:chExt cx="2899546" cy="2669028"/>
          </a:xfrm>
        </p:grpSpPr>
        <p:sp>
          <p:nvSpPr>
            <p:cNvPr id="44" name="iṣḻîďé"/>
            <p:cNvSpPr/>
            <p:nvPr/>
          </p:nvSpPr>
          <p:spPr>
            <a:xfrm>
              <a:off x="1448788" y="2173427"/>
              <a:ext cx="1322773" cy="1322773"/>
            </a:xfrm>
            <a:prstGeom prst="ellipse">
              <a:avLst/>
            </a:prstGeom>
            <a:solidFill>
              <a:schemeClr val="accent1">
                <a:alpha val="70000"/>
              </a:schemeClr>
            </a:solidFill>
            <a:ln w="19050" cap="rnd">
              <a:solidFill>
                <a:schemeClr val="bg1"/>
              </a:solid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p>
              <a:pPr algn="ctr" defTabSz="914400"/>
              <a:r>
                <a:rPr lang="en-US" altLang="zh-CN" sz="3200" dirty="0">
                  <a:solidFill>
                    <a:schemeClr val="bg1"/>
                  </a:solidFill>
                </a:rPr>
                <a:t>01</a:t>
              </a:r>
              <a:endParaRPr lang="zh-CN" altLang="en-US" sz="3200" dirty="0">
                <a:solidFill>
                  <a:schemeClr val="bg1"/>
                </a:solidFill>
              </a:endParaRPr>
            </a:p>
          </p:txBody>
        </p:sp>
        <p:grpSp>
          <p:nvGrpSpPr>
            <p:cNvPr id="45" name="ïSľíḍè"/>
            <p:cNvGrpSpPr/>
            <p:nvPr/>
          </p:nvGrpSpPr>
          <p:grpSpPr>
            <a:xfrm>
              <a:off x="660401" y="3711634"/>
              <a:ext cx="2899546" cy="1130821"/>
              <a:chOff x="1137237" y="3711634"/>
              <a:chExt cx="3492591" cy="1130821"/>
            </a:xfrm>
          </p:grpSpPr>
          <p:sp>
            <p:nvSpPr>
              <p:cNvPr id="46" name="îśľîḍé"/>
              <p:cNvSpPr/>
              <p:nvPr/>
            </p:nvSpPr>
            <p:spPr bwMode="auto">
              <a:xfrm>
                <a:off x="1683430" y="4201332"/>
                <a:ext cx="2400204" cy="641123"/>
              </a:xfrm>
              <a:prstGeom prst="rect">
                <a:avLst/>
              </a:prstGeom>
              <a:noFill/>
              <a:ln>
                <a:noFill/>
              </a:ln>
            </p:spPr>
            <p:txBody>
              <a:bodyPr wrap="square" lIns="91440" tIns="45720" rIns="91440" bIns="45720" anchor="t" anchorCtr="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marL="171450" indent="-171450">
                  <a:lnSpc>
                    <a:spcPct val="150000"/>
                  </a:lnSpc>
                  <a:buFont typeface="Arial" panose="020B0604020202090204" pitchFamily="34" charset="0"/>
                  <a:buChar char="•"/>
                </a:pPr>
                <a:r>
                  <a:rPr lang="zh-CN" altLang="en-US" sz="2400" dirty="0"/>
                  <a:t>缓冲区机制</a:t>
                </a:r>
                <a:endParaRPr lang="zh-CN" altLang="en-US" sz="2400" dirty="0"/>
              </a:p>
            </p:txBody>
          </p:sp>
          <p:sp>
            <p:nvSpPr>
              <p:cNvPr id="57" name="iṧľiḑé"/>
              <p:cNvSpPr/>
              <p:nvPr/>
            </p:nvSpPr>
            <p:spPr>
              <a:xfrm>
                <a:off x="1137237" y="3711634"/>
                <a:ext cx="3492591" cy="489700"/>
              </a:xfrm>
              <a:prstGeom prst="rect">
                <a:avLst/>
              </a:prstGeom>
              <a:noFill/>
              <a:ln w="3175"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a:spcBef>
                    <a:spcPct val="0"/>
                  </a:spcBef>
                </a:pPr>
                <a:r>
                  <a:rPr lang="zh-CN" altLang="en-US" sz="2400" b="1" dirty="0">
                    <a:solidFill>
                      <a:srgbClr val="FF0000"/>
                    </a:solidFill>
                  </a:rPr>
                  <a:t>缓冲管理</a:t>
                </a:r>
                <a:endParaRPr lang="zh-CN" altLang="en-US" sz="2400" b="1" dirty="0">
                  <a:solidFill>
                    <a:srgbClr val="FF0000"/>
                  </a:solidFill>
                </a:endParaRPr>
              </a:p>
            </p:txBody>
          </p:sp>
        </p:grpSp>
      </p:grpSp>
      <p:grpSp>
        <p:nvGrpSpPr>
          <p:cNvPr id="58" name="ïsļïḋê"/>
          <p:cNvGrpSpPr/>
          <p:nvPr/>
        </p:nvGrpSpPr>
        <p:grpSpPr>
          <a:xfrm>
            <a:off x="4639877" y="2907523"/>
            <a:ext cx="2899546" cy="2027907"/>
            <a:chOff x="660401" y="2173427"/>
            <a:chExt cx="2899546" cy="2027907"/>
          </a:xfrm>
        </p:grpSpPr>
        <p:sp>
          <p:nvSpPr>
            <p:cNvPr id="59" name="íSḷiḑê"/>
            <p:cNvSpPr/>
            <p:nvPr/>
          </p:nvSpPr>
          <p:spPr>
            <a:xfrm>
              <a:off x="1448788" y="2173427"/>
              <a:ext cx="1322773" cy="1322773"/>
            </a:xfrm>
            <a:prstGeom prst="ellipse">
              <a:avLst/>
            </a:prstGeom>
            <a:solidFill>
              <a:schemeClr val="accent1">
                <a:alpha val="70000"/>
              </a:schemeClr>
            </a:solidFill>
            <a:ln w="19050" cap="rnd">
              <a:solidFill>
                <a:schemeClr val="bg1"/>
              </a:solid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p>
              <a:pPr algn="ctr" defTabSz="914400"/>
              <a:r>
                <a:rPr lang="en-US" altLang="zh-CN" sz="3200" dirty="0">
                  <a:solidFill>
                    <a:schemeClr val="bg1"/>
                  </a:solidFill>
                </a:rPr>
                <a:t>02</a:t>
              </a:r>
              <a:endParaRPr lang="zh-CN" altLang="en-US" sz="3200" dirty="0">
                <a:solidFill>
                  <a:schemeClr val="bg1"/>
                </a:solidFill>
              </a:endParaRPr>
            </a:p>
          </p:txBody>
        </p:sp>
        <p:sp>
          <p:nvSpPr>
            <p:cNvPr id="62" name="í$ḻïḍe"/>
            <p:cNvSpPr/>
            <p:nvPr/>
          </p:nvSpPr>
          <p:spPr>
            <a:xfrm>
              <a:off x="660401" y="3711634"/>
              <a:ext cx="2899546" cy="489700"/>
            </a:xfrm>
            <a:prstGeom prst="rect">
              <a:avLst/>
            </a:prstGeom>
            <a:noFill/>
            <a:ln w="3175"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a:spcBef>
                  <a:spcPct val="0"/>
                </a:spcBef>
              </a:pPr>
              <a:r>
                <a:rPr lang="zh-CN" altLang="en-US" sz="2400" b="1" dirty="0">
                  <a:solidFill>
                    <a:schemeClr val="tx1"/>
                  </a:solidFill>
                </a:rPr>
                <a:t>设备分配</a:t>
              </a:r>
              <a:endParaRPr lang="zh-CN" altLang="en-US" sz="2400" b="1" dirty="0">
                <a:solidFill>
                  <a:schemeClr val="tx1"/>
                </a:solidFill>
              </a:endParaRPr>
            </a:p>
          </p:txBody>
        </p:sp>
      </p:grpSp>
      <p:grpSp>
        <p:nvGrpSpPr>
          <p:cNvPr id="63" name="ísľïḍè"/>
          <p:cNvGrpSpPr/>
          <p:nvPr/>
        </p:nvGrpSpPr>
        <p:grpSpPr>
          <a:xfrm>
            <a:off x="8619354" y="2907523"/>
            <a:ext cx="3439511" cy="2669028"/>
            <a:chOff x="660401" y="2173427"/>
            <a:chExt cx="3439511" cy="2669028"/>
          </a:xfrm>
        </p:grpSpPr>
        <p:sp>
          <p:nvSpPr>
            <p:cNvPr id="64" name="îśḷíḍe"/>
            <p:cNvSpPr/>
            <p:nvPr/>
          </p:nvSpPr>
          <p:spPr>
            <a:xfrm>
              <a:off x="1448788" y="2173427"/>
              <a:ext cx="1322773" cy="1322773"/>
            </a:xfrm>
            <a:prstGeom prst="ellipse">
              <a:avLst/>
            </a:prstGeom>
            <a:solidFill>
              <a:schemeClr val="accent1">
                <a:alpha val="70000"/>
              </a:schemeClr>
            </a:solidFill>
            <a:ln w="19050" cap="rnd">
              <a:solidFill>
                <a:schemeClr val="bg1"/>
              </a:solid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p>
              <a:pPr algn="ctr" defTabSz="914400"/>
              <a:r>
                <a:rPr lang="en-US" altLang="zh-CN" sz="3200" dirty="0">
                  <a:solidFill>
                    <a:schemeClr val="bg1"/>
                  </a:solidFill>
                </a:rPr>
                <a:t>03</a:t>
              </a:r>
              <a:endParaRPr lang="zh-CN" altLang="en-US" sz="3200" dirty="0">
                <a:solidFill>
                  <a:schemeClr val="bg1"/>
                </a:solidFill>
              </a:endParaRPr>
            </a:p>
          </p:txBody>
        </p:sp>
        <p:grpSp>
          <p:nvGrpSpPr>
            <p:cNvPr id="65" name="iṥlîdè"/>
            <p:cNvGrpSpPr/>
            <p:nvPr/>
          </p:nvGrpSpPr>
          <p:grpSpPr>
            <a:xfrm>
              <a:off x="660401" y="3711634"/>
              <a:ext cx="3439511" cy="1130821"/>
              <a:chOff x="1137237" y="3711634"/>
              <a:chExt cx="4142995" cy="1130821"/>
            </a:xfrm>
          </p:grpSpPr>
          <p:sp>
            <p:nvSpPr>
              <p:cNvPr id="66" name="ïṣļiḍe"/>
              <p:cNvSpPr/>
              <p:nvPr/>
            </p:nvSpPr>
            <p:spPr bwMode="auto">
              <a:xfrm>
                <a:off x="1787641" y="4111180"/>
                <a:ext cx="3492591" cy="731275"/>
              </a:xfrm>
              <a:prstGeom prst="rect">
                <a:avLst/>
              </a:prstGeom>
              <a:noFill/>
              <a:ln>
                <a:noFill/>
              </a:ln>
            </p:spPr>
            <p:txBody>
              <a:bodyPr wrap="square" lIns="91440" tIns="45720" rIns="91440" bIns="45720" anchor="t" anchorCtr="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marL="171450" indent="-171450">
                  <a:lnSpc>
                    <a:spcPct val="150000"/>
                  </a:lnSpc>
                  <a:buFont typeface="Arial" panose="020B0604020202090204" pitchFamily="34" charset="0"/>
                  <a:buChar char="•"/>
                </a:pPr>
                <a:r>
                  <a:rPr lang="zh-CN" altLang="en-US" sz="2400" dirty="0"/>
                  <a:t>设备驱动程序</a:t>
                </a:r>
                <a:endParaRPr lang="zh-CN" altLang="en-US" sz="2400" dirty="0"/>
              </a:p>
            </p:txBody>
          </p:sp>
          <p:sp>
            <p:nvSpPr>
              <p:cNvPr id="67" name="iṧḷiḓê"/>
              <p:cNvSpPr/>
              <p:nvPr/>
            </p:nvSpPr>
            <p:spPr>
              <a:xfrm>
                <a:off x="1137237" y="3711634"/>
                <a:ext cx="3492591" cy="489700"/>
              </a:xfrm>
              <a:prstGeom prst="rect">
                <a:avLst/>
              </a:prstGeom>
              <a:noFill/>
              <a:ln w="3175"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a:spcBef>
                    <a:spcPct val="0"/>
                  </a:spcBef>
                </a:pPr>
                <a:r>
                  <a:rPr lang="zh-CN" altLang="en-US" sz="2400" b="1" dirty="0">
                    <a:solidFill>
                      <a:schemeClr val="tx1"/>
                    </a:solidFill>
                  </a:rPr>
                  <a:t>设备处理</a:t>
                </a:r>
                <a:endParaRPr lang="zh-CN" altLang="en-US" sz="2400" b="1" dirty="0">
                  <a:solidFill>
                    <a:schemeClr val="tx1"/>
                  </a:solidFill>
                </a:endParaRPr>
              </a:p>
            </p:txBody>
          </p:sp>
        </p:grpSp>
      </p:grpSp>
      <p:cxnSp>
        <p:nvCxnSpPr>
          <p:cNvPr id="68" name="直接连接符 67"/>
          <p:cNvCxnSpPr/>
          <p:nvPr/>
        </p:nvCxnSpPr>
        <p:spPr>
          <a:xfrm>
            <a:off x="4183062" y="4640624"/>
            <a:ext cx="0" cy="641123"/>
          </a:xfrm>
          <a:prstGeom prst="line">
            <a:avLst/>
          </a:prstGeom>
          <a:ln w="3175" cap="rnd">
            <a:solidFill>
              <a:schemeClr val="bg1">
                <a:lumMod val="75000"/>
              </a:schemeClr>
            </a:solidFill>
            <a:round/>
          </a:ln>
        </p:spPr>
        <p:style>
          <a:lnRef idx="1">
            <a:schemeClr val="accent1"/>
          </a:lnRef>
          <a:fillRef idx="0">
            <a:schemeClr val="accent1"/>
          </a:fillRef>
          <a:effectRef idx="0">
            <a:schemeClr val="accent1"/>
          </a:effectRef>
          <a:fontRef idx="minor">
            <a:schemeClr val="tx1"/>
          </a:fontRef>
        </p:style>
      </p:cxnSp>
      <p:cxnSp>
        <p:nvCxnSpPr>
          <p:cNvPr id="69" name="直接连接符 68"/>
          <p:cNvCxnSpPr/>
          <p:nvPr/>
        </p:nvCxnSpPr>
        <p:spPr>
          <a:xfrm>
            <a:off x="8066509" y="4640624"/>
            <a:ext cx="0" cy="641123"/>
          </a:xfrm>
          <a:prstGeom prst="line">
            <a:avLst/>
          </a:prstGeom>
          <a:ln w="3175" cap="rnd">
            <a:solidFill>
              <a:schemeClr val="bg1">
                <a:lumMod val="75000"/>
              </a:schemeClr>
            </a:solidFill>
            <a:round/>
          </a:ln>
        </p:spPr>
        <p:style>
          <a:lnRef idx="1">
            <a:schemeClr val="accent1"/>
          </a:lnRef>
          <a:fillRef idx="0">
            <a:schemeClr val="accent1"/>
          </a:fillRef>
          <a:effectRef idx="0">
            <a:schemeClr val="accent1"/>
          </a:effectRef>
          <a:fontRef idx="minor">
            <a:schemeClr val="tx1"/>
          </a:fontRef>
        </p:style>
      </p:cxnSp>
    </p:spTree>
  </p:cSld>
  <p:clrMapOvr>
    <a:masterClrMapping/>
  </p:clrMapOvr>
  <p:transition/>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78668"/>
            <a:ext cx="7026275" cy="523220"/>
          </a:xfrm>
          <a:prstGeom prst="rect">
            <a:avLst/>
          </a:prstGeom>
        </p:spPr>
        <p:txBody>
          <a:bodyPr wrap="square">
            <a:spAutoFit/>
          </a:bodyPr>
          <a:lstStyle/>
          <a:p>
            <a:r>
              <a:rPr lang="zh-CN" altLang="en-US" sz="2800" b="1" dirty="0">
                <a:solidFill>
                  <a:srgbClr val="FF0000"/>
                </a:solidFill>
              </a:rPr>
              <a:t>文件管理功能</a:t>
            </a:r>
            <a:endParaRPr lang="zh-CN" altLang="en-US" sz="2800" b="1" dirty="0">
              <a:solidFill>
                <a:srgbClr val="FF0000"/>
              </a:solidFill>
            </a:endParaRPr>
          </a:p>
        </p:txBody>
      </p:sp>
      <p:grpSp>
        <p:nvGrpSpPr>
          <p:cNvPr id="21" name="185926" descr="本素材由iSlide™ 提供&#10;iSlide™尊重知识产权并注重保护用户享有的各项权利。郑重提醒您：&#10;iSlide™插件中提供的任何信息内容的所有权、知识产权归其原始权利人或权利受让人所有，您免费/购买获得的是信息内容的使用权，并受下述条款的约束；&#10;1. 您仅可以个人非商业用途使用该等信息内容，不可将信息内容的全部或部分用于出售，或以出租、出借、转让、分销、发布等其他任何方式供他人使用；&#10;2. 禁止在接入互联网或移动互联网的任何网站、平台、应用或程序上以任何方式为他人提供iSlide™插件资源内容的下载。&#10;The resource is supplied by iSlide™.&#10;iSlide™ respects all intellectual property rights and protects all the rights its users acquired.Solemnly remind you:&#10;The ownership and intellectual property of the resources supplied in iSlide Add-in belongs to its owner or the assignee of this ownership.you only acquired the usage of the resources supplied in iSlide Add-in, as well as respected the following restrain terms:&#10;1.You are only allowed to use such resource for personal and non-commercial aim, not allowed to use such resource or part of it for the sale; or rent, lend, transfer to others; or distribution or release it in any way.&#10;2.You are not permitted to provide the resource of iSlide Add-in in any website, platform, application access to the Internet or mobile Internet." title="iSlide™ 版权声明  COPYRIGHT NOTICE"/>
          <p:cNvGrpSpPr>
            <a:grpSpLocks noChangeAspect="1"/>
          </p:cNvGrpSpPr>
          <p:nvPr>
            <p:custDataLst>
              <p:tags r:id="rId1"/>
            </p:custDataLst>
          </p:nvPr>
        </p:nvGrpSpPr>
        <p:grpSpPr>
          <a:xfrm>
            <a:off x="669925" y="1335678"/>
            <a:ext cx="11075232" cy="4734027"/>
            <a:chOff x="660400" y="1181131"/>
            <a:chExt cx="11075232" cy="4734027"/>
          </a:xfrm>
        </p:grpSpPr>
        <p:sp>
          <p:nvSpPr>
            <p:cNvPr id="22" name="íṥḻîḑe"/>
            <p:cNvSpPr/>
            <p:nvPr/>
          </p:nvSpPr>
          <p:spPr>
            <a:xfrm>
              <a:off x="682048" y="1580300"/>
              <a:ext cx="3476055" cy="2567583"/>
            </a:xfrm>
            <a:prstGeom prst="rect">
              <a:avLst/>
            </a:prstGeom>
            <a:blipFill>
              <a:blip r:embed="rId2"/>
              <a:srcRect/>
              <a:stretch>
                <a:fillRect t="-17779" b="-17603"/>
              </a:stretch>
            </a:blip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a:bodyPr>
            <a:lstStyle/>
            <a:p>
              <a:pPr algn="ctr"/>
              <a:endParaRPr lang="zh-CN" altLang="en-US"/>
            </a:p>
          </p:txBody>
        </p:sp>
        <p:sp>
          <p:nvSpPr>
            <p:cNvPr id="23" name="ïşḻiḍé"/>
            <p:cNvSpPr/>
            <p:nvPr/>
          </p:nvSpPr>
          <p:spPr>
            <a:xfrm>
              <a:off x="660400" y="4245058"/>
              <a:ext cx="3517243" cy="1670100"/>
            </a:xfrm>
            <a:prstGeom prst="rect">
              <a:avLst/>
            </a:prstGeom>
            <a:solidFill>
              <a:schemeClr val="bg1"/>
            </a:solidFill>
            <a:ln w="9525">
              <a:gradFill flip="none" rotWithShape="1">
                <a:gsLst>
                  <a:gs pos="0">
                    <a:schemeClr val="bg1">
                      <a:lumMod val="75000"/>
                    </a:schemeClr>
                  </a:gs>
                  <a:gs pos="100000">
                    <a:schemeClr val="bg1"/>
                  </a:gs>
                </a:gsLst>
                <a:lin ang="5400000" scaled="1"/>
                <a:tileRect/>
              </a:gra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t" anchorCtr="0" forceAA="0" compatLnSpc="1">
              <a:noAutofit/>
            </a:bodyPr>
            <a:lstStyle/>
            <a:p>
              <a:pPr marL="171450" indent="-171450">
                <a:lnSpc>
                  <a:spcPct val="150000"/>
                </a:lnSpc>
                <a:buFont typeface="Arial" panose="020B0604020202090204" pitchFamily="34" charset="0"/>
                <a:buChar char="•"/>
              </a:pPr>
              <a:r>
                <a:rPr lang="zh-CN" altLang="en-US" sz="2400" dirty="0">
                  <a:solidFill>
                    <a:schemeClr val="tx1"/>
                  </a:solidFill>
                </a:rPr>
                <a:t>文件存储空间的管理</a:t>
              </a:r>
              <a:endParaRPr lang="zh-CN" altLang="en-US" sz="2400" dirty="0">
                <a:solidFill>
                  <a:schemeClr val="tx1"/>
                </a:solidFill>
              </a:endParaRPr>
            </a:p>
          </p:txBody>
        </p:sp>
        <p:sp>
          <p:nvSpPr>
            <p:cNvPr id="24" name="îŝļiḋe"/>
            <p:cNvSpPr/>
            <p:nvPr/>
          </p:nvSpPr>
          <p:spPr>
            <a:xfrm>
              <a:off x="4352677" y="1580300"/>
              <a:ext cx="3476055" cy="2567583"/>
            </a:xfrm>
            <a:prstGeom prst="rect">
              <a:avLst/>
            </a:prstGeom>
            <a:blipFill>
              <a:blip r:embed="rId3"/>
              <a:srcRect/>
              <a:stretch>
                <a:fillRect t="-50445" b="-49949"/>
              </a:stretch>
            </a:blip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a:bodyPr>
            <a:lstStyle/>
            <a:p>
              <a:pPr algn="ctr"/>
              <a:endParaRPr lang="zh-CN" altLang="en-US"/>
            </a:p>
          </p:txBody>
        </p:sp>
        <p:sp>
          <p:nvSpPr>
            <p:cNvPr id="25" name="ïšlïḑè"/>
            <p:cNvSpPr/>
            <p:nvPr/>
          </p:nvSpPr>
          <p:spPr>
            <a:xfrm>
              <a:off x="4331029" y="4245058"/>
              <a:ext cx="3517243" cy="1670100"/>
            </a:xfrm>
            <a:prstGeom prst="rect">
              <a:avLst/>
            </a:prstGeom>
            <a:solidFill>
              <a:schemeClr val="bg1"/>
            </a:solidFill>
            <a:ln w="9525">
              <a:gradFill flip="none" rotWithShape="1">
                <a:gsLst>
                  <a:gs pos="0">
                    <a:schemeClr val="bg1">
                      <a:lumMod val="75000"/>
                    </a:schemeClr>
                  </a:gs>
                  <a:gs pos="100000">
                    <a:schemeClr val="bg1"/>
                  </a:gs>
                </a:gsLst>
                <a:lin ang="5400000" scaled="1"/>
                <a:tileRect/>
              </a:gra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t" anchorCtr="0" forceAA="0" compatLnSpc="1">
              <a:normAutofit/>
            </a:bodyPr>
            <a:lstStyle/>
            <a:p>
              <a:pPr marL="171450" indent="-171450">
                <a:lnSpc>
                  <a:spcPct val="150000"/>
                </a:lnSpc>
                <a:buFont typeface="Arial" panose="020B0604020202090204" pitchFamily="34" charset="0"/>
                <a:buChar char="•"/>
              </a:pPr>
              <a:r>
                <a:rPr lang="zh-CN" altLang="en-US" sz="2400" dirty="0">
                  <a:solidFill>
                    <a:srgbClr val="0000FF"/>
                  </a:solidFill>
                </a:rPr>
                <a:t>目录管理</a:t>
              </a:r>
              <a:endParaRPr lang="en-US" altLang="zh-CN" sz="2400" dirty="0">
                <a:solidFill>
                  <a:srgbClr val="0000FF"/>
                </a:solidFill>
              </a:endParaRPr>
            </a:p>
            <a:p>
              <a:pPr marL="800100" lvl="1" indent="-342900">
                <a:lnSpc>
                  <a:spcPct val="150000"/>
                </a:lnSpc>
                <a:buClr>
                  <a:srgbClr val="0000FF"/>
                </a:buClr>
                <a:buFont typeface="Wingdings" panose="05000000000000000000" pitchFamily="2" charset="2"/>
                <a:buChar char="p"/>
              </a:pPr>
              <a:r>
                <a:rPr lang="zh-CN" altLang="en-US" sz="2400" dirty="0">
                  <a:solidFill>
                    <a:srgbClr val="0000FF"/>
                  </a:solidFill>
                </a:rPr>
                <a:t>按名存取</a:t>
              </a:r>
              <a:endParaRPr lang="zh-CN" altLang="en-US" sz="2400" dirty="0">
                <a:solidFill>
                  <a:srgbClr val="0000FF"/>
                </a:solidFill>
              </a:endParaRPr>
            </a:p>
          </p:txBody>
        </p:sp>
        <p:sp>
          <p:nvSpPr>
            <p:cNvPr id="26" name="íŝḻiďé"/>
            <p:cNvSpPr/>
            <p:nvPr/>
          </p:nvSpPr>
          <p:spPr>
            <a:xfrm>
              <a:off x="8023305" y="1580300"/>
              <a:ext cx="3712327" cy="2567583"/>
            </a:xfrm>
            <a:prstGeom prst="rect">
              <a:avLst/>
            </a:prstGeom>
            <a:blipFill>
              <a:blip r:embed="rId4"/>
              <a:srcRect/>
              <a:stretch>
                <a:fillRect l="-5418" r="-5379"/>
              </a:stretch>
            </a:blip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a:bodyPr>
            <a:lstStyle/>
            <a:p>
              <a:pPr algn="ctr"/>
              <a:endParaRPr lang="zh-CN" altLang="en-US"/>
            </a:p>
          </p:txBody>
        </p:sp>
        <p:sp>
          <p:nvSpPr>
            <p:cNvPr id="27" name="í$ḷîḋe"/>
            <p:cNvSpPr/>
            <p:nvPr/>
          </p:nvSpPr>
          <p:spPr>
            <a:xfrm>
              <a:off x="8001657" y="4245058"/>
              <a:ext cx="3733975" cy="1670100"/>
            </a:xfrm>
            <a:prstGeom prst="rect">
              <a:avLst/>
            </a:prstGeom>
            <a:solidFill>
              <a:schemeClr val="bg1"/>
            </a:solidFill>
            <a:ln w="9525">
              <a:gradFill flip="none" rotWithShape="1">
                <a:gsLst>
                  <a:gs pos="0">
                    <a:schemeClr val="bg1">
                      <a:lumMod val="75000"/>
                    </a:schemeClr>
                  </a:gs>
                  <a:gs pos="100000">
                    <a:schemeClr val="bg1"/>
                  </a:gs>
                </a:gsLst>
                <a:lin ang="5400000" scaled="1"/>
                <a:tileRect/>
              </a:gra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t" anchorCtr="0" forceAA="0" compatLnSpc="1">
              <a:noAutofit/>
            </a:bodyPr>
            <a:lstStyle/>
            <a:p>
              <a:pPr marL="342900" indent="-342900">
                <a:lnSpc>
                  <a:spcPct val="130000"/>
                </a:lnSpc>
                <a:buClr>
                  <a:srgbClr val="0000FF"/>
                </a:buClr>
                <a:buFont typeface="Arial" panose="020B0604020202090204" pitchFamily="34" charset="0"/>
                <a:buChar char="•"/>
              </a:pPr>
              <a:r>
                <a:rPr lang="zh-CN" altLang="en-US" sz="2400" dirty="0">
                  <a:solidFill>
                    <a:srgbClr val="0000FF"/>
                  </a:solidFill>
                </a:rPr>
                <a:t>文件的读</a:t>
              </a:r>
              <a:r>
                <a:rPr lang="en-US" altLang="zh-CN" sz="2400" dirty="0">
                  <a:solidFill>
                    <a:srgbClr val="0000FF"/>
                  </a:solidFill>
                </a:rPr>
                <a:t>/</a:t>
              </a:r>
              <a:r>
                <a:rPr lang="zh-CN" altLang="en-US" sz="2400" dirty="0">
                  <a:solidFill>
                    <a:srgbClr val="0000FF"/>
                  </a:solidFill>
                </a:rPr>
                <a:t>写管理和保护</a:t>
              </a:r>
              <a:endParaRPr lang="en-US" altLang="zh-CN" sz="2400" dirty="0">
                <a:solidFill>
                  <a:srgbClr val="0000FF"/>
                </a:solidFill>
              </a:endParaRPr>
            </a:p>
            <a:p>
              <a:pPr marL="742950" lvl="1" indent="-285750">
                <a:lnSpc>
                  <a:spcPct val="130000"/>
                </a:lnSpc>
                <a:buClr>
                  <a:srgbClr val="0000FF"/>
                </a:buClr>
                <a:buFont typeface="Wingdings" panose="05000000000000000000" pitchFamily="2" charset="2"/>
                <a:buChar char="p"/>
              </a:pPr>
              <a:r>
                <a:rPr lang="zh-CN" altLang="en-US" sz="2400" dirty="0">
                  <a:solidFill>
                    <a:schemeClr val="tx1"/>
                  </a:solidFill>
                </a:rPr>
                <a:t>文件的读</a:t>
              </a:r>
              <a:r>
                <a:rPr lang="en-US" altLang="zh-CN" sz="2400" dirty="0">
                  <a:solidFill>
                    <a:schemeClr val="tx1"/>
                  </a:solidFill>
                </a:rPr>
                <a:t>/</a:t>
              </a:r>
              <a:r>
                <a:rPr lang="zh-CN" altLang="en-US" sz="2400" dirty="0">
                  <a:solidFill>
                    <a:schemeClr val="tx1"/>
                  </a:solidFill>
                </a:rPr>
                <a:t>写管理</a:t>
              </a:r>
              <a:endParaRPr lang="zh-CN" altLang="en-US" sz="2400" dirty="0">
                <a:solidFill>
                  <a:schemeClr val="tx1"/>
                </a:solidFill>
              </a:endParaRPr>
            </a:p>
            <a:p>
              <a:pPr marL="742950" lvl="1" indent="-285750">
                <a:lnSpc>
                  <a:spcPct val="130000"/>
                </a:lnSpc>
                <a:buClr>
                  <a:srgbClr val="0000FF"/>
                </a:buClr>
                <a:buFont typeface="Wingdings" panose="05000000000000000000" pitchFamily="2" charset="2"/>
                <a:buChar char="p"/>
              </a:pPr>
              <a:r>
                <a:rPr lang="zh-CN" altLang="en-US" sz="2400" dirty="0">
                  <a:solidFill>
                    <a:schemeClr val="tx1"/>
                  </a:solidFill>
                </a:rPr>
                <a:t>文件保护</a:t>
              </a:r>
              <a:endParaRPr lang="zh-CN" altLang="en-US" sz="2400" dirty="0">
                <a:solidFill>
                  <a:schemeClr val="tx1"/>
                </a:solidFill>
              </a:endParaRPr>
            </a:p>
          </p:txBody>
        </p:sp>
        <p:sp>
          <p:nvSpPr>
            <p:cNvPr id="28" name="ï$lïďè"/>
            <p:cNvSpPr/>
            <p:nvPr/>
          </p:nvSpPr>
          <p:spPr bwMode="auto">
            <a:xfrm>
              <a:off x="2253506" y="1181131"/>
              <a:ext cx="333138" cy="310404"/>
            </a:xfrm>
            <a:custGeom>
              <a:avLst/>
              <a:gdLst>
                <a:gd name="connsiteX0" fmla="*/ 484855 w 606016"/>
                <a:gd name="connsiteY0" fmla="*/ 473988 h 564664"/>
                <a:gd name="connsiteX1" fmla="*/ 505037 w 606016"/>
                <a:gd name="connsiteY1" fmla="*/ 494170 h 564664"/>
                <a:gd name="connsiteX2" fmla="*/ 484855 w 606016"/>
                <a:gd name="connsiteY2" fmla="*/ 514352 h 564664"/>
                <a:gd name="connsiteX3" fmla="*/ 464673 w 606016"/>
                <a:gd name="connsiteY3" fmla="*/ 494170 h 564664"/>
                <a:gd name="connsiteX4" fmla="*/ 484855 w 606016"/>
                <a:gd name="connsiteY4" fmla="*/ 473988 h 564664"/>
                <a:gd name="connsiteX5" fmla="*/ 121232 w 606016"/>
                <a:gd name="connsiteY5" fmla="*/ 473988 h 564664"/>
                <a:gd name="connsiteX6" fmla="*/ 141414 w 606016"/>
                <a:gd name="connsiteY6" fmla="*/ 494170 h 564664"/>
                <a:gd name="connsiteX7" fmla="*/ 121232 w 606016"/>
                <a:gd name="connsiteY7" fmla="*/ 514352 h 564664"/>
                <a:gd name="connsiteX8" fmla="*/ 101050 w 606016"/>
                <a:gd name="connsiteY8" fmla="*/ 494170 h 564664"/>
                <a:gd name="connsiteX9" fmla="*/ 121232 w 606016"/>
                <a:gd name="connsiteY9" fmla="*/ 473988 h 564664"/>
                <a:gd name="connsiteX10" fmla="*/ 484813 w 606016"/>
                <a:gd name="connsiteY10" fmla="*/ 443658 h 564664"/>
                <a:gd name="connsiteX11" fmla="*/ 434364 w 606016"/>
                <a:gd name="connsiteY11" fmla="*/ 494115 h 564664"/>
                <a:gd name="connsiteX12" fmla="*/ 484813 w 606016"/>
                <a:gd name="connsiteY12" fmla="*/ 544482 h 564664"/>
                <a:gd name="connsiteX13" fmla="*/ 535352 w 606016"/>
                <a:gd name="connsiteY13" fmla="*/ 494115 h 564664"/>
                <a:gd name="connsiteX14" fmla="*/ 484813 w 606016"/>
                <a:gd name="connsiteY14" fmla="*/ 443658 h 564664"/>
                <a:gd name="connsiteX15" fmla="*/ 121293 w 606016"/>
                <a:gd name="connsiteY15" fmla="*/ 443658 h 564664"/>
                <a:gd name="connsiteX16" fmla="*/ 70755 w 606016"/>
                <a:gd name="connsiteY16" fmla="*/ 494115 h 564664"/>
                <a:gd name="connsiteX17" fmla="*/ 121293 w 606016"/>
                <a:gd name="connsiteY17" fmla="*/ 544482 h 564664"/>
                <a:gd name="connsiteX18" fmla="*/ 171742 w 606016"/>
                <a:gd name="connsiteY18" fmla="*/ 494115 h 564664"/>
                <a:gd name="connsiteX19" fmla="*/ 121293 w 606016"/>
                <a:gd name="connsiteY19" fmla="*/ 443658 h 564664"/>
                <a:gd name="connsiteX20" fmla="*/ 303053 w 606016"/>
                <a:gd name="connsiteY20" fmla="*/ 373109 h 564664"/>
                <a:gd name="connsiteX21" fmla="*/ 292945 w 606016"/>
                <a:gd name="connsiteY21" fmla="*/ 383200 h 564664"/>
                <a:gd name="connsiteX22" fmla="*/ 303053 w 606016"/>
                <a:gd name="connsiteY22" fmla="*/ 393292 h 564664"/>
                <a:gd name="connsiteX23" fmla="*/ 343484 w 606016"/>
                <a:gd name="connsiteY23" fmla="*/ 393292 h 564664"/>
                <a:gd name="connsiteX24" fmla="*/ 343484 w 606016"/>
                <a:gd name="connsiteY24" fmla="*/ 403383 h 564664"/>
                <a:gd name="connsiteX25" fmla="*/ 353592 w 606016"/>
                <a:gd name="connsiteY25" fmla="*/ 413474 h 564664"/>
                <a:gd name="connsiteX26" fmla="*/ 363610 w 606016"/>
                <a:gd name="connsiteY26" fmla="*/ 403383 h 564664"/>
                <a:gd name="connsiteX27" fmla="*/ 363610 w 606016"/>
                <a:gd name="connsiteY27" fmla="*/ 383200 h 564664"/>
                <a:gd name="connsiteX28" fmla="*/ 353592 w 606016"/>
                <a:gd name="connsiteY28" fmla="*/ 373109 h 564664"/>
                <a:gd name="connsiteX29" fmla="*/ 313169 w 606016"/>
                <a:gd name="connsiteY29" fmla="*/ 282403 h 564664"/>
                <a:gd name="connsiteX30" fmla="*/ 447018 w 606016"/>
                <a:gd name="connsiteY30" fmla="*/ 282403 h 564664"/>
                <a:gd name="connsiteX31" fmla="*/ 465069 w 606016"/>
                <a:gd name="connsiteY31" fmla="*/ 311699 h 564664"/>
                <a:gd name="connsiteX32" fmla="*/ 473282 w 606016"/>
                <a:gd name="connsiteY32" fmla="*/ 322696 h 564664"/>
                <a:gd name="connsiteX33" fmla="*/ 313169 w 606016"/>
                <a:gd name="connsiteY33" fmla="*/ 322696 h 564664"/>
                <a:gd name="connsiteX34" fmla="*/ 161665 w 606016"/>
                <a:gd name="connsiteY34" fmla="*/ 282403 h 564664"/>
                <a:gd name="connsiteX35" fmla="*/ 292917 w 606016"/>
                <a:gd name="connsiteY35" fmla="*/ 282403 h 564664"/>
                <a:gd name="connsiteX36" fmla="*/ 292917 w 606016"/>
                <a:gd name="connsiteY36" fmla="*/ 322696 h 564664"/>
                <a:gd name="connsiteX37" fmla="*/ 161665 w 606016"/>
                <a:gd name="connsiteY37" fmla="*/ 322696 h 564664"/>
                <a:gd name="connsiteX38" fmla="*/ 191958 w 606016"/>
                <a:gd name="connsiteY38" fmla="*/ 0 h 564664"/>
                <a:gd name="connsiteX39" fmla="*/ 202066 w 606016"/>
                <a:gd name="connsiteY39" fmla="*/ 10092 h 564664"/>
                <a:gd name="connsiteX40" fmla="*/ 202066 w 606016"/>
                <a:gd name="connsiteY40" fmla="*/ 40366 h 564664"/>
                <a:gd name="connsiteX41" fmla="*/ 222281 w 606016"/>
                <a:gd name="connsiteY41" fmla="*/ 40366 h 564664"/>
                <a:gd name="connsiteX42" fmla="*/ 222281 w 606016"/>
                <a:gd name="connsiteY42" fmla="*/ 10092 h 564664"/>
                <a:gd name="connsiteX43" fmla="*/ 232389 w 606016"/>
                <a:gd name="connsiteY43" fmla="*/ 0 h 564664"/>
                <a:gd name="connsiteX44" fmla="*/ 242406 w 606016"/>
                <a:gd name="connsiteY44" fmla="*/ 10092 h 564664"/>
                <a:gd name="connsiteX45" fmla="*/ 242406 w 606016"/>
                <a:gd name="connsiteY45" fmla="*/ 40366 h 564664"/>
                <a:gd name="connsiteX46" fmla="*/ 252514 w 606016"/>
                <a:gd name="connsiteY46" fmla="*/ 50457 h 564664"/>
                <a:gd name="connsiteX47" fmla="*/ 252514 w 606016"/>
                <a:gd name="connsiteY47" fmla="*/ 100823 h 564664"/>
                <a:gd name="connsiteX48" fmla="*/ 242406 w 606016"/>
                <a:gd name="connsiteY48" fmla="*/ 110915 h 564664"/>
                <a:gd name="connsiteX49" fmla="*/ 221379 w 606016"/>
                <a:gd name="connsiteY49" fmla="*/ 110915 h 564664"/>
                <a:gd name="connsiteX50" fmla="*/ 161634 w 606016"/>
                <a:gd name="connsiteY50" fmla="*/ 161371 h 564664"/>
                <a:gd name="connsiteX51" fmla="*/ 101078 w 606016"/>
                <a:gd name="connsiteY51" fmla="*/ 100823 h 564664"/>
                <a:gd name="connsiteX52" fmla="*/ 60647 w 606016"/>
                <a:gd name="connsiteY52" fmla="*/ 60548 h 564664"/>
                <a:gd name="connsiteX53" fmla="*/ 20216 w 606016"/>
                <a:gd name="connsiteY53" fmla="*/ 100823 h 564664"/>
                <a:gd name="connsiteX54" fmla="*/ 20216 w 606016"/>
                <a:gd name="connsiteY54" fmla="*/ 231921 h 564664"/>
                <a:gd name="connsiteX55" fmla="*/ 80862 w 606016"/>
                <a:gd name="connsiteY55" fmla="*/ 292469 h 564664"/>
                <a:gd name="connsiteX56" fmla="*/ 82126 w 606016"/>
                <a:gd name="connsiteY56" fmla="*/ 292649 h 564664"/>
                <a:gd name="connsiteX57" fmla="*/ 105229 w 606016"/>
                <a:gd name="connsiteY57" fmla="*/ 255167 h 564664"/>
                <a:gd name="connsiteX58" fmla="*/ 164883 w 606016"/>
                <a:gd name="connsiteY58" fmla="*/ 221829 h 564664"/>
                <a:gd name="connsiteX59" fmla="*/ 370559 w 606016"/>
                <a:gd name="connsiteY59" fmla="*/ 221829 h 564664"/>
                <a:gd name="connsiteX60" fmla="*/ 430213 w 606016"/>
                <a:gd name="connsiteY60" fmla="*/ 255077 h 564664"/>
                <a:gd name="connsiteX61" fmla="*/ 434545 w 606016"/>
                <a:gd name="connsiteY61" fmla="*/ 262195 h 564664"/>
                <a:gd name="connsiteX62" fmla="*/ 159920 w 606016"/>
                <a:gd name="connsiteY62" fmla="*/ 262195 h 564664"/>
                <a:gd name="connsiteX63" fmla="*/ 141419 w 606016"/>
                <a:gd name="connsiteY63" fmla="*/ 280575 h 564664"/>
                <a:gd name="connsiteX64" fmla="*/ 141419 w 606016"/>
                <a:gd name="connsiteY64" fmla="*/ 324455 h 564664"/>
                <a:gd name="connsiteX65" fmla="*/ 159920 w 606016"/>
                <a:gd name="connsiteY65" fmla="*/ 342835 h 564664"/>
                <a:gd name="connsiteX66" fmla="*/ 498801 w 606016"/>
                <a:gd name="connsiteY66" fmla="*/ 342835 h 564664"/>
                <a:gd name="connsiteX67" fmla="*/ 538962 w 606016"/>
                <a:gd name="connsiteY67" fmla="*/ 352926 h 564664"/>
                <a:gd name="connsiteX68" fmla="*/ 580566 w 606016"/>
                <a:gd name="connsiteY68" fmla="*/ 352926 h 564664"/>
                <a:gd name="connsiteX69" fmla="*/ 606016 w 606016"/>
                <a:gd name="connsiteY69" fmla="*/ 378335 h 564664"/>
                <a:gd name="connsiteX70" fmla="*/ 606016 w 606016"/>
                <a:gd name="connsiteY70" fmla="*/ 403383 h 564664"/>
                <a:gd name="connsiteX71" fmla="*/ 555567 w 606016"/>
                <a:gd name="connsiteY71" fmla="*/ 403383 h 564664"/>
                <a:gd name="connsiteX72" fmla="*/ 545460 w 606016"/>
                <a:gd name="connsiteY72" fmla="*/ 413474 h 564664"/>
                <a:gd name="connsiteX73" fmla="*/ 555567 w 606016"/>
                <a:gd name="connsiteY73" fmla="*/ 423476 h 564664"/>
                <a:gd name="connsiteX74" fmla="*/ 606016 w 606016"/>
                <a:gd name="connsiteY74" fmla="*/ 423476 h 564664"/>
                <a:gd name="connsiteX75" fmla="*/ 606016 w 606016"/>
                <a:gd name="connsiteY75" fmla="*/ 463391 h 564664"/>
                <a:gd name="connsiteX76" fmla="*/ 565224 w 606016"/>
                <a:gd name="connsiteY76" fmla="*/ 504206 h 564664"/>
                <a:gd name="connsiteX77" fmla="*/ 554755 w 606016"/>
                <a:gd name="connsiteY77" fmla="*/ 504206 h 564664"/>
                <a:gd name="connsiteX78" fmla="*/ 484813 w 606016"/>
                <a:gd name="connsiteY78" fmla="*/ 564664 h 564664"/>
                <a:gd name="connsiteX79" fmla="*/ 414961 w 606016"/>
                <a:gd name="connsiteY79" fmla="*/ 504206 h 564664"/>
                <a:gd name="connsiteX80" fmla="*/ 191145 w 606016"/>
                <a:gd name="connsiteY80" fmla="*/ 504206 h 564664"/>
                <a:gd name="connsiteX81" fmla="*/ 121293 w 606016"/>
                <a:gd name="connsiteY81" fmla="*/ 564664 h 564664"/>
                <a:gd name="connsiteX82" fmla="*/ 51351 w 606016"/>
                <a:gd name="connsiteY82" fmla="*/ 504206 h 564664"/>
                <a:gd name="connsiteX83" fmla="*/ 35377 w 606016"/>
                <a:gd name="connsiteY83" fmla="*/ 504206 h 564664"/>
                <a:gd name="connsiteX84" fmla="*/ 90 w 606016"/>
                <a:gd name="connsiteY84" fmla="*/ 468977 h 564664"/>
                <a:gd name="connsiteX85" fmla="*/ 0 w 606016"/>
                <a:gd name="connsiteY85" fmla="*/ 423476 h 564664"/>
                <a:gd name="connsiteX86" fmla="*/ 50539 w 606016"/>
                <a:gd name="connsiteY86" fmla="*/ 423476 h 564664"/>
                <a:gd name="connsiteX87" fmla="*/ 60647 w 606016"/>
                <a:gd name="connsiteY87" fmla="*/ 413474 h 564664"/>
                <a:gd name="connsiteX88" fmla="*/ 50539 w 606016"/>
                <a:gd name="connsiteY88" fmla="*/ 403383 h 564664"/>
                <a:gd name="connsiteX89" fmla="*/ 0 w 606016"/>
                <a:gd name="connsiteY89" fmla="*/ 403383 h 564664"/>
                <a:gd name="connsiteX90" fmla="*/ 0 w 606016"/>
                <a:gd name="connsiteY90" fmla="*/ 378335 h 564664"/>
                <a:gd name="connsiteX91" fmla="*/ 7400 w 606016"/>
                <a:gd name="connsiteY91" fmla="*/ 360405 h 564664"/>
                <a:gd name="connsiteX92" fmla="*/ 25540 w 606016"/>
                <a:gd name="connsiteY92" fmla="*/ 352926 h 564664"/>
                <a:gd name="connsiteX93" fmla="*/ 54961 w 606016"/>
                <a:gd name="connsiteY93" fmla="*/ 336798 h 564664"/>
                <a:gd name="connsiteX94" fmla="*/ 70303 w 606016"/>
                <a:gd name="connsiteY94" fmla="*/ 311840 h 564664"/>
                <a:gd name="connsiteX95" fmla="*/ 90 w 606016"/>
                <a:gd name="connsiteY95" fmla="*/ 231921 h 564664"/>
                <a:gd name="connsiteX96" fmla="*/ 90 w 606016"/>
                <a:gd name="connsiteY96" fmla="*/ 100823 h 564664"/>
                <a:gd name="connsiteX97" fmla="*/ 60647 w 606016"/>
                <a:gd name="connsiteY97" fmla="*/ 40366 h 564664"/>
                <a:gd name="connsiteX98" fmla="*/ 121293 w 606016"/>
                <a:gd name="connsiteY98" fmla="*/ 100823 h 564664"/>
                <a:gd name="connsiteX99" fmla="*/ 161634 w 606016"/>
                <a:gd name="connsiteY99" fmla="*/ 141189 h 564664"/>
                <a:gd name="connsiteX100" fmla="*/ 200622 w 606016"/>
                <a:gd name="connsiteY100" fmla="*/ 110915 h 564664"/>
                <a:gd name="connsiteX101" fmla="*/ 181850 w 606016"/>
                <a:gd name="connsiteY101" fmla="*/ 110915 h 564664"/>
                <a:gd name="connsiteX102" fmla="*/ 171742 w 606016"/>
                <a:gd name="connsiteY102" fmla="*/ 100823 h 564664"/>
                <a:gd name="connsiteX103" fmla="*/ 171742 w 606016"/>
                <a:gd name="connsiteY103" fmla="*/ 50457 h 564664"/>
                <a:gd name="connsiteX104" fmla="*/ 181850 w 606016"/>
                <a:gd name="connsiteY104" fmla="*/ 40366 h 564664"/>
                <a:gd name="connsiteX105" fmla="*/ 181850 w 606016"/>
                <a:gd name="connsiteY105" fmla="*/ 10092 h 564664"/>
                <a:gd name="connsiteX106" fmla="*/ 191958 w 606016"/>
                <a:gd name="connsiteY106" fmla="*/ 0 h 5646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Lst>
              <a:rect l="l" t="t" r="r" b="b"/>
              <a:pathLst>
                <a:path w="606016" h="564664">
                  <a:moveTo>
                    <a:pt x="484855" y="473988"/>
                  </a:moveTo>
                  <a:cubicBezTo>
                    <a:pt x="496001" y="473988"/>
                    <a:pt x="505037" y="483024"/>
                    <a:pt x="505037" y="494170"/>
                  </a:cubicBezTo>
                  <a:cubicBezTo>
                    <a:pt x="505037" y="505316"/>
                    <a:pt x="496001" y="514352"/>
                    <a:pt x="484855" y="514352"/>
                  </a:cubicBezTo>
                  <a:cubicBezTo>
                    <a:pt x="473709" y="514352"/>
                    <a:pt x="464673" y="505316"/>
                    <a:pt x="464673" y="494170"/>
                  </a:cubicBezTo>
                  <a:cubicBezTo>
                    <a:pt x="464673" y="483024"/>
                    <a:pt x="473709" y="473988"/>
                    <a:pt x="484855" y="473988"/>
                  </a:cubicBezTo>
                  <a:close/>
                  <a:moveTo>
                    <a:pt x="121232" y="473988"/>
                  </a:moveTo>
                  <a:cubicBezTo>
                    <a:pt x="132378" y="473988"/>
                    <a:pt x="141414" y="483024"/>
                    <a:pt x="141414" y="494170"/>
                  </a:cubicBezTo>
                  <a:cubicBezTo>
                    <a:pt x="141414" y="505316"/>
                    <a:pt x="132378" y="514352"/>
                    <a:pt x="121232" y="514352"/>
                  </a:cubicBezTo>
                  <a:cubicBezTo>
                    <a:pt x="110086" y="514352"/>
                    <a:pt x="101050" y="505316"/>
                    <a:pt x="101050" y="494170"/>
                  </a:cubicBezTo>
                  <a:cubicBezTo>
                    <a:pt x="101050" y="483024"/>
                    <a:pt x="110086" y="473988"/>
                    <a:pt x="121232" y="473988"/>
                  </a:cubicBezTo>
                  <a:close/>
                  <a:moveTo>
                    <a:pt x="484813" y="443658"/>
                  </a:moveTo>
                  <a:cubicBezTo>
                    <a:pt x="457016" y="443658"/>
                    <a:pt x="434364" y="466274"/>
                    <a:pt x="434364" y="494115"/>
                  </a:cubicBezTo>
                  <a:cubicBezTo>
                    <a:pt x="434364" y="521866"/>
                    <a:pt x="457016" y="544482"/>
                    <a:pt x="484813" y="544482"/>
                  </a:cubicBezTo>
                  <a:cubicBezTo>
                    <a:pt x="512699" y="544482"/>
                    <a:pt x="535352" y="521866"/>
                    <a:pt x="535352" y="494115"/>
                  </a:cubicBezTo>
                  <a:cubicBezTo>
                    <a:pt x="535352" y="466274"/>
                    <a:pt x="512699" y="443658"/>
                    <a:pt x="484813" y="443658"/>
                  </a:cubicBezTo>
                  <a:close/>
                  <a:moveTo>
                    <a:pt x="121293" y="443658"/>
                  </a:moveTo>
                  <a:cubicBezTo>
                    <a:pt x="93407" y="443658"/>
                    <a:pt x="70755" y="466274"/>
                    <a:pt x="70755" y="494115"/>
                  </a:cubicBezTo>
                  <a:cubicBezTo>
                    <a:pt x="70755" y="521866"/>
                    <a:pt x="93407" y="544482"/>
                    <a:pt x="121293" y="544482"/>
                  </a:cubicBezTo>
                  <a:cubicBezTo>
                    <a:pt x="149090" y="544482"/>
                    <a:pt x="171742" y="521866"/>
                    <a:pt x="171742" y="494115"/>
                  </a:cubicBezTo>
                  <a:cubicBezTo>
                    <a:pt x="171742" y="466274"/>
                    <a:pt x="149090" y="443658"/>
                    <a:pt x="121293" y="443658"/>
                  </a:cubicBezTo>
                  <a:close/>
                  <a:moveTo>
                    <a:pt x="303053" y="373109"/>
                  </a:moveTo>
                  <a:cubicBezTo>
                    <a:pt x="297458" y="373109"/>
                    <a:pt x="292945" y="377614"/>
                    <a:pt x="292945" y="383200"/>
                  </a:cubicBezTo>
                  <a:cubicBezTo>
                    <a:pt x="292945" y="388787"/>
                    <a:pt x="297458" y="393292"/>
                    <a:pt x="303053" y="393292"/>
                  </a:cubicBezTo>
                  <a:lnTo>
                    <a:pt x="343484" y="393292"/>
                  </a:lnTo>
                  <a:lnTo>
                    <a:pt x="343484" y="403383"/>
                  </a:lnTo>
                  <a:cubicBezTo>
                    <a:pt x="343484" y="408879"/>
                    <a:pt x="347997" y="413474"/>
                    <a:pt x="353592" y="413474"/>
                  </a:cubicBezTo>
                  <a:cubicBezTo>
                    <a:pt x="359097" y="413474"/>
                    <a:pt x="363610" y="408969"/>
                    <a:pt x="363610" y="403383"/>
                  </a:cubicBezTo>
                  <a:lnTo>
                    <a:pt x="363610" y="383200"/>
                  </a:lnTo>
                  <a:cubicBezTo>
                    <a:pt x="363610" y="377614"/>
                    <a:pt x="359097" y="373109"/>
                    <a:pt x="353592" y="373109"/>
                  </a:cubicBezTo>
                  <a:close/>
                  <a:moveTo>
                    <a:pt x="313169" y="282403"/>
                  </a:moveTo>
                  <a:lnTo>
                    <a:pt x="447018" y="282403"/>
                  </a:lnTo>
                  <a:lnTo>
                    <a:pt x="465069" y="311699"/>
                  </a:lnTo>
                  <a:cubicBezTo>
                    <a:pt x="467506" y="315665"/>
                    <a:pt x="470304" y="319271"/>
                    <a:pt x="473282" y="322696"/>
                  </a:cubicBezTo>
                  <a:lnTo>
                    <a:pt x="313169" y="322696"/>
                  </a:lnTo>
                  <a:close/>
                  <a:moveTo>
                    <a:pt x="161665" y="282403"/>
                  </a:moveTo>
                  <a:lnTo>
                    <a:pt x="292917" y="282403"/>
                  </a:lnTo>
                  <a:lnTo>
                    <a:pt x="292917" y="322696"/>
                  </a:lnTo>
                  <a:lnTo>
                    <a:pt x="161665" y="322696"/>
                  </a:lnTo>
                  <a:close/>
                  <a:moveTo>
                    <a:pt x="191958" y="0"/>
                  </a:moveTo>
                  <a:cubicBezTo>
                    <a:pt x="197553" y="0"/>
                    <a:pt x="202066" y="4505"/>
                    <a:pt x="202066" y="10092"/>
                  </a:cubicBezTo>
                  <a:lnTo>
                    <a:pt x="202066" y="40366"/>
                  </a:lnTo>
                  <a:lnTo>
                    <a:pt x="222281" y="40366"/>
                  </a:lnTo>
                  <a:lnTo>
                    <a:pt x="222281" y="10092"/>
                  </a:lnTo>
                  <a:cubicBezTo>
                    <a:pt x="222281" y="4505"/>
                    <a:pt x="226793" y="0"/>
                    <a:pt x="232389" y="0"/>
                  </a:cubicBezTo>
                  <a:cubicBezTo>
                    <a:pt x="237894" y="0"/>
                    <a:pt x="242406" y="4505"/>
                    <a:pt x="242406" y="10092"/>
                  </a:cubicBezTo>
                  <a:lnTo>
                    <a:pt x="242406" y="40366"/>
                  </a:lnTo>
                  <a:cubicBezTo>
                    <a:pt x="248002" y="40366"/>
                    <a:pt x="252514" y="44871"/>
                    <a:pt x="252514" y="50457"/>
                  </a:cubicBezTo>
                  <a:lnTo>
                    <a:pt x="252514" y="100823"/>
                  </a:lnTo>
                  <a:cubicBezTo>
                    <a:pt x="252514" y="106410"/>
                    <a:pt x="248002" y="110915"/>
                    <a:pt x="242406" y="110915"/>
                  </a:cubicBezTo>
                  <a:lnTo>
                    <a:pt x="221379" y="110915"/>
                  </a:lnTo>
                  <a:cubicBezTo>
                    <a:pt x="216505" y="139477"/>
                    <a:pt x="191597" y="161371"/>
                    <a:pt x="161634" y="161371"/>
                  </a:cubicBezTo>
                  <a:cubicBezTo>
                    <a:pt x="128243" y="161371"/>
                    <a:pt x="101078" y="134251"/>
                    <a:pt x="101078" y="100823"/>
                  </a:cubicBezTo>
                  <a:cubicBezTo>
                    <a:pt x="101078" y="78568"/>
                    <a:pt x="82938" y="60548"/>
                    <a:pt x="60647" y="60548"/>
                  </a:cubicBezTo>
                  <a:cubicBezTo>
                    <a:pt x="38355" y="60548"/>
                    <a:pt x="20216" y="78568"/>
                    <a:pt x="20216" y="100823"/>
                  </a:cubicBezTo>
                  <a:lnTo>
                    <a:pt x="20216" y="231921"/>
                  </a:lnTo>
                  <a:cubicBezTo>
                    <a:pt x="20216" y="265258"/>
                    <a:pt x="47470" y="292469"/>
                    <a:pt x="80862" y="292469"/>
                  </a:cubicBezTo>
                  <a:cubicBezTo>
                    <a:pt x="81314" y="292469"/>
                    <a:pt x="81675" y="292649"/>
                    <a:pt x="82126" y="292649"/>
                  </a:cubicBezTo>
                  <a:lnTo>
                    <a:pt x="105229" y="255167"/>
                  </a:lnTo>
                  <a:cubicBezTo>
                    <a:pt x="117864" y="234624"/>
                    <a:pt x="140697" y="221829"/>
                    <a:pt x="164883" y="221829"/>
                  </a:cubicBezTo>
                  <a:lnTo>
                    <a:pt x="370559" y="221829"/>
                  </a:lnTo>
                  <a:cubicBezTo>
                    <a:pt x="394655" y="221829"/>
                    <a:pt x="417578" y="234624"/>
                    <a:pt x="430213" y="255077"/>
                  </a:cubicBezTo>
                  <a:lnTo>
                    <a:pt x="434545" y="262195"/>
                  </a:lnTo>
                  <a:lnTo>
                    <a:pt x="159920" y="262195"/>
                  </a:lnTo>
                  <a:cubicBezTo>
                    <a:pt x="149722" y="262195"/>
                    <a:pt x="141419" y="270484"/>
                    <a:pt x="141419" y="280575"/>
                  </a:cubicBezTo>
                  <a:lnTo>
                    <a:pt x="141419" y="324455"/>
                  </a:lnTo>
                  <a:cubicBezTo>
                    <a:pt x="141419" y="334546"/>
                    <a:pt x="149722" y="342835"/>
                    <a:pt x="159920" y="342835"/>
                  </a:cubicBezTo>
                  <a:lnTo>
                    <a:pt x="498801" y="342835"/>
                  </a:lnTo>
                  <a:cubicBezTo>
                    <a:pt x="511075" y="349322"/>
                    <a:pt x="524793" y="352926"/>
                    <a:pt x="538962" y="352926"/>
                  </a:cubicBezTo>
                  <a:lnTo>
                    <a:pt x="580566" y="352926"/>
                  </a:lnTo>
                  <a:cubicBezTo>
                    <a:pt x="594645" y="352926"/>
                    <a:pt x="606016" y="364369"/>
                    <a:pt x="606016" y="378335"/>
                  </a:cubicBezTo>
                  <a:lnTo>
                    <a:pt x="606016" y="403383"/>
                  </a:lnTo>
                  <a:lnTo>
                    <a:pt x="555567" y="403383"/>
                  </a:lnTo>
                  <a:cubicBezTo>
                    <a:pt x="549972" y="403383"/>
                    <a:pt x="545460" y="407888"/>
                    <a:pt x="545460" y="413474"/>
                  </a:cubicBezTo>
                  <a:cubicBezTo>
                    <a:pt x="545460" y="418971"/>
                    <a:pt x="549972" y="423476"/>
                    <a:pt x="555567" y="423476"/>
                  </a:cubicBezTo>
                  <a:lnTo>
                    <a:pt x="606016" y="423476"/>
                  </a:lnTo>
                  <a:lnTo>
                    <a:pt x="606016" y="463391"/>
                  </a:lnTo>
                  <a:cubicBezTo>
                    <a:pt x="606016" y="485916"/>
                    <a:pt x="587696" y="504206"/>
                    <a:pt x="565224" y="504206"/>
                  </a:cubicBezTo>
                  <a:lnTo>
                    <a:pt x="554755" y="504206"/>
                  </a:lnTo>
                  <a:cubicBezTo>
                    <a:pt x="549791" y="538355"/>
                    <a:pt x="520371" y="564664"/>
                    <a:pt x="484813" y="564664"/>
                  </a:cubicBezTo>
                  <a:cubicBezTo>
                    <a:pt x="449345" y="564664"/>
                    <a:pt x="419924" y="538355"/>
                    <a:pt x="414961" y="504206"/>
                  </a:cubicBezTo>
                  <a:lnTo>
                    <a:pt x="191145" y="504206"/>
                  </a:lnTo>
                  <a:cubicBezTo>
                    <a:pt x="186182" y="538355"/>
                    <a:pt x="156761" y="564664"/>
                    <a:pt x="121293" y="564664"/>
                  </a:cubicBezTo>
                  <a:cubicBezTo>
                    <a:pt x="85736" y="564664"/>
                    <a:pt x="56315" y="538355"/>
                    <a:pt x="51351" y="504206"/>
                  </a:cubicBezTo>
                  <a:lnTo>
                    <a:pt x="35377" y="504206"/>
                  </a:lnTo>
                  <a:cubicBezTo>
                    <a:pt x="15884" y="504206"/>
                    <a:pt x="90" y="488349"/>
                    <a:pt x="90" y="468977"/>
                  </a:cubicBezTo>
                  <a:lnTo>
                    <a:pt x="0" y="423476"/>
                  </a:lnTo>
                  <a:lnTo>
                    <a:pt x="50539" y="423476"/>
                  </a:lnTo>
                  <a:cubicBezTo>
                    <a:pt x="56134" y="423476"/>
                    <a:pt x="60647" y="418971"/>
                    <a:pt x="60647" y="413474"/>
                  </a:cubicBezTo>
                  <a:cubicBezTo>
                    <a:pt x="60647" y="407888"/>
                    <a:pt x="56134" y="403383"/>
                    <a:pt x="50539" y="403383"/>
                  </a:cubicBezTo>
                  <a:lnTo>
                    <a:pt x="0" y="403383"/>
                  </a:lnTo>
                  <a:lnTo>
                    <a:pt x="0" y="378335"/>
                  </a:lnTo>
                  <a:cubicBezTo>
                    <a:pt x="0" y="371577"/>
                    <a:pt x="2617" y="365180"/>
                    <a:pt x="7400" y="360405"/>
                  </a:cubicBezTo>
                  <a:cubicBezTo>
                    <a:pt x="12274" y="355630"/>
                    <a:pt x="18681" y="352926"/>
                    <a:pt x="25540" y="352926"/>
                  </a:cubicBezTo>
                  <a:cubicBezTo>
                    <a:pt x="37814" y="352926"/>
                    <a:pt x="48824" y="346710"/>
                    <a:pt x="54961" y="336798"/>
                  </a:cubicBezTo>
                  <a:lnTo>
                    <a:pt x="70303" y="311840"/>
                  </a:lnTo>
                  <a:cubicBezTo>
                    <a:pt x="30775" y="306614"/>
                    <a:pt x="90" y="272827"/>
                    <a:pt x="90" y="231921"/>
                  </a:cubicBezTo>
                  <a:lnTo>
                    <a:pt x="90" y="100823"/>
                  </a:lnTo>
                  <a:cubicBezTo>
                    <a:pt x="90" y="67486"/>
                    <a:pt x="27255" y="40366"/>
                    <a:pt x="60647" y="40366"/>
                  </a:cubicBezTo>
                  <a:cubicBezTo>
                    <a:pt x="94039" y="40366"/>
                    <a:pt x="121293" y="67486"/>
                    <a:pt x="121293" y="100823"/>
                  </a:cubicBezTo>
                  <a:cubicBezTo>
                    <a:pt x="121293" y="123078"/>
                    <a:pt x="139343" y="141189"/>
                    <a:pt x="161634" y="141189"/>
                  </a:cubicBezTo>
                  <a:cubicBezTo>
                    <a:pt x="180406" y="141189"/>
                    <a:pt x="196109" y="128304"/>
                    <a:pt x="200622" y="110915"/>
                  </a:cubicBezTo>
                  <a:lnTo>
                    <a:pt x="181850" y="110915"/>
                  </a:lnTo>
                  <a:cubicBezTo>
                    <a:pt x="176255" y="110915"/>
                    <a:pt x="171742" y="106410"/>
                    <a:pt x="171742" y="100823"/>
                  </a:cubicBezTo>
                  <a:lnTo>
                    <a:pt x="171742" y="50457"/>
                  </a:lnTo>
                  <a:cubicBezTo>
                    <a:pt x="171742" y="44871"/>
                    <a:pt x="176255" y="40366"/>
                    <a:pt x="181850" y="40366"/>
                  </a:cubicBezTo>
                  <a:lnTo>
                    <a:pt x="181850" y="10092"/>
                  </a:lnTo>
                  <a:cubicBezTo>
                    <a:pt x="181850" y="4505"/>
                    <a:pt x="186362" y="0"/>
                    <a:pt x="191958" y="0"/>
                  </a:cubicBezTo>
                  <a:close/>
                </a:path>
              </a:pathLst>
            </a:custGeom>
            <a:solidFill>
              <a:schemeClr val="bg1">
                <a:lumMod val="65000"/>
              </a:schemeClr>
            </a:solidFill>
            <a:ln>
              <a:noFill/>
            </a:ln>
          </p:spPr>
          <p:txBody>
            <a:bodyPr wrap="square" lIns="91440" tIns="45720" rIns="91440" bIns="45720" anchor="ctr">
              <a:normAutofit fontScale="92500" lnSpcReduction="20000"/>
            </a:bodyPr>
            <a:lstStyle>
              <a:defPPr>
                <a:defRPr lang="zh-CN"/>
              </a:defPPr>
              <a:lvl1pPr marL="0" algn="l" defTabSz="913765" rtl="0" eaLnBrk="1" latinLnBrk="0" hangingPunct="1">
                <a:defRPr sz="1800" kern="1200">
                  <a:solidFill>
                    <a:schemeClr val="tx1"/>
                  </a:solidFill>
                </a:defRPr>
              </a:lvl1pPr>
              <a:lvl2pPr marL="457200" algn="l" defTabSz="913765" rtl="0" eaLnBrk="1" latinLnBrk="0" hangingPunct="1">
                <a:defRPr sz="1800" kern="1200">
                  <a:solidFill>
                    <a:schemeClr val="tx1"/>
                  </a:solidFill>
                </a:defRPr>
              </a:lvl2pPr>
              <a:lvl3pPr marL="914400" algn="l" defTabSz="913765" rtl="0" eaLnBrk="1" latinLnBrk="0" hangingPunct="1">
                <a:defRPr sz="1800" kern="1200">
                  <a:solidFill>
                    <a:schemeClr val="tx1"/>
                  </a:solidFill>
                </a:defRPr>
              </a:lvl3pPr>
              <a:lvl4pPr marL="1371600" algn="l" defTabSz="913765" rtl="0" eaLnBrk="1" latinLnBrk="0" hangingPunct="1">
                <a:defRPr sz="1800" kern="1200">
                  <a:solidFill>
                    <a:schemeClr val="tx1"/>
                  </a:solidFill>
                </a:defRPr>
              </a:lvl4pPr>
              <a:lvl5pPr marL="1828800" algn="l" defTabSz="913765" rtl="0" eaLnBrk="1" latinLnBrk="0" hangingPunct="1">
                <a:defRPr sz="1800" kern="1200">
                  <a:solidFill>
                    <a:schemeClr val="tx1"/>
                  </a:solidFill>
                </a:defRPr>
              </a:lvl5pPr>
              <a:lvl6pPr marL="2286000" algn="l" defTabSz="913765" rtl="0" eaLnBrk="1" latinLnBrk="0" hangingPunct="1">
                <a:defRPr sz="1800" kern="1200">
                  <a:solidFill>
                    <a:schemeClr val="tx1"/>
                  </a:solidFill>
                </a:defRPr>
              </a:lvl6pPr>
              <a:lvl7pPr marL="2743200" algn="l" defTabSz="913765" rtl="0" eaLnBrk="1" latinLnBrk="0" hangingPunct="1">
                <a:defRPr sz="1800" kern="1200">
                  <a:solidFill>
                    <a:schemeClr val="tx1"/>
                  </a:solidFill>
                </a:defRPr>
              </a:lvl7pPr>
              <a:lvl8pPr marL="3200400" algn="l" defTabSz="913765" rtl="0" eaLnBrk="1" latinLnBrk="0" hangingPunct="1">
                <a:defRPr sz="1800" kern="1200">
                  <a:solidFill>
                    <a:schemeClr val="tx1"/>
                  </a:solidFill>
                </a:defRPr>
              </a:lvl8pPr>
              <a:lvl9pPr marL="3657600" algn="l" defTabSz="913765" rtl="0" eaLnBrk="1" latinLnBrk="0" hangingPunct="1">
                <a:defRPr sz="1800" kern="1200">
                  <a:solidFill>
                    <a:schemeClr val="tx1"/>
                  </a:solidFill>
                </a:defRPr>
              </a:lvl9pPr>
            </a:lstStyle>
            <a:p>
              <a:pPr algn="ctr"/>
            </a:p>
          </p:txBody>
        </p:sp>
        <p:sp>
          <p:nvSpPr>
            <p:cNvPr id="29" name="iś1îḓê"/>
            <p:cNvSpPr/>
            <p:nvPr/>
          </p:nvSpPr>
          <p:spPr bwMode="auto">
            <a:xfrm>
              <a:off x="5924135" y="1186438"/>
              <a:ext cx="333138" cy="299788"/>
            </a:xfrm>
            <a:custGeom>
              <a:avLst/>
              <a:gdLst>
                <a:gd name="connsiteX0" fmla="*/ 225929 w 608344"/>
                <a:gd name="connsiteY0" fmla="*/ 296304 h 547447"/>
                <a:gd name="connsiteX1" fmla="*/ 225929 w 608344"/>
                <a:gd name="connsiteY1" fmla="*/ 341046 h 547447"/>
                <a:gd name="connsiteX2" fmla="*/ 44891 w 608344"/>
                <a:gd name="connsiteY2" fmla="*/ 420403 h 547447"/>
                <a:gd name="connsiteX3" fmla="*/ 287412 w 608344"/>
                <a:gd name="connsiteY3" fmla="*/ 502613 h 547447"/>
                <a:gd name="connsiteX4" fmla="*/ 530026 w 608344"/>
                <a:gd name="connsiteY4" fmla="*/ 420403 h 547447"/>
                <a:gd name="connsiteX5" fmla="*/ 351292 w 608344"/>
                <a:gd name="connsiteY5" fmla="*/ 341322 h 547447"/>
                <a:gd name="connsiteX6" fmla="*/ 351292 w 608344"/>
                <a:gd name="connsiteY6" fmla="*/ 296488 h 547447"/>
                <a:gd name="connsiteX7" fmla="*/ 574825 w 608344"/>
                <a:gd name="connsiteY7" fmla="*/ 420403 h 547447"/>
                <a:gd name="connsiteX8" fmla="*/ 287412 w 608344"/>
                <a:gd name="connsiteY8" fmla="*/ 547447 h 547447"/>
                <a:gd name="connsiteX9" fmla="*/ 0 w 608344"/>
                <a:gd name="connsiteY9" fmla="*/ 420403 h 547447"/>
                <a:gd name="connsiteX10" fmla="*/ 225929 w 608344"/>
                <a:gd name="connsiteY10" fmla="*/ 296304 h 547447"/>
                <a:gd name="connsiteX11" fmla="*/ 288618 w 608344"/>
                <a:gd name="connsiteY11" fmla="*/ 0 h 547447"/>
                <a:gd name="connsiteX12" fmla="*/ 311206 w 608344"/>
                <a:gd name="connsiteY12" fmla="*/ 22551 h 547447"/>
                <a:gd name="connsiteX13" fmla="*/ 311206 w 608344"/>
                <a:gd name="connsiteY13" fmla="*/ 36174 h 547447"/>
                <a:gd name="connsiteX14" fmla="*/ 370947 w 608344"/>
                <a:gd name="connsiteY14" fmla="*/ 21079 h 547447"/>
                <a:gd name="connsiteX15" fmla="*/ 428291 w 608344"/>
                <a:gd name="connsiteY15" fmla="*/ 34978 h 547447"/>
                <a:gd name="connsiteX16" fmla="*/ 486004 w 608344"/>
                <a:gd name="connsiteY16" fmla="*/ 48969 h 547447"/>
                <a:gd name="connsiteX17" fmla="*/ 540766 w 608344"/>
                <a:gd name="connsiteY17" fmla="*/ 36450 h 547447"/>
                <a:gd name="connsiteX18" fmla="*/ 578012 w 608344"/>
                <a:gd name="connsiteY18" fmla="*/ 18409 h 547447"/>
                <a:gd name="connsiteX19" fmla="*/ 587232 w 608344"/>
                <a:gd name="connsiteY19" fmla="*/ 16292 h 547447"/>
                <a:gd name="connsiteX20" fmla="*/ 598479 w 608344"/>
                <a:gd name="connsiteY20" fmla="*/ 19514 h 547447"/>
                <a:gd name="connsiteX21" fmla="*/ 608344 w 608344"/>
                <a:gd name="connsiteY21" fmla="*/ 37371 h 547447"/>
                <a:gd name="connsiteX22" fmla="*/ 608344 w 608344"/>
                <a:gd name="connsiteY22" fmla="*/ 174520 h 547447"/>
                <a:gd name="connsiteX23" fmla="*/ 596451 w 608344"/>
                <a:gd name="connsiteY23" fmla="*/ 193481 h 547447"/>
                <a:gd name="connsiteX24" fmla="*/ 540766 w 608344"/>
                <a:gd name="connsiteY24" fmla="*/ 220451 h 547447"/>
                <a:gd name="connsiteX25" fmla="*/ 486004 w 608344"/>
                <a:gd name="connsiteY25" fmla="*/ 232969 h 547447"/>
                <a:gd name="connsiteX26" fmla="*/ 428291 w 608344"/>
                <a:gd name="connsiteY26" fmla="*/ 218978 h 547447"/>
                <a:gd name="connsiteX27" fmla="*/ 370947 w 608344"/>
                <a:gd name="connsiteY27" fmla="*/ 205079 h 547447"/>
                <a:gd name="connsiteX28" fmla="*/ 311206 w 608344"/>
                <a:gd name="connsiteY28" fmla="*/ 220175 h 547447"/>
                <a:gd name="connsiteX29" fmla="*/ 311206 w 608344"/>
                <a:gd name="connsiteY29" fmla="*/ 426267 h 547447"/>
                <a:gd name="connsiteX30" fmla="*/ 288618 w 608344"/>
                <a:gd name="connsiteY30" fmla="*/ 448726 h 547447"/>
                <a:gd name="connsiteX31" fmla="*/ 266031 w 608344"/>
                <a:gd name="connsiteY31" fmla="*/ 426267 h 547447"/>
                <a:gd name="connsiteX32" fmla="*/ 266031 w 608344"/>
                <a:gd name="connsiteY32" fmla="*/ 22551 h 547447"/>
                <a:gd name="connsiteX33" fmla="*/ 288618 w 608344"/>
                <a:gd name="connsiteY33" fmla="*/ 0 h 5474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608344" h="547447">
                  <a:moveTo>
                    <a:pt x="225929" y="296304"/>
                  </a:moveTo>
                  <a:lnTo>
                    <a:pt x="225929" y="341046"/>
                  </a:lnTo>
                  <a:cubicBezTo>
                    <a:pt x="112458" y="351817"/>
                    <a:pt x="44891" y="391035"/>
                    <a:pt x="44891" y="420403"/>
                  </a:cubicBezTo>
                  <a:cubicBezTo>
                    <a:pt x="44891" y="454741"/>
                    <a:pt x="137162" y="502613"/>
                    <a:pt x="287412" y="502613"/>
                  </a:cubicBezTo>
                  <a:cubicBezTo>
                    <a:pt x="437663" y="502613"/>
                    <a:pt x="530026" y="454741"/>
                    <a:pt x="530026" y="420403"/>
                  </a:cubicBezTo>
                  <a:cubicBezTo>
                    <a:pt x="530026" y="391219"/>
                    <a:pt x="463289" y="352369"/>
                    <a:pt x="351292" y="341322"/>
                  </a:cubicBezTo>
                  <a:lnTo>
                    <a:pt x="351292" y="296488"/>
                  </a:lnTo>
                  <a:cubicBezTo>
                    <a:pt x="468543" y="307904"/>
                    <a:pt x="574825" y="350436"/>
                    <a:pt x="574825" y="420403"/>
                  </a:cubicBezTo>
                  <a:cubicBezTo>
                    <a:pt x="574825" y="502889"/>
                    <a:pt x="426786" y="547447"/>
                    <a:pt x="287412" y="547447"/>
                  </a:cubicBezTo>
                  <a:cubicBezTo>
                    <a:pt x="148131" y="547447"/>
                    <a:pt x="0" y="502889"/>
                    <a:pt x="0" y="420403"/>
                  </a:cubicBezTo>
                  <a:cubicBezTo>
                    <a:pt x="0" y="349976"/>
                    <a:pt x="107757" y="307351"/>
                    <a:pt x="225929" y="296304"/>
                  </a:cubicBezTo>
                  <a:close/>
                  <a:moveTo>
                    <a:pt x="288618" y="0"/>
                  </a:moveTo>
                  <a:cubicBezTo>
                    <a:pt x="301064" y="0"/>
                    <a:pt x="311206" y="10033"/>
                    <a:pt x="311206" y="22551"/>
                  </a:cubicBezTo>
                  <a:lnTo>
                    <a:pt x="311206" y="36174"/>
                  </a:lnTo>
                  <a:cubicBezTo>
                    <a:pt x="329829" y="26141"/>
                    <a:pt x="350388" y="21079"/>
                    <a:pt x="370947" y="21079"/>
                  </a:cubicBezTo>
                  <a:cubicBezTo>
                    <a:pt x="390584" y="21079"/>
                    <a:pt x="410313" y="25681"/>
                    <a:pt x="428291" y="34978"/>
                  </a:cubicBezTo>
                  <a:cubicBezTo>
                    <a:pt x="446361" y="44366"/>
                    <a:pt x="466182" y="48969"/>
                    <a:pt x="486004" y="48969"/>
                  </a:cubicBezTo>
                  <a:cubicBezTo>
                    <a:pt x="504719" y="48969"/>
                    <a:pt x="523526" y="44827"/>
                    <a:pt x="540766" y="36450"/>
                  </a:cubicBezTo>
                  <a:lnTo>
                    <a:pt x="578012" y="18409"/>
                  </a:lnTo>
                  <a:cubicBezTo>
                    <a:pt x="580963" y="17029"/>
                    <a:pt x="584097" y="16292"/>
                    <a:pt x="587232" y="16292"/>
                  </a:cubicBezTo>
                  <a:cubicBezTo>
                    <a:pt x="591104" y="16292"/>
                    <a:pt x="594976" y="17397"/>
                    <a:pt x="598479" y="19514"/>
                  </a:cubicBezTo>
                  <a:cubicBezTo>
                    <a:pt x="604564" y="23380"/>
                    <a:pt x="608344" y="30099"/>
                    <a:pt x="608344" y="37371"/>
                  </a:cubicBezTo>
                  <a:lnTo>
                    <a:pt x="608344" y="174520"/>
                  </a:lnTo>
                  <a:cubicBezTo>
                    <a:pt x="608344" y="182620"/>
                    <a:pt x="603734" y="189984"/>
                    <a:pt x="596451" y="193481"/>
                  </a:cubicBezTo>
                  <a:lnTo>
                    <a:pt x="540766" y="220451"/>
                  </a:lnTo>
                  <a:cubicBezTo>
                    <a:pt x="523434" y="228827"/>
                    <a:pt x="504719" y="232969"/>
                    <a:pt x="486004" y="232969"/>
                  </a:cubicBezTo>
                  <a:cubicBezTo>
                    <a:pt x="466182" y="232969"/>
                    <a:pt x="446361" y="228367"/>
                    <a:pt x="428291" y="218978"/>
                  </a:cubicBezTo>
                  <a:cubicBezTo>
                    <a:pt x="410313" y="209774"/>
                    <a:pt x="390584" y="205079"/>
                    <a:pt x="370947" y="205079"/>
                  </a:cubicBezTo>
                  <a:cubicBezTo>
                    <a:pt x="350388" y="205079"/>
                    <a:pt x="329829" y="210142"/>
                    <a:pt x="311206" y="220175"/>
                  </a:cubicBezTo>
                  <a:lnTo>
                    <a:pt x="311206" y="426267"/>
                  </a:lnTo>
                  <a:cubicBezTo>
                    <a:pt x="311206" y="438693"/>
                    <a:pt x="301064" y="448726"/>
                    <a:pt x="288618" y="448726"/>
                  </a:cubicBezTo>
                  <a:cubicBezTo>
                    <a:pt x="276172" y="448726"/>
                    <a:pt x="266031" y="438693"/>
                    <a:pt x="266031" y="426267"/>
                  </a:cubicBezTo>
                  <a:lnTo>
                    <a:pt x="266031" y="22551"/>
                  </a:lnTo>
                  <a:cubicBezTo>
                    <a:pt x="266031" y="10033"/>
                    <a:pt x="276172" y="0"/>
                    <a:pt x="288618" y="0"/>
                  </a:cubicBezTo>
                  <a:close/>
                </a:path>
              </a:pathLst>
            </a:custGeom>
            <a:solidFill>
              <a:schemeClr val="accent1"/>
            </a:solidFill>
            <a:ln>
              <a:noFill/>
            </a:ln>
          </p:spPr>
          <p:txBody>
            <a:bodyPr wrap="square" lIns="91440" tIns="45720" rIns="91440" bIns="45720" anchor="ctr">
              <a:normAutofit fontScale="92500" lnSpcReduction="20000"/>
            </a:bodyPr>
            <a:lstStyle>
              <a:defPPr>
                <a:defRPr lang="zh-CN"/>
              </a:defPPr>
              <a:lvl1pPr marL="0" algn="l" defTabSz="913765" rtl="0" eaLnBrk="1" latinLnBrk="0" hangingPunct="1">
                <a:defRPr sz="1800" kern="1200">
                  <a:solidFill>
                    <a:schemeClr val="tx1"/>
                  </a:solidFill>
                </a:defRPr>
              </a:lvl1pPr>
              <a:lvl2pPr marL="457200" algn="l" defTabSz="913765" rtl="0" eaLnBrk="1" latinLnBrk="0" hangingPunct="1">
                <a:defRPr sz="1800" kern="1200">
                  <a:solidFill>
                    <a:schemeClr val="tx1"/>
                  </a:solidFill>
                </a:defRPr>
              </a:lvl2pPr>
              <a:lvl3pPr marL="914400" algn="l" defTabSz="913765" rtl="0" eaLnBrk="1" latinLnBrk="0" hangingPunct="1">
                <a:defRPr sz="1800" kern="1200">
                  <a:solidFill>
                    <a:schemeClr val="tx1"/>
                  </a:solidFill>
                </a:defRPr>
              </a:lvl3pPr>
              <a:lvl4pPr marL="1371600" algn="l" defTabSz="913765" rtl="0" eaLnBrk="1" latinLnBrk="0" hangingPunct="1">
                <a:defRPr sz="1800" kern="1200">
                  <a:solidFill>
                    <a:schemeClr val="tx1"/>
                  </a:solidFill>
                </a:defRPr>
              </a:lvl4pPr>
              <a:lvl5pPr marL="1828800" algn="l" defTabSz="913765" rtl="0" eaLnBrk="1" latinLnBrk="0" hangingPunct="1">
                <a:defRPr sz="1800" kern="1200">
                  <a:solidFill>
                    <a:schemeClr val="tx1"/>
                  </a:solidFill>
                </a:defRPr>
              </a:lvl5pPr>
              <a:lvl6pPr marL="2286000" algn="l" defTabSz="913765" rtl="0" eaLnBrk="1" latinLnBrk="0" hangingPunct="1">
                <a:defRPr sz="1800" kern="1200">
                  <a:solidFill>
                    <a:schemeClr val="tx1"/>
                  </a:solidFill>
                </a:defRPr>
              </a:lvl6pPr>
              <a:lvl7pPr marL="2743200" algn="l" defTabSz="913765" rtl="0" eaLnBrk="1" latinLnBrk="0" hangingPunct="1">
                <a:defRPr sz="1800" kern="1200">
                  <a:solidFill>
                    <a:schemeClr val="tx1"/>
                  </a:solidFill>
                </a:defRPr>
              </a:lvl7pPr>
              <a:lvl8pPr marL="3200400" algn="l" defTabSz="913765" rtl="0" eaLnBrk="1" latinLnBrk="0" hangingPunct="1">
                <a:defRPr sz="1800" kern="1200">
                  <a:solidFill>
                    <a:schemeClr val="tx1"/>
                  </a:solidFill>
                </a:defRPr>
              </a:lvl8pPr>
              <a:lvl9pPr marL="3657600" algn="l" defTabSz="913765" rtl="0" eaLnBrk="1" latinLnBrk="0" hangingPunct="1">
                <a:defRPr sz="1800" kern="1200">
                  <a:solidFill>
                    <a:schemeClr val="tx1"/>
                  </a:solidFill>
                </a:defRPr>
              </a:lvl9pPr>
            </a:lstStyle>
            <a:p>
              <a:pPr algn="ctr"/>
            </a:p>
          </p:txBody>
        </p:sp>
        <p:sp>
          <p:nvSpPr>
            <p:cNvPr id="30" name="išľíḓé"/>
            <p:cNvSpPr/>
            <p:nvPr/>
          </p:nvSpPr>
          <p:spPr bwMode="auto">
            <a:xfrm>
              <a:off x="9594763" y="1183282"/>
              <a:ext cx="333138" cy="306100"/>
            </a:xfrm>
            <a:custGeom>
              <a:avLst/>
              <a:gdLst>
                <a:gd name="connsiteX0" fmla="*/ 373273 h 605239"/>
                <a:gd name="connsiteY0" fmla="*/ 373273 h 605239"/>
                <a:gd name="connsiteX1" fmla="*/ 373273 h 605239"/>
                <a:gd name="connsiteY1" fmla="*/ 373273 h 605239"/>
                <a:gd name="connsiteX2" fmla="*/ 373273 h 605239"/>
                <a:gd name="connsiteY2" fmla="*/ 373273 h 605239"/>
                <a:gd name="connsiteX3" fmla="*/ 373273 h 605239"/>
                <a:gd name="connsiteY3" fmla="*/ 373273 h 605239"/>
                <a:gd name="connsiteX4" fmla="*/ 373273 h 605239"/>
                <a:gd name="connsiteY4" fmla="*/ 373273 h 605239"/>
                <a:gd name="connsiteX5" fmla="*/ 373273 h 605239"/>
                <a:gd name="connsiteY5" fmla="*/ 373273 h 605239"/>
                <a:gd name="connsiteX6" fmla="*/ 373273 h 605239"/>
                <a:gd name="connsiteY6" fmla="*/ 373273 h 605239"/>
                <a:gd name="connsiteX7" fmla="*/ 373273 h 605239"/>
                <a:gd name="connsiteY7" fmla="*/ 373273 h 605239"/>
                <a:gd name="connsiteX8" fmla="*/ 373273 h 605239"/>
                <a:gd name="connsiteY8" fmla="*/ 373273 h 605239"/>
                <a:gd name="connsiteX9" fmla="*/ 373273 h 605239"/>
                <a:gd name="connsiteY9" fmla="*/ 373273 h 605239"/>
                <a:gd name="connsiteX10" fmla="*/ 373273 h 605239"/>
                <a:gd name="connsiteY10" fmla="*/ 373273 h 605239"/>
                <a:gd name="connsiteX11" fmla="*/ 373273 h 605239"/>
                <a:gd name="connsiteY11" fmla="*/ 373273 h 605239"/>
                <a:gd name="connsiteX12" fmla="*/ 373273 h 605239"/>
                <a:gd name="connsiteY12" fmla="*/ 373273 h 605239"/>
                <a:gd name="connsiteX13" fmla="*/ 373273 h 605239"/>
                <a:gd name="connsiteY13" fmla="*/ 373273 h 605239"/>
                <a:gd name="connsiteX14" fmla="*/ 373273 h 605239"/>
                <a:gd name="connsiteY14" fmla="*/ 373273 h 605239"/>
                <a:gd name="connsiteX15" fmla="*/ 373273 h 605239"/>
                <a:gd name="connsiteY15" fmla="*/ 373273 h 605239"/>
                <a:gd name="connsiteX16" fmla="*/ 373273 h 605239"/>
                <a:gd name="connsiteY16" fmla="*/ 373273 h 605239"/>
                <a:gd name="connsiteX17" fmla="*/ 373273 h 605239"/>
                <a:gd name="connsiteY17" fmla="*/ 373273 h 605239"/>
                <a:gd name="connsiteX18" fmla="*/ 373273 h 605239"/>
                <a:gd name="connsiteY18" fmla="*/ 373273 h 605239"/>
                <a:gd name="connsiteX19" fmla="*/ 373273 h 605239"/>
                <a:gd name="connsiteY19" fmla="*/ 373273 h 605239"/>
                <a:gd name="connsiteX20" fmla="*/ 373273 h 605239"/>
                <a:gd name="connsiteY20" fmla="*/ 373273 h 605239"/>
                <a:gd name="connsiteX21" fmla="*/ 373273 h 605239"/>
                <a:gd name="connsiteY21" fmla="*/ 373273 h 605239"/>
                <a:gd name="connsiteX22" fmla="*/ 373273 h 605239"/>
                <a:gd name="connsiteY22" fmla="*/ 373273 h 605239"/>
                <a:gd name="connsiteX23" fmla="*/ 373273 h 605239"/>
                <a:gd name="connsiteY23" fmla="*/ 373273 h 605239"/>
                <a:gd name="connsiteX24" fmla="*/ 373273 h 605239"/>
                <a:gd name="connsiteY24" fmla="*/ 373273 h 605239"/>
                <a:gd name="connsiteX25" fmla="*/ 373273 h 605239"/>
                <a:gd name="connsiteY25" fmla="*/ 373273 h 605239"/>
                <a:gd name="connsiteX26" fmla="*/ 373273 h 605239"/>
                <a:gd name="connsiteY26" fmla="*/ 373273 h 605239"/>
                <a:gd name="connsiteX27" fmla="*/ 373273 h 605239"/>
                <a:gd name="connsiteY27" fmla="*/ 373273 h 605239"/>
                <a:gd name="connsiteX28" fmla="*/ 373273 h 605239"/>
                <a:gd name="connsiteY28" fmla="*/ 373273 h 605239"/>
                <a:gd name="connsiteX29" fmla="*/ 373273 h 605239"/>
                <a:gd name="connsiteY29" fmla="*/ 373273 h 605239"/>
                <a:gd name="connsiteX30" fmla="*/ 373273 h 605239"/>
                <a:gd name="connsiteY30" fmla="*/ 373273 h 605239"/>
                <a:gd name="connsiteX31" fmla="*/ 373273 h 605239"/>
                <a:gd name="connsiteY31" fmla="*/ 373273 h 605239"/>
                <a:gd name="connsiteX32" fmla="*/ 373273 h 605239"/>
                <a:gd name="connsiteY32" fmla="*/ 373273 h 605239"/>
                <a:gd name="connsiteX33" fmla="*/ 373273 h 605239"/>
                <a:gd name="connsiteY33" fmla="*/ 373273 h 605239"/>
                <a:gd name="connsiteX34" fmla="*/ 373273 h 605239"/>
                <a:gd name="connsiteY34" fmla="*/ 373273 h 605239"/>
                <a:gd name="connsiteX35" fmla="*/ 373273 h 605239"/>
                <a:gd name="connsiteY35" fmla="*/ 373273 h 605239"/>
                <a:gd name="connsiteX36" fmla="*/ 373273 h 605239"/>
                <a:gd name="connsiteY36" fmla="*/ 373273 h 605239"/>
                <a:gd name="connsiteX37" fmla="*/ 373273 h 605239"/>
                <a:gd name="connsiteY37" fmla="*/ 373273 h 605239"/>
                <a:gd name="connsiteX38" fmla="*/ 373273 h 605239"/>
                <a:gd name="connsiteY38" fmla="*/ 373273 h 605239"/>
                <a:gd name="connsiteX39" fmla="*/ 373273 h 605239"/>
                <a:gd name="connsiteY39" fmla="*/ 373273 h 605239"/>
                <a:gd name="connsiteX40" fmla="*/ 373273 h 605239"/>
                <a:gd name="connsiteY40" fmla="*/ 373273 h 605239"/>
                <a:gd name="connsiteX41" fmla="*/ 373273 h 605239"/>
                <a:gd name="connsiteY41" fmla="*/ 373273 h 605239"/>
                <a:gd name="connsiteX42" fmla="*/ 373273 h 605239"/>
                <a:gd name="connsiteY42" fmla="*/ 373273 h 605239"/>
                <a:gd name="connsiteX43" fmla="*/ 373273 h 605239"/>
                <a:gd name="connsiteY43" fmla="*/ 373273 h 605239"/>
                <a:gd name="connsiteX44" fmla="*/ 373273 h 605239"/>
                <a:gd name="connsiteY44" fmla="*/ 373273 h 605239"/>
                <a:gd name="connsiteX45" fmla="*/ 373273 h 605239"/>
                <a:gd name="connsiteY45" fmla="*/ 373273 h 605239"/>
                <a:gd name="connsiteX46" fmla="*/ 373273 h 605239"/>
                <a:gd name="connsiteY46" fmla="*/ 373273 h 605239"/>
                <a:gd name="connsiteX47" fmla="*/ 373273 h 605239"/>
                <a:gd name="connsiteY47" fmla="*/ 373273 h 605239"/>
                <a:gd name="connsiteX48" fmla="*/ 373273 h 605239"/>
                <a:gd name="connsiteY48" fmla="*/ 373273 h 605239"/>
                <a:gd name="connsiteX49" fmla="*/ 373273 h 605239"/>
                <a:gd name="connsiteY49" fmla="*/ 373273 h 605239"/>
                <a:gd name="connsiteX50" fmla="*/ 373273 h 605239"/>
                <a:gd name="connsiteY50" fmla="*/ 373273 h 605239"/>
                <a:gd name="connsiteX51" fmla="*/ 373273 h 605239"/>
                <a:gd name="connsiteY51" fmla="*/ 373273 h 605239"/>
                <a:gd name="connsiteX52" fmla="*/ 373273 h 605239"/>
                <a:gd name="connsiteY52" fmla="*/ 373273 h 605239"/>
                <a:gd name="connsiteX53" fmla="*/ 373273 h 605239"/>
                <a:gd name="connsiteY53" fmla="*/ 373273 h 605239"/>
                <a:gd name="connsiteX54" fmla="*/ 373273 h 605239"/>
                <a:gd name="connsiteY54" fmla="*/ 373273 h 605239"/>
                <a:gd name="connsiteX55" fmla="*/ 373273 h 605239"/>
                <a:gd name="connsiteY55" fmla="*/ 373273 h 605239"/>
                <a:gd name="connsiteX56" fmla="*/ 373273 h 605239"/>
                <a:gd name="connsiteY56" fmla="*/ 373273 h 605239"/>
                <a:gd name="connsiteX57" fmla="*/ 373273 h 605239"/>
                <a:gd name="connsiteY57" fmla="*/ 373273 h 605239"/>
                <a:gd name="connsiteX58" fmla="*/ 373273 h 605239"/>
                <a:gd name="connsiteY58" fmla="*/ 373273 h 605239"/>
                <a:gd name="connsiteX59" fmla="*/ 373273 h 605239"/>
                <a:gd name="connsiteY59" fmla="*/ 373273 h 605239"/>
                <a:gd name="connsiteX60" fmla="*/ 373273 h 605239"/>
                <a:gd name="connsiteY60" fmla="*/ 373273 h 605239"/>
                <a:gd name="connsiteX61" fmla="*/ 373273 h 605239"/>
                <a:gd name="connsiteY61" fmla="*/ 373273 h 605239"/>
                <a:gd name="connsiteX62" fmla="*/ 373273 h 605239"/>
                <a:gd name="connsiteY62" fmla="*/ 373273 h 605239"/>
                <a:gd name="connsiteX63" fmla="*/ 373273 h 605239"/>
                <a:gd name="connsiteY63" fmla="*/ 373273 h 605239"/>
                <a:gd name="connsiteX64" fmla="*/ 373273 h 605239"/>
                <a:gd name="connsiteY64" fmla="*/ 373273 h 605239"/>
                <a:gd name="connsiteX65" fmla="*/ 373273 h 605239"/>
                <a:gd name="connsiteY65" fmla="*/ 373273 h 605239"/>
                <a:gd name="connsiteX66" fmla="*/ 373273 h 605239"/>
                <a:gd name="connsiteY66" fmla="*/ 373273 h 605239"/>
                <a:gd name="connsiteX67" fmla="*/ 373273 h 605239"/>
                <a:gd name="connsiteY67" fmla="*/ 373273 h 605239"/>
                <a:gd name="connsiteX68" fmla="*/ 373273 h 605239"/>
                <a:gd name="connsiteY68" fmla="*/ 373273 h 605239"/>
                <a:gd name="connsiteX69" fmla="*/ 373273 h 605239"/>
                <a:gd name="connsiteY69" fmla="*/ 373273 h 605239"/>
                <a:gd name="connsiteX70" fmla="*/ 373273 h 605239"/>
                <a:gd name="connsiteY70" fmla="*/ 373273 h 605239"/>
                <a:gd name="connsiteX71" fmla="*/ 373273 h 605239"/>
                <a:gd name="connsiteY71" fmla="*/ 373273 h 605239"/>
                <a:gd name="connsiteX72" fmla="*/ 373273 h 605239"/>
                <a:gd name="connsiteY72" fmla="*/ 373273 h 605239"/>
                <a:gd name="connsiteX73" fmla="*/ 373273 h 605239"/>
                <a:gd name="connsiteY73" fmla="*/ 373273 h 605239"/>
                <a:gd name="connsiteX74" fmla="*/ 373273 h 605239"/>
                <a:gd name="connsiteY74" fmla="*/ 373273 h 605239"/>
                <a:gd name="connsiteX75" fmla="*/ 373273 h 605239"/>
                <a:gd name="connsiteY75" fmla="*/ 373273 h 605239"/>
                <a:gd name="connsiteX76" fmla="*/ 373273 h 605239"/>
                <a:gd name="connsiteY76" fmla="*/ 373273 h 605239"/>
                <a:gd name="connsiteX77" fmla="*/ 373273 h 605239"/>
                <a:gd name="connsiteY77" fmla="*/ 373273 h 605239"/>
                <a:gd name="connsiteX78" fmla="*/ 373273 h 605239"/>
                <a:gd name="connsiteY78" fmla="*/ 373273 h 605239"/>
                <a:gd name="connsiteX79" fmla="*/ 373273 h 605239"/>
                <a:gd name="connsiteY79" fmla="*/ 373273 h 605239"/>
                <a:gd name="connsiteX80" fmla="*/ 373273 h 605239"/>
                <a:gd name="connsiteY80" fmla="*/ 373273 h 605239"/>
                <a:gd name="connsiteX81" fmla="*/ 373273 h 605239"/>
                <a:gd name="connsiteY81" fmla="*/ 373273 h 605239"/>
                <a:gd name="connsiteX82" fmla="*/ 373273 h 605239"/>
                <a:gd name="connsiteY82" fmla="*/ 373273 h 605239"/>
                <a:gd name="connsiteX83" fmla="*/ 373273 h 605239"/>
                <a:gd name="connsiteY83" fmla="*/ 373273 h 605239"/>
                <a:gd name="connsiteX84" fmla="*/ 373273 h 605239"/>
                <a:gd name="connsiteY84" fmla="*/ 373273 h 605239"/>
                <a:gd name="connsiteX85" fmla="*/ 373273 h 605239"/>
                <a:gd name="connsiteY85" fmla="*/ 373273 h 605239"/>
                <a:gd name="connsiteX86" fmla="*/ 373273 h 605239"/>
                <a:gd name="connsiteY86" fmla="*/ 373273 h 605239"/>
                <a:gd name="connsiteX87" fmla="*/ 373273 h 605239"/>
                <a:gd name="connsiteY87" fmla="*/ 373273 h 605239"/>
                <a:gd name="connsiteX88" fmla="*/ 373273 h 605239"/>
                <a:gd name="connsiteY88" fmla="*/ 373273 h 605239"/>
                <a:gd name="connsiteX89" fmla="*/ 373273 h 605239"/>
                <a:gd name="connsiteY89" fmla="*/ 373273 h 605239"/>
                <a:gd name="connsiteX90" fmla="*/ 373273 h 605239"/>
                <a:gd name="connsiteY90" fmla="*/ 373273 h 605239"/>
                <a:gd name="connsiteX91" fmla="*/ 373273 h 605239"/>
                <a:gd name="connsiteY91" fmla="*/ 373273 h 605239"/>
                <a:gd name="connsiteX92" fmla="*/ 373273 h 605239"/>
                <a:gd name="connsiteY92" fmla="*/ 373273 h 605239"/>
                <a:gd name="connsiteX93" fmla="*/ 373273 h 605239"/>
                <a:gd name="connsiteY93" fmla="*/ 373273 h 605239"/>
                <a:gd name="connsiteX94" fmla="*/ 373273 h 605239"/>
                <a:gd name="connsiteY94" fmla="*/ 373273 h 605239"/>
                <a:gd name="connsiteX95" fmla="*/ 373273 h 605239"/>
                <a:gd name="connsiteY95" fmla="*/ 373273 h 605239"/>
                <a:gd name="connsiteX96" fmla="*/ 373273 h 605239"/>
                <a:gd name="connsiteY96" fmla="*/ 373273 h 605239"/>
                <a:gd name="connsiteX97" fmla="*/ 373273 h 605239"/>
                <a:gd name="connsiteY97" fmla="*/ 373273 h 605239"/>
                <a:gd name="connsiteX98" fmla="*/ 373273 h 605239"/>
                <a:gd name="connsiteY98" fmla="*/ 373273 h 605239"/>
                <a:gd name="connsiteX99" fmla="*/ 373273 h 605239"/>
                <a:gd name="connsiteY99" fmla="*/ 373273 h 605239"/>
                <a:gd name="connsiteX100" fmla="*/ 373273 h 605239"/>
                <a:gd name="connsiteY100" fmla="*/ 373273 h 605239"/>
                <a:gd name="connsiteX101" fmla="*/ 373273 h 605239"/>
                <a:gd name="connsiteY101" fmla="*/ 373273 h 605239"/>
                <a:gd name="connsiteX102" fmla="*/ 373273 h 605239"/>
                <a:gd name="connsiteY102" fmla="*/ 373273 h 605239"/>
                <a:gd name="connsiteX103" fmla="*/ 373273 h 605239"/>
                <a:gd name="connsiteY103" fmla="*/ 373273 h 605239"/>
                <a:gd name="connsiteX104" fmla="*/ 373273 h 605239"/>
                <a:gd name="connsiteY104" fmla="*/ 373273 h 605239"/>
                <a:gd name="connsiteX105" fmla="*/ 373273 h 605239"/>
                <a:gd name="connsiteY105" fmla="*/ 373273 h 605239"/>
                <a:gd name="connsiteX106" fmla="*/ 373273 h 605239"/>
                <a:gd name="connsiteY106" fmla="*/ 373273 h 6052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Lst>
              <a:rect l="l" t="t" r="r" b="b"/>
              <a:pathLst>
                <a:path w="608909" h="559493">
                  <a:moveTo>
                    <a:pt x="470180" y="272856"/>
                  </a:moveTo>
                  <a:lnTo>
                    <a:pt x="476019" y="272856"/>
                  </a:lnTo>
                  <a:lnTo>
                    <a:pt x="481953" y="272856"/>
                  </a:lnTo>
                  <a:cubicBezTo>
                    <a:pt x="509171" y="272856"/>
                    <a:pt x="531210" y="294963"/>
                    <a:pt x="531210" y="322056"/>
                  </a:cubicBezTo>
                  <a:lnTo>
                    <a:pt x="531210" y="376617"/>
                  </a:lnTo>
                  <a:cubicBezTo>
                    <a:pt x="531210" y="385084"/>
                    <a:pt x="526783" y="392609"/>
                    <a:pt x="520096" y="397031"/>
                  </a:cubicBezTo>
                  <a:lnTo>
                    <a:pt x="520096" y="449711"/>
                  </a:lnTo>
                  <a:cubicBezTo>
                    <a:pt x="520096" y="450558"/>
                    <a:pt x="520661" y="451498"/>
                    <a:pt x="521509" y="451875"/>
                  </a:cubicBezTo>
                  <a:cubicBezTo>
                    <a:pt x="528949" y="455450"/>
                    <a:pt x="565492" y="473888"/>
                    <a:pt x="599209" y="501639"/>
                  </a:cubicBezTo>
                  <a:cubicBezTo>
                    <a:pt x="605425" y="506625"/>
                    <a:pt x="608909" y="514150"/>
                    <a:pt x="608909" y="522052"/>
                  </a:cubicBezTo>
                  <a:lnTo>
                    <a:pt x="608909" y="559493"/>
                  </a:lnTo>
                  <a:lnTo>
                    <a:pt x="483083" y="559493"/>
                  </a:lnTo>
                  <a:lnTo>
                    <a:pt x="483083" y="515561"/>
                  </a:lnTo>
                  <a:cubicBezTo>
                    <a:pt x="483083" y="499475"/>
                    <a:pt x="476019" y="484424"/>
                    <a:pt x="463587" y="474264"/>
                  </a:cubicBezTo>
                  <a:cubicBezTo>
                    <a:pt x="453039" y="465609"/>
                    <a:pt x="442302" y="457707"/>
                    <a:pt x="431848" y="450558"/>
                  </a:cubicBezTo>
                  <a:cubicBezTo>
                    <a:pt x="431848" y="450370"/>
                    <a:pt x="431942" y="450087"/>
                    <a:pt x="431942" y="449711"/>
                  </a:cubicBezTo>
                  <a:lnTo>
                    <a:pt x="431942" y="397031"/>
                  </a:lnTo>
                  <a:cubicBezTo>
                    <a:pt x="425350" y="392609"/>
                    <a:pt x="420923" y="385084"/>
                    <a:pt x="420923" y="376617"/>
                  </a:cubicBezTo>
                  <a:lnTo>
                    <a:pt x="420923" y="322056"/>
                  </a:lnTo>
                  <a:cubicBezTo>
                    <a:pt x="420923" y="294775"/>
                    <a:pt x="443056" y="272856"/>
                    <a:pt x="470180" y="272856"/>
                  </a:cubicBezTo>
                  <a:close/>
                  <a:moveTo>
                    <a:pt x="127004" y="272856"/>
                  </a:moveTo>
                  <a:lnTo>
                    <a:pt x="132940" y="272856"/>
                  </a:lnTo>
                  <a:lnTo>
                    <a:pt x="138781" y="272856"/>
                  </a:lnTo>
                  <a:cubicBezTo>
                    <a:pt x="166104" y="272856"/>
                    <a:pt x="188057" y="294963"/>
                    <a:pt x="188057" y="322056"/>
                  </a:cubicBezTo>
                  <a:lnTo>
                    <a:pt x="188057" y="376617"/>
                  </a:lnTo>
                  <a:cubicBezTo>
                    <a:pt x="188057" y="385084"/>
                    <a:pt x="183629" y="392609"/>
                    <a:pt x="177033" y="397031"/>
                  </a:cubicBezTo>
                  <a:lnTo>
                    <a:pt x="177033" y="449711"/>
                  </a:lnTo>
                  <a:cubicBezTo>
                    <a:pt x="177033" y="449993"/>
                    <a:pt x="177128" y="450370"/>
                    <a:pt x="177128" y="450558"/>
                  </a:cubicBezTo>
                  <a:cubicBezTo>
                    <a:pt x="166670" y="457613"/>
                    <a:pt x="155929" y="465609"/>
                    <a:pt x="145376" y="474264"/>
                  </a:cubicBezTo>
                  <a:cubicBezTo>
                    <a:pt x="133034" y="484424"/>
                    <a:pt x="125874" y="499475"/>
                    <a:pt x="125874" y="515561"/>
                  </a:cubicBezTo>
                  <a:lnTo>
                    <a:pt x="125874" y="559493"/>
                  </a:lnTo>
                  <a:lnTo>
                    <a:pt x="0" y="559493"/>
                  </a:lnTo>
                  <a:lnTo>
                    <a:pt x="0" y="522052"/>
                  </a:lnTo>
                  <a:cubicBezTo>
                    <a:pt x="0" y="514150"/>
                    <a:pt x="3486" y="506625"/>
                    <a:pt x="9704" y="501639"/>
                  </a:cubicBezTo>
                  <a:cubicBezTo>
                    <a:pt x="43434" y="473888"/>
                    <a:pt x="79990" y="455450"/>
                    <a:pt x="87433" y="451875"/>
                  </a:cubicBezTo>
                  <a:cubicBezTo>
                    <a:pt x="88281" y="451498"/>
                    <a:pt x="88846" y="450558"/>
                    <a:pt x="88846" y="449711"/>
                  </a:cubicBezTo>
                  <a:lnTo>
                    <a:pt x="88846" y="397031"/>
                  </a:lnTo>
                  <a:cubicBezTo>
                    <a:pt x="82157" y="392609"/>
                    <a:pt x="77729" y="385084"/>
                    <a:pt x="77729" y="376617"/>
                  </a:cubicBezTo>
                  <a:lnTo>
                    <a:pt x="77729" y="322056"/>
                  </a:lnTo>
                  <a:cubicBezTo>
                    <a:pt x="77729" y="294775"/>
                    <a:pt x="99870" y="272856"/>
                    <a:pt x="127004" y="272856"/>
                  </a:cubicBezTo>
                  <a:close/>
                  <a:moveTo>
                    <a:pt x="297600" y="222543"/>
                  </a:moveTo>
                  <a:lnTo>
                    <a:pt x="304477" y="222543"/>
                  </a:lnTo>
                  <a:lnTo>
                    <a:pt x="311260" y="222543"/>
                  </a:lnTo>
                  <a:cubicBezTo>
                    <a:pt x="343291" y="222543"/>
                    <a:pt x="369198" y="248506"/>
                    <a:pt x="369198" y="280395"/>
                  </a:cubicBezTo>
                  <a:lnTo>
                    <a:pt x="369198" y="344455"/>
                  </a:lnTo>
                  <a:cubicBezTo>
                    <a:pt x="369198" y="354520"/>
                    <a:pt x="364017" y="363456"/>
                    <a:pt x="356198" y="368536"/>
                  </a:cubicBezTo>
                  <a:lnTo>
                    <a:pt x="356198" y="430432"/>
                  </a:lnTo>
                  <a:cubicBezTo>
                    <a:pt x="356198" y="431561"/>
                    <a:pt x="356857" y="432502"/>
                    <a:pt x="357893" y="433066"/>
                  </a:cubicBezTo>
                  <a:cubicBezTo>
                    <a:pt x="366655" y="437299"/>
                    <a:pt x="409520" y="459029"/>
                    <a:pt x="449275" y="491576"/>
                  </a:cubicBezTo>
                  <a:cubicBezTo>
                    <a:pt x="456435" y="497502"/>
                    <a:pt x="460580" y="506251"/>
                    <a:pt x="460580" y="515563"/>
                  </a:cubicBezTo>
                  <a:lnTo>
                    <a:pt x="460580" y="559493"/>
                  </a:lnTo>
                  <a:lnTo>
                    <a:pt x="304477" y="559493"/>
                  </a:lnTo>
                  <a:lnTo>
                    <a:pt x="148187" y="559493"/>
                  </a:lnTo>
                  <a:lnTo>
                    <a:pt x="148187" y="515563"/>
                  </a:lnTo>
                  <a:cubicBezTo>
                    <a:pt x="148187" y="506251"/>
                    <a:pt x="152332" y="497502"/>
                    <a:pt x="159492" y="491576"/>
                  </a:cubicBezTo>
                  <a:cubicBezTo>
                    <a:pt x="199342" y="459029"/>
                    <a:pt x="242206" y="437299"/>
                    <a:pt x="250967" y="433066"/>
                  </a:cubicBezTo>
                  <a:cubicBezTo>
                    <a:pt x="252004" y="432502"/>
                    <a:pt x="252569" y="431561"/>
                    <a:pt x="252569" y="430432"/>
                  </a:cubicBezTo>
                  <a:lnTo>
                    <a:pt x="252569" y="368536"/>
                  </a:lnTo>
                  <a:cubicBezTo>
                    <a:pt x="244844" y="363456"/>
                    <a:pt x="239663" y="354520"/>
                    <a:pt x="239663" y="344455"/>
                  </a:cubicBezTo>
                  <a:lnTo>
                    <a:pt x="239663" y="280395"/>
                  </a:lnTo>
                  <a:cubicBezTo>
                    <a:pt x="239663" y="248412"/>
                    <a:pt x="265664" y="222543"/>
                    <a:pt x="297600" y="222543"/>
                  </a:cubicBezTo>
                  <a:close/>
                  <a:moveTo>
                    <a:pt x="492495" y="40775"/>
                  </a:moveTo>
                  <a:cubicBezTo>
                    <a:pt x="488350" y="40775"/>
                    <a:pt x="487596" y="41528"/>
                    <a:pt x="487502" y="45854"/>
                  </a:cubicBezTo>
                  <a:lnTo>
                    <a:pt x="487502" y="51498"/>
                  </a:lnTo>
                  <a:cubicBezTo>
                    <a:pt x="487502" y="57142"/>
                    <a:pt x="487502" y="56953"/>
                    <a:pt x="482038" y="59023"/>
                  </a:cubicBezTo>
                  <a:cubicBezTo>
                    <a:pt x="469036" y="63726"/>
                    <a:pt x="460934" y="72661"/>
                    <a:pt x="460086" y="86864"/>
                  </a:cubicBezTo>
                  <a:cubicBezTo>
                    <a:pt x="459332" y="99374"/>
                    <a:pt x="465833" y="107934"/>
                    <a:pt x="476196" y="114048"/>
                  </a:cubicBezTo>
                  <a:cubicBezTo>
                    <a:pt x="482414" y="117810"/>
                    <a:pt x="489480" y="120068"/>
                    <a:pt x="496264" y="123078"/>
                  </a:cubicBezTo>
                  <a:cubicBezTo>
                    <a:pt x="498902" y="124206"/>
                    <a:pt x="501445" y="125617"/>
                    <a:pt x="503706" y="127310"/>
                  </a:cubicBezTo>
                  <a:cubicBezTo>
                    <a:pt x="510207" y="132578"/>
                    <a:pt x="508982" y="141513"/>
                    <a:pt x="501257" y="144900"/>
                  </a:cubicBezTo>
                  <a:cubicBezTo>
                    <a:pt x="497112" y="146781"/>
                    <a:pt x="492778" y="147157"/>
                    <a:pt x="488350" y="146687"/>
                  </a:cubicBezTo>
                  <a:cubicBezTo>
                    <a:pt x="481472" y="145746"/>
                    <a:pt x="474783" y="144053"/>
                    <a:pt x="468659" y="140761"/>
                  </a:cubicBezTo>
                  <a:cubicBezTo>
                    <a:pt x="464985" y="138880"/>
                    <a:pt x="463949" y="139350"/>
                    <a:pt x="462724" y="143301"/>
                  </a:cubicBezTo>
                  <a:cubicBezTo>
                    <a:pt x="461593" y="146687"/>
                    <a:pt x="460557" y="150167"/>
                    <a:pt x="459709" y="153553"/>
                  </a:cubicBezTo>
                  <a:cubicBezTo>
                    <a:pt x="458484" y="158162"/>
                    <a:pt x="458861" y="159291"/>
                    <a:pt x="463572" y="161548"/>
                  </a:cubicBezTo>
                  <a:cubicBezTo>
                    <a:pt x="469130" y="164370"/>
                    <a:pt x="475160" y="165687"/>
                    <a:pt x="481284" y="166722"/>
                  </a:cubicBezTo>
                  <a:cubicBezTo>
                    <a:pt x="486089" y="167474"/>
                    <a:pt x="486371" y="167568"/>
                    <a:pt x="486371" y="172647"/>
                  </a:cubicBezTo>
                  <a:lnTo>
                    <a:pt x="486371" y="179420"/>
                  </a:lnTo>
                  <a:cubicBezTo>
                    <a:pt x="486371" y="182147"/>
                    <a:pt x="487690" y="183934"/>
                    <a:pt x="490611" y="183934"/>
                  </a:cubicBezTo>
                  <a:cubicBezTo>
                    <a:pt x="493908" y="184029"/>
                    <a:pt x="497300" y="184029"/>
                    <a:pt x="500503" y="183934"/>
                  </a:cubicBezTo>
                  <a:cubicBezTo>
                    <a:pt x="503330" y="183934"/>
                    <a:pt x="504649" y="182430"/>
                    <a:pt x="504649" y="179608"/>
                  </a:cubicBezTo>
                  <a:cubicBezTo>
                    <a:pt x="504649" y="176504"/>
                    <a:pt x="504837" y="173494"/>
                    <a:pt x="504649" y="170390"/>
                  </a:cubicBezTo>
                  <a:cubicBezTo>
                    <a:pt x="504554" y="167192"/>
                    <a:pt x="505968" y="165687"/>
                    <a:pt x="508982" y="164840"/>
                  </a:cubicBezTo>
                  <a:cubicBezTo>
                    <a:pt x="515860" y="162959"/>
                    <a:pt x="521889" y="159197"/>
                    <a:pt x="526412" y="153647"/>
                  </a:cubicBezTo>
                  <a:cubicBezTo>
                    <a:pt x="538942" y="138221"/>
                    <a:pt x="534231" y="115835"/>
                    <a:pt x="516237" y="105865"/>
                  </a:cubicBezTo>
                  <a:cubicBezTo>
                    <a:pt x="510584" y="102761"/>
                    <a:pt x="504554" y="100503"/>
                    <a:pt x="498619" y="97964"/>
                  </a:cubicBezTo>
                  <a:cubicBezTo>
                    <a:pt x="495227" y="96647"/>
                    <a:pt x="492024" y="94860"/>
                    <a:pt x="489104" y="92602"/>
                  </a:cubicBezTo>
                  <a:cubicBezTo>
                    <a:pt x="483451" y="88087"/>
                    <a:pt x="484581" y="80657"/>
                    <a:pt x="491270" y="77835"/>
                  </a:cubicBezTo>
                  <a:cubicBezTo>
                    <a:pt x="493155" y="76894"/>
                    <a:pt x="495133" y="76706"/>
                    <a:pt x="497112" y="76518"/>
                  </a:cubicBezTo>
                  <a:cubicBezTo>
                    <a:pt x="504931" y="76142"/>
                    <a:pt x="512186" y="77553"/>
                    <a:pt x="519252" y="80939"/>
                  </a:cubicBezTo>
                  <a:cubicBezTo>
                    <a:pt x="522643" y="82538"/>
                    <a:pt x="523868" y="82067"/>
                    <a:pt x="524998" y="78399"/>
                  </a:cubicBezTo>
                  <a:cubicBezTo>
                    <a:pt x="526317" y="74543"/>
                    <a:pt x="527260" y="70686"/>
                    <a:pt x="528390" y="66736"/>
                  </a:cubicBezTo>
                  <a:cubicBezTo>
                    <a:pt x="529144" y="64102"/>
                    <a:pt x="528296" y="62503"/>
                    <a:pt x="525752" y="61374"/>
                  </a:cubicBezTo>
                  <a:cubicBezTo>
                    <a:pt x="521230" y="59399"/>
                    <a:pt x="516708" y="57988"/>
                    <a:pt x="511809" y="57236"/>
                  </a:cubicBezTo>
                  <a:cubicBezTo>
                    <a:pt x="505402" y="56201"/>
                    <a:pt x="505402" y="56201"/>
                    <a:pt x="505402" y="49805"/>
                  </a:cubicBezTo>
                  <a:cubicBezTo>
                    <a:pt x="505402" y="40775"/>
                    <a:pt x="505402" y="40775"/>
                    <a:pt x="496358" y="40775"/>
                  </a:cubicBezTo>
                  <a:close/>
                  <a:moveTo>
                    <a:pt x="496111" y="0"/>
                  </a:moveTo>
                  <a:cubicBezTo>
                    <a:pt x="524951" y="0"/>
                    <a:pt x="553781" y="10958"/>
                    <a:pt x="575779" y="32874"/>
                  </a:cubicBezTo>
                  <a:cubicBezTo>
                    <a:pt x="619776" y="76894"/>
                    <a:pt x="619776" y="148192"/>
                    <a:pt x="575779" y="192024"/>
                  </a:cubicBezTo>
                  <a:cubicBezTo>
                    <a:pt x="538754" y="229083"/>
                    <a:pt x="482226" y="234821"/>
                    <a:pt x="438982" y="209519"/>
                  </a:cubicBezTo>
                  <a:lnTo>
                    <a:pt x="438700" y="209237"/>
                  </a:lnTo>
                  <a:cubicBezTo>
                    <a:pt x="421742" y="222029"/>
                    <a:pt x="403559" y="224286"/>
                    <a:pt x="390840" y="222311"/>
                  </a:cubicBezTo>
                  <a:cubicBezTo>
                    <a:pt x="386600" y="221653"/>
                    <a:pt x="385752" y="215915"/>
                    <a:pt x="389615" y="214034"/>
                  </a:cubicBezTo>
                  <a:cubicBezTo>
                    <a:pt x="401297" y="208202"/>
                    <a:pt x="408552" y="196915"/>
                    <a:pt x="412886" y="187791"/>
                  </a:cubicBezTo>
                  <a:lnTo>
                    <a:pt x="411567" y="187038"/>
                  </a:lnTo>
                  <a:cubicBezTo>
                    <a:pt x="372374" y="142736"/>
                    <a:pt x="374070" y="75201"/>
                    <a:pt x="416371" y="32874"/>
                  </a:cubicBezTo>
                  <a:cubicBezTo>
                    <a:pt x="438417" y="10958"/>
                    <a:pt x="467270" y="0"/>
                    <a:pt x="496111" y="0"/>
                  </a:cubicBezTo>
                  <a:close/>
                </a:path>
              </a:pathLst>
            </a:custGeom>
            <a:solidFill>
              <a:schemeClr val="bg1">
                <a:lumMod val="65000"/>
              </a:schemeClr>
            </a:solidFill>
            <a:ln>
              <a:noFill/>
            </a:ln>
          </p:spPr>
          <p:txBody>
            <a:bodyPr wrap="square" lIns="91440" tIns="45720" rIns="91440" bIns="45720" anchor="ctr">
              <a:normAutofit fontScale="92500" lnSpcReduction="20000"/>
            </a:bodyPr>
            <a:lstStyle>
              <a:defPPr>
                <a:defRPr lang="zh-CN"/>
              </a:defPPr>
              <a:lvl1pPr marL="0" algn="l" defTabSz="913765" rtl="0" eaLnBrk="1" latinLnBrk="0" hangingPunct="1">
                <a:defRPr sz="1800" kern="1200">
                  <a:solidFill>
                    <a:schemeClr val="tx1"/>
                  </a:solidFill>
                </a:defRPr>
              </a:lvl1pPr>
              <a:lvl2pPr marL="457200" algn="l" defTabSz="913765" rtl="0" eaLnBrk="1" latinLnBrk="0" hangingPunct="1">
                <a:defRPr sz="1800" kern="1200">
                  <a:solidFill>
                    <a:schemeClr val="tx1"/>
                  </a:solidFill>
                </a:defRPr>
              </a:lvl2pPr>
              <a:lvl3pPr marL="914400" algn="l" defTabSz="913765" rtl="0" eaLnBrk="1" latinLnBrk="0" hangingPunct="1">
                <a:defRPr sz="1800" kern="1200">
                  <a:solidFill>
                    <a:schemeClr val="tx1"/>
                  </a:solidFill>
                </a:defRPr>
              </a:lvl3pPr>
              <a:lvl4pPr marL="1371600" algn="l" defTabSz="913765" rtl="0" eaLnBrk="1" latinLnBrk="0" hangingPunct="1">
                <a:defRPr sz="1800" kern="1200">
                  <a:solidFill>
                    <a:schemeClr val="tx1"/>
                  </a:solidFill>
                </a:defRPr>
              </a:lvl4pPr>
              <a:lvl5pPr marL="1828800" algn="l" defTabSz="913765" rtl="0" eaLnBrk="1" latinLnBrk="0" hangingPunct="1">
                <a:defRPr sz="1800" kern="1200">
                  <a:solidFill>
                    <a:schemeClr val="tx1"/>
                  </a:solidFill>
                </a:defRPr>
              </a:lvl5pPr>
              <a:lvl6pPr marL="2286000" algn="l" defTabSz="913765" rtl="0" eaLnBrk="1" latinLnBrk="0" hangingPunct="1">
                <a:defRPr sz="1800" kern="1200">
                  <a:solidFill>
                    <a:schemeClr val="tx1"/>
                  </a:solidFill>
                </a:defRPr>
              </a:lvl6pPr>
              <a:lvl7pPr marL="2743200" algn="l" defTabSz="913765" rtl="0" eaLnBrk="1" latinLnBrk="0" hangingPunct="1">
                <a:defRPr sz="1800" kern="1200">
                  <a:solidFill>
                    <a:schemeClr val="tx1"/>
                  </a:solidFill>
                </a:defRPr>
              </a:lvl7pPr>
              <a:lvl8pPr marL="3200400" algn="l" defTabSz="913765" rtl="0" eaLnBrk="1" latinLnBrk="0" hangingPunct="1">
                <a:defRPr sz="1800" kern="1200">
                  <a:solidFill>
                    <a:schemeClr val="tx1"/>
                  </a:solidFill>
                </a:defRPr>
              </a:lvl8pPr>
              <a:lvl9pPr marL="3657600" algn="l" defTabSz="913765" rtl="0" eaLnBrk="1" latinLnBrk="0" hangingPunct="1">
                <a:defRPr sz="1800" kern="1200">
                  <a:solidFill>
                    <a:schemeClr val="tx1"/>
                  </a:solidFill>
                </a:defRPr>
              </a:lvl9pPr>
            </a:lstStyle>
            <a:p>
              <a:pPr algn="ctr"/>
            </a:p>
          </p:txBody>
        </p:sp>
      </p:grpSp>
    </p:spTree>
  </p:cSld>
  <p:clrMapOvr>
    <a:masterClrMapping/>
  </p:clrMapOvr>
  <p:transition/>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78668"/>
            <a:ext cx="7026275" cy="523220"/>
          </a:xfrm>
          <a:prstGeom prst="rect">
            <a:avLst/>
          </a:prstGeom>
        </p:spPr>
        <p:txBody>
          <a:bodyPr wrap="square">
            <a:spAutoFit/>
          </a:bodyPr>
          <a:lstStyle/>
          <a:p>
            <a:r>
              <a:rPr lang="zh-CN" altLang="en-US" sz="2800" b="1" dirty="0">
                <a:solidFill>
                  <a:srgbClr val="FF0000"/>
                </a:solidFill>
              </a:rPr>
              <a:t>操作系统与用户之间的接口</a:t>
            </a:r>
            <a:endParaRPr lang="zh-CN" altLang="en-US" sz="2800" b="1" dirty="0">
              <a:solidFill>
                <a:srgbClr val="FF0000"/>
              </a:solidFill>
            </a:endParaRPr>
          </a:p>
        </p:txBody>
      </p:sp>
      <p:sp>
        <p:nvSpPr>
          <p:cNvPr id="13" name="íSľïdé"/>
          <p:cNvSpPr/>
          <p:nvPr/>
        </p:nvSpPr>
        <p:spPr>
          <a:xfrm>
            <a:off x="1906927" y="1924829"/>
            <a:ext cx="567702" cy="511936"/>
          </a:xfrm>
          <a:custGeom>
            <a:avLst/>
            <a:gdLst>
              <a:gd name="connsiteX0" fmla="*/ 521432 w 608344"/>
              <a:gd name="connsiteY0" fmla="*/ 370453 h 548582"/>
              <a:gd name="connsiteX1" fmla="*/ 465737 w 608344"/>
              <a:gd name="connsiteY1" fmla="*/ 425787 h 548582"/>
              <a:gd name="connsiteX2" fmla="*/ 442491 w 608344"/>
              <a:gd name="connsiteY2" fmla="*/ 402479 h 548582"/>
              <a:gd name="connsiteX3" fmla="*/ 418201 w 608344"/>
              <a:gd name="connsiteY3" fmla="*/ 426545 h 548582"/>
              <a:gd name="connsiteX4" fmla="*/ 441447 w 608344"/>
              <a:gd name="connsiteY4" fmla="*/ 449948 h 548582"/>
              <a:gd name="connsiteX5" fmla="*/ 465642 w 608344"/>
              <a:gd name="connsiteY5" fmla="*/ 474204 h 548582"/>
              <a:gd name="connsiteX6" fmla="*/ 489932 w 608344"/>
              <a:gd name="connsiteY6" fmla="*/ 450043 h 548582"/>
              <a:gd name="connsiteX7" fmla="*/ 545532 w 608344"/>
              <a:gd name="connsiteY7" fmla="*/ 394709 h 548582"/>
              <a:gd name="connsiteX8" fmla="*/ 481962 w 608344"/>
              <a:gd name="connsiteY8" fmla="*/ 296170 h 548582"/>
              <a:gd name="connsiteX9" fmla="*/ 608344 w 608344"/>
              <a:gd name="connsiteY9" fmla="*/ 422376 h 548582"/>
              <a:gd name="connsiteX10" fmla="*/ 481962 w 608344"/>
              <a:gd name="connsiteY10" fmla="*/ 548582 h 548582"/>
              <a:gd name="connsiteX11" fmla="*/ 355579 w 608344"/>
              <a:gd name="connsiteY11" fmla="*/ 422376 h 548582"/>
              <a:gd name="connsiteX12" fmla="*/ 481962 w 608344"/>
              <a:gd name="connsiteY12" fmla="*/ 296170 h 548582"/>
              <a:gd name="connsiteX13" fmla="*/ 255835 w 608344"/>
              <a:gd name="connsiteY13" fmla="*/ 446 h 548582"/>
              <a:gd name="connsiteX14" fmla="*/ 317801 w 608344"/>
              <a:gd name="connsiteY14" fmla="*/ 13616 h 548582"/>
              <a:gd name="connsiteX15" fmla="*/ 348072 w 608344"/>
              <a:gd name="connsiteY15" fmla="*/ 41661 h 548582"/>
              <a:gd name="connsiteX16" fmla="*/ 381190 w 608344"/>
              <a:gd name="connsiteY16" fmla="*/ 146831 h 548582"/>
              <a:gd name="connsiteX17" fmla="*/ 378913 w 608344"/>
              <a:gd name="connsiteY17" fmla="*/ 156211 h 548582"/>
              <a:gd name="connsiteX18" fmla="*/ 387833 w 608344"/>
              <a:gd name="connsiteY18" fmla="*/ 200458 h 548582"/>
              <a:gd name="connsiteX19" fmla="*/ 366387 w 608344"/>
              <a:gd name="connsiteY19" fmla="*/ 237694 h 548582"/>
              <a:gd name="connsiteX20" fmla="*/ 351393 w 608344"/>
              <a:gd name="connsiteY20" fmla="*/ 278720 h 548582"/>
              <a:gd name="connsiteX21" fmla="*/ 351393 w 608344"/>
              <a:gd name="connsiteY21" fmla="*/ 322873 h 548582"/>
              <a:gd name="connsiteX22" fmla="*/ 317611 w 608344"/>
              <a:gd name="connsiteY22" fmla="*/ 422358 h 548582"/>
              <a:gd name="connsiteX23" fmla="*/ 376635 w 608344"/>
              <a:gd name="connsiteY23" fmla="*/ 548088 h 548582"/>
              <a:gd name="connsiteX24" fmla="*/ 26855 w 608344"/>
              <a:gd name="connsiteY24" fmla="*/ 548088 h 548582"/>
              <a:gd name="connsiteX25" fmla="*/ 0 w 608344"/>
              <a:gd name="connsiteY25" fmla="*/ 521274 h 548582"/>
              <a:gd name="connsiteX26" fmla="*/ 0 w 608344"/>
              <a:gd name="connsiteY26" fmla="*/ 473806 h 548582"/>
              <a:gd name="connsiteX27" fmla="*/ 19453 w 608344"/>
              <a:gd name="connsiteY27" fmla="*/ 432969 h 548582"/>
              <a:gd name="connsiteX28" fmla="*/ 173751 w 608344"/>
              <a:gd name="connsiteY28" fmla="*/ 334242 h 548582"/>
              <a:gd name="connsiteX29" fmla="*/ 176408 w 608344"/>
              <a:gd name="connsiteY29" fmla="*/ 329884 h 548582"/>
              <a:gd name="connsiteX30" fmla="*/ 176408 w 608344"/>
              <a:gd name="connsiteY30" fmla="*/ 278720 h 548582"/>
              <a:gd name="connsiteX31" fmla="*/ 161320 w 608344"/>
              <a:gd name="connsiteY31" fmla="*/ 237694 h 548582"/>
              <a:gd name="connsiteX32" fmla="*/ 139969 w 608344"/>
              <a:gd name="connsiteY32" fmla="*/ 200458 h 548582"/>
              <a:gd name="connsiteX33" fmla="*/ 148320 w 608344"/>
              <a:gd name="connsiteY33" fmla="*/ 156211 h 548582"/>
              <a:gd name="connsiteX34" fmla="*/ 146042 w 608344"/>
              <a:gd name="connsiteY34" fmla="*/ 146736 h 548582"/>
              <a:gd name="connsiteX35" fmla="*/ 145758 w 608344"/>
              <a:gd name="connsiteY35" fmla="*/ 95099 h 548582"/>
              <a:gd name="connsiteX36" fmla="*/ 176029 w 608344"/>
              <a:gd name="connsiteY36" fmla="*/ 42135 h 548582"/>
              <a:gd name="connsiteX37" fmla="*/ 203928 w 608344"/>
              <a:gd name="connsiteY37" fmla="*/ 19017 h 548582"/>
              <a:gd name="connsiteX38" fmla="*/ 231162 w 608344"/>
              <a:gd name="connsiteY38" fmla="*/ 5089 h 548582"/>
              <a:gd name="connsiteX39" fmla="*/ 255835 w 608344"/>
              <a:gd name="connsiteY39" fmla="*/ 446 h 5485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608344" h="548582">
                <a:moveTo>
                  <a:pt x="521432" y="370453"/>
                </a:moveTo>
                <a:lnTo>
                  <a:pt x="465737" y="425787"/>
                </a:lnTo>
                <a:lnTo>
                  <a:pt x="442491" y="402479"/>
                </a:lnTo>
                <a:lnTo>
                  <a:pt x="418201" y="426545"/>
                </a:lnTo>
                <a:lnTo>
                  <a:pt x="441447" y="449948"/>
                </a:lnTo>
                <a:lnTo>
                  <a:pt x="465642" y="474204"/>
                </a:lnTo>
                <a:lnTo>
                  <a:pt x="489932" y="450043"/>
                </a:lnTo>
                <a:lnTo>
                  <a:pt x="545532" y="394709"/>
                </a:lnTo>
                <a:close/>
                <a:moveTo>
                  <a:pt x="481962" y="296170"/>
                </a:moveTo>
                <a:cubicBezTo>
                  <a:pt x="551795" y="296170"/>
                  <a:pt x="608344" y="352641"/>
                  <a:pt x="608344" y="422376"/>
                </a:cubicBezTo>
                <a:cubicBezTo>
                  <a:pt x="608344" y="492111"/>
                  <a:pt x="551795" y="548582"/>
                  <a:pt x="481962" y="548582"/>
                </a:cubicBezTo>
                <a:cubicBezTo>
                  <a:pt x="412129" y="548582"/>
                  <a:pt x="355579" y="492111"/>
                  <a:pt x="355579" y="422376"/>
                </a:cubicBezTo>
                <a:cubicBezTo>
                  <a:pt x="355579" y="352641"/>
                  <a:pt x="412129" y="296170"/>
                  <a:pt x="481962" y="296170"/>
                </a:cubicBezTo>
                <a:close/>
                <a:moveTo>
                  <a:pt x="255835" y="446"/>
                </a:moveTo>
                <a:cubicBezTo>
                  <a:pt x="282785" y="-1828"/>
                  <a:pt x="303187" y="4899"/>
                  <a:pt x="317801" y="13616"/>
                </a:cubicBezTo>
                <a:cubicBezTo>
                  <a:pt x="339721" y="25744"/>
                  <a:pt x="348072" y="41661"/>
                  <a:pt x="348072" y="41661"/>
                </a:cubicBezTo>
                <a:cubicBezTo>
                  <a:pt x="348072" y="41661"/>
                  <a:pt x="398176" y="45167"/>
                  <a:pt x="381190" y="146831"/>
                </a:cubicBezTo>
                <a:cubicBezTo>
                  <a:pt x="380621" y="149863"/>
                  <a:pt x="379862" y="153085"/>
                  <a:pt x="378913" y="156211"/>
                </a:cubicBezTo>
                <a:cubicBezTo>
                  <a:pt x="388592" y="156211"/>
                  <a:pt x="398271" y="163507"/>
                  <a:pt x="387833" y="200458"/>
                </a:cubicBezTo>
                <a:cubicBezTo>
                  <a:pt x="379672" y="229262"/>
                  <a:pt x="372080" y="237221"/>
                  <a:pt x="366387" y="237694"/>
                </a:cubicBezTo>
                <a:cubicBezTo>
                  <a:pt x="364394" y="250675"/>
                  <a:pt x="359175" y="265076"/>
                  <a:pt x="351393" y="278720"/>
                </a:cubicBezTo>
                <a:lnTo>
                  <a:pt x="351393" y="322873"/>
                </a:lnTo>
                <a:cubicBezTo>
                  <a:pt x="330232" y="350539"/>
                  <a:pt x="317611" y="385027"/>
                  <a:pt x="317611" y="422358"/>
                </a:cubicBezTo>
                <a:cubicBezTo>
                  <a:pt x="317611" y="472764"/>
                  <a:pt x="340480" y="518053"/>
                  <a:pt x="376635" y="548088"/>
                </a:cubicBezTo>
                <a:lnTo>
                  <a:pt x="26855" y="548088"/>
                </a:lnTo>
                <a:cubicBezTo>
                  <a:pt x="12052" y="548088"/>
                  <a:pt x="0" y="536055"/>
                  <a:pt x="0" y="521274"/>
                </a:cubicBezTo>
                <a:lnTo>
                  <a:pt x="0" y="473806"/>
                </a:lnTo>
                <a:cubicBezTo>
                  <a:pt x="0" y="457983"/>
                  <a:pt x="7212" y="443013"/>
                  <a:pt x="19453" y="432969"/>
                </a:cubicBezTo>
                <a:cubicBezTo>
                  <a:pt x="86638" y="377921"/>
                  <a:pt x="159043" y="341443"/>
                  <a:pt x="173751" y="334242"/>
                </a:cubicBezTo>
                <a:cubicBezTo>
                  <a:pt x="175365" y="333484"/>
                  <a:pt x="176408" y="331779"/>
                  <a:pt x="176408" y="329884"/>
                </a:cubicBezTo>
                <a:lnTo>
                  <a:pt x="176408" y="278720"/>
                </a:lnTo>
                <a:cubicBezTo>
                  <a:pt x="168437" y="265076"/>
                  <a:pt x="163313" y="250675"/>
                  <a:pt x="161320" y="237694"/>
                </a:cubicBezTo>
                <a:cubicBezTo>
                  <a:pt x="155627" y="237221"/>
                  <a:pt x="148035" y="229072"/>
                  <a:pt x="139969" y="200458"/>
                </a:cubicBezTo>
                <a:cubicBezTo>
                  <a:pt x="129531" y="164170"/>
                  <a:pt x="138925" y="156496"/>
                  <a:pt x="148320" y="156211"/>
                </a:cubicBezTo>
                <a:cubicBezTo>
                  <a:pt x="147371" y="153085"/>
                  <a:pt x="146612" y="149863"/>
                  <a:pt x="146042" y="146736"/>
                </a:cubicBezTo>
                <a:cubicBezTo>
                  <a:pt x="142436" y="128450"/>
                  <a:pt x="141487" y="111396"/>
                  <a:pt x="145758" y="95099"/>
                </a:cubicBezTo>
                <a:cubicBezTo>
                  <a:pt x="150787" y="73212"/>
                  <a:pt x="162744" y="55684"/>
                  <a:pt x="176029" y="42135"/>
                </a:cubicBezTo>
                <a:cubicBezTo>
                  <a:pt x="184379" y="33134"/>
                  <a:pt x="193869" y="25459"/>
                  <a:pt x="203928" y="19017"/>
                </a:cubicBezTo>
                <a:cubicBezTo>
                  <a:pt x="212183" y="13332"/>
                  <a:pt x="221293" y="8405"/>
                  <a:pt x="231162" y="5089"/>
                </a:cubicBezTo>
                <a:cubicBezTo>
                  <a:pt x="238849" y="2625"/>
                  <a:pt x="247105" y="825"/>
                  <a:pt x="255835" y="446"/>
                </a:cubicBezTo>
                <a:close/>
              </a:path>
            </a:pathLst>
          </a:custGeom>
          <a:solidFill>
            <a:schemeClr val="accent1"/>
          </a:solidFill>
          <a:ln>
            <a:no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91440" tIns="45720" rIns="91440" bIns="45720" numCol="1" spcCol="1270" anchor="ctr" anchorCtr="0">
            <a:norm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lvl="0" algn="ctr" defTabSz="977900">
              <a:lnSpc>
                <a:spcPct val="90000"/>
              </a:lnSpc>
              <a:spcBef>
                <a:spcPct val="0"/>
              </a:spcBef>
              <a:spcAft>
                <a:spcPct val="35000"/>
              </a:spcAft>
            </a:pPr>
            <a:endParaRPr lang="en-US" sz="2200" kern="1200"/>
          </a:p>
        </p:txBody>
      </p:sp>
      <p:sp>
        <p:nvSpPr>
          <p:cNvPr id="14" name="ïŝļíḓê"/>
          <p:cNvSpPr/>
          <p:nvPr/>
        </p:nvSpPr>
        <p:spPr bwMode="auto">
          <a:xfrm>
            <a:off x="8689292" y="2556677"/>
            <a:ext cx="556774" cy="553604"/>
          </a:xfrm>
          <a:custGeom>
            <a:avLst/>
            <a:gdLst>
              <a:gd name="T0" fmla="*/ 3682 w 4808"/>
              <a:gd name="T1" fmla="*/ 2763 h 4789"/>
              <a:gd name="T2" fmla="*/ 3420 w 4808"/>
              <a:gd name="T3" fmla="*/ 2703 h 4789"/>
              <a:gd name="T4" fmla="*/ 3026 w 4808"/>
              <a:gd name="T5" fmla="*/ 2392 h 4789"/>
              <a:gd name="T6" fmla="*/ 2818 w 4808"/>
              <a:gd name="T7" fmla="*/ 2517 h 4789"/>
              <a:gd name="T8" fmla="*/ 3219 w 4808"/>
              <a:gd name="T9" fmla="*/ 1876 h 4789"/>
              <a:gd name="T10" fmla="*/ 3609 w 4808"/>
              <a:gd name="T11" fmla="*/ 1953 h 4789"/>
              <a:gd name="T12" fmla="*/ 4553 w 4808"/>
              <a:gd name="T13" fmla="*/ 720 h 4789"/>
              <a:gd name="T14" fmla="*/ 4388 w 4808"/>
              <a:gd name="T15" fmla="*/ 680 h 4789"/>
              <a:gd name="T16" fmla="*/ 3872 w 4808"/>
              <a:gd name="T17" fmla="*/ 1161 h 4789"/>
              <a:gd name="T18" fmla="*/ 3859 w 4808"/>
              <a:gd name="T19" fmla="*/ 1160 h 4789"/>
              <a:gd name="T20" fmla="*/ 3491 w 4808"/>
              <a:gd name="T21" fmla="*/ 1099 h 4789"/>
              <a:gd name="T22" fmla="*/ 3432 w 4808"/>
              <a:gd name="T23" fmla="*/ 731 h 4789"/>
              <a:gd name="T24" fmla="*/ 3454 w 4808"/>
              <a:gd name="T25" fmla="*/ 658 h 4789"/>
              <a:gd name="T26" fmla="*/ 3938 w 4808"/>
              <a:gd name="T27" fmla="*/ 104 h 4789"/>
              <a:gd name="T28" fmla="*/ 3609 w 4808"/>
              <a:gd name="T29" fmla="*/ 0 h 4789"/>
              <a:gd name="T30" fmla="*/ 2710 w 4808"/>
              <a:gd name="T31" fmla="*/ 1369 h 4789"/>
              <a:gd name="T32" fmla="*/ 1300 w 4808"/>
              <a:gd name="T33" fmla="*/ 999 h 4789"/>
              <a:gd name="T34" fmla="*/ 1309 w 4808"/>
              <a:gd name="T35" fmla="*/ 892 h 4789"/>
              <a:gd name="T36" fmla="*/ 865 w 4808"/>
              <a:gd name="T37" fmla="*/ 294 h 4789"/>
              <a:gd name="T38" fmla="*/ 665 w 4808"/>
              <a:gd name="T39" fmla="*/ 298 h 4789"/>
              <a:gd name="T40" fmla="*/ 278 w 4808"/>
              <a:gd name="T41" fmla="*/ 787 h 4789"/>
              <a:gd name="T42" fmla="*/ 630 w 4808"/>
              <a:gd name="T43" fmla="*/ 1163 h 4789"/>
              <a:gd name="T44" fmla="*/ 926 w 4808"/>
              <a:gd name="T45" fmla="*/ 1291 h 4789"/>
              <a:gd name="T46" fmla="*/ 1018 w 4808"/>
              <a:gd name="T47" fmla="*/ 1282 h 4789"/>
              <a:gd name="T48" fmla="*/ 1485 w 4808"/>
              <a:gd name="T49" fmla="*/ 2594 h 4789"/>
              <a:gd name="T50" fmla="*/ 1037 w 4808"/>
              <a:gd name="T51" fmla="*/ 2572 h 4789"/>
              <a:gd name="T52" fmla="*/ 92 w 4808"/>
              <a:gd name="T53" fmla="*/ 3809 h 4789"/>
              <a:gd name="T54" fmla="*/ 186 w 4808"/>
              <a:gd name="T55" fmla="*/ 3882 h 4789"/>
              <a:gd name="T56" fmla="*/ 727 w 4808"/>
              <a:gd name="T57" fmla="*/ 3384 h 4789"/>
              <a:gd name="T58" fmla="*/ 789 w 4808"/>
              <a:gd name="T59" fmla="*/ 3371 h 4789"/>
              <a:gd name="T60" fmla="*/ 796 w 4808"/>
              <a:gd name="T61" fmla="*/ 3372 h 4789"/>
              <a:gd name="T62" fmla="*/ 1218 w 4808"/>
              <a:gd name="T63" fmla="*/ 3798 h 4789"/>
              <a:gd name="T64" fmla="*/ 1192 w 4808"/>
              <a:gd name="T65" fmla="*/ 3873 h 4789"/>
              <a:gd name="T66" fmla="*/ 707 w 4808"/>
              <a:gd name="T67" fmla="*/ 4427 h 4789"/>
              <a:gd name="T68" fmla="*/ 1037 w 4808"/>
              <a:gd name="T69" fmla="*/ 4531 h 4789"/>
              <a:gd name="T70" fmla="*/ 2016 w 4808"/>
              <a:gd name="T71" fmla="*/ 3551 h 4789"/>
              <a:gd name="T72" fmla="*/ 1994 w 4808"/>
              <a:gd name="T73" fmla="*/ 3103 h 4789"/>
              <a:gd name="T74" fmla="*/ 2535 w 4808"/>
              <a:gd name="T75" fmla="*/ 2799 h 4789"/>
              <a:gd name="T76" fmla="*/ 2410 w 4808"/>
              <a:gd name="T77" fmla="*/ 3007 h 4789"/>
              <a:gd name="T78" fmla="*/ 2721 w 4808"/>
              <a:gd name="T79" fmla="*/ 3401 h 4789"/>
              <a:gd name="T80" fmla="*/ 2781 w 4808"/>
              <a:gd name="T81" fmla="*/ 3663 h 4789"/>
              <a:gd name="T82" fmla="*/ 4013 w 4808"/>
              <a:gd name="T83" fmla="*/ 4789 h 4789"/>
              <a:gd name="T84" fmla="*/ 4734 w 4808"/>
              <a:gd name="T85" fmla="*/ 4173 h 4789"/>
              <a:gd name="T86" fmla="*/ 4734 w 4808"/>
              <a:gd name="T87" fmla="*/ 3815 h 47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4808" h="4789">
                <a:moveTo>
                  <a:pt x="4734" y="3815"/>
                </a:moveTo>
                <a:lnTo>
                  <a:pt x="3682" y="2763"/>
                </a:lnTo>
                <a:cubicBezTo>
                  <a:pt x="3634" y="2715"/>
                  <a:pt x="3570" y="2689"/>
                  <a:pt x="3502" y="2689"/>
                </a:cubicBezTo>
                <a:cubicBezTo>
                  <a:pt x="3474" y="2689"/>
                  <a:pt x="3446" y="2694"/>
                  <a:pt x="3420" y="2703"/>
                </a:cubicBezTo>
                <a:lnTo>
                  <a:pt x="3167" y="2450"/>
                </a:lnTo>
                <a:cubicBezTo>
                  <a:pt x="3130" y="2413"/>
                  <a:pt x="3079" y="2392"/>
                  <a:pt x="3026" y="2392"/>
                </a:cubicBezTo>
                <a:cubicBezTo>
                  <a:pt x="2972" y="2392"/>
                  <a:pt x="2922" y="2413"/>
                  <a:pt x="2884" y="2450"/>
                </a:cubicBezTo>
                <a:lnTo>
                  <a:pt x="2818" y="2517"/>
                </a:lnTo>
                <a:lnTo>
                  <a:pt x="2699" y="2398"/>
                </a:lnTo>
                <a:lnTo>
                  <a:pt x="3219" y="1876"/>
                </a:lnTo>
                <a:cubicBezTo>
                  <a:pt x="3340" y="1928"/>
                  <a:pt x="3472" y="1953"/>
                  <a:pt x="3609" y="1953"/>
                </a:cubicBezTo>
                <a:lnTo>
                  <a:pt x="3609" y="1953"/>
                </a:lnTo>
                <a:cubicBezTo>
                  <a:pt x="3870" y="1953"/>
                  <a:pt x="4116" y="1854"/>
                  <a:pt x="4301" y="1669"/>
                </a:cubicBezTo>
                <a:cubicBezTo>
                  <a:pt x="4549" y="1421"/>
                  <a:pt x="4646" y="1059"/>
                  <a:pt x="4553" y="720"/>
                </a:cubicBezTo>
                <a:cubicBezTo>
                  <a:pt x="4542" y="678"/>
                  <a:pt x="4502" y="648"/>
                  <a:pt x="4459" y="648"/>
                </a:cubicBezTo>
                <a:cubicBezTo>
                  <a:pt x="4441" y="648"/>
                  <a:pt x="4413" y="654"/>
                  <a:pt x="4388" y="680"/>
                </a:cubicBezTo>
                <a:cubicBezTo>
                  <a:pt x="4384" y="683"/>
                  <a:pt x="4034" y="1030"/>
                  <a:pt x="3918" y="1146"/>
                </a:cubicBezTo>
                <a:cubicBezTo>
                  <a:pt x="3906" y="1159"/>
                  <a:pt x="3885" y="1161"/>
                  <a:pt x="3872" y="1161"/>
                </a:cubicBezTo>
                <a:cubicBezTo>
                  <a:pt x="3864" y="1161"/>
                  <a:pt x="3859" y="1160"/>
                  <a:pt x="3859" y="1160"/>
                </a:cubicBezTo>
                <a:lnTo>
                  <a:pt x="3859" y="1160"/>
                </a:lnTo>
                <a:lnTo>
                  <a:pt x="3851" y="1159"/>
                </a:lnTo>
                <a:cubicBezTo>
                  <a:pt x="3707" y="1146"/>
                  <a:pt x="3535" y="1119"/>
                  <a:pt x="3491" y="1099"/>
                </a:cubicBezTo>
                <a:cubicBezTo>
                  <a:pt x="3470" y="1055"/>
                  <a:pt x="3445" y="879"/>
                  <a:pt x="3432" y="733"/>
                </a:cubicBezTo>
                <a:lnTo>
                  <a:pt x="3432" y="731"/>
                </a:lnTo>
                <a:lnTo>
                  <a:pt x="3429" y="727"/>
                </a:lnTo>
                <a:cubicBezTo>
                  <a:pt x="3428" y="720"/>
                  <a:pt x="3425" y="687"/>
                  <a:pt x="3454" y="658"/>
                </a:cubicBezTo>
                <a:cubicBezTo>
                  <a:pt x="3574" y="538"/>
                  <a:pt x="3905" y="204"/>
                  <a:pt x="3908" y="201"/>
                </a:cubicBezTo>
                <a:cubicBezTo>
                  <a:pt x="3936" y="173"/>
                  <a:pt x="3947" y="138"/>
                  <a:pt x="3938" y="104"/>
                </a:cubicBezTo>
                <a:cubicBezTo>
                  <a:pt x="3927" y="64"/>
                  <a:pt x="3893" y="42"/>
                  <a:pt x="3865" y="34"/>
                </a:cubicBezTo>
                <a:cubicBezTo>
                  <a:pt x="3782" y="11"/>
                  <a:pt x="3695" y="0"/>
                  <a:pt x="3609" y="0"/>
                </a:cubicBezTo>
                <a:cubicBezTo>
                  <a:pt x="3347" y="0"/>
                  <a:pt x="3101" y="102"/>
                  <a:pt x="2916" y="287"/>
                </a:cubicBezTo>
                <a:cubicBezTo>
                  <a:pt x="2624" y="579"/>
                  <a:pt x="2555" y="1011"/>
                  <a:pt x="2710" y="1369"/>
                </a:cubicBezTo>
                <a:lnTo>
                  <a:pt x="2190" y="1889"/>
                </a:lnTo>
                <a:lnTo>
                  <a:pt x="1300" y="999"/>
                </a:lnTo>
                <a:cubicBezTo>
                  <a:pt x="1300" y="998"/>
                  <a:pt x="1299" y="998"/>
                  <a:pt x="1299" y="997"/>
                </a:cubicBezTo>
                <a:cubicBezTo>
                  <a:pt x="1307" y="963"/>
                  <a:pt x="1311" y="928"/>
                  <a:pt x="1309" y="892"/>
                </a:cubicBezTo>
                <a:cubicBezTo>
                  <a:pt x="1305" y="788"/>
                  <a:pt x="1260" y="689"/>
                  <a:pt x="1182" y="611"/>
                </a:cubicBezTo>
                <a:lnTo>
                  <a:pt x="865" y="294"/>
                </a:lnTo>
                <a:cubicBezTo>
                  <a:pt x="858" y="288"/>
                  <a:pt x="821" y="253"/>
                  <a:pt x="766" y="253"/>
                </a:cubicBezTo>
                <a:cubicBezTo>
                  <a:pt x="740" y="253"/>
                  <a:pt x="702" y="261"/>
                  <a:pt x="665" y="298"/>
                </a:cubicBezTo>
                <a:lnTo>
                  <a:pt x="318" y="645"/>
                </a:lnTo>
                <a:cubicBezTo>
                  <a:pt x="277" y="685"/>
                  <a:pt x="263" y="737"/>
                  <a:pt x="278" y="787"/>
                </a:cubicBezTo>
                <a:cubicBezTo>
                  <a:pt x="288" y="820"/>
                  <a:pt x="308" y="842"/>
                  <a:pt x="314" y="848"/>
                </a:cubicBezTo>
                <a:lnTo>
                  <a:pt x="630" y="1163"/>
                </a:lnTo>
                <a:cubicBezTo>
                  <a:pt x="712" y="1246"/>
                  <a:pt x="817" y="1291"/>
                  <a:pt x="926" y="1291"/>
                </a:cubicBezTo>
                <a:lnTo>
                  <a:pt x="926" y="1291"/>
                </a:lnTo>
                <a:cubicBezTo>
                  <a:pt x="957" y="1291"/>
                  <a:pt x="987" y="1287"/>
                  <a:pt x="1016" y="1280"/>
                </a:cubicBezTo>
                <a:cubicBezTo>
                  <a:pt x="1017" y="1281"/>
                  <a:pt x="1017" y="1281"/>
                  <a:pt x="1018" y="1282"/>
                </a:cubicBezTo>
                <a:lnTo>
                  <a:pt x="1907" y="2171"/>
                </a:lnTo>
                <a:lnTo>
                  <a:pt x="1485" y="2594"/>
                </a:lnTo>
                <a:cubicBezTo>
                  <a:pt x="1466" y="2613"/>
                  <a:pt x="1449" y="2634"/>
                  <a:pt x="1435" y="2656"/>
                </a:cubicBezTo>
                <a:cubicBezTo>
                  <a:pt x="1311" y="2601"/>
                  <a:pt x="1176" y="2572"/>
                  <a:pt x="1037" y="2572"/>
                </a:cubicBezTo>
                <a:cubicBezTo>
                  <a:pt x="775" y="2572"/>
                  <a:pt x="529" y="2674"/>
                  <a:pt x="344" y="2859"/>
                </a:cubicBezTo>
                <a:cubicBezTo>
                  <a:pt x="96" y="3106"/>
                  <a:pt x="0" y="3471"/>
                  <a:pt x="92" y="3809"/>
                </a:cubicBezTo>
                <a:cubicBezTo>
                  <a:pt x="103" y="3852"/>
                  <a:pt x="143" y="3882"/>
                  <a:pt x="186" y="3882"/>
                </a:cubicBezTo>
                <a:lnTo>
                  <a:pt x="186" y="3882"/>
                </a:lnTo>
                <a:cubicBezTo>
                  <a:pt x="204" y="3882"/>
                  <a:pt x="232" y="3877"/>
                  <a:pt x="258" y="3851"/>
                </a:cubicBezTo>
                <a:cubicBezTo>
                  <a:pt x="261" y="3847"/>
                  <a:pt x="611" y="3500"/>
                  <a:pt x="727" y="3384"/>
                </a:cubicBezTo>
                <a:cubicBezTo>
                  <a:pt x="740" y="3372"/>
                  <a:pt x="762" y="3370"/>
                  <a:pt x="774" y="3370"/>
                </a:cubicBezTo>
                <a:cubicBezTo>
                  <a:pt x="783" y="3370"/>
                  <a:pt x="789" y="3371"/>
                  <a:pt x="789" y="3371"/>
                </a:cubicBezTo>
                <a:lnTo>
                  <a:pt x="789" y="3371"/>
                </a:lnTo>
                <a:lnTo>
                  <a:pt x="796" y="3372"/>
                </a:lnTo>
                <a:cubicBezTo>
                  <a:pt x="940" y="3385"/>
                  <a:pt x="1113" y="3411"/>
                  <a:pt x="1157" y="3431"/>
                </a:cubicBezTo>
                <a:cubicBezTo>
                  <a:pt x="1178" y="3475"/>
                  <a:pt x="1205" y="3652"/>
                  <a:pt x="1218" y="3798"/>
                </a:cubicBezTo>
                <a:lnTo>
                  <a:pt x="1219" y="3805"/>
                </a:lnTo>
                <a:cubicBezTo>
                  <a:pt x="1219" y="3805"/>
                  <a:pt x="1223" y="3842"/>
                  <a:pt x="1192" y="3873"/>
                </a:cubicBezTo>
                <a:cubicBezTo>
                  <a:pt x="1072" y="3993"/>
                  <a:pt x="741" y="4327"/>
                  <a:pt x="738" y="4330"/>
                </a:cubicBezTo>
                <a:cubicBezTo>
                  <a:pt x="710" y="4358"/>
                  <a:pt x="699" y="4393"/>
                  <a:pt x="707" y="4427"/>
                </a:cubicBezTo>
                <a:cubicBezTo>
                  <a:pt x="718" y="4467"/>
                  <a:pt x="752" y="4489"/>
                  <a:pt x="780" y="4497"/>
                </a:cubicBezTo>
                <a:cubicBezTo>
                  <a:pt x="864" y="4519"/>
                  <a:pt x="950" y="4531"/>
                  <a:pt x="1037" y="4531"/>
                </a:cubicBezTo>
                <a:cubicBezTo>
                  <a:pt x="1298" y="4531"/>
                  <a:pt x="1544" y="4429"/>
                  <a:pt x="1729" y="4244"/>
                </a:cubicBezTo>
                <a:cubicBezTo>
                  <a:pt x="1914" y="4059"/>
                  <a:pt x="2016" y="3813"/>
                  <a:pt x="2016" y="3551"/>
                </a:cubicBezTo>
                <a:cubicBezTo>
                  <a:pt x="2016" y="3412"/>
                  <a:pt x="1987" y="3277"/>
                  <a:pt x="1932" y="3153"/>
                </a:cubicBezTo>
                <a:cubicBezTo>
                  <a:pt x="1954" y="3139"/>
                  <a:pt x="1975" y="3122"/>
                  <a:pt x="1994" y="3103"/>
                </a:cubicBezTo>
                <a:lnTo>
                  <a:pt x="2417" y="2681"/>
                </a:lnTo>
                <a:lnTo>
                  <a:pt x="2535" y="2799"/>
                </a:lnTo>
                <a:lnTo>
                  <a:pt x="2469" y="2866"/>
                </a:lnTo>
                <a:cubicBezTo>
                  <a:pt x="2431" y="2904"/>
                  <a:pt x="2410" y="2954"/>
                  <a:pt x="2410" y="3007"/>
                </a:cubicBezTo>
                <a:cubicBezTo>
                  <a:pt x="2410" y="3061"/>
                  <a:pt x="2431" y="3111"/>
                  <a:pt x="2469" y="3149"/>
                </a:cubicBezTo>
                <a:lnTo>
                  <a:pt x="2721" y="3401"/>
                </a:lnTo>
                <a:cubicBezTo>
                  <a:pt x="2712" y="3427"/>
                  <a:pt x="2707" y="3455"/>
                  <a:pt x="2707" y="3484"/>
                </a:cubicBezTo>
                <a:cubicBezTo>
                  <a:pt x="2707" y="3552"/>
                  <a:pt x="2734" y="3615"/>
                  <a:pt x="2781" y="3663"/>
                </a:cubicBezTo>
                <a:lnTo>
                  <a:pt x="3834" y="4715"/>
                </a:lnTo>
                <a:cubicBezTo>
                  <a:pt x="3881" y="4763"/>
                  <a:pt x="3945" y="4789"/>
                  <a:pt x="4013" y="4789"/>
                </a:cubicBezTo>
                <a:cubicBezTo>
                  <a:pt x="4081" y="4789"/>
                  <a:pt x="4144" y="4763"/>
                  <a:pt x="4192" y="4715"/>
                </a:cubicBezTo>
                <a:lnTo>
                  <a:pt x="4734" y="4173"/>
                </a:lnTo>
                <a:cubicBezTo>
                  <a:pt x="4782" y="4126"/>
                  <a:pt x="4808" y="4062"/>
                  <a:pt x="4808" y="3994"/>
                </a:cubicBezTo>
                <a:cubicBezTo>
                  <a:pt x="4808" y="3926"/>
                  <a:pt x="4782" y="3863"/>
                  <a:pt x="4734" y="3815"/>
                </a:cubicBezTo>
                <a:close/>
              </a:path>
            </a:pathLst>
          </a:custGeom>
          <a:solidFill>
            <a:schemeClr val="accent1"/>
          </a:solidFill>
          <a:ln>
            <a:noFill/>
          </a:ln>
        </p:spPr>
        <p:txBody>
          <a:bodyPr wrap="square" lIns="91440" tIns="45720" rIns="91440" bIns="45720">
            <a:normAutofit/>
          </a:bodyPr>
          <a:lstStyle/>
          <a:p>
            <a:endParaRPr lang="zh-CN" altLang="en-US"/>
          </a:p>
        </p:txBody>
      </p:sp>
      <p:sp>
        <p:nvSpPr>
          <p:cNvPr id="15" name="îṧľîdé"/>
          <p:cNvSpPr/>
          <p:nvPr/>
        </p:nvSpPr>
        <p:spPr>
          <a:xfrm>
            <a:off x="3612380" y="1924829"/>
            <a:ext cx="4034934" cy="2095500"/>
          </a:xfrm>
          <a:prstGeom prst="leftRightRibbon">
            <a:avLst>
              <a:gd name="adj1" fmla="val 50000"/>
              <a:gd name="adj2" fmla="val 50000"/>
              <a:gd name="adj3" fmla="val 33333"/>
            </a:avLst>
          </a:prstGeom>
          <a:solidFill>
            <a:schemeClr val="bg1">
              <a:lumMod val="85000"/>
            </a:schemeClr>
          </a:solidFill>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txBody>
          <a:bodyPr/>
          <a:lstStyle/>
          <a:p>
            <a:endParaRPr lang="zh-CN" altLang="en-US"/>
          </a:p>
        </p:txBody>
      </p:sp>
      <p:sp>
        <p:nvSpPr>
          <p:cNvPr id="16" name="内容占位符 2"/>
          <p:cNvSpPr txBox="1"/>
          <p:nvPr/>
        </p:nvSpPr>
        <p:spPr>
          <a:xfrm>
            <a:off x="894703" y="2556676"/>
            <a:ext cx="4308362" cy="3084269"/>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9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9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9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9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9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marL="0" indent="0">
              <a:spcBef>
                <a:spcPts val="300"/>
              </a:spcBef>
              <a:buNone/>
              <a:defRPr/>
            </a:pPr>
            <a:r>
              <a:rPr lang="zh-CN" altLang="en-US" sz="2500" dirty="0">
                <a:solidFill>
                  <a:srgbClr val="FF0000"/>
                </a:solidFill>
              </a:rPr>
              <a:t>用户接口</a:t>
            </a:r>
            <a:endParaRPr lang="zh-CN" altLang="en-US" sz="2500" dirty="0">
              <a:solidFill>
                <a:srgbClr val="FF0000"/>
              </a:solidFill>
            </a:endParaRPr>
          </a:p>
          <a:p>
            <a:pPr marL="342900" lvl="1" indent="-342900">
              <a:lnSpc>
                <a:spcPct val="132000"/>
              </a:lnSpc>
              <a:spcBef>
                <a:spcPts val="300"/>
              </a:spcBef>
              <a:buClr>
                <a:srgbClr val="E71101"/>
              </a:buClr>
              <a:buSzPct val="60000"/>
              <a:buFont typeface="Wingdings" panose="05000000000000000000" pitchFamily="2" charset="2"/>
              <a:buChar char="n"/>
              <a:defRPr/>
            </a:pPr>
            <a:r>
              <a:rPr lang="zh-CN" altLang="en-US" sz="2400" dirty="0">
                <a:solidFill>
                  <a:schemeClr val="tx1">
                    <a:lumMod val="65000"/>
                    <a:lumOff val="35000"/>
                  </a:schemeClr>
                </a:solidFill>
              </a:rPr>
              <a:t>联机用户接口</a:t>
            </a:r>
            <a:endParaRPr lang="zh-CN" altLang="en-US" sz="2400" dirty="0">
              <a:solidFill>
                <a:schemeClr val="tx1">
                  <a:lumMod val="65000"/>
                  <a:lumOff val="35000"/>
                </a:schemeClr>
              </a:solidFill>
            </a:endParaRPr>
          </a:p>
          <a:p>
            <a:pPr marL="800100" lvl="2" indent="-342900">
              <a:lnSpc>
                <a:spcPct val="132000"/>
              </a:lnSpc>
              <a:spcBef>
                <a:spcPts val="370"/>
              </a:spcBef>
              <a:buClr>
                <a:srgbClr val="E71101"/>
              </a:buClr>
              <a:buSzPct val="60000"/>
              <a:buFont typeface="Wingdings" panose="05000000000000000000" pitchFamily="2" charset="2"/>
              <a:buChar char="Ø"/>
              <a:defRPr/>
            </a:pPr>
            <a:r>
              <a:rPr lang="zh-CN" altLang="en-US" sz="2200" dirty="0">
                <a:solidFill>
                  <a:schemeClr val="tx1">
                    <a:lumMod val="65000"/>
                    <a:lumOff val="35000"/>
                  </a:schemeClr>
                </a:solidFill>
              </a:rPr>
              <a:t>命令行方式。</a:t>
            </a:r>
            <a:endParaRPr lang="zh-CN" altLang="en-US" sz="2200" dirty="0">
              <a:solidFill>
                <a:schemeClr val="tx1">
                  <a:lumMod val="65000"/>
                  <a:lumOff val="35000"/>
                </a:schemeClr>
              </a:solidFill>
            </a:endParaRPr>
          </a:p>
          <a:p>
            <a:pPr marL="342900" lvl="1" indent="-342900">
              <a:lnSpc>
                <a:spcPct val="132000"/>
              </a:lnSpc>
              <a:spcBef>
                <a:spcPts val="370"/>
              </a:spcBef>
              <a:buClr>
                <a:srgbClr val="E71101"/>
              </a:buClr>
              <a:buSzPct val="60000"/>
              <a:buFont typeface="Wingdings" panose="05000000000000000000" pitchFamily="2" charset="2"/>
              <a:buChar char="n"/>
              <a:defRPr/>
            </a:pPr>
            <a:r>
              <a:rPr lang="zh-CN" altLang="en-US" sz="2400" dirty="0">
                <a:solidFill>
                  <a:schemeClr val="tx1">
                    <a:lumMod val="65000"/>
                    <a:lumOff val="35000"/>
                  </a:schemeClr>
                </a:solidFill>
              </a:rPr>
              <a:t>脱机用户接口</a:t>
            </a:r>
            <a:endParaRPr lang="zh-CN" altLang="en-US" sz="2400" dirty="0">
              <a:solidFill>
                <a:schemeClr val="tx1">
                  <a:lumMod val="65000"/>
                  <a:lumOff val="35000"/>
                </a:schemeClr>
              </a:solidFill>
            </a:endParaRPr>
          </a:p>
          <a:p>
            <a:pPr marL="800100" lvl="2" indent="-342900">
              <a:lnSpc>
                <a:spcPct val="132000"/>
              </a:lnSpc>
              <a:spcBef>
                <a:spcPts val="370"/>
              </a:spcBef>
              <a:buClr>
                <a:srgbClr val="E71101"/>
              </a:buClr>
              <a:buSzPct val="60000"/>
              <a:buFont typeface="Wingdings" panose="05000000000000000000" pitchFamily="2" charset="2"/>
              <a:buChar char="Ø"/>
              <a:defRPr/>
            </a:pPr>
            <a:r>
              <a:rPr lang="zh-CN" altLang="en-US" sz="2200" dirty="0">
                <a:solidFill>
                  <a:schemeClr val="tx1">
                    <a:lumMod val="65000"/>
                    <a:lumOff val="35000"/>
                  </a:schemeClr>
                </a:solidFill>
              </a:rPr>
              <a:t>批处理系统：作业说明书（作业控制语言</a:t>
            </a:r>
            <a:r>
              <a:rPr lang="en-US" altLang="zh-CN" sz="2200" dirty="0">
                <a:solidFill>
                  <a:schemeClr val="tx1">
                    <a:lumMod val="65000"/>
                    <a:lumOff val="35000"/>
                  </a:schemeClr>
                </a:solidFill>
              </a:rPr>
              <a:t>JCL</a:t>
            </a:r>
            <a:r>
              <a:rPr lang="zh-CN" altLang="en-US" sz="2200" dirty="0">
                <a:solidFill>
                  <a:schemeClr val="tx1">
                    <a:lumMod val="65000"/>
                    <a:lumOff val="35000"/>
                  </a:schemeClr>
                </a:solidFill>
              </a:rPr>
              <a:t>）。</a:t>
            </a:r>
            <a:endParaRPr lang="zh-CN" altLang="en-US" sz="2200" dirty="0">
              <a:solidFill>
                <a:schemeClr val="tx1">
                  <a:lumMod val="65000"/>
                  <a:lumOff val="35000"/>
                </a:schemeClr>
              </a:solidFill>
            </a:endParaRPr>
          </a:p>
          <a:p>
            <a:pPr marL="342900" lvl="1" indent="-342900">
              <a:lnSpc>
                <a:spcPct val="132000"/>
              </a:lnSpc>
              <a:spcBef>
                <a:spcPts val="370"/>
              </a:spcBef>
              <a:buClr>
                <a:srgbClr val="E71101"/>
              </a:buClr>
              <a:buSzPct val="60000"/>
              <a:buFont typeface="Wingdings" panose="05000000000000000000" pitchFamily="2" charset="2"/>
              <a:buChar char="n"/>
              <a:defRPr/>
            </a:pPr>
            <a:r>
              <a:rPr lang="zh-CN" altLang="en-US" sz="2400" dirty="0">
                <a:solidFill>
                  <a:schemeClr val="tx1">
                    <a:lumMod val="65000"/>
                    <a:lumOff val="35000"/>
                  </a:schemeClr>
                </a:solidFill>
              </a:rPr>
              <a:t>图形用户接口</a:t>
            </a:r>
            <a:r>
              <a:rPr lang="en-US" altLang="zh-CN" sz="2400" dirty="0">
                <a:solidFill>
                  <a:schemeClr val="tx1">
                    <a:lumMod val="65000"/>
                    <a:lumOff val="35000"/>
                  </a:schemeClr>
                </a:solidFill>
              </a:rPr>
              <a:t>GUI</a:t>
            </a:r>
            <a:endParaRPr lang="en-US" altLang="zh-CN" sz="2400" dirty="0">
              <a:solidFill>
                <a:schemeClr val="tx1">
                  <a:lumMod val="65000"/>
                  <a:lumOff val="35000"/>
                </a:schemeClr>
              </a:solidFill>
            </a:endParaRPr>
          </a:p>
        </p:txBody>
      </p:sp>
      <p:sp>
        <p:nvSpPr>
          <p:cNvPr id="17" name="内容占位符 2"/>
          <p:cNvSpPr txBox="1"/>
          <p:nvPr/>
        </p:nvSpPr>
        <p:spPr>
          <a:xfrm>
            <a:off x="8129918" y="3209288"/>
            <a:ext cx="3216369" cy="2634803"/>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9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9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9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9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9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marL="0" indent="0">
              <a:lnSpc>
                <a:spcPct val="132000"/>
              </a:lnSpc>
              <a:spcBef>
                <a:spcPts val="580"/>
              </a:spcBef>
              <a:buNone/>
              <a:defRPr/>
            </a:pPr>
            <a:r>
              <a:rPr lang="zh-CN" altLang="en-US" sz="2500" dirty="0">
                <a:solidFill>
                  <a:srgbClr val="FF0000"/>
                </a:solidFill>
              </a:rPr>
              <a:t>程序接口</a:t>
            </a:r>
            <a:endParaRPr lang="zh-CN" altLang="en-US" sz="2500" dirty="0">
              <a:solidFill>
                <a:srgbClr val="FF0000"/>
              </a:solidFill>
            </a:endParaRPr>
          </a:p>
          <a:p>
            <a:pPr marL="0" lvl="1" indent="-342900">
              <a:lnSpc>
                <a:spcPct val="132000"/>
              </a:lnSpc>
              <a:spcBef>
                <a:spcPts val="370"/>
              </a:spcBef>
              <a:buClr>
                <a:srgbClr val="E71101"/>
              </a:buClr>
              <a:buSzPct val="60000"/>
              <a:buFont typeface="Wingdings" panose="05000000000000000000" pitchFamily="2" charset="2"/>
              <a:buChar char="n"/>
              <a:defRPr/>
            </a:pPr>
            <a:r>
              <a:rPr lang="zh-CN" altLang="en-US" sz="2400" dirty="0">
                <a:solidFill>
                  <a:schemeClr val="tx1">
                    <a:lumMod val="65000"/>
                    <a:lumOff val="35000"/>
                  </a:schemeClr>
                </a:solidFill>
              </a:rPr>
              <a:t>系统调用：能完成特定功能的子程序。</a:t>
            </a:r>
            <a:endParaRPr lang="zh-CN" altLang="en-US" sz="2400" dirty="0">
              <a:solidFill>
                <a:schemeClr val="tx1">
                  <a:lumMod val="65000"/>
                  <a:lumOff val="35000"/>
                </a:schemeClr>
              </a:solidFill>
            </a:endParaRPr>
          </a:p>
        </p:txBody>
      </p:sp>
    </p:spTree>
  </p:cSld>
  <p:clrMapOvr>
    <a:masterClrMapping/>
  </p:clrMapOvr>
  <p:transition/>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78668"/>
            <a:ext cx="7026275" cy="523220"/>
          </a:xfrm>
          <a:prstGeom prst="rect">
            <a:avLst/>
          </a:prstGeom>
        </p:spPr>
        <p:txBody>
          <a:bodyPr wrap="square">
            <a:spAutoFit/>
          </a:bodyPr>
          <a:lstStyle/>
          <a:p>
            <a:r>
              <a:rPr lang="zh-CN" altLang="en-US" sz="2800" b="1" dirty="0">
                <a:solidFill>
                  <a:srgbClr val="FF0000"/>
                </a:solidFill>
              </a:rPr>
              <a:t>现代操作系统的新功能</a:t>
            </a:r>
            <a:endParaRPr lang="zh-CN" altLang="en-US" sz="2800" b="1" dirty="0">
              <a:solidFill>
                <a:srgbClr val="FF0000"/>
              </a:solidFill>
            </a:endParaRPr>
          </a:p>
        </p:txBody>
      </p:sp>
      <p:sp>
        <p:nvSpPr>
          <p:cNvPr id="39" name="îśḻiďé"/>
          <p:cNvSpPr/>
          <p:nvPr/>
        </p:nvSpPr>
        <p:spPr bwMode="auto">
          <a:xfrm>
            <a:off x="2335862" y="1788829"/>
            <a:ext cx="846430" cy="846430"/>
          </a:xfrm>
          <a:prstGeom prst="ellipse">
            <a:avLst/>
          </a:prstGeom>
          <a:solidFill>
            <a:schemeClr val="accent2"/>
          </a:solidFill>
          <a:ln>
            <a:noFill/>
          </a:ln>
        </p:spPr>
        <p:txBody>
          <a:bodyPr vert="horz" wrap="square" lIns="91440" tIns="45720" rIns="91440" bIns="45720" numCol="1" anchor="t" anchorCtr="0" compatLnSpc="1">
            <a:normAutofit/>
          </a:bodyPr>
          <a:lstStyle/>
          <a:p>
            <a:endParaRPr lang="en-US"/>
          </a:p>
        </p:txBody>
      </p:sp>
      <p:sp>
        <p:nvSpPr>
          <p:cNvPr id="40" name="išľiďe"/>
          <p:cNvSpPr/>
          <p:nvPr/>
        </p:nvSpPr>
        <p:spPr bwMode="auto">
          <a:xfrm>
            <a:off x="2938745" y="3230616"/>
            <a:ext cx="847397" cy="846430"/>
          </a:xfrm>
          <a:prstGeom prst="ellipse">
            <a:avLst/>
          </a:prstGeom>
          <a:solidFill>
            <a:schemeClr val="accent3"/>
          </a:solidFill>
          <a:ln>
            <a:noFill/>
          </a:ln>
        </p:spPr>
        <p:txBody>
          <a:bodyPr vert="horz" wrap="square" lIns="91440" tIns="45720" rIns="91440" bIns="45720" numCol="1" anchor="t" anchorCtr="0" compatLnSpc="1">
            <a:normAutofit/>
          </a:bodyPr>
          <a:lstStyle/>
          <a:p>
            <a:endParaRPr lang="en-US"/>
          </a:p>
        </p:txBody>
      </p:sp>
      <p:sp>
        <p:nvSpPr>
          <p:cNvPr id="43" name="íśľîḋé"/>
          <p:cNvSpPr/>
          <p:nvPr/>
        </p:nvSpPr>
        <p:spPr bwMode="auto">
          <a:xfrm>
            <a:off x="2341979" y="4674977"/>
            <a:ext cx="846430" cy="847396"/>
          </a:xfrm>
          <a:prstGeom prst="ellipse">
            <a:avLst/>
          </a:prstGeom>
          <a:solidFill>
            <a:schemeClr val="accent4"/>
          </a:solidFill>
          <a:ln>
            <a:noFill/>
          </a:ln>
        </p:spPr>
        <p:txBody>
          <a:bodyPr vert="horz" wrap="square" lIns="91440" tIns="45720" rIns="91440" bIns="45720" numCol="1" anchor="t" anchorCtr="0" compatLnSpc="1">
            <a:normAutofit/>
          </a:bodyPr>
          <a:lstStyle/>
          <a:p>
            <a:endParaRPr lang="en-US"/>
          </a:p>
        </p:txBody>
      </p:sp>
      <p:sp>
        <p:nvSpPr>
          <p:cNvPr id="44" name="ïṡḷidè"/>
          <p:cNvSpPr/>
          <p:nvPr/>
        </p:nvSpPr>
        <p:spPr bwMode="auto">
          <a:xfrm>
            <a:off x="3190088" y="3481736"/>
            <a:ext cx="344710" cy="344189"/>
          </a:xfrm>
          <a:custGeom>
            <a:avLst/>
            <a:gdLst>
              <a:gd name="connsiteX0" fmla="*/ 106370 w 607639"/>
              <a:gd name="connsiteY0" fmla="*/ 436610 h 606722"/>
              <a:gd name="connsiteX1" fmla="*/ 61329 w 607639"/>
              <a:gd name="connsiteY1" fmla="*/ 480515 h 606722"/>
              <a:gd name="connsiteX2" fmla="*/ 126397 w 607639"/>
              <a:gd name="connsiteY2" fmla="*/ 545485 h 606722"/>
              <a:gd name="connsiteX3" fmla="*/ 170369 w 607639"/>
              <a:gd name="connsiteY3" fmla="*/ 500513 h 606722"/>
              <a:gd name="connsiteX4" fmla="*/ 455714 w 607639"/>
              <a:gd name="connsiteY4" fmla="*/ 404481 h 606722"/>
              <a:gd name="connsiteX5" fmla="*/ 531614 w 607639"/>
              <a:gd name="connsiteY5" fmla="*/ 404481 h 606722"/>
              <a:gd name="connsiteX6" fmla="*/ 531703 w 607639"/>
              <a:gd name="connsiteY6" fmla="*/ 404481 h 606722"/>
              <a:gd name="connsiteX7" fmla="*/ 531792 w 607639"/>
              <a:gd name="connsiteY7" fmla="*/ 404481 h 606722"/>
              <a:gd name="connsiteX8" fmla="*/ 548075 w 607639"/>
              <a:gd name="connsiteY8" fmla="*/ 410525 h 606722"/>
              <a:gd name="connsiteX9" fmla="*/ 551456 w 607639"/>
              <a:gd name="connsiteY9" fmla="*/ 413991 h 606722"/>
              <a:gd name="connsiteX10" fmla="*/ 556973 w 607639"/>
              <a:gd name="connsiteY10" fmla="*/ 429012 h 606722"/>
              <a:gd name="connsiteX11" fmla="*/ 556973 w 607639"/>
              <a:gd name="connsiteY11" fmla="*/ 429811 h 606722"/>
              <a:gd name="connsiteX12" fmla="*/ 556973 w 607639"/>
              <a:gd name="connsiteY12" fmla="*/ 505625 h 606722"/>
              <a:gd name="connsiteX13" fmla="*/ 531614 w 607639"/>
              <a:gd name="connsiteY13" fmla="*/ 530867 h 606722"/>
              <a:gd name="connsiteX14" fmla="*/ 506343 w 607639"/>
              <a:gd name="connsiteY14" fmla="*/ 505625 h 606722"/>
              <a:gd name="connsiteX15" fmla="*/ 476001 w 607639"/>
              <a:gd name="connsiteY15" fmla="*/ 546065 h 606722"/>
              <a:gd name="connsiteX16" fmla="*/ 455714 w 607639"/>
              <a:gd name="connsiteY16" fmla="*/ 556197 h 606722"/>
              <a:gd name="connsiteX17" fmla="*/ 440498 w 607639"/>
              <a:gd name="connsiteY17" fmla="*/ 551131 h 606722"/>
              <a:gd name="connsiteX18" fmla="*/ 435515 w 607639"/>
              <a:gd name="connsiteY18" fmla="*/ 515757 h 606722"/>
              <a:gd name="connsiteX19" fmla="*/ 481073 w 607639"/>
              <a:gd name="connsiteY19" fmla="*/ 455053 h 606722"/>
              <a:gd name="connsiteX20" fmla="*/ 455714 w 607639"/>
              <a:gd name="connsiteY20" fmla="*/ 455053 h 606722"/>
              <a:gd name="connsiteX21" fmla="*/ 430443 w 607639"/>
              <a:gd name="connsiteY21" fmla="*/ 429811 h 606722"/>
              <a:gd name="connsiteX22" fmla="*/ 455714 w 607639"/>
              <a:gd name="connsiteY22" fmla="*/ 404481 h 606722"/>
              <a:gd name="connsiteX23" fmla="*/ 157786 w 607639"/>
              <a:gd name="connsiteY23" fmla="*/ 282117 h 606722"/>
              <a:gd name="connsiteX24" fmla="*/ 175710 w 607639"/>
              <a:gd name="connsiteY24" fmla="*/ 289516 h 606722"/>
              <a:gd name="connsiteX25" fmla="*/ 317685 w 607639"/>
              <a:gd name="connsiteY25" fmla="*/ 431277 h 606722"/>
              <a:gd name="connsiteX26" fmla="*/ 317685 w 607639"/>
              <a:gd name="connsiteY26" fmla="*/ 467006 h 606722"/>
              <a:gd name="connsiteX27" fmla="*/ 245229 w 607639"/>
              <a:gd name="connsiteY27" fmla="*/ 539441 h 606722"/>
              <a:gd name="connsiteX28" fmla="*/ 227248 w 607639"/>
              <a:gd name="connsiteY28" fmla="*/ 546818 h 606722"/>
              <a:gd name="connsiteX29" fmla="*/ 209357 w 607639"/>
              <a:gd name="connsiteY29" fmla="*/ 539441 h 606722"/>
              <a:gd name="connsiteX30" fmla="*/ 206241 w 607639"/>
              <a:gd name="connsiteY30" fmla="*/ 536242 h 606722"/>
              <a:gd name="connsiteX31" fmla="*/ 144734 w 607639"/>
              <a:gd name="connsiteY31" fmla="*/ 599079 h 606722"/>
              <a:gd name="connsiteX32" fmla="*/ 126753 w 607639"/>
              <a:gd name="connsiteY32" fmla="*/ 606722 h 606722"/>
              <a:gd name="connsiteX33" fmla="*/ 126575 w 607639"/>
              <a:gd name="connsiteY33" fmla="*/ 606722 h 606722"/>
              <a:gd name="connsiteX34" fmla="*/ 108684 w 607639"/>
              <a:gd name="connsiteY34" fmla="*/ 599256 h 606722"/>
              <a:gd name="connsiteX35" fmla="*/ 7388 w 607639"/>
              <a:gd name="connsiteY35" fmla="*/ 498113 h 606722"/>
              <a:gd name="connsiteX36" fmla="*/ 0 w 607639"/>
              <a:gd name="connsiteY36" fmla="*/ 480160 h 606722"/>
              <a:gd name="connsiteX37" fmla="*/ 7655 w 607639"/>
              <a:gd name="connsiteY37" fmla="*/ 462206 h 606722"/>
              <a:gd name="connsiteX38" fmla="*/ 70587 w 607639"/>
              <a:gd name="connsiteY38" fmla="*/ 400792 h 606722"/>
              <a:gd name="connsiteX39" fmla="*/ 67382 w 607639"/>
              <a:gd name="connsiteY39" fmla="*/ 397681 h 606722"/>
              <a:gd name="connsiteX40" fmla="*/ 59994 w 607639"/>
              <a:gd name="connsiteY40" fmla="*/ 379728 h 606722"/>
              <a:gd name="connsiteX41" fmla="*/ 67382 w 607639"/>
              <a:gd name="connsiteY41" fmla="*/ 361863 h 606722"/>
              <a:gd name="connsiteX42" fmla="*/ 139927 w 607639"/>
              <a:gd name="connsiteY42" fmla="*/ 289516 h 606722"/>
              <a:gd name="connsiteX43" fmla="*/ 157786 w 607639"/>
              <a:gd name="connsiteY43" fmla="*/ 282117 h 606722"/>
              <a:gd name="connsiteX44" fmla="*/ 363724 w 607639"/>
              <a:gd name="connsiteY44" fmla="*/ 101159 h 606722"/>
              <a:gd name="connsiteX45" fmla="*/ 353254 w 607639"/>
              <a:gd name="connsiteY45" fmla="*/ 105492 h 606722"/>
              <a:gd name="connsiteX46" fmla="*/ 320945 w 607639"/>
              <a:gd name="connsiteY46" fmla="*/ 137752 h 606722"/>
              <a:gd name="connsiteX47" fmla="*/ 323793 w 607639"/>
              <a:gd name="connsiteY47" fmla="*/ 139974 h 606722"/>
              <a:gd name="connsiteX48" fmla="*/ 335898 w 607639"/>
              <a:gd name="connsiteY48" fmla="*/ 148417 h 606722"/>
              <a:gd name="connsiteX49" fmla="*/ 341149 w 607639"/>
              <a:gd name="connsiteY49" fmla="*/ 151794 h 606722"/>
              <a:gd name="connsiteX50" fmla="*/ 359930 w 607639"/>
              <a:gd name="connsiteY50" fmla="*/ 162459 h 606722"/>
              <a:gd name="connsiteX51" fmla="*/ 408439 w 607639"/>
              <a:gd name="connsiteY51" fmla="*/ 198897 h 606722"/>
              <a:gd name="connsiteX52" fmla="*/ 444933 w 607639"/>
              <a:gd name="connsiteY52" fmla="*/ 247243 h 606722"/>
              <a:gd name="connsiteX53" fmla="*/ 455614 w 607639"/>
              <a:gd name="connsiteY53" fmla="*/ 266084 h 606722"/>
              <a:gd name="connsiteX54" fmla="*/ 458907 w 607639"/>
              <a:gd name="connsiteY54" fmla="*/ 271239 h 606722"/>
              <a:gd name="connsiteX55" fmla="*/ 467452 w 607639"/>
              <a:gd name="connsiteY55" fmla="*/ 283326 h 606722"/>
              <a:gd name="connsiteX56" fmla="*/ 469677 w 607639"/>
              <a:gd name="connsiteY56" fmla="*/ 286258 h 606722"/>
              <a:gd name="connsiteX57" fmla="*/ 501987 w 607639"/>
              <a:gd name="connsiteY57" fmla="*/ 253998 h 606722"/>
              <a:gd name="connsiteX58" fmla="*/ 501987 w 607639"/>
              <a:gd name="connsiteY58" fmla="*/ 233024 h 606722"/>
              <a:gd name="connsiteX59" fmla="*/ 374260 w 607639"/>
              <a:gd name="connsiteY59" fmla="*/ 105492 h 606722"/>
              <a:gd name="connsiteX60" fmla="*/ 363724 w 607639"/>
              <a:gd name="connsiteY60" fmla="*/ 101159 h 606722"/>
              <a:gd name="connsiteX61" fmla="*/ 177209 w 607639"/>
              <a:gd name="connsiteY61" fmla="*/ 50521 h 606722"/>
              <a:gd name="connsiteX62" fmla="*/ 195096 w 607639"/>
              <a:gd name="connsiteY62" fmla="*/ 57919 h 606722"/>
              <a:gd name="connsiteX63" fmla="*/ 195096 w 607639"/>
              <a:gd name="connsiteY63" fmla="*/ 93644 h 606722"/>
              <a:gd name="connsiteX64" fmla="*/ 137075 w 607639"/>
              <a:gd name="connsiteY64" fmla="*/ 151675 h 606722"/>
              <a:gd name="connsiteX65" fmla="*/ 151936 w 607639"/>
              <a:gd name="connsiteY65" fmla="*/ 151675 h 606722"/>
              <a:gd name="connsiteX66" fmla="*/ 177209 w 607639"/>
              <a:gd name="connsiteY66" fmla="*/ 176914 h 606722"/>
              <a:gd name="connsiteX67" fmla="*/ 151936 w 607639"/>
              <a:gd name="connsiteY67" fmla="*/ 202241 h 606722"/>
              <a:gd name="connsiteX68" fmla="*/ 75939 w 607639"/>
              <a:gd name="connsiteY68" fmla="*/ 202241 h 606722"/>
              <a:gd name="connsiteX69" fmla="*/ 59387 w 607639"/>
              <a:gd name="connsiteY69" fmla="*/ 196020 h 606722"/>
              <a:gd name="connsiteX70" fmla="*/ 55916 w 607639"/>
              <a:gd name="connsiteY70" fmla="*/ 192288 h 606722"/>
              <a:gd name="connsiteX71" fmla="*/ 50755 w 607639"/>
              <a:gd name="connsiteY71" fmla="*/ 178691 h 606722"/>
              <a:gd name="connsiteX72" fmla="*/ 50666 w 607639"/>
              <a:gd name="connsiteY72" fmla="*/ 176736 h 606722"/>
              <a:gd name="connsiteX73" fmla="*/ 50666 w 607639"/>
              <a:gd name="connsiteY73" fmla="*/ 101109 h 606722"/>
              <a:gd name="connsiteX74" fmla="*/ 75939 w 607639"/>
              <a:gd name="connsiteY74" fmla="*/ 75782 h 606722"/>
              <a:gd name="connsiteX75" fmla="*/ 101301 w 607639"/>
              <a:gd name="connsiteY75" fmla="*/ 101109 h 606722"/>
              <a:gd name="connsiteX76" fmla="*/ 101301 w 607639"/>
              <a:gd name="connsiteY76" fmla="*/ 115861 h 606722"/>
              <a:gd name="connsiteX77" fmla="*/ 159322 w 607639"/>
              <a:gd name="connsiteY77" fmla="*/ 57919 h 606722"/>
              <a:gd name="connsiteX78" fmla="*/ 177209 w 607639"/>
              <a:gd name="connsiteY78" fmla="*/ 50521 h 606722"/>
              <a:gd name="connsiteX79" fmla="*/ 480892 w 607639"/>
              <a:gd name="connsiteY79" fmla="*/ 0 h 606722"/>
              <a:gd name="connsiteX80" fmla="*/ 498960 w 607639"/>
              <a:gd name="connsiteY80" fmla="*/ 7376 h 606722"/>
              <a:gd name="connsiteX81" fmla="*/ 600162 w 607639"/>
              <a:gd name="connsiteY81" fmla="*/ 108513 h 606722"/>
              <a:gd name="connsiteX82" fmla="*/ 607639 w 607639"/>
              <a:gd name="connsiteY82" fmla="*/ 126554 h 606722"/>
              <a:gd name="connsiteX83" fmla="*/ 599984 w 607639"/>
              <a:gd name="connsiteY83" fmla="*/ 144507 h 606722"/>
              <a:gd name="connsiteX84" fmla="*/ 541417 w 607639"/>
              <a:gd name="connsiteY84" fmla="*/ 201741 h 606722"/>
              <a:gd name="connsiteX85" fmla="*/ 537768 w 607639"/>
              <a:gd name="connsiteY85" fmla="*/ 289724 h 606722"/>
              <a:gd name="connsiteX86" fmla="*/ 486499 w 607639"/>
              <a:gd name="connsiteY86" fmla="*/ 340915 h 606722"/>
              <a:gd name="connsiteX87" fmla="*/ 484719 w 607639"/>
              <a:gd name="connsiteY87" fmla="*/ 342159 h 606722"/>
              <a:gd name="connsiteX88" fmla="*/ 480002 w 607639"/>
              <a:gd name="connsiteY88" fmla="*/ 345270 h 606722"/>
              <a:gd name="connsiteX89" fmla="*/ 476530 w 607639"/>
              <a:gd name="connsiteY89" fmla="*/ 346869 h 606722"/>
              <a:gd name="connsiteX90" fmla="*/ 471190 w 607639"/>
              <a:gd name="connsiteY90" fmla="*/ 347847 h 606722"/>
              <a:gd name="connsiteX91" fmla="*/ 468609 w 607639"/>
              <a:gd name="connsiteY91" fmla="*/ 348380 h 606722"/>
              <a:gd name="connsiteX92" fmla="*/ 467452 w 607639"/>
              <a:gd name="connsiteY92" fmla="*/ 348114 h 606722"/>
              <a:gd name="connsiteX93" fmla="*/ 462111 w 607639"/>
              <a:gd name="connsiteY93" fmla="*/ 347047 h 606722"/>
              <a:gd name="connsiteX94" fmla="*/ 458373 w 607639"/>
              <a:gd name="connsiteY94" fmla="*/ 345981 h 606722"/>
              <a:gd name="connsiteX95" fmla="*/ 457305 w 607639"/>
              <a:gd name="connsiteY95" fmla="*/ 345714 h 606722"/>
              <a:gd name="connsiteX96" fmla="*/ 428911 w 607639"/>
              <a:gd name="connsiteY96" fmla="*/ 331494 h 606722"/>
              <a:gd name="connsiteX97" fmla="*/ 407282 w 607639"/>
              <a:gd name="connsiteY97" fmla="*/ 335049 h 606722"/>
              <a:gd name="connsiteX98" fmla="*/ 376308 w 607639"/>
              <a:gd name="connsiteY98" fmla="*/ 365888 h 606722"/>
              <a:gd name="connsiteX99" fmla="*/ 344265 w 607639"/>
              <a:gd name="connsiteY99" fmla="*/ 379219 h 606722"/>
              <a:gd name="connsiteX100" fmla="*/ 312133 w 607639"/>
              <a:gd name="connsiteY100" fmla="*/ 365888 h 606722"/>
              <a:gd name="connsiteX101" fmla="*/ 241194 w 607639"/>
              <a:gd name="connsiteY101" fmla="*/ 295057 h 606722"/>
              <a:gd name="connsiteX102" fmla="*/ 241194 w 607639"/>
              <a:gd name="connsiteY102" fmla="*/ 230891 h 606722"/>
              <a:gd name="connsiteX103" fmla="*/ 272079 w 607639"/>
              <a:gd name="connsiteY103" fmla="*/ 200052 h 606722"/>
              <a:gd name="connsiteX104" fmla="*/ 275551 w 607639"/>
              <a:gd name="connsiteY104" fmla="*/ 178456 h 606722"/>
              <a:gd name="connsiteX105" fmla="*/ 261398 w 607639"/>
              <a:gd name="connsiteY105" fmla="*/ 150106 h 606722"/>
              <a:gd name="connsiteX106" fmla="*/ 261131 w 607639"/>
              <a:gd name="connsiteY106" fmla="*/ 149039 h 606722"/>
              <a:gd name="connsiteX107" fmla="*/ 260063 w 607639"/>
              <a:gd name="connsiteY107" fmla="*/ 145307 h 606722"/>
              <a:gd name="connsiteX108" fmla="*/ 258995 w 607639"/>
              <a:gd name="connsiteY108" fmla="*/ 139974 h 606722"/>
              <a:gd name="connsiteX109" fmla="*/ 259262 w 607639"/>
              <a:gd name="connsiteY109" fmla="*/ 136242 h 606722"/>
              <a:gd name="connsiteX110" fmla="*/ 260241 w 607639"/>
              <a:gd name="connsiteY110" fmla="*/ 130909 h 606722"/>
              <a:gd name="connsiteX111" fmla="*/ 261754 w 607639"/>
              <a:gd name="connsiteY111" fmla="*/ 127443 h 606722"/>
              <a:gd name="connsiteX112" fmla="*/ 264959 w 607639"/>
              <a:gd name="connsiteY112" fmla="*/ 122733 h 606722"/>
              <a:gd name="connsiteX113" fmla="*/ 266116 w 607639"/>
              <a:gd name="connsiteY113" fmla="*/ 120955 h 606722"/>
              <a:gd name="connsiteX114" fmla="*/ 317384 w 607639"/>
              <a:gd name="connsiteY114" fmla="*/ 69676 h 606722"/>
              <a:gd name="connsiteX115" fmla="*/ 405591 w 607639"/>
              <a:gd name="connsiteY115" fmla="*/ 66121 h 606722"/>
              <a:gd name="connsiteX116" fmla="*/ 462912 w 607639"/>
              <a:gd name="connsiteY116" fmla="*/ 7554 h 606722"/>
              <a:gd name="connsiteX117" fmla="*/ 480892 w 607639"/>
              <a:gd name="connsiteY117" fmla="*/ 0 h 6067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Lst>
            <a:rect l="l" t="t" r="r" b="b"/>
            <a:pathLst>
              <a:path w="607639" h="606722">
                <a:moveTo>
                  <a:pt x="106370" y="436610"/>
                </a:moveTo>
                <a:lnTo>
                  <a:pt x="61329" y="480515"/>
                </a:lnTo>
                <a:lnTo>
                  <a:pt x="126397" y="545485"/>
                </a:lnTo>
                <a:lnTo>
                  <a:pt x="170369" y="500513"/>
                </a:lnTo>
                <a:close/>
                <a:moveTo>
                  <a:pt x="455714" y="404481"/>
                </a:moveTo>
                <a:lnTo>
                  <a:pt x="531614" y="404481"/>
                </a:lnTo>
                <a:lnTo>
                  <a:pt x="531703" y="404481"/>
                </a:lnTo>
                <a:lnTo>
                  <a:pt x="531792" y="404481"/>
                </a:lnTo>
                <a:cubicBezTo>
                  <a:pt x="538020" y="404481"/>
                  <a:pt x="543715" y="406792"/>
                  <a:pt x="548075" y="410525"/>
                </a:cubicBezTo>
                <a:cubicBezTo>
                  <a:pt x="549321" y="411591"/>
                  <a:pt x="550388" y="412747"/>
                  <a:pt x="551456" y="413991"/>
                </a:cubicBezTo>
                <a:cubicBezTo>
                  <a:pt x="554748" y="418079"/>
                  <a:pt x="556795" y="423323"/>
                  <a:pt x="556973" y="429012"/>
                </a:cubicBezTo>
                <a:cubicBezTo>
                  <a:pt x="556973" y="429278"/>
                  <a:pt x="556973" y="429545"/>
                  <a:pt x="556973" y="429811"/>
                </a:cubicBezTo>
                <a:lnTo>
                  <a:pt x="556973" y="505625"/>
                </a:lnTo>
                <a:cubicBezTo>
                  <a:pt x="556973" y="519579"/>
                  <a:pt x="545673" y="530867"/>
                  <a:pt x="531614" y="530867"/>
                </a:cubicBezTo>
                <a:cubicBezTo>
                  <a:pt x="517644" y="530867"/>
                  <a:pt x="506343" y="519579"/>
                  <a:pt x="506343" y="505625"/>
                </a:cubicBezTo>
                <a:lnTo>
                  <a:pt x="476001" y="546065"/>
                </a:lnTo>
                <a:cubicBezTo>
                  <a:pt x="471018" y="552731"/>
                  <a:pt x="463366" y="556197"/>
                  <a:pt x="455714" y="556197"/>
                </a:cubicBezTo>
                <a:cubicBezTo>
                  <a:pt x="450375" y="556197"/>
                  <a:pt x="445125" y="554508"/>
                  <a:pt x="440498" y="551131"/>
                </a:cubicBezTo>
                <a:cubicBezTo>
                  <a:pt x="429375" y="542776"/>
                  <a:pt x="427062" y="526867"/>
                  <a:pt x="435515" y="515757"/>
                </a:cubicBezTo>
                <a:lnTo>
                  <a:pt x="481073" y="455053"/>
                </a:lnTo>
                <a:lnTo>
                  <a:pt x="455714" y="455053"/>
                </a:lnTo>
                <a:cubicBezTo>
                  <a:pt x="441744" y="455053"/>
                  <a:pt x="430443" y="443765"/>
                  <a:pt x="430443" y="429811"/>
                </a:cubicBezTo>
                <a:cubicBezTo>
                  <a:pt x="430443" y="415857"/>
                  <a:pt x="441744" y="404481"/>
                  <a:pt x="455714" y="404481"/>
                </a:cubicBezTo>
                <a:close/>
                <a:moveTo>
                  <a:pt x="157786" y="282117"/>
                </a:moveTo>
                <a:cubicBezTo>
                  <a:pt x="164272" y="282117"/>
                  <a:pt x="170770" y="284584"/>
                  <a:pt x="175710" y="289516"/>
                </a:cubicBezTo>
                <a:lnTo>
                  <a:pt x="317685" y="431277"/>
                </a:lnTo>
                <a:cubicBezTo>
                  <a:pt x="327565" y="441142"/>
                  <a:pt x="327565" y="457140"/>
                  <a:pt x="317685" y="467006"/>
                </a:cubicBezTo>
                <a:lnTo>
                  <a:pt x="245229" y="539441"/>
                </a:lnTo>
                <a:cubicBezTo>
                  <a:pt x="240422" y="544152"/>
                  <a:pt x="234013" y="546818"/>
                  <a:pt x="227248" y="546818"/>
                </a:cubicBezTo>
                <a:cubicBezTo>
                  <a:pt x="220572" y="546818"/>
                  <a:pt x="214163" y="544152"/>
                  <a:pt x="209357" y="539441"/>
                </a:cubicBezTo>
                <a:lnTo>
                  <a:pt x="206241" y="536242"/>
                </a:lnTo>
                <a:lnTo>
                  <a:pt x="144734" y="599079"/>
                </a:lnTo>
                <a:cubicBezTo>
                  <a:pt x="140016" y="603967"/>
                  <a:pt x="133518" y="606633"/>
                  <a:pt x="126753" y="606722"/>
                </a:cubicBezTo>
                <a:lnTo>
                  <a:pt x="126575" y="606722"/>
                </a:lnTo>
                <a:cubicBezTo>
                  <a:pt x="119899" y="606722"/>
                  <a:pt x="113491" y="604056"/>
                  <a:pt x="108684" y="599256"/>
                </a:cubicBezTo>
                <a:lnTo>
                  <a:pt x="7388" y="498113"/>
                </a:lnTo>
                <a:cubicBezTo>
                  <a:pt x="2670" y="493403"/>
                  <a:pt x="0" y="486914"/>
                  <a:pt x="0" y="480160"/>
                </a:cubicBezTo>
                <a:cubicBezTo>
                  <a:pt x="89" y="473405"/>
                  <a:pt x="2759" y="466917"/>
                  <a:pt x="7655" y="462206"/>
                </a:cubicBezTo>
                <a:lnTo>
                  <a:pt x="70587" y="400792"/>
                </a:lnTo>
                <a:lnTo>
                  <a:pt x="67382" y="397681"/>
                </a:lnTo>
                <a:cubicBezTo>
                  <a:pt x="62665" y="392882"/>
                  <a:pt x="59994" y="386482"/>
                  <a:pt x="59994" y="379728"/>
                </a:cubicBezTo>
                <a:cubicBezTo>
                  <a:pt x="59994" y="373062"/>
                  <a:pt x="62665" y="366663"/>
                  <a:pt x="67382" y="361863"/>
                </a:cubicBezTo>
                <a:lnTo>
                  <a:pt x="139927" y="289516"/>
                </a:lnTo>
                <a:cubicBezTo>
                  <a:pt x="144823" y="284584"/>
                  <a:pt x="151299" y="282117"/>
                  <a:pt x="157786" y="282117"/>
                </a:cubicBezTo>
                <a:close/>
                <a:moveTo>
                  <a:pt x="363724" y="101159"/>
                </a:moveTo>
                <a:cubicBezTo>
                  <a:pt x="359930" y="101159"/>
                  <a:pt x="356147" y="102604"/>
                  <a:pt x="353254" y="105492"/>
                </a:cubicBezTo>
                <a:lnTo>
                  <a:pt x="320945" y="137752"/>
                </a:lnTo>
                <a:cubicBezTo>
                  <a:pt x="321835" y="138463"/>
                  <a:pt x="322814" y="139174"/>
                  <a:pt x="323793" y="139974"/>
                </a:cubicBezTo>
                <a:cubicBezTo>
                  <a:pt x="327709" y="142818"/>
                  <a:pt x="331715" y="145662"/>
                  <a:pt x="335898" y="148417"/>
                </a:cubicBezTo>
                <a:cubicBezTo>
                  <a:pt x="337678" y="149572"/>
                  <a:pt x="339369" y="150728"/>
                  <a:pt x="341149" y="151794"/>
                </a:cubicBezTo>
                <a:cubicBezTo>
                  <a:pt x="347113" y="155527"/>
                  <a:pt x="353254" y="159082"/>
                  <a:pt x="359930" y="162459"/>
                </a:cubicBezTo>
                <a:cubicBezTo>
                  <a:pt x="376040" y="170724"/>
                  <a:pt x="392863" y="183344"/>
                  <a:pt x="408439" y="198897"/>
                </a:cubicBezTo>
                <a:cubicBezTo>
                  <a:pt x="424016" y="214449"/>
                  <a:pt x="436655" y="231246"/>
                  <a:pt x="444933" y="247243"/>
                </a:cubicBezTo>
                <a:cubicBezTo>
                  <a:pt x="448315" y="253998"/>
                  <a:pt x="451875" y="260130"/>
                  <a:pt x="455614" y="266084"/>
                </a:cubicBezTo>
                <a:cubicBezTo>
                  <a:pt x="456682" y="267862"/>
                  <a:pt x="457839" y="269550"/>
                  <a:pt x="458907" y="271239"/>
                </a:cubicBezTo>
                <a:cubicBezTo>
                  <a:pt x="461666" y="275416"/>
                  <a:pt x="464514" y="279504"/>
                  <a:pt x="467452" y="283326"/>
                </a:cubicBezTo>
                <a:cubicBezTo>
                  <a:pt x="468164" y="284303"/>
                  <a:pt x="468876" y="285281"/>
                  <a:pt x="469677" y="286258"/>
                </a:cubicBezTo>
                <a:lnTo>
                  <a:pt x="501987" y="253998"/>
                </a:lnTo>
                <a:cubicBezTo>
                  <a:pt x="507772" y="248221"/>
                  <a:pt x="507772" y="238800"/>
                  <a:pt x="501987" y="233024"/>
                </a:cubicBezTo>
                <a:lnTo>
                  <a:pt x="374260" y="105492"/>
                </a:lnTo>
                <a:cubicBezTo>
                  <a:pt x="371323" y="102604"/>
                  <a:pt x="367518" y="101159"/>
                  <a:pt x="363724" y="101159"/>
                </a:cubicBezTo>
                <a:close/>
                <a:moveTo>
                  <a:pt x="177209" y="50521"/>
                </a:moveTo>
                <a:cubicBezTo>
                  <a:pt x="183683" y="50521"/>
                  <a:pt x="190157" y="52987"/>
                  <a:pt x="195096" y="57919"/>
                </a:cubicBezTo>
                <a:cubicBezTo>
                  <a:pt x="205063" y="67784"/>
                  <a:pt x="205063" y="83869"/>
                  <a:pt x="195096" y="93644"/>
                </a:cubicBezTo>
                <a:lnTo>
                  <a:pt x="137075" y="151675"/>
                </a:lnTo>
                <a:lnTo>
                  <a:pt x="151936" y="151675"/>
                </a:lnTo>
                <a:cubicBezTo>
                  <a:pt x="165908" y="151675"/>
                  <a:pt x="177209" y="162961"/>
                  <a:pt x="177209" y="176914"/>
                </a:cubicBezTo>
                <a:cubicBezTo>
                  <a:pt x="177209" y="190866"/>
                  <a:pt x="165908" y="202241"/>
                  <a:pt x="151936" y="202241"/>
                </a:cubicBezTo>
                <a:lnTo>
                  <a:pt x="75939" y="202241"/>
                </a:lnTo>
                <a:cubicBezTo>
                  <a:pt x="69621" y="202241"/>
                  <a:pt x="63836" y="199842"/>
                  <a:pt x="59387" y="196020"/>
                </a:cubicBezTo>
                <a:cubicBezTo>
                  <a:pt x="58141" y="194954"/>
                  <a:pt x="56984" y="193710"/>
                  <a:pt x="55916" y="192288"/>
                </a:cubicBezTo>
                <a:cubicBezTo>
                  <a:pt x="52980" y="188466"/>
                  <a:pt x="51111" y="183845"/>
                  <a:pt x="50755" y="178691"/>
                </a:cubicBezTo>
                <a:cubicBezTo>
                  <a:pt x="50666" y="178069"/>
                  <a:pt x="50666" y="177447"/>
                  <a:pt x="50666" y="176736"/>
                </a:cubicBezTo>
                <a:lnTo>
                  <a:pt x="50666" y="101109"/>
                </a:lnTo>
                <a:cubicBezTo>
                  <a:pt x="50666" y="87157"/>
                  <a:pt x="61968" y="75782"/>
                  <a:pt x="75939" y="75782"/>
                </a:cubicBezTo>
                <a:cubicBezTo>
                  <a:pt x="89910" y="75782"/>
                  <a:pt x="101301" y="87157"/>
                  <a:pt x="101301" y="101109"/>
                </a:cubicBezTo>
                <a:lnTo>
                  <a:pt x="101301" y="115861"/>
                </a:lnTo>
                <a:lnTo>
                  <a:pt x="159322" y="57919"/>
                </a:lnTo>
                <a:cubicBezTo>
                  <a:pt x="164261" y="52987"/>
                  <a:pt x="170735" y="50521"/>
                  <a:pt x="177209" y="50521"/>
                </a:cubicBezTo>
                <a:close/>
                <a:moveTo>
                  <a:pt x="480892" y="0"/>
                </a:moveTo>
                <a:cubicBezTo>
                  <a:pt x="487122" y="0"/>
                  <a:pt x="494154" y="2666"/>
                  <a:pt x="498960" y="7376"/>
                </a:cubicBezTo>
                <a:lnTo>
                  <a:pt x="600162" y="108513"/>
                </a:lnTo>
                <a:cubicBezTo>
                  <a:pt x="604969" y="113312"/>
                  <a:pt x="607639" y="119800"/>
                  <a:pt x="607639" y="126554"/>
                </a:cubicBezTo>
                <a:cubicBezTo>
                  <a:pt x="607550" y="133309"/>
                  <a:pt x="604880" y="139708"/>
                  <a:pt x="599984" y="144507"/>
                </a:cubicBezTo>
                <a:lnTo>
                  <a:pt x="541417" y="201741"/>
                </a:lnTo>
                <a:cubicBezTo>
                  <a:pt x="562957" y="227425"/>
                  <a:pt x="561978" y="265640"/>
                  <a:pt x="537768" y="289724"/>
                </a:cubicBezTo>
                <a:lnTo>
                  <a:pt x="486499" y="340915"/>
                </a:lnTo>
                <a:cubicBezTo>
                  <a:pt x="485965" y="341537"/>
                  <a:pt x="485342" y="341715"/>
                  <a:pt x="484719" y="342159"/>
                </a:cubicBezTo>
                <a:cubicBezTo>
                  <a:pt x="483206" y="343403"/>
                  <a:pt x="481693" y="344470"/>
                  <a:pt x="480002" y="345270"/>
                </a:cubicBezTo>
                <a:cubicBezTo>
                  <a:pt x="478845" y="345892"/>
                  <a:pt x="477688" y="346425"/>
                  <a:pt x="476530" y="346869"/>
                </a:cubicBezTo>
                <a:cubicBezTo>
                  <a:pt x="474750" y="347403"/>
                  <a:pt x="472970" y="347669"/>
                  <a:pt x="471190" y="347847"/>
                </a:cubicBezTo>
                <a:cubicBezTo>
                  <a:pt x="470300" y="347936"/>
                  <a:pt x="469499" y="348380"/>
                  <a:pt x="468609" y="348380"/>
                </a:cubicBezTo>
                <a:cubicBezTo>
                  <a:pt x="468253" y="348380"/>
                  <a:pt x="467808" y="348114"/>
                  <a:pt x="467452" y="348114"/>
                </a:cubicBezTo>
                <a:cubicBezTo>
                  <a:pt x="465582" y="348025"/>
                  <a:pt x="463891" y="347580"/>
                  <a:pt x="462111" y="347047"/>
                </a:cubicBezTo>
                <a:cubicBezTo>
                  <a:pt x="460776" y="346692"/>
                  <a:pt x="459530" y="346514"/>
                  <a:pt x="458373" y="345981"/>
                </a:cubicBezTo>
                <a:cubicBezTo>
                  <a:pt x="458017" y="345892"/>
                  <a:pt x="457661" y="345892"/>
                  <a:pt x="457305" y="345714"/>
                </a:cubicBezTo>
                <a:lnTo>
                  <a:pt x="428911" y="331494"/>
                </a:lnTo>
                <a:cubicBezTo>
                  <a:pt x="421702" y="327940"/>
                  <a:pt x="412979" y="329273"/>
                  <a:pt x="407282" y="335049"/>
                </a:cubicBezTo>
                <a:lnTo>
                  <a:pt x="376308" y="365888"/>
                </a:lnTo>
                <a:cubicBezTo>
                  <a:pt x="367763" y="374509"/>
                  <a:pt x="356370" y="379219"/>
                  <a:pt x="344265" y="379219"/>
                </a:cubicBezTo>
                <a:cubicBezTo>
                  <a:pt x="332160" y="379219"/>
                  <a:pt x="320678" y="374509"/>
                  <a:pt x="312133" y="365888"/>
                </a:cubicBezTo>
                <a:lnTo>
                  <a:pt x="241194" y="295057"/>
                </a:lnTo>
                <a:cubicBezTo>
                  <a:pt x="223481" y="277371"/>
                  <a:pt x="223481" y="248576"/>
                  <a:pt x="241194" y="230891"/>
                </a:cubicBezTo>
                <a:lnTo>
                  <a:pt x="272079" y="200052"/>
                </a:lnTo>
                <a:cubicBezTo>
                  <a:pt x="277776" y="194364"/>
                  <a:pt x="279200" y="185655"/>
                  <a:pt x="275551" y="178456"/>
                </a:cubicBezTo>
                <a:lnTo>
                  <a:pt x="261398" y="150106"/>
                </a:lnTo>
                <a:cubicBezTo>
                  <a:pt x="261220" y="149750"/>
                  <a:pt x="261220" y="149395"/>
                  <a:pt x="261131" y="149039"/>
                </a:cubicBezTo>
                <a:cubicBezTo>
                  <a:pt x="260508" y="147884"/>
                  <a:pt x="260330" y="146640"/>
                  <a:pt x="260063" y="145307"/>
                </a:cubicBezTo>
                <a:cubicBezTo>
                  <a:pt x="259529" y="143529"/>
                  <a:pt x="259084" y="141841"/>
                  <a:pt x="258995" y="139974"/>
                </a:cubicBezTo>
                <a:cubicBezTo>
                  <a:pt x="258906" y="138730"/>
                  <a:pt x="259084" y="137486"/>
                  <a:pt x="259262" y="136242"/>
                </a:cubicBezTo>
                <a:cubicBezTo>
                  <a:pt x="259440" y="134375"/>
                  <a:pt x="259707" y="132687"/>
                  <a:pt x="260241" y="130909"/>
                </a:cubicBezTo>
                <a:cubicBezTo>
                  <a:pt x="260686" y="129754"/>
                  <a:pt x="261220" y="128599"/>
                  <a:pt x="261754" y="127443"/>
                </a:cubicBezTo>
                <a:cubicBezTo>
                  <a:pt x="262644" y="125755"/>
                  <a:pt x="263713" y="124155"/>
                  <a:pt x="264959" y="122733"/>
                </a:cubicBezTo>
                <a:cubicBezTo>
                  <a:pt x="265404" y="122111"/>
                  <a:pt x="265582" y="121400"/>
                  <a:pt x="266116" y="120955"/>
                </a:cubicBezTo>
                <a:lnTo>
                  <a:pt x="317384" y="69676"/>
                </a:lnTo>
                <a:cubicBezTo>
                  <a:pt x="341505" y="45592"/>
                  <a:pt x="379868" y="44525"/>
                  <a:pt x="405591" y="66121"/>
                </a:cubicBezTo>
                <a:lnTo>
                  <a:pt x="462912" y="7554"/>
                </a:lnTo>
                <a:cubicBezTo>
                  <a:pt x="467719" y="2755"/>
                  <a:pt x="474127" y="89"/>
                  <a:pt x="480892" y="0"/>
                </a:cubicBezTo>
                <a:close/>
              </a:path>
            </a:pathLst>
          </a:custGeom>
          <a:solidFill>
            <a:schemeClr val="bg1"/>
          </a:solidFill>
          <a:ln>
            <a:noFill/>
          </a:ln>
        </p:spPr>
        <p:txBody>
          <a:bodyPr vert="horz" wrap="square" lIns="91440" tIns="45720" rIns="91440" bIns="45720" numCol="1" anchor="t" anchorCtr="0" compatLnSpc="1">
            <a:normAutofit lnSpcReduction="10000"/>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endParaRPr lang="en-US"/>
          </a:p>
        </p:txBody>
      </p:sp>
      <p:sp>
        <p:nvSpPr>
          <p:cNvPr id="45" name="iṡļîḍé"/>
          <p:cNvSpPr/>
          <p:nvPr/>
        </p:nvSpPr>
        <p:spPr bwMode="auto">
          <a:xfrm>
            <a:off x="2592839" y="4926581"/>
            <a:ext cx="344710" cy="344189"/>
          </a:xfrm>
          <a:custGeom>
            <a:avLst/>
            <a:gdLst>
              <a:gd name="connsiteX0" fmla="*/ 257564 w 607639"/>
              <a:gd name="connsiteY0" fmla="*/ 92370 h 606722"/>
              <a:gd name="connsiteX1" fmla="*/ 277411 w 607639"/>
              <a:gd name="connsiteY1" fmla="*/ 112098 h 606722"/>
              <a:gd name="connsiteX2" fmla="*/ 277411 w 607639"/>
              <a:gd name="connsiteY2" fmla="*/ 329729 h 606722"/>
              <a:gd name="connsiteX3" fmla="*/ 495281 w 607639"/>
              <a:gd name="connsiteY3" fmla="*/ 329729 h 606722"/>
              <a:gd name="connsiteX4" fmla="*/ 515128 w 607639"/>
              <a:gd name="connsiteY4" fmla="*/ 349546 h 606722"/>
              <a:gd name="connsiteX5" fmla="*/ 257564 w 607639"/>
              <a:gd name="connsiteY5" fmla="*/ 606722 h 606722"/>
              <a:gd name="connsiteX6" fmla="*/ 0 w 607639"/>
              <a:gd name="connsiteY6" fmla="*/ 349546 h 606722"/>
              <a:gd name="connsiteX7" fmla="*/ 257564 w 607639"/>
              <a:gd name="connsiteY7" fmla="*/ 92370 h 606722"/>
              <a:gd name="connsiteX8" fmla="*/ 350027 w 607639"/>
              <a:gd name="connsiteY8" fmla="*/ 0 h 606722"/>
              <a:gd name="connsiteX9" fmla="*/ 607639 w 607639"/>
              <a:gd name="connsiteY9" fmla="*/ 257220 h 606722"/>
              <a:gd name="connsiteX10" fmla="*/ 587788 w 607639"/>
              <a:gd name="connsiteY10" fmla="*/ 277040 h 606722"/>
              <a:gd name="connsiteX11" fmla="*/ 350027 w 607639"/>
              <a:gd name="connsiteY11" fmla="*/ 277040 h 606722"/>
              <a:gd name="connsiteX12" fmla="*/ 330176 w 607639"/>
              <a:gd name="connsiteY12" fmla="*/ 257220 h 606722"/>
              <a:gd name="connsiteX13" fmla="*/ 330176 w 607639"/>
              <a:gd name="connsiteY13" fmla="*/ 19820 h 606722"/>
              <a:gd name="connsiteX14" fmla="*/ 350027 w 607639"/>
              <a:gd name="connsiteY14" fmla="*/ 0 h 6067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607639" h="606722">
                <a:moveTo>
                  <a:pt x="257564" y="92370"/>
                </a:moveTo>
                <a:cubicBezTo>
                  <a:pt x="268511" y="92370"/>
                  <a:pt x="277411" y="101168"/>
                  <a:pt x="277411" y="112098"/>
                </a:cubicBezTo>
                <a:lnTo>
                  <a:pt x="277411" y="329729"/>
                </a:lnTo>
                <a:lnTo>
                  <a:pt x="495281" y="329729"/>
                </a:lnTo>
                <a:cubicBezTo>
                  <a:pt x="506228" y="329729"/>
                  <a:pt x="515128" y="338616"/>
                  <a:pt x="515128" y="349546"/>
                </a:cubicBezTo>
                <a:cubicBezTo>
                  <a:pt x="515128" y="491286"/>
                  <a:pt x="399607" y="606722"/>
                  <a:pt x="257564" y="606722"/>
                </a:cubicBezTo>
                <a:cubicBezTo>
                  <a:pt x="115521" y="606722"/>
                  <a:pt x="0" y="491286"/>
                  <a:pt x="0" y="349546"/>
                </a:cubicBezTo>
                <a:cubicBezTo>
                  <a:pt x="0" y="207717"/>
                  <a:pt x="115521" y="92370"/>
                  <a:pt x="257564" y="92370"/>
                </a:cubicBezTo>
                <a:close/>
                <a:moveTo>
                  <a:pt x="350027" y="0"/>
                </a:moveTo>
                <a:cubicBezTo>
                  <a:pt x="492007" y="0"/>
                  <a:pt x="607639" y="115367"/>
                  <a:pt x="607639" y="257220"/>
                </a:cubicBezTo>
                <a:cubicBezTo>
                  <a:pt x="607639" y="268152"/>
                  <a:pt x="598737" y="277040"/>
                  <a:pt x="587788" y="277040"/>
                </a:cubicBezTo>
                <a:lnTo>
                  <a:pt x="350027" y="277040"/>
                </a:lnTo>
                <a:cubicBezTo>
                  <a:pt x="339078" y="277040"/>
                  <a:pt x="330176" y="268152"/>
                  <a:pt x="330176" y="257220"/>
                </a:cubicBezTo>
                <a:lnTo>
                  <a:pt x="330176" y="19820"/>
                </a:lnTo>
                <a:cubicBezTo>
                  <a:pt x="330176" y="8888"/>
                  <a:pt x="339078" y="0"/>
                  <a:pt x="350027" y="0"/>
                </a:cubicBezTo>
                <a:close/>
              </a:path>
            </a:pathLst>
          </a:custGeom>
          <a:solidFill>
            <a:schemeClr val="bg1"/>
          </a:solidFill>
          <a:ln>
            <a:noFill/>
          </a:ln>
        </p:spPr>
        <p:txBody>
          <a:bodyPr vert="horz" wrap="square" lIns="91440" tIns="45720" rIns="91440" bIns="45720" numCol="1" anchor="t" anchorCtr="0" compatLnSpc="1">
            <a:normAutofit lnSpcReduction="10000"/>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endParaRPr lang="en-US"/>
          </a:p>
        </p:txBody>
      </p:sp>
      <p:sp>
        <p:nvSpPr>
          <p:cNvPr id="48" name="ïslíḓé"/>
          <p:cNvSpPr/>
          <p:nvPr/>
        </p:nvSpPr>
        <p:spPr bwMode="auto">
          <a:xfrm>
            <a:off x="2587350" y="2042213"/>
            <a:ext cx="343455" cy="339662"/>
          </a:xfrm>
          <a:custGeom>
            <a:avLst/>
            <a:gdLst>
              <a:gd name="connsiteX0" fmla="*/ 466437 w 600511"/>
              <a:gd name="connsiteY0" fmla="*/ 421770 h 593879"/>
              <a:gd name="connsiteX1" fmla="*/ 504684 w 600511"/>
              <a:gd name="connsiteY1" fmla="*/ 459981 h 593879"/>
              <a:gd name="connsiteX2" fmla="*/ 466437 w 600511"/>
              <a:gd name="connsiteY2" fmla="*/ 498192 h 593879"/>
              <a:gd name="connsiteX3" fmla="*/ 428190 w 600511"/>
              <a:gd name="connsiteY3" fmla="*/ 459981 h 593879"/>
              <a:gd name="connsiteX4" fmla="*/ 466437 w 600511"/>
              <a:gd name="connsiteY4" fmla="*/ 421770 h 593879"/>
              <a:gd name="connsiteX5" fmla="*/ 453390 w 600511"/>
              <a:gd name="connsiteY5" fmla="*/ 375066 h 593879"/>
              <a:gd name="connsiteX6" fmla="*/ 421127 w 600511"/>
              <a:gd name="connsiteY6" fmla="*/ 386990 h 593879"/>
              <a:gd name="connsiteX7" fmla="*/ 418868 w 600511"/>
              <a:gd name="connsiteY7" fmla="*/ 392146 h 593879"/>
              <a:gd name="connsiteX8" fmla="*/ 424031 w 600511"/>
              <a:gd name="connsiteY8" fmla="*/ 406325 h 593879"/>
              <a:gd name="connsiteX9" fmla="*/ 423385 w 600511"/>
              <a:gd name="connsiteY9" fmla="*/ 411481 h 593879"/>
              <a:gd name="connsiteX10" fmla="*/ 416287 w 600511"/>
              <a:gd name="connsiteY10" fmla="*/ 413737 h 593879"/>
              <a:gd name="connsiteX11" fmla="*/ 402414 w 600511"/>
              <a:gd name="connsiteY11" fmla="*/ 407292 h 593879"/>
              <a:gd name="connsiteX12" fmla="*/ 397252 w 600511"/>
              <a:gd name="connsiteY12" fmla="*/ 409226 h 593879"/>
              <a:gd name="connsiteX13" fmla="*/ 383056 w 600511"/>
              <a:gd name="connsiteY13" fmla="*/ 440485 h 593879"/>
              <a:gd name="connsiteX14" fmla="*/ 384669 w 600511"/>
              <a:gd name="connsiteY14" fmla="*/ 445318 h 593879"/>
              <a:gd name="connsiteX15" fmla="*/ 398542 w 600511"/>
              <a:gd name="connsiteY15" fmla="*/ 451764 h 593879"/>
              <a:gd name="connsiteX16" fmla="*/ 401769 w 600511"/>
              <a:gd name="connsiteY16" fmla="*/ 455953 h 593879"/>
              <a:gd name="connsiteX17" fmla="*/ 398220 w 600511"/>
              <a:gd name="connsiteY17" fmla="*/ 462720 h 593879"/>
              <a:gd name="connsiteX18" fmla="*/ 384024 w 600511"/>
              <a:gd name="connsiteY18" fmla="*/ 467876 h 593879"/>
              <a:gd name="connsiteX19" fmla="*/ 381766 w 600511"/>
              <a:gd name="connsiteY19" fmla="*/ 472710 h 593879"/>
              <a:gd name="connsiteX20" fmla="*/ 393380 w 600511"/>
              <a:gd name="connsiteY20" fmla="*/ 504936 h 593879"/>
              <a:gd name="connsiteX21" fmla="*/ 398542 w 600511"/>
              <a:gd name="connsiteY21" fmla="*/ 507192 h 593879"/>
              <a:gd name="connsiteX22" fmla="*/ 412738 w 600511"/>
              <a:gd name="connsiteY22" fmla="*/ 502036 h 593879"/>
              <a:gd name="connsiteX23" fmla="*/ 417900 w 600511"/>
              <a:gd name="connsiteY23" fmla="*/ 502680 h 593879"/>
              <a:gd name="connsiteX24" fmla="*/ 420159 w 600511"/>
              <a:gd name="connsiteY24" fmla="*/ 510092 h 593879"/>
              <a:gd name="connsiteX25" fmla="*/ 413706 w 600511"/>
              <a:gd name="connsiteY25" fmla="*/ 523949 h 593879"/>
              <a:gd name="connsiteX26" fmla="*/ 415642 w 600511"/>
              <a:gd name="connsiteY26" fmla="*/ 528783 h 593879"/>
              <a:gd name="connsiteX27" fmla="*/ 446937 w 600511"/>
              <a:gd name="connsiteY27" fmla="*/ 543285 h 593879"/>
              <a:gd name="connsiteX28" fmla="*/ 451777 w 600511"/>
              <a:gd name="connsiteY28" fmla="*/ 541351 h 593879"/>
              <a:gd name="connsiteX29" fmla="*/ 458230 w 600511"/>
              <a:gd name="connsiteY29" fmla="*/ 527494 h 593879"/>
              <a:gd name="connsiteX30" fmla="*/ 462424 w 600511"/>
              <a:gd name="connsiteY30" fmla="*/ 524272 h 593879"/>
              <a:gd name="connsiteX31" fmla="*/ 469199 w 600511"/>
              <a:gd name="connsiteY31" fmla="*/ 528139 h 593879"/>
              <a:gd name="connsiteX32" fmla="*/ 474361 w 600511"/>
              <a:gd name="connsiteY32" fmla="*/ 542318 h 593879"/>
              <a:gd name="connsiteX33" fmla="*/ 479201 w 600511"/>
              <a:gd name="connsiteY33" fmla="*/ 544574 h 593879"/>
              <a:gd name="connsiteX34" fmla="*/ 511464 w 600511"/>
              <a:gd name="connsiteY34" fmla="*/ 532650 h 593879"/>
              <a:gd name="connsiteX35" fmla="*/ 513723 w 600511"/>
              <a:gd name="connsiteY35" fmla="*/ 527816 h 593879"/>
              <a:gd name="connsiteX36" fmla="*/ 508560 w 600511"/>
              <a:gd name="connsiteY36" fmla="*/ 513315 h 593879"/>
              <a:gd name="connsiteX37" fmla="*/ 509206 w 600511"/>
              <a:gd name="connsiteY37" fmla="*/ 508159 h 593879"/>
              <a:gd name="connsiteX38" fmla="*/ 516626 w 600511"/>
              <a:gd name="connsiteY38" fmla="*/ 506225 h 593879"/>
              <a:gd name="connsiteX39" fmla="*/ 530500 w 600511"/>
              <a:gd name="connsiteY39" fmla="*/ 512348 h 593879"/>
              <a:gd name="connsiteX40" fmla="*/ 535339 w 600511"/>
              <a:gd name="connsiteY40" fmla="*/ 510737 h 593879"/>
              <a:gd name="connsiteX41" fmla="*/ 549858 w 600511"/>
              <a:gd name="connsiteY41" fmla="*/ 479478 h 593879"/>
              <a:gd name="connsiteX42" fmla="*/ 547922 w 600511"/>
              <a:gd name="connsiteY42" fmla="*/ 474322 h 593879"/>
              <a:gd name="connsiteX43" fmla="*/ 534049 w 600511"/>
              <a:gd name="connsiteY43" fmla="*/ 467876 h 593879"/>
              <a:gd name="connsiteX44" fmla="*/ 531145 w 600511"/>
              <a:gd name="connsiteY44" fmla="*/ 461109 h 593879"/>
              <a:gd name="connsiteX45" fmla="*/ 534694 w 600511"/>
              <a:gd name="connsiteY45" fmla="*/ 457242 h 593879"/>
              <a:gd name="connsiteX46" fmla="*/ 548890 w 600511"/>
              <a:gd name="connsiteY46" fmla="*/ 451764 h 593879"/>
              <a:gd name="connsiteX47" fmla="*/ 551148 w 600511"/>
              <a:gd name="connsiteY47" fmla="*/ 446930 h 593879"/>
              <a:gd name="connsiteX48" fmla="*/ 539211 w 600511"/>
              <a:gd name="connsiteY48" fmla="*/ 414704 h 593879"/>
              <a:gd name="connsiteX49" fmla="*/ 534371 w 600511"/>
              <a:gd name="connsiteY49" fmla="*/ 412448 h 593879"/>
              <a:gd name="connsiteX50" fmla="*/ 520175 w 600511"/>
              <a:gd name="connsiteY50" fmla="*/ 417604 h 593879"/>
              <a:gd name="connsiteX51" fmla="*/ 514691 w 600511"/>
              <a:gd name="connsiteY51" fmla="*/ 416960 h 593879"/>
              <a:gd name="connsiteX52" fmla="*/ 512755 w 600511"/>
              <a:gd name="connsiteY52" fmla="*/ 409548 h 593879"/>
              <a:gd name="connsiteX53" fmla="*/ 518885 w 600511"/>
              <a:gd name="connsiteY53" fmla="*/ 396013 h 593879"/>
              <a:gd name="connsiteX54" fmla="*/ 516949 w 600511"/>
              <a:gd name="connsiteY54" fmla="*/ 390857 h 593879"/>
              <a:gd name="connsiteX55" fmla="*/ 485976 w 600511"/>
              <a:gd name="connsiteY55" fmla="*/ 376355 h 593879"/>
              <a:gd name="connsiteX56" fmla="*/ 480814 w 600511"/>
              <a:gd name="connsiteY56" fmla="*/ 378289 h 593879"/>
              <a:gd name="connsiteX57" fmla="*/ 474361 w 600511"/>
              <a:gd name="connsiteY57" fmla="*/ 392146 h 593879"/>
              <a:gd name="connsiteX58" fmla="*/ 470167 w 600511"/>
              <a:gd name="connsiteY58" fmla="*/ 395368 h 593879"/>
              <a:gd name="connsiteX59" fmla="*/ 463714 w 600511"/>
              <a:gd name="connsiteY59" fmla="*/ 391824 h 593879"/>
              <a:gd name="connsiteX60" fmla="*/ 458230 w 600511"/>
              <a:gd name="connsiteY60" fmla="*/ 377322 h 593879"/>
              <a:gd name="connsiteX61" fmla="*/ 453390 w 600511"/>
              <a:gd name="connsiteY61" fmla="*/ 375066 h 593879"/>
              <a:gd name="connsiteX62" fmla="*/ 0 w 600511"/>
              <a:gd name="connsiteY62" fmla="*/ 372515 h 593879"/>
              <a:gd name="connsiteX63" fmla="*/ 233292 w 600511"/>
              <a:gd name="connsiteY63" fmla="*/ 465626 h 593879"/>
              <a:gd name="connsiteX64" fmla="*/ 305248 w 600511"/>
              <a:gd name="connsiteY64" fmla="*/ 461116 h 593879"/>
              <a:gd name="connsiteX65" fmla="*/ 332998 w 600511"/>
              <a:gd name="connsiteY65" fmla="*/ 549716 h 593879"/>
              <a:gd name="connsiteX66" fmla="*/ 233292 w 600511"/>
              <a:gd name="connsiteY66" fmla="*/ 558737 h 593879"/>
              <a:gd name="connsiteX67" fmla="*/ 0 w 600511"/>
              <a:gd name="connsiteY67" fmla="*/ 465626 h 593879"/>
              <a:gd name="connsiteX68" fmla="*/ 466295 w 600511"/>
              <a:gd name="connsiteY68" fmla="*/ 326083 h 593879"/>
              <a:gd name="connsiteX69" fmla="*/ 600511 w 600511"/>
              <a:gd name="connsiteY69" fmla="*/ 459820 h 593879"/>
              <a:gd name="connsiteX70" fmla="*/ 466295 w 600511"/>
              <a:gd name="connsiteY70" fmla="*/ 593879 h 593879"/>
              <a:gd name="connsiteX71" fmla="*/ 332080 w 600511"/>
              <a:gd name="connsiteY71" fmla="*/ 459820 h 593879"/>
              <a:gd name="connsiteX72" fmla="*/ 466295 w 600511"/>
              <a:gd name="connsiteY72" fmla="*/ 326083 h 593879"/>
              <a:gd name="connsiteX73" fmla="*/ 0 w 600511"/>
              <a:gd name="connsiteY73" fmla="*/ 232654 h 593879"/>
              <a:gd name="connsiteX74" fmla="*/ 233309 w 600511"/>
              <a:gd name="connsiteY74" fmla="*/ 326103 h 593879"/>
              <a:gd name="connsiteX75" fmla="*/ 466296 w 600511"/>
              <a:gd name="connsiteY75" fmla="*/ 232654 h 593879"/>
              <a:gd name="connsiteX76" fmla="*/ 466296 w 600511"/>
              <a:gd name="connsiteY76" fmla="*/ 299035 h 593879"/>
              <a:gd name="connsiteX77" fmla="*/ 312370 w 600511"/>
              <a:gd name="connsiteY77" fmla="*/ 413429 h 593879"/>
              <a:gd name="connsiteX78" fmla="*/ 233309 w 600511"/>
              <a:gd name="connsiteY78" fmla="*/ 419229 h 593879"/>
              <a:gd name="connsiteX79" fmla="*/ 0 w 600511"/>
              <a:gd name="connsiteY79" fmla="*/ 326103 h 593879"/>
              <a:gd name="connsiteX80" fmla="*/ 233309 w 600511"/>
              <a:gd name="connsiteY80" fmla="*/ 23200 h 593879"/>
              <a:gd name="connsiteX81" fmla="*/ 23234 w 600511"/>
              <a:gd name="connsiteY81" fmla="*/ 93123 h 593879"/>
              <a:gd name="connsiteX82" fmla="*/ 233309 w 600511"/>
              <a:gd name="connsiteY82" fmla="*/ 163046 h 593879"/>
              <a:gd name="connsiteX83" fmla="*/ 443062 w 600511"/>
              <a:gd name="connsiteY83" fmla="*/ 93123 h 593879"/>
              <a:gd name="connsiteX84" fmla="*/ 233309 w 600511"/>
              <a:gd name="connsiteY84" fmla="*/ 23200 h 593879"/>
              <a:gd name="connsiteX85" fmla="*/ 233309 w 600511"/>
              <a:gd name="connsiteY85" fmla="*/ 0 h 593879"/>
              <a:gd name="connsiteX86" fmla="*/ 466296 w 600511"/>
              <a:gd name="connsiteY86" fmla="*/ 93123 h 593879"/>
              <a:gd name="connsiteX87" fmla="*/ 466296 w 600511"/>
              <a:gd name="connsiteY87" fmla="*/ 186246 h 593879"/>
              <a:gd name="connsiteX88" fmla="*/ 233309 w 600511"/>
              <a:gd name="connsiteY88" fmla="*/ 279369 h 593879"/>
              <a:gd name="connsiteX89" fmla="*/ 0 w 600511"/>
              <a:gd name="connsiteY89" fmla="*/ 186246 h 593879"/>
              <a:gd name="connsiteX90" fmla="*/ 0 w 600511"/>
              <a:gd name="connsiteY90" fmla="*/ 93123 h 593879"/>
              <a:gd name="connsiteX91" fmla="*/ 233309 w 600511"/>
              <a:gd name="connsiteY91" fmla="*/ 0 h 5938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Lst>
            <a:rect l="l" t="t" r="r" b="b"/>
            <a:pathLst>
              <a:path w="600511" h="593879">
                <a:moveTo>
                  <a:pt x="466437" y="421770"/>
                </a:moveTo>
                <a:cubicBezTo>
                  <a:pt x="487560" y="421770"/>
                  <a:pt x="504684" y="438878"/>
                  <a:pt x="504684" y="459981"/>
                </a:cubicBezTo>
                <a:cubicBezTo>
                  <a:pt x="504684" y="481084"/>
                  <a:pt x="487560" y="498192"/>
                  <a:pt x="466437" y="498192"/>
                </a:cubicBezTo>
                <a:cubicBezTo>
                  <a:pt x="445314" y="498192"/>
                  <a:pt x="428190" y="481084"/>
                  <a:pt x="428190" y="459981"/>
                </a:cubicBezTo>
                <a:cubicBezTo>
                  <a:pt x="428190" y="438878"/>
                  <a:pt x="445314" y="421770"/>
                  <a:pt x="466437" y="421770"/>
                </a:cubicBezTo>
                <a:close/>
                <a:moveTo>
                  <a:pt x="453390" y="375066"/>
                </a:moveTo>
                <a:lnTo>
                  <a:pt x="421127" y="386990"/>
                </a:lnTo>
                <a:cubicBezTo>
                  <a:pt x="419191" y="387957"/>
                  <a:pt x="418223" y="389890"/>
                  <a:pt x="418868" y="392146"/>
                </a:cubicBezTo>
                <a:lnTo>
                  <a:pt x="424031" y="406325"/>
                </a:lnTo>
                <a:cubicBezTo>
                  <a:pt x="424998" y="408259"/>
                  <a:pt x="424676" y="410515"/>
                  <a:pt x="423385" y="411481"/>
                </a:cubicBezTo>
                <a:cubicBezTo>
                  <a:pt x="422417" y="412448"/>
                  <a:pt x="418223" y="414382"/>
                  <a:pt x="416287" y="413737"/>
                </a:cubicBezTo>
                <a:lnTo>
                  <a:pt x="402414" y="407292"/>
                </a:lnTo>
                <a:cubicBezTo>
                  <a:pt x="400478" y="406325"/>
                  <a:pt x="398220" y="407292"/>
                  <a:pt x="397252" y="409226"/>
                </a:cubicBezTo>
                <a:lnTo>
                  <a:pt x="383056" y="440485"/>
                </a:lnTo>
                <a:cubicBezTo>
                  <a:pt x="382088" y="442096"/>
                  <a:pt x="383056" y="444674"/>
                  <a:pt x="384669" y="445318"/>
                </a:cubicBezTo>
                <a:lnTo>
                  <a:pt x="398542" y="451764"/>
                </a:lnTo>
                <a:cubicBezTo>
                  <a:pt x="400478" y="452730"/>
                  <a:pt x="402091" y="454664"/>
                  <a:pt x="401769" y="455953"/>
                </a:cubicBezTo>
                <a:cubicBezTo>
                  <a:pt x="401769" y="457564"/>
                  <a:pt x="400156" y="462076"/>
                  <a:pt x="398220" y="462720"/>
                </a:cubicBezTo>
                <a:lnTo>
                  <a:pt x="384024" y="467876"/>
                </a:lnTo>
                <a:cubicBezTo>
                  <a:pt x="382088" y="468521"/>
                  <a:pt x="381120" y="470777"/>
                  <a:pt x="381766" y="472710"/>
                </a:cubicBezTo>
                <a:lnTo>
                  <a:pt x="393380" y="504936"/>
                </a:lnTo>
                <a:cubicBezTo>
                  <a:pt x="394348" y="506870"/>
                  <a:pt x="396607" y="507836"/>
                  <a:pt x="398542" y="507192"/>
                </a:cubicBezTo>
                <a:lnTo>
                  <a:pt x="412738" y="502036"/>
                </a:lnTo>
                <a:cubicBezTo>
                  <a:pt x="414674" y="501391"/>
                  <a:pt x="417255" y="501713"/>
                  <a:pt x="417900" y="502680"/>
                </a:cubicBezTo>
                <a:cubicBezTo>
                  <a:pt x="418868" y="503969"/>
                  <a:pt x="421127" y="508159"/>
                  <a:pt x="420159" y="510092"/>
                </a:cubicBezTo>
                <a:lnTo>
                  <a:pt x="413706" y="523949"/>
                </a:lnTo>
                <a:cubicBezTo>
                  <a:pt x="412738" y="525561"/>
                  <a:pt x="413706" y="527816"/>
                  <a:pt x="415642" y="528783"/>
                </a:cubicBezTo>
                <a:lnTo>
                  <a:pt x="446937" y="543285"/>
                </a:lnTo>
                <a:cubicBezTo>
                  <a:pt x="448873" y="544251"/>
                  <a:pt x="451132" y="543285"/>
                  <a:pt x="451777" y="541351"/>
                </a:cubicBezTo>
                <a:lnTo>
                  <a:pt x="458230" y="527494"/>
                </a:lnTo>
                <a:cubicBezTo>
                  <a:pt x="459198" y="525561"/>
                  <a:pt x="461133" y="524272"/>
                  <a:pt x="462424" y="524272"/>
                </a:cubicBezTo>
                <a:cubicBezTo>
                  <a:pt x="464037" y="524272"/>
                  <a:pt x="468554" y="525883"/>
                  <a:pt x="469199" y="528139"/>
                </a:cubicBezTo>
                <a:lnTo>
                  <a:pt x="474361" y="542318"/>
                </a:lnTo>
                <a:cubicBezTo>
                  <a:pt x="475007" y="544251"/>
                  <a:pt x="477265" y="545218"/>
                  <a:pt x="479201" y="544574"/>
                </a:cubicBezTo>
                <a:lnTo>
                  <a:pt x="511464" y="532650"/>
                </a:lnTo>
                <a:cubicBezTo>
                  <a:pt x="513400" y="532006"/>
                  <a:pt x="514368" y="529750"/>
                  <a:pt x="513723" y="527816"/>
                </a:cubicBezTo>
                <a:lnTo>
                  <a:pt x="508560" y="513315"/>
                </a:lnTo>
                <a:cubicBezTo>
                  <a:pt x="507915" y="511381"/>
                  <a:pt x="508238" y="509125"/>
                  <a:pt x="509206" y="508159"/>
                </a:cubicBezTo>
                <a:cubicBezTo>
                  <a:pt x="510496" y="507192"/>
                  <a:pt x="514691" y="505258"/>
                  <a:pt x="516626" y="506225"/>
                </a:cubicBezTo>
                <a:lnTo>
                  <a:pt x="530500" y="512348"/>
                </a:lnTo>
                <a:cubicBezTo>
                  <a:pt x="532435" y="513315"/>
                  <a:pt x="534694" y="512348"/>
                  <a:pt x="535339" y="510737"/>
                </a:cubicBezTo>
                <a:lnTo>
                  <a:pt x="549858" y="479478"/>
                </a:lnTo>
                <a:cubicBezTo>
                  <a:pt x="550825" y="477544"/>
                  <a:pt x="549858" y="475288"/>
                  <a:pt x="547922" y="474322"/>
                </a:cubicBezTo>
                <a:lnTo>
                  <a:pt x="534049" y="467876"/>
                </a:lnTo>
                <a:cubicBezTo>
                  <a:pt x="532113" y="467232"/>
                  <a:pt x="531145" y="462398"/>
                  <a:pt x="531145" y="461109"/>
                </a:cubicBezTo>
                <a:cubicBezTo>
                  <a:pt x="531145" y="459498"/>
                  <a:pt x="532435" y="457886"/>
                  <a:pt x="534694" y="457242"/>
                </a:cubicBezTo>
                <a:lnTo>
                  <a:pt x="548890" y="451764"/>
                </a:lnTo>
                <a:cubicBezTo>
                  <a:pt x="550825" y="451119"/>
                  <a:pt x="551793" y="448863"/>
                  <a:pt x="551148" y="446930"/>
                </a:cubicBezTo>
                <a:lnTo>
                  <a:pt x="539211" y="414704"/>
                </a:lnTo>
                <a:cubicBezTo>
                  <a:pt x="538565" y="412770"/>
                  <a:pt x="536307" y="411804"/>
                  <a:pt x="534371" y="412448"/>
                </a:cubicBezTo>
                <a:lnTo>
                  <a:pt x="520175" y="417604"/>
                </a:lnTo>
                <a:cubicBezTo>
                  <a:pt x="517917" y="418571"/>
                  <a:pt x="515658" y="418249"/>
                  <a:pt x="514691" y="416960"/>
                </a:cubicBezTo>
                <a:cubicBezTo>
                  <a:pt x="513723" y="415993"/>
                  <a:pt x="511787" y="411481"/>
                  <a:pt x="512755" y="409548"/>
                </a:cubicBezTo>
                <a:lnTo>
                  <a:pt x="518885" y="396013"/>
                </a:lnTo>
                <a:cubicBezTo>
                  <a:pt x="519853" y="394079"/>
                  <a:pt x="518885" y="391824"/>
                  <a:pt x="516949" y="390857"/>
                </a:cubicBezTo>
                <a:lnTo>
                  <a:pt x="485976" y="376355"/>
                </a:lnTo>
                <a:cubicBezTo>
                  <a:pt x="484040" y="375711"/>
                  <a:pt x="481782" y="376355"/>
                  <a:pt x="480814" y="378289"/>
                </a:cubicBezTo>
                <a:lnTo>
                  <a:pt x="474361" y="392146"/>
                </a:lnTo>
                <a:cubicBezTo>
                  <a:pt x="473716" y="394079"/>
                  <a:pt x="471780" y="395691"/>
                  <a:pt x="470167" y="395368"/>
                </a:cubicBezTo>
                <a:cubicBezTo>
                  <a:pt x="468877" y="395368"/>
                  <a:pt x="464360" y="393757"/>
                  <a:pt x="463714" y="391824"/>
                </a:cubicBezTo>
                <a:lnTo>
                  <a:pt x="458230" y="377322"/>
                </a:lnTo>
                <a:cubicBezTo>
                  <a:pt x="457584" y="375389"/>
                  <a:pt x="455326" y="374422"/>
                  <a:pt x="453390" y="375066"/>
                </a:cubicBezTo>
                <a:close/>
                <a:moveTo>
                  <a:pt x="0" y="372515"/>
                </a:moveTo>
                <a:cubicBezTo>
                  <a:pt x="0" y="424064"/>
                  <a:pt x="104223" y="465626"/>
                  <a:pt x="233292" y="465626"/>
                </a:cubicBezTo>
                <a:cubicBezTo>
                  <a:pt x="258461" y="465626"/>
                  <a:pt x="282661" y="464015"/>
                  <a:pt x="305248" y="461116"/>
                </a:cubicBezTo>
                <a:cubicBezTo>
                  <a:pt x="305571" y="493978"/>
                  <a:pt x="315574" y="524264"/>
                  <a:pt x="332998" y="549716"/>
                </a:cubicBezTo>
                <a:cubicBezTo>
                  <a:pt x="302667" y="555515"/>
                  <a:pt x="268786" y="558737"/>
                  <a:pt x="233292" y="558737"/>
                </a:cubicBezTo>
                <a:cubicBezTo>
                  <a:pt x="104546" y="558737"/>
                  <a:pt x="0" y="517175"/>
                  <a:pt x="0" y="465626"/>
                </a:cubicBezTo>
                <a:close/>
                <a:moveTo>
                  <a:pt x="466295" y="326083"/>
                </a:moveTo>
                <a:cubicBezTo>
                  <a:pt x="540501" y="326083"/>
                  <a:pt x="600511" y="386023"/>
                  <a:pt x="600511" y="459820"/>
                </a:cubicBezTo>
                <a:cubicBezTo>
                  <a:pt x="600511" y="533939"/>
                  <a:pt x="540501" y="593879"/>
                  <a:pt x="466295" y="593879"/>
                </a:cubicBezTo>
                <a:cubicBezTo>
                  <a:pt x="392412" y="593879"/>
                  <a:pt x="332080" y="533939"/>
                  <a:pt x="332080" y="459820"/>
                </a:cubicBezTo>
                <a:cubicBezTo>
                  <a:pt x="332080" y="386023"/>
                  <a:pt x="392412" y="326083"/>
                  <a:pt x="466295" y="326083"/>
                </a:cubicBezTo>
                <a:close/>
                <a:moveTo>
                  <a:pt x="0" y="232654"/>
                </a:moveTo>
                <a:cubicBezTo>
                  <a:pt x="0" y="284212"/>
                  <a:pt x="104554" y="326103"/>
                  <a:pt x="233309" y="326103"/>
                </a:cubicBezTo>
                <a:cubicBezTo>
                  <a:pt x="362065" y="326103"/>
                  <a:pt x="466296" y="284212"/>
                  <a:pt x="466296" y="232654"/>
                </a:cubicBezTo>
                <a:lnTo>
                  <a:pt x="466296" y="299035"/>
                </a:lnTo>
                <a:cubicBezTo>
                  <a:pt x="393689" y="299035"/>
                  <a:pt x="332377" y="347370"/>
                  <a:pt x="312370" y="413429"/>
                </a:cubicBezTo>
                <a:cubicBezTo>
                  <a:pt x="287522" y="416973"/>
                  <a:pt x="261061" y="419229"/>
                  <a:pt x="233309" y="419229"/>
                </a:cubicBezTo>
                <a:cubicBezTo>
                  <a:pt x="104231" y="419229"/>
                  <a:pt x="0" y="377338"/>
                  <a:pt x="0" y="326103"/>
                </a:cubicBezTo>
                <a:close/>
                <a:moveTo>
                  <a:pt x="233309" y="23200"/>
                </a:moveTo>
                <a:cubicBezTo>
                  <a:pt x="105199" y="23200"/>
                  <a:pt x="23234" y="64445"/>
                  <a:pt x="23234" y="93123"/>
                </a:cubicBezTo>
                <a:cubicBezTo>
                  <a:pt x="23234" y="121479"/>
                  <a:pt x="105199" y="163046"/>
                  <a:pt x="233309" y="163046"/>
                </a:cubicBezTo>
                <a:cubicBezTo>
                  <a:pt x="361420" y="163046"/>
                  <a:pt x="443062" y="121479"/>
                  <a:pt x="443062" y="93123"/>
                </a:cubicBezTo>
                <a:cubicBezTo>
                  <a:pt x="443062" y="64445"/>
                  <a:pt x="361420" y="23200"/>
                  <a:pt x="233309" y="23200"/>
                </a:cubicBezTo>
                <a:close/>
                <a:moveTo>
                  <a:pt x="233309" y="0"/>
                </a:moveTo>
                <a:cubicBezTo>
                  <a:pt x="362065" y="0"/>
                  <a:pt x="466296" y="41567"/>
                  <a:pt x="466296" y="93123"/>
                </a:cubicBezTo>
                <a:lnTo>
                  <a:pt x="466296" y="186246"/>
                </a:lnTo>
                <a:cubicBezTo>
                  <a:pt x="466296" y="237802"/>
                  <a:pt x="362065" y="279369"/>
                  <a:pt x="233309" y="279369"/>
                </a:cubicBezTo>
                <a:cubicBezTo>
                  <a:pt x="104231" y="279369"/>
                  <a:pt x="0" y="237802"/>
                  <a:pt x="0" y="186246"/>
                </a:cubicBezTo>
                <a:lnTo>
                  <a:pt x="0" y="93123"/>
                </a:lnTo>
                <a:cubicBezTo>
                  <a:pt x="0" y="41567"/>
                  <a:pt x="104554" y="0"/>
                  <a:pt x="233309" y="0"/>
                </a:cubicBezTo>
                <a:close/>
              </a:path>
            </a:pathLst>
          </a:custGeom>
          <a:solidFill>
            <a:schemeClr val="bg1"/>
          </a:solidFill>
          <a:ln>
            <a:noFill/>
          </a:ln>
        </p:spPr>
        <p:txBody>
          <a:bodyPr vert="horz" wrap="square" lIns="91440" tIns="45720" rIns="91440" bIns="45720" numCol="1" anchor="t" anchorCtr="0" compatLnSpc="1">
            <a:normAutofit lnSpcReduction="10000"/>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endParaRPr lang="en-US"/>
          </a:p>
        </p:txBody>
      </p:sp>
      <p:sp>
        <p:nvSpPr>
          <p:cNvPr id="51" name="ïṣľîḋê"/>
          <p:cNvSpPr/>
          <p:nvPr/>
        </p:nvSpPr>
        <p:spPr>
          <a:xfrm>
            <a:off x="3255701" y="1637882"/>
            <a:ext cx="8051950" cy="1271414"/>
          </a:xfrm>
          <a:prstGeom prst="rect">
            <a:avLst/>
          </a:prstGeom>
        </p:spPr>
        <p:txBody>
          <a:bodyPr wrap="square" lIns="91440" tIns="45720" rIns="91440" bIns="45720" anchor="ctr" anchorCtr="0">
            <a:normAutofit/>
          </a:bodyPr>
          <a:lstStyle/>
          <a:p>
            <a:pPr>
              <a:lnSpc>
                <a:spcPct val="150000"/>
              </a:lnSpc>
            </a:pPr>
            <a:r>
              <a:rPr lang="zh-CN" altLang="en-US" sz="2400" dirty="0">
                <a:solidFill>
                  <a:srgbClr val="0000FF"/>
                </a:solidFill>
              </a:rPr>
              <a:t>系统安全</a:t>
            </a:r>
            <a:endParaRPr lang="en-US" altLang="zh-CN" sz="2400" dirty="0">
              <a:solidFill>
                <a:srgbClr val="0000FF"/>
              </a:solidFill>
            </a:endParaRPr>
          </a:p>
          <a:p>
            <a:pPr marL="342900" indent="-342900">
              <a:lnSpc>
                <a:spcPct val="150000"/>
              </a:lnSpc>
              <a:buClr>
                <a:schemeClr val="tx1"/>
              </a:buClr>
              <a:buFont typeface="Wingdings" panose="05000000000000000000" pitchFamily="2" charset="2"/>
              <a:buChar char="Ø"/>
            </a:pPr>
            <a:r>
              <a:rPr lang="zh-CN" altLang="en-US" sz="2400" dirty="0"/>
              <a:t>认证技术、密码技术、访问控制技术、反病毒技术。</a:t>
            </a:r>
            <a:endParaRPr lang="zh-CN" altLang="en-US" sz="2400" dirty="0"/>
          </a:p>
        </p:txBody>
      </p:sp>
      <p:sp>
        <p:nvSpPr>
          <p:cNvPr id="53" name="îṧľïdè"/>
          <p:cNvSpPr/>
          <p:nvPr/>
        </p:nvSpPr>
        <p:spPr>
          <a:xfrm>
            <a:off x="3829495" y="3136709"/>
            <a:ext cx="6512240" cy="1066230"/>
          </a:xfrm>
          <a:prstGeom prst="rect">
            <a:avLst/>
          </a:prstGeom>
        </p:spPr>
        <p:txBody>
          <a:bodyPr wrap="square" lIns="91440" tIns="45720" rIns="91440" bIns="45720" anchor="ctr" anchorCtr="0">
            <a:normAutofit/>
          </a:bodyPr>
          <a:lstStyle/>
          <a:p>
            <a:pPr>
              <a:lnSpc>
                <a:spcPct val="132000"/>
              </a:lnSpc>
            </a:pPr>
            <a:r>
              <a:rPr lang="zh-CN" altLang="en-US" sz="2400" dirty="0">
                <a:solidFill>
                  <a:srgbClr val="0000FF"/>
                </a:solidFill>
              </a:rPr>
              <a:t>网络功能和服务</a:t>
            </a:r>
            <a:endParaRPr lang="en-US" altLang="zh-CN" sz="2400" dirty="0">
              <a:solidFill>
                <a:srgbClr val="0000FF"/>
              </a:solidFill>
            </a:endParaRPr>
          </a:p>
          <a:p>
            <a:pPr marL="342900" indent="-342900">
              <a:lnSpc>
                <a:spcPct val="132000"/>
              </a:lnSpc>
              <a:buFont typeface="Wingdings" panose="05000000000000000000" pitchFamily="2" charset="2"/>
              <a:buChar char="Ø"/>
            </a:pPr>
            <a:r>
              <a:rPr lang="zh-CN" altLang="en-US" sz="2400" dirty="0"/>
              <a:t>网络通信、资源管理、应用互操作。</a:t>
            </a:r>
            <a:endParaRPr lang="zh-CN" altLang="en-US" sz="2400" dirty="0"/>
          </a:p>
        </p:txBody>
      </p:sp>
      <p:sp>
        <p:nvSpPr>
          <p:cNvPr id="55" name="ïśļíde"/>
          <p:cNvSpPr/>
          <p:nvPr/>
        </p:nvSpPr>
        <p:spPr>
          <a:xfrm>
            <a:off x="3336536" y="4672403"/>
            <a:ext cx="7498158" cy="883466"/>
          </a:xfrm>
          <a:prstGeom prst="rect">
            <a:avLst/>
          </a:prstGeom>
        </p:spPr>
        <p:txBody>
          <a:bodyPr wrap="square" lIns="91440" tIns="45720" rIns="91440" bIns="45720" anchor="ctr" anchorCtr="0">
            <a:normAutofit lnSpcReduction="10000"/>
          </a:bodyPr>
          <a:lstStyle/>
          <a:p>
            <a:r>
              <a:rPr lang="zh-CN" altLang="en-US" sz="2400" dirty="0">
                <a:solidFill>
                  <a:srgbClr val="0000FF"/>
                </a:solidFill>
              </a:rPr>
              <a:t>支持多媒体</a:t>
            </a:r>
            <a:endParaRPr lang="en-US" altLang="zh-CN" sz="2400" dirty="0">
              <a:solidFill>
                <a:srgbClr val="0000FF"/>
              </a:solidFill>
            </a:endParaRPr>
          </a:p>
          <a:p>
            <a:pPr marL="342900" indent="-342900">
              <a:lnSpc>
                <a:spcPct val="132000"/>
              </a:lnSpc>
              <a:buFont typeface="Wingdings" panose="05000000000000000000" pitchFamily="2" charset="2"/>
              <a:buChar char="Ø"/>
            </a:pPr>
            <a:r>
              <a:rPr lang="zh-CN" altLang="en-US" sz="2400" dirty="0"/>
              <a:t>接纳控制技术、实时调度、多媒体文件的存储。</a:t>
            </a:r>
            <a:endParaRPr lang="zh-CN" altLang="en-US" sz="2400" dirty="0"/>
          </a:p>
        </p:txBody>
      </p:sp>
    </p:spTree>
  </p:cSld>
  <p:clrMapOvr>
    <a:masterClrMapping/>
  </p:clrMapOvr>
  <p:transition/>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文本占位符 13"/>
          <p:cNvSpPr txBox="1"/>
          <p:nvPr/>
        </p:nvSpPr>
        <p:spPr>
          <a:xfrm>
            <a:off x="669925" y="5602927"/>
            <a:ext cx="10850563" cy="296271"/>
          </a:xfrm>
          <a:prstGeom prst="rect">
            <a:avLst/>
          </a:prstGeom>
        </p:spPr>
        <p:txBody>
          <a:bodyPr vert="horz" anchor="ctr">
            <a:noAutofit/>
          </a:bodyPr>
          <a:lstStyle>
            <a:lvl1pPr marL="0" indent="0" algn="r" defTabSz="914400" rtl="0" eaLnBrk="1" latinLnBrk="0" hangingPunct="1">
              <a:lnSpc>
                <a:spcPct val="90000"/>
              </a:lnSpc>
              <a:spcBef>
                <a:spcPts val="1000"/>
              </a:spcBef>
              <a:buFont typeface="Arial" panose="020B0604020202090204" pitchFamily="34" charset="0"/>
              <a:buNone/>
              <a:defRPr sz="1500" b="0" kern="1200">
                <a:solidFill>
                  <a:schemeClr val="bg1"/>
                </a:solidFill>
                <a:latin typeface="+mn-lt"/>
                <a:ea typeface="+mn-ea"/>
                <a:cs typeface="+mn-cs"/>
              </a:defRPr>
            </a:lvl1pPr>
            <a:lvl2pPr marL="457200" indent="0" algn="l"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90204" pitchFamily="34" charset="0"/>
              <a:buNone/>
              <a:defRPr sz="1400"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90204" pitchFamily="34" charset="0"/>
              <a:buNone/>
              <a:defRPr sz="12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90204" pitchFamily="34" charset="0"/>
              <a:buNone/>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r>
              <a:rPr lang="en-US" altLang="zh-CN"/>
              <a:t>Date</a:t>
            </a:r>
            <a:endParaRPr lang="zh-CN" altLang="en-US" dirty="0"/>
          </a:p>
        </p:txBody>
      </p:sp>
      <p:sp>
        <p:nvSpPr>
          <p:cNvPr id="20" name="矩形 19"/>
          <p:cNvSpPr/>
          <p:nvPr/>
        </p:nvSpPr>
        <p:spPr>
          <a:xfrm>
            <a:off x="771525" y="257830"/>
            <a:ext cx="1980029" cy="523220"/>
          </a:xfrm>
          <a:prstGeom prst="rect">
            <a:avLst/>
          </a:prstGeom>
        </p:spPr>
        <p:txBody>
          <a:bodyPr wrap="none">
            <a:spAutoFit/>
          </a:bodyPr>
          <a:lstStyle/>
          <a:p>
            <a:r>
              <a:rPr lang="zh-CN" altLang="en-US" sz="2800" b="1" dirty="0">
                <a:solidFill>
                  <a:srgbClr val="FF0000"/>
                </a:solidFill>
              </a:rPr>
              <a:t>内容导航：</a:t>
            </a:r>
            <a:endParaRPr lang="zh-CN" altLang="en-US" sz="2800" b="1" dirty="0">
              <a:solidFill>
                <a:srgbClr val="FF0000"/>
              </a:solidFill>
            </a:endParaRPr>
          </a:p>
        </p:txBody>
      </p:sp>
      <p:sp>
        <p:nvSpPr>
          <p:cNvPr id="22" name="矩形 21"/>
          <p:cNvSpPr/>
          <p:nvPr/>
        </p:nvSpPr>
        <p:spPr>
          <a:xfrm>
            <a:off x="1696469" y="1737498"/>
            <a:ext cx="4500146" cy="461665"/>
          </a:xfrm>
          <a:prstGeom prst="rect">
            <a:avLst/>
          </a:prstGeom>
        </p:spPr>
        <p:txBody>
          <a:bodyPr wrap="square">
            <a:spAutoFit/>
          </a:bodyPr>
          <a:lstStyle/>
          <a:p>
            <a:r>
              <a:rPr lang="en-US" altLang="zh-CN" sz="2400" dirty="0">
                <a:solidFill>
                  <a:srgbClr val="00005C"/>
                </a:solidFill>
                <a:latin typeface="+mj-ea"/>
                <a:ea typeface="+mj-ea"/>
              </a:rPr>
              <a:t>1.1 </a:t>
            </a:r>
            <a:r>
              <a:rPr lang="zh-CN" altLang="en-US" sz="2400" dirty="0">
                <a:solidFill>
                  <a:srgbClr val="00005C"/>
                </a:solidFill>
                <a:latin typeface="+mj-ea"/>
                <a:ea typeface="+mj-ea"/>
              </a:rPr>
              <a:t>操作系统的目标和作用</a:t>
            </a:r>
            <a:endParaRPr lang="en-US" altLang="zh-CN" sz="2400" dirty="0">
              <a:solidFill>
                <a:srgbClr val="00005C"/>
              </a:solidFill>
              <a:latin typeface="+mj-ea"/>
              <a:ea typeface="+mj-ea"/>
            </a:endParaRPr>
          </a:p>
        </p:txBody>
      </p:sp>
      <p:sp>
        <p:nvSpPr>
          <p:cNvPr id="23" name="矩形 22"/>
          <p:cNvSpPr/>
          <p:nvPr/>
        </p:nvSpPr>
        <p:spPr>
          <a:xfrm>
            <a:off x="1696469" y="2375673"/>
            <a:ext cx="3682150" cy="461665"/>
          </a:xfrm>
          <a:prstGeom prst="rect">
            <a:avLst/>
          </a:prstGeom>
        </p:spPr>
        <p:txBody>
          <a:bodyPr wrap="square">
            <a:spAutoFit/>
          </a:bodyPr>
          <a:lstStyle/>
          <a:p>
            <a:r>
              <a:rPr lang="en-US" altLang="zh-CN" sz="2400" dirty="0">
                <a:latin typeface="+mj-ea"/>
              </a:rPr>
              <a:t>1.2 </a:t>
            </a:r>
            <a:r>
              <a:rPr lang="zh-CN" altLang="en-US" sz="2400" dirty="0">
                <a:latin typeface="+mj-ea"/>
              </a:rPr>
              <a:t>操作系统的发展过程</a:t>
            </a:r>
            <a:endParaRPr lang="en-US" altLang="zh-CN" sz="2400" dirty="0">
              <a:latin typeface="+mj-ea"/>
            </a:endParaRPr>
          </a:p>
        </p:txBody>
      </p:sp>
      <p:sp>
        <p:nvSpPr>
          <p:cNvPr id="24" name="矩形 23"/>
          <p:cNvSpPr/>
          <p:nvPr/>
        </p:nvSpPr>
        <p:spPr>
          <a:xfrm>
            <a:off x="1696468" y="2994798"/>
            <a:ext cx="3488967" cy="461665"/>
          </a:xfrm>
          <a:prstGeom prst="rect">
            <a:avLst/>
          </a:prstGeom>
        </p:spPr>
        <p:txBody>
          <a:bodyPr wrap="square">
            <a:spAutoFit/>
          </a:bodyPr>
          <a:lstStyle/>
          <a:p>
            <a:r>
              <a:rPr lang="en-US" altLang="zh-CN" sz="2400" dirty="0">
                <a:latin typeface="+mj-ea"/>
              </a:rPr>
              <a:t>1.3 </a:t>
            </a:r>
            <a:r>
              <a:rPr lang="zh-CN" altLang="en-US" sz="2400" dirty="0">
                <a:latin typeface="+mj-ea"/>
              </a:rPr>
              <a:t>操作系统的基本特征</a:t>
            </a:r>
            <a:endParaRPr lang="en-US" altLang="zh-CN" sz="2400" dirty="0">
              <a:latin typeface="+mj-ea"/>
            </a:endParaRPr>
          </a:p>
        </p:txBody>
      </p:sp>
      <p:sp>
        <p:nvSpPr>
          <p:cNvPr id="25" name="矩形 24"/>
          <p:cNvSpPr/>
          <p:nvPr/>
        </p:nvSpPr>
        <p:spPr>
          <a:xfrm>
            <a:off x="1696468" y="3613923"/>
            <a:ext cx="3488967" cy="461665"/>
          </a:xfrm>
          <a:prstGeom prst="rect">
            <a:avLst/>
          </a:prstGeom>
        </p:spPr>
        <p:txBody>
          <a:bodyPr wrap="square">
            <a:spAutoFit/>
          </a:bodyPr>
          <a:lstStyle/>
          <a:p>
            <a:r>
              <a:rPr lang="en-US" altLang="zh-CN" sz="2400" dirty="0">
                <a:latin typeface="+mj-ea"/>
              </a:rPr>
              <a:t>1.4 </a:t>
            </a:r>
            <a:r>
              <a:rPr lang="zh-CN" altLang="en-US" sz="2400" dirty="0">
                <a:latin typeface="+mj-ea"/>
              </a:rPr>
              <a:t>操作系统的运行环境</a:t>
            </a:r>
            <a:endParaRPr lang="zh-CN" altLang="en-US" sz="2400" dirty="0">
              <a:latin typeface="+mj-ea"/>
            </a:endParaRPr>
          </a:p>
        </p:txBody>
      </p:sp>
      <p:sp>
        <p:nvSpPr>
          <p:cNvPr id="27" name="矩形 26"/>
          <p:cNvSpPr/>
          <p:nvPr/>
        </p:nvSpPr>
        <p:spPr>
          <a:xfrm>
            <a:off x="1696469" y="4233048"/>
            <a:ext cx="3905342" cy="461665"/>
          </a:xfrm>
          <a:prstGeom prst="rect">
            <a:avLst/>
          </a:prstGeom>
        </p:spPr>
        <p:txBody>
          <a:bodyPr wrap="square">
            <a:spAutoFit/>
          </a:bodyPr>
          <a:lstStyle/>
          <a:p>
            <a:r>
              <a:rPr lang="en-US" altLang="zh-CN" sz="2400" dirty="0">
                <a:latin typeface="+mj-ea"/>
              </a:rPr>
              <a:t>1.5 </a:t>
            </a:r>
            <a:r>
              <a:rPr lang="zh-CN" altLang="en-US" sz="2400" dirty="0">
                <a:latin typeface="+mj-ea"/>
              </a:rPr>
              <a:t>操作系统的主要功能</a:t>
            </a:r>
            <a:endParaRPr lang="zh-CN" altLang="en-US" sz="2400" dirty="0">
              <a:latin typeface="+mj-ea"/>
            </a:endParaRPr>
          </a:p>
        </p:txBody>
      </p:sp>
      <p:sp>
        <p:nvSpPr>
          <p:cNvPr id="28" name="矩形 27"/>
          <p:cNvSpPr/>
          <p:nvPr/>
        </p:nvSpPr>
        <p:spPr>
          <a:xfrm>
            <a:off x="1696468" y="4852173"/>
            <a:ext cx="3682151" cy="461665"/>
          </a:xfrm>
          <a:prstGeom prst="rect">
            <a:avLst/>
          </a:prstGeom>
        </p:spPr>
        <p:txBody>
          <a:bodyPr wrap="square">
            <a:spAutoFit/>
          </a:bodyPr>
          <a:lstStyle/>
          <a:p>
            <a:r>
              <a:rPr lang="en-US" altLang="zh-CN" sz="2400" b="1" dirty="0">
                <a:solidFill>
                  <a:srgbClr val="0000FF"/>
                </a:solidFill>
                <a:latin typeface="+mj-ea"/>
              </a:rPr>
              <a:t>1.6 </a:t>
            </a:r>
            <a:r>
              <a:rPr lang="zh-CN" altLang="en-US" sz="2400" b="1" dirty="0">
                <a:solidFill>
                  <a:srgbClr val="0000FF"/>
                </a:solidFill>
                <a:latin typeface="+mj-ea"/>
              </a:rPr>
              <a:t>操作系统的结构设计</a:t>
            </a:r>
            <a:endParaRPr lang="zh-CN" altLang="en-US" sz="2400" b="1" dirty="0">
              <a:solidFill>
                <a:srgbClr val="0000FF"/>
              </a:solidFill>
              <a:latin typeface="+mj-ea"/>
            </a:endParaRPr>
          </a:p>
        </p:txBody>
      </p:sp>
      <p:sp>
        <p:nvSpPr>
          <p:cNvPr id="29" name="矩形 28"/>
          <p:cNvSpPr/>
          <p:nvPr/>
        </p:nvSpPr>
        <p:spPr>
          <a:xfrm>
            <a:off x="1696469" y="5471298"/>
            <a:ext cx="2587446" cy="400110"/>
          </a:xfrm>
          <a:prstGeom prst="rect">
            <a:avLst/>
          </a:prstGeom>
        </p:spPr>
        <p:txBody>
          <a:bodyPr wrap="square">
            <a:spAutoFit/>
          </a:bodyPr>
          <a:lstStyle/>
          <a:p>
            <a:r>
              <a:rPr lang="en-US" altLang="zh-CN" sz="2400" dirty="0">
                <a:latin typeface="+mj-ea"/>
              </a:rPr>
              <a:t>1.7 </a:t>
            </a:r>
            <a:r>
              <a:rPr lang="zh-CN" altLang="en-US" sz="2400" dirty="0">
                <a:latin typeface="+mj-ea"/>
              </a:rPr>
              <a:t>系统调用</a:t>
            </a:r>
            <a:endParaRPr lang="zh-CN" altLang="en-US" sz="2400" dirty="0">
              <a:latin typeface="+mj-ea"/>
            </a:endParaRPr>
          </a:p>
        </p:txBody>
      </p:sp>
      <p:sp>
        <p:nvSpPr>
          <p:cNvPr id="3" name="矩形 2"/>
          <p:cNvSpPr/>
          <p:nvPr/>
        </p:nvSpPr>
        <p:spPr>
          <a:xfrm>
            <a:off x="7395099" y="2386337"/>
            <a:ext cx="4262705" cy="646331"/>
          </a:xfrm>
          <a:prstGeom prst="rect">
            <a:avLst/>
          </a:prstGeom>
        </p:spPr>
        <p:txBody>
          <a:bodyPr wrap="none">
            <a:spAutoFit/>
          </a:bodyPr>
          <a:lstStyle/>
          <a:p>
            <a:r>
              <a:rPr lang="zh-CN" altLang="en-US" sz="3600" dirty="0">
                <a:solidFill>
                  <a:srgbClr val="000000"/>
                </a:solidFill>
              </a:rPr>
              <a:t>第</a:t>
            </a:r>
            <a:r>
              <a:rPr lang="en-US" altLang="zh-CN" sz="3600" dirty="0">
                <a:solidFill>
                  <a:srgbClr val="000000"/>
                </a:solidFill>
              </a:rPr>
              <a:t>1</a:t>
            </a:r>
            <a:r>
              <a:rPr lang="zh-CN" altLang="en-US" sz="3600" dirty="0">
                <a:solidFill>
                  <a:srgbClr val="000000"/>
                </a:solidFill>
              </a:rPr>
              <a:t>章 操作系统引论</a:t>
            </a:r>
            <a:endParaRPr lang="zh-CN" altLang="en-US" sz="3600" dirty="0"/>
          </a:p>
        </p:txBody>
      </p:sp>
      <p:cxnSp>
        <p:nvCxnSpPr>
          <p:cNvPr id="5" name="直接连接符 4"/>
          <p:cNvCxnSpPr/>
          <p:nvPr/>
        </p:nvCxnSpPr>
        <p:spPr>
          <a:xfrm>
            <a:off x="7421733" y="3190471"/>
            <a:ext cx="4125389" cy="0"/>
          </a:xfrm>
          <a:prstGeom prst="line">
            <a:avLst/>
          </a:prstGeom>
        </p:spPr>
        <p:style>
          <a:lnRef idx="1">
            <a:schemeClr val="accent1"/>
          </a:lnRef>
          <a:fillRef idx="0">
            <a:schemeClr val="accent1"/>
          </a:fillRef>
          <a:effectRef idx="0">
            <a:schemeClr val="accent1"/>
          </a:effectRef>
          <a:fontRef idx="minor">
            <a:schemeClr val="tx1"/>
          </a:fontRef>
        </p:style>
      </p:cxnSp>
      <p:sp>
        <p:nvSpPr>
          <p:cNvPr id="8" name="矩形 7"/>
          <p:cNvSpPr/>
          <p:nvPr/>
        </p:nvSpPr>
        <p:spPr>
          <a:xfrm>
            <a:off x="-9526" y="6375042"/>
            <a:ext cx="12201526" cy="48295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30" name="图片 29"/>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244475" y="261476"/>
            <a:ext cx="527050" cy="527050"/>
          </a:xfrm>
          <a:prstGeom prst="rect">
            <a:avLst/>
          </a:prstGeom>
        </p:spPr>
      </p:pic>
      <p:pic>
        <p:nvPicPr>
          <p:cNvPr id="31" name="图片 30"/>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1169418" y="1700488"/>
            <a:ext cx="527050" cy="527050"/>
          </a:xfrm>
          <a:prstGeom prst="rect">
            <a:avLst/>
          </a:prstGeom>
          <a:ln>
            <a:noFill/>
          </a:ln>
          <a:effectLst>
            <a:softEdge rad="0"/>
          </a:effectLst>
        </p:spPr>
      </p:pic>
      <p:pic>
        <p:nvPicPr>
          <p:cNvPr id="32" name="图片 31"/>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1169418" y="2285628"/>
            <a:ext cx="527050" cy="527050"/>
          </a:xfrm>
          <a:prstGeom prst="rect">
            <a:avLst/>
          </a:prstGeom>
          <a:ln>
            <a:noFill/>
          </a:ln>
          <a:effectLst>
            <a:softEdge rad="0"/>
          </a:effectLst>
        </p:spPr>
      </p:pic>
      <p:pic>
        <p:nvPicPr>
          <p:cNvPr id="40" name="图片 39"/>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1169418" y="2941097"/>
            <a:ext cx="527050" cy="527050"/>
          </a:xfrm>
          <a:prstGeom prst="rect">
            <a:avLst/>
          </a:prstGeom>
          <a:ln>
            <a:noFill/>
          </a:ln>
          <a:effectLst>
            <a:softEdge rad="0"/>
          </a:effectLst>
        </p:spPr>
      </p:pic>
      <p:pic>
        <p:nvPicPr>
          <p:cNvPr id="41" name="图片 40"/>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1169418" y="3559570"/>
            <a:ext cx="527050" cy="527050"/>
          </a:xfrm>
          <a:prstGeom prst="rect">
            <a:avLst/>
          </a:prstGeom>
          <a:ln>
            <a:noFill/>
          </a:ln>
          <a:effectLst>
            <a:softEdge rad="0"/>
          </a:effectLst>
        </p:spPr>
      </p:pic>
      <p:pic>
        <p:nvPicPr>
          <p:cNvPr id="42" name="图片 41"/>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1169418" y="4185650"/>
            <a:ext cx="527050" cy="527050"/>
          </a:xfrm>
          <a:prstGeom prst="rect">
            <a:avLst/>
          </a:prstGeom>
          <a:ln>
            <a:noFill/>
          </a:ln>
          <a:effectLst>
            <a:softEdge rad="0"/>
          </a:effectLst>
        </p:spPr>
      </p:pic>
      <p:pic>
        <p:nvPicPr>
          <p:cNvPr id="43" name="图片 42"/>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1169418" y="4823363"/>
            <a:ext cx="527050" cy="527050"/>
          </a:xfrm>
          <a:prstGeom prst="rect">
            <a:avLst/>
          </a:prstGeom>
          <a:ln>
            <a:noFill/>
          </a:ln>
          <a:effectLst>
            <a:softEdge rad="0"/>
          </a:effectLst>
        </p:spPr>
      </p:pic>
      <p:pic>
        <p:nvPicPr>
          <p:cNvPr id="44" name="图片 43"/>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1169418" y="5424080"/>
            <a:ext cx="527050" cy="527050"/>
          </a:xfrm>
          <a:prstGeom prst="rect">
            <a:avLst/>
          </a:prstGeom>
          <a:ln>
            <a:noFill/>
          </a:ln>
          <a:effectLst>
            <a:softEdge rad="0"/>
          </a:effectLst>
        </p:spPr>
      </p:pic>
    </p:spTree>
  </p:cSld>
  <p:clrMapOvr>
    <a:masterClrMapping/>
  </p:clrMapOvr>
  <p:transition/>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78668"/>
            <a:ext cx="7026275" cy="523220"/>
          </a:xfrm>
          <a:prstGeom prst="rect">
            <a:avLst/>
          </a:prstGeom>
        </p:spPr>
        <p:txBody>
          <a:bodyPr wrap="square">
            <a:spAutoFit/>
          </a:bodyPr>
          <a:lstStyle/>
          <a:p>
            <a:r>
              <a:rPr lang="zh-CN" altLang="en-US" sz="2800" b="1" dirty="0">
                <a:solidFill>
                  <a:srgbClr val="FF0000"/>
                </a:solidFill>
              </a:rPr>
              <a:t>操作系统结构设计</a:t>
            </a:r>
            <a:endParaRPr lang="zh-CN" altLang="en-US" sz="2800" b="1" dirty="0">
              <a:solidFill>
                <a:srgbClr val="FF0000"/>
              </a:solidFill>
            </a:endParaRPr>
          </a:p>
        </p:txBody>
      </p:sp>
      <p:sp>
        <p:nvSpPr>
          <p:cNvPr id="13" name="iṥḷîdé"/>
          <p:cNvSpPr/>
          <p:nvPr/>
        </p:nvSpPr>
        <p:spPr bwMode="auto">
          <a:xfrm rot="610268">
            <a:off x="4224180" y="3695598"/>
            <a:ext cx="1187744" cy="1497020"/>
          </a:xfrm>
          <a:prstGeom prst="rtTriangle">
            <a:avLst/>
          </a:prstGeom>
          <a:solidFill>
            <a:schemeClr val="bg1">
              <a:lumMod val="65000"/>
            </a:schemeClr>
          </a:solidFill>
          <a:ln w="19050">
            <a:noFill/>
            <a:round/>
          </a:ln>
        </p:spPr>
        <p:txBody>
          <a:bodyPr wrap="square" lIns="91440" tIns="45720" rIns="91440" bIns="45720" anchor="ctr">
            <a:normAutofit/>
          </a:bodyPr>
          <a:lstStyle/>
          <a:p>
            <a:pPr algn="ctr"/>
          </a:p>
        </p:txBody>
      </p:sp>
      <p:sp>
        <p:nvSpPr>
          <p:cNvPr id="14" name="ïš1iďe"/>
          <p:cNvSpPr/>
          <p:nvPr/>
        </p:nvSpPr>
        <p:spPr bwMode="auto">
          <a:xfrm rot="16200000">
            <a:off x="1772352" y="1064207"/>
            <a:ext cx="1296144" cy="2052228"/>
          </a:xfrm>
          <a:prstGeom prst="triangle">
            <a:avLst/>
          </a:prstGeom>
          <a:solidFill>
            <a:schemeClr val="bg1">
              <a:lumMod val="65000"/>
            </a:schemeClr>
          </a:solidFill>
          <a:ln w="19050">
            <a:noFill/>
            <a:round/>
          </a:ln>
        </p:spPr>
        <p:txBody>
          <a:bodyPr wrap="square" lIns="91440" tIns="45720" rIns="91440" bIns="45720" anchor="ctr">
            <a:normAutofit/>
          </a:bodyPr>
          <a:lstStyle/>
          <a:p>
            <a:pPr algn="ctr"/>
          </a:p>
        </p:txBody>
      </p:sp>
      <p:sp>
        <p:nvSpPr>
          <p:cNvPr id="15" name="ïṥliḋe"/>
          <p:cNvSpPr/>
          <p:nvPr/>
        </p:nvSpPr>
        <p:spPr bwMode="auto">
          <a:xfrm rot="3712223">
            <a:off x="855993" y="1330709"/>
            <a:ext cx="4066498" cy="4482407"/>
          </a:xfrm>
          <a:custGeom>
            <a:avLst/>
            <a:gdLst>
              <a:gd name="connsiteX0" fmla="*/ 0 w 4066498"/>
              <a:gd name="connsiteY0" fmla="*/ 2863075 h 4482407"/>
              <a:gd name="connsiteX1" fmla="*/ 1937533 w 4066498"/>
              <a:gd name="connsiteY1" fmla="*/ 0 h 4482407"/>
              <a:gd name="connsiteX2" fmla="*/ 4066498 w 4066498"/>
              <a:gd name="connsiteY2" fmla="*/ 1138176 h 4482407"/>
              <a:gd name="connsiteX3" fmla="*/ 3028971 w 4066498"/>
              <a:gd name="connsiteY3" fmla="*/ 4482407 h 4482407"/>
              <a:gd name="connsiteX4" fmla="*/ 0 w 4066498"/>
              <a:gd name="connsiteY4" fmla="*/ 2863075 h 44824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66498" h="4482407">
                <a:moveTo>
                  <a:pt x="0" y="2863075"/>
                </a:moveTo>
                <a:lnTo>
                  <a:pt x="1937533" y="0"/>
                </a:lnTo>
                <a:lnTo>
                  <a:pt x="4066498" y="1138176"/>
                </a:lnTo>
                <a:lnTo>
                  <a:pt x="3028971" y="4482407"/>
                </a:lnTo>
                <a:lnTo>
                  <a:pt x="0" y="2863075"/>
                </a:lnTo>
                <a:close/>
              </a:path>
            </a:pathLst>
          </a:custGeom>
          <a:solidFill>
            <a:schemeClr val="bg1">
              <a:lumMod val="95000"/>
            </a:schemeClr>
          </a:solidFill>
          <a:ln w="19050">
            <a:noFill/>
            <a:round/>
          </a:ln>
        </p:spPr>
        <p:txBody>
          <a:bodyPr wrap="square" lIns="91440" tIns="45720" rIns="91440" bIns="45720" anchor="ctr">
            <a:normAutofit/>
          </a:bodyPr>
          <a:lstStyle/>
          <a:p>
            <a:pPr algn="ctr"/>
          </a:p>
        </p:txBody>
      </p:sp>
      <p:sp>
        <p:nvSpPr>
          <p:cNvPr id="16" name="íṧḷiḍe"/>
          <p:cNvSpPr/>
          <p:nvPr/>
        </p:nvSpPr>
        <p:spPr>
          <a:xfrm rot="10800000" flipV="1">
            <a:off x="1510436" y="3209926"/>
            <a:ext cx="2972566" cy="823924"/>
          </a:xfrm>
          <a:prstGeom prst="rect">
            <a:avLst/>
          </a:prstGeom>
        </p:spPr>
        <p:txBody>
          <a:bodyPr vert="horz" wrap="square" lIns="91440" tIns="45720" rIns="91440" bIns="45720" anchor="ctr">
            <a:normAutofit/>
          </a:bodyPr>
          <a:lstStyle/>
          <a:p>
            <a:pPr algn="ctr"/>
            <a:r>
              <a:rPr lang="en-US" altLang="zh-CN" sz="2800" b="1" i="1" dirty="0"/>
              <a:t>/CONTENT/</a:t>
            </a:r>
            <a:endParaRPr lang="en-US" altLang="zh-CN" sz="2800" b="1" i="1" dirty="0"/>
          </a:p>
        </p:txBody>
      </p:sp>
      <p:sp>
        <p:nvSpPr>
          <p:cNvPr id="17" name="îşļïďè"/>
          <p:cNvSpPr/>
          <p:nvPr/>
        </p:nvSpPr>
        <p:spPr>
          <a:xfrm>
            <a:off x="5747289" y="4824638"/>
            <a:ext cx="1113511" cy="1113511"/>
          </a:xfrm>
          <a:prstGeom prst="diamond">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Autofit/>
          </a:bodyPr>
          <a:lstStyle/>
          <a:p>
            <a:pPr algn="ctr"/>
            <a:r>
              <a:rPr lang="en-US" altLang="zh-CN" sz="2400">
                <a:solidFill>
                  <a:schemeClr val="bg1"/>
                </a:solidFill>
                <a:latin typeface="+mj-lt"/>
              </a:rPr>
              <a:t>05</a:t>
            </a:r>
            <a:endParaRPr lang="en-US" altLang="zh-CN" sz="2400">
              <a:solidFill>
                <a:schemeClr val="bg1"/>
              </a:solidFill>
              <a:latin typeface="+mj-lt"/>
            </a:endParaRPr>
          </a:p>
        </p:txBody>
      </p:sp>
      <p:sp>
        <p:nvSpPr>
          <p:cNvPr id="18" name="îšḷîḑé"/>
          <p:cNvSpPr txBox="1"/>
          <p:nvPr/>
        </p:nvSpPr>
        <p:spPr>
          <a:xfrm>
            <a:off x="7002468" y="5147923"/>
            <a:ext cx="4659689" cy="430545"/>
          </a:xfrm>
          <a:prstGeom prst="rect">
            <a:avLst/>
          </a:prstGeom>
          <a:noFill/>
        </p:spPr>
        <p:txBody>
          <a:bodyPr wrap="square" lIns="91440" tIns="45720" rIns="91440" bIns="45720" anchor="b" anchorCtr="0">
            <a:noAutofit/>
          </a:bodyPr>
          <a:lstStyle/>
          <a:p>
            <a:pPr>
              <a:buClr>
                <a:srgbClr val="E71101"/>
              </a:buClr>
            </a:pPr>
            <a:r>
              <a:rPr lang="zh-CN" altLang="en-US" sz="2400" dirty="0">
                <a:solidFill>
                  <a:srgbClr val="0000FF"/>
                </a:solidFill>
              </a:rPr>
              <a:t>外核结构</a:t>
            </a:r>
            <a:endParaRPr lang="zh-CN" altLang="en-US" sz="2400" dirty="0">
              <a:solidFill>
                <a:srgbClr val="0000FF"/>
              </a:solidFill>
            </a:endParaRPr>
          </a:p>
        </p:txBody>
      </p:sp>
      <p:sp>
        <p:nvSpPr>
          <p:cNvPr id="21" name="işlíḋé"/>
          <p:cNvSpPr/>
          <p:nvPr/>
        </p:nvSpPr>
        <p:spPr>
          <a:xfrm>
            <a:off x="5752728" y="3946062"/>
            <a:ext cx="1113511" cy="1113511"/>
          </a:xfrm>
          <a:prstGeom prst="diamond">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Autofit/>
          </a:bodyPr>
          <a:lstStyle/>
          <a:p>
            <a:pPr algn="ctr"/>
            <a:r>
              <a:rPr lang="en-US" altLang="zh-CN" sz="2400">
                <a:solidFill>
                  <a:schemeClr val="bg1"/>
                </a:solidFill>
                <a:latin typeface="+mj-lt"/>
              </a:rPr>
              <a:t>04</a:t>
            </a:r>
            <a:endParaRPr lang="en-US" altLang="zh-CN" sz="2400">
              <a:solidFill>
                <a:schemeClr val="bg1"/>
              </a:solidFill>
              <a:latin typeface="+mj-lt"/>
            </a:endParaRPr>
          </a:p>
        </p:txBody>
      </p:sp>
      <p:sp>
        <p:nvSpPr>
          <p:cNvPr id="22" name="iṥlïḋè"/>
          <p:cNvSpPr txBox="1"/>
          <p:nvPr/>
        </p:nvSpPr>
        <p:spPr>
          <a:xfrm>
            <a:off x="7002468" y="4269347"/>
            <a:ext cx="4659689" cy="430545"/>
          </a:xfrm>
          <a:prstGeom prst="rect">
            <a:avLst/>
          </a:prstGeom>
          <a:noFill/>
        </p:spPr>
        <p:txBody>
          <a:bodyPr wrap="square" lIns="91440" tIns="45720" rIns="91440" bIns="45720" anchor="b" anchorCtr="0">
            <a:normAutofit lnSpcReduction="10000"/>
          </a:bodyPr>
          <a:lstStyle/>
          <a:p>
            <a:pPr>
              <a:buClr>
                <a:srgbClr val="E71101"/>
              </a:buClr>
            </a:pPr>
            <a:r>
              <a:rPr lang="zh-CN" altLang="en-US" sz="2400" dirty="0">
                <a:solidFill>
                  <a:srgbClr val="0000FF"/>
                </a:solidFill>
              </a:rPr>
              <a:t>微内核结构</a:t>
            </a:r>
            <a:endParaRPr lang="en-US" altLang="zh-CN" sz="2400" dirty="0">
              <a:solidFill>
                <a:srgbClr val="0000FF"/>
              </a:solidFill>
            </a:endParaRPr>
          </a:p>
        </p:txBody>
      </p:sp>
      <p:sp>
        <p:nvSpPr>
          <p:cNvPr id="24" name="i$1îḑe"/>
          <p:cNvSpPr/>
          <p:nvPr/>
        </p:nvSpPr>
        <p:spPr>
          <a:xfrm>
            <a:off x="5752728" y="3067486"/>
            <a:ext cx="1113511" cy="1113511"/>
          </a:xfrm>
          <a:prstGeom prst="diamond">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Autofit/>
          </a:bodyPr>
          <a:lstStyle/>
          <a:p>
            <a:pPr algn="ctr"/>
            <a:r>
              <a:rPr lang="en-US" altLang="zh-CN" sz="2400">
                <a:solidFill>
                  <a:schemeClr val="bg1"/>
                </a:solidFill>
                <a:latin typeface="+mj-lt"/>
              </a:rPr>
              <a:t>03</a:t>
            </a:r>
            <a:endParaRPr lang="en-US" altLang="zh-CN" sz="2400">
              <a:solidFill>
                <a:schemeClr val="bg1"/>
              </a:solidFill>
              <a:latin typeface="+mj-lt"/>
            </a:endParaRPr>
          </a:p>
        </p:txBody>
      </p:sp>
      <p:sp>
        <p:nvSpPr>
          <p:cNvPr id="25" name="í$1îḍe"/>
          <p:cNvSpPr txBox="1"/>
          <p:nvPr/>
        </p:nvSpPr>
        <p:spPr>
          <a:xfrm>
            <a:off x="7002468" y="3390771"/>
            <a:ext cx="4659689" cy="430545"/>
          </a:xfrm>
          <a:prstGeom prst="rect">
            <a:avLst/>
          </a:prstGeom>
          <a:noFill/>
        </p:spPr>
        <p:txBody>
          <a:bodyPr wrap="square" lIns="91440" tIns="45720" rIns="91440" bIns="45720" anchor="b" anchorCtr="0">
            <a:normAutofit lnSpcReduction="10000"/>
          </a:bodyPr>
          <a:lstStyle/>
          <a:p>
            <a:pPr>
              <a:buClr>
                <a:srgbClr val="E71101"/>
              </a:buClr>
            </a:pPr>
            <a:r>
              <a:rPr lang="zh-CN" altLang="en-US" sz="2400" dirty="0">
                <a:solidFill>
                  <a:srgbClr val="0000FF"/>
                </a:solidFill>
              </a:rPr>
              <a:t>模块化结构</a:t>
            </a:r>
            <a:endParaRPr lang="en-US" altLang="zh-CN" sz="2400" dirty="0">
              <a:solidFill>
                <a:srgbClr val="0000FF"/>
              </a:solidFill>
            </a:endParaRPr>
          </a:p>
        </p:txBody>
      </p:sp>
      <p:sp>
        <p:nvSpPr>
          <p:cNvPr id="27" name="ïSļïḓè"/>
          <p:cNvSpPr/>
          <p:nvPr/>
        </p:nvSpPr>
        <p:spPr>
          <a:xfrm>
            <a:off x="5752728" y="2188910"/>
            <a:ext cx="1113511" cy="1113511"/>
          </a:xfrm>
          <a:prstGeom prst="diamond">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Autofit/>
          </a:bodyPr>
          <a:lstStyle/>
          <a:p>
            <a:pPr algn="ctr"/>
            <a:r>
              <a:rPr lang="en-US" altLang="zh-CN" sz="2400">
                <a:solidFill>
                  <a:schemeClr val="bg1"/>
                </a:solidFill>
                <a:latin typeface="+mj-lt"/>
              </a:rPr>
              <a:t>02</a:t>
            </a:r>
            <a:endParaRPr lang="en-US" altLang="zh-CN" sz="2400">
              <a:solidFill>
                <a:schemeClr val="bg1"/>
              </a:solidFill>
              <a:latin typeface="+mj-lt"/>
            </a:endParaRPr>
          </a:p>
        </p:txBody>
      </p:sp>
      <p:sp>
        <p:nvSpPr>
          <p:cNvPr id="28" name="iŝļíďè"/>
          <p:cNvSpPr txBox="1"/>
          <p:nvPr/>
        </p:nvSpPr>
        <p:spPr>
          <a:xfrm>
            <a:off x="7002468" y="2512195"/>
            <a:ext cx="4659689" cy="430545"/>
          </a:xfrm>
          <a:prstGeom prst="rect">
            <a:avLst/>
          </a:prstGeom>
          <a:noFill/>
        </p:spPr>
        <p:txBody>
          <a:bodyPr wrap="square" lIns="91440" tIns="45720" rIns="91440" bIns="45720" anchor="b" anchorCtr="0">
            <a:normAutofit lnSpcReduction="10000"/>
          </a:bodyPr>
          <a:lstStyle/>
          <a:p>
            <a:pPr>
              <a:buClr>
                <a:srgbClr val="E71101"/>
              </a:buClr>
            </a:pPr>
            <a:r>
              <a:rPr lang="zh-CN" altLang="en-US" sz="2400" dirty="0">
                <a:solidFill>
                  <a:srgbClr val="0000FF"/>
                </a:solidFill>
              </a:rPr>
              <a:t>模块化结构</a:t>
            </a:r>
            <a:endParaRPr lang="en-US" altLang="zh-CN" sz="2400" dirty="0">
              <a:solidFill>
                <a:srgbClr val="0000FF"/>
              </a:solidFill>
            </a:endParaRPr>
          </a:p>
        </p:txBody>
      </p:sp>
      <p:sp>
        <p:nvSpPr>
          <p:cNvPr id="30" name="ïśľiďe"/>
          <p:cNvSpPr/>
          <p:nvPr/>
        </p:nvSpPr>
        <p:spPr>
          <a:xfrm>
            <a:off x="5752730" y="1310334"/>
            <a:ext cx="1113511" cy="1113511"/>
          </a:xfrm>
          <a:prstGeom prst="diamond">
            <a:avLst/>
          </a:prstGeom>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Autofit/>
          </a:bodyPr>
          <a:lstStyle/>
          <a:p>
            <a:pPr algn="ctr"/>
            <a:r>
              <a:rPr lang="en-US" altLang="zh-CN" sz="2400">
                <a:solidFill>
                  <a:schemeClr val="bg1"/>
                </a:solidFill>
                <a:latin typeface="+mj-lt"/>
              </a:rPr>
              <a:t>01</a:t>
            </a:r>
            <a:endParaRPr lang="en-US" altLang="zh-CN" sz="2400">
              <a:solidFill>
                <a:schemeClr val="bg1"/>
              </a:solidFill>
              <a:latin typeface="+mj-lt"/>
            </a:endParaRPr>
          </a:p>
        </p:txBody>
      </p:sp>
      <p:sp>
        <p:nvSpPr>
          <p:cNvPr id="31" name="îṡ1ide"/>
          <p:cNvSpPr txBox="1"/>
          <p:nvPr/>
        </p:nvSpPr>
        <p:spPr>
          <a:xfrm>
            <a:off x="7002468" y="1633619"/>
            <a:ext cx="4659689" cy="430545"/>
          </a:xfrm>
          <a:prstGeom prst="rect">
            <a:avLst/>
          </a:prstGeom>
          <a:noFill/>
        </p:spPr>
        <p:txBody>
          <a:bodyPr wrap="square" lIns="91440" tIns="45720" rIns="91440" bIns="45720" anchor="b" anchorCtr="0">
            <a:noAutofit/>
          </a:bodyPr>
          <a:lstStyle/>
          <a:p>
            <a:pPr>
              <a:buClr>
                <a:srgbClr val="E71101"/>
              </a:buClr>
            </a:pPr>
            <a:r>
              <a:rPr lang="zh-CN" altLang="en-US" sz="2400" dirty="0">
                <a:solidFill>
                  <a:srgbClr val="0000FF"/>
                </a:solidFill>
              </a:rPr>
              <a:t>简单结构</a:t>
            </a:r>
            <a:endParaRPr lang="en-US" altLang="zh-CN" sz="2400" dirty="0">
              <a:solidFill>
                <a:srgbClr val="0000FF"/>
              </a:solidFill>
            </a:endParaRPr>
          </a:p>
        </p:txBody>
      </p:sp>
      <p:cxnSp>
        <p:nvCxnSpPr>
          <p:cNvPr id="33" name="直接连接符 32"/>
          <p:cNvCxnSpPr/>
          <p:nvPr/>
        </p:nvCxnSpPr>
        <p:spPr>
          <a:xfrm>
            <a:off x="6860799" y="2216515"/>
            <a:ext cx="4659689" cy="0"/>
          </a:xfrm>
          <a:prstGeom prst="line">
            <a:avLst/>
          </a:prstGeom>
          <a:ln w="3175" cap="rnd">
            <a:solidFill>
              <a:schemeClr val="bg1">
                <a:lumMod val="75000"/>
              </a:schemeClr>
            </a:solidFill>
            <a:round/>
          </a:ln>
        </p:spPr>
        <p:style>
          <a:lnRef idx="1">
            <a:schemeClr val="accent1"/>
          </a:lnRef>
          <a:fillRef idx="0">
            <a:schemeClr val="accent1"/>
          </a:fillRef>
          <a:effectRef idx="0">
            <a:schemeClr val="accent1"/>
          </a:effectRef>
          <a:fontRef idx="minor">
            <a:schemeClr val="tx1"/>
          </a:fontRef>
        </p:style>
      </p:cxnSp>
      <p:cxnSp>
        <p:nvCxnSpPr>
          <p:cNvPr id="34" name="直接连接符 33"/>
          <p:cNvCxnSpPr/>
          <p:nvPr/>
        </p:nvCxnSpPr>
        <p:spPr>
          <a:xfrm>
            <a:off x="6860799" y="3104616"/>
            <a:ext cx="4659689" cy="0"/>
          </a:xfrm>
          <a:prstGeom prst="line">
            <a:avLst/>
          </a:prstGeom>
          <a:ln w="3175" cap="rnd">
            <a:solidFill>
              <a:schemeClr val="bg1">
                <a:lumMod val="75000"/>
              </a:schemeClr>
            </a:solidFill>
            <a:round/>
          </a:ln>
        </p:spPr>
        <p:style>
          <a:lnRef idx="1">
            <a:schemeClr val="accent1"/>
          </a:lnRef>
          <a:fillRef idx="0">
            <a:schemeClr val="accent1"/>
          </a:fillRef>
          <a:effectRef idx="0">
            <a:schemeClr val="accent1"/>
          </a:effectRef>
          <a:fontRef idx="minor">
            <a:schemeClr val="tx1"/>
          </a:fontRef>
        </p:style>
      </p:cxnSp>
      <p:cxnSp>
        <p:nvCxnSpPr>
          <p:cNvPr id="35" name="直接连接符 34"/>
          <p:cNvCxnSpPr/>
          <p:nvPr/>
        </p:nvCxnSpPr>
        <p:spPr>
          <a:xfrm>
            <a:off x="6860799" y="3999966"/>
            <a:ext cx="4659689" cy="0"/>
          </a:xfrm>
          <a:prstGeom prst="line">
            <a:avLst/>
          </a:prstGeom>
          <a:ln w="3175" cap="rnd">
            <a:solidFill>
              <a:schemeClr val="bg1">
                <a:lumMod val="75000"/>
              </a:schemeClr>
            </a:solidFill>
            <a:round/>
          </a:ln>
        </p:spPr>
        <p:style>
          <a:lnRef idx="1">
            <a:schemeClr val="accent1"/>
          </a:lnRef>
          <a:fillRef idx="0">
            <a:schemeClr val="accent1"/>
          </a:fillRef>
          <a:effectRef idx="0">
            <a:schemeClr val="accent1"/>
          </a:effectRef>
          <a:fontRef idx="minor">
            <a:schemeClr val="tx1"/>
          </a:fontRef>
        </p:style>
      </p:cxnSp>
      <p:cxnSp>
        <p:nvCxnSpPr>
          <p:cNvPr id="36" name="直接连接符 35"/>
          <p:cNvCxnSpPr/>
          <p:nvPr/>
        </p:nvCxnSpPr>
        <p:spPr>
          <a:xfrm>
            <a:off x="6860799" y="4895316"/>
            <a:ext cx="4659689" cy="0"/>
          </a:xfrm>
          <a:prstGeom prst="line">
            <a:avLst/>
          </a:prstGeom>
          <a:ln w="3175" cap="rnd">
            <a:solidFill>
              <a:schemeClr val="bg1">
                <a:lumMod val="75000"/>
              </a:schemeClr>
            </a:solidFill>
            <a:round/>
          </a:ln>
        </p:spPr>
        <p:style>
          <a:lnRef idx="1">
            <a:schemeClr val="accent1"/>
          </a:lnRef>
          <a:fillRef idx="0">
            <a:schemeClr val="accent1"/>
          </a:fillRef>
          <a:effectRef idx="0">
            <a:schemeClr val="accent1"/>
          </a:effectRef>
          <a:fontRef idx="minor">
            <a:schemeClr val="tx1"/>
          </a:fontRef>
        </p:style>
      </p:cxnSp>
    </p:spTree>
  </p:cSld>
  <p:clrMapOvr>
    <a:masterClrMapping/>
  </p:clrMapOvr>
  <p:transition/>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2" name="textbox 182"/>
          <p:cNvSpPr/>
          <p:nvPr/>
        </p:nvSpPr>
        <p:spPr>
          <a:xfrm>
            <a:off x="10075219" y="6038402"/>
            <a:ext cx="179731" cy="166481"/>
          </a:xfrm>
          <a:prstGeom prst="rect">
            <a:avLst/>
          </a:prstGeom>
          <a:noFill/>
          <a:ln w="0" cap="flat">
            <a:noFill/>
            <a:prstDash val="solid"/>
            <a:miter lim="0"/>
          </a:ln>
        </p:spPr>
        <p:txBody>
          <a:bodyPr vert="horz" wrap="square" lIns="0" tIns="0" rIns="0" bIns="0"/>
          <a:lstStyle/>
          <a:p>
            <a:pPr algn="l" rtl="0" eaLnBrk="0">
              <a:lnSpc>
                <a:spcPct val="84000"/>
              </a:lnSpc>
            </a:pPr>
            <a:endParaRPr sz="100" dirty="0">
              <a:latin typeface="Arial" panose="020B0604020202090204"/>
              <a:ea typeface="Arial" panose="020B0604020202090204"/>
              <a:cs typeface="Arial" panose="020B0604020202090204"/>
            </a:endParaRPr>
          </a:p>
          <a:p>
            <a:pPr marL="12700" algn="l" rtl="0" eaLnBrk="0">
              <a:lnSpc>
                <a:spcPct val="74000"/>
              </a:lnSpc>
            </a:pPr>
            <a:r>
              <a:rPr sz="1270" kern="0" spc="-40" dirty="0">
                <a:solidFill>
                  <a:srgbClr val="898989">
                    <a:alpha val="100000"/>
                  </a:srgbClr>
                </a:solidFill>
                <a:latin typeface="等线" panose="02010600030101010101" charset="-122"/>
                <a:ea typeface="等线" panose="02010600030101010101" charset="-122"/>
                <a:cs typeface="等线" panose="02010600030101010101" charset="-122"/>
              </a:rPr>
              <a:t>17</a:t>
            </a:r>
            <a:endParaRPr sz="1270" dirty="0">
              <a:latin typeface="等线" panose="02010600030101010101" charset="-122"/>
              <a:ea typeface="等线" panose="02010600030101010101" charset="-122"/>
              <a:cs typeface="等线" panose="02010600030101010101" charset="-122"/>
            </a:endParaRPr>
          </a:p>
        </p:txBody>
      </p:sp>
      <p:pic>
        <p:nvPicPr>
          <p:cNvPr id="184" name="picture 184"/>
          <p:cNvPicPr>
            <a:picLocks noChangeAspect="1"/>
          </p:cNvPicPr>
          <p:nvPr/>
        </p:nvPicPr>
        <p:blipFill>
          <a:blip r:embed="rId1"/>
          <a:stretch>
            <a:fillRect/>
          </a:stretch>
        </p:blipFill>
        <p:spPr>
          <a:xfrm rot="21600000">
            <a:off x="1373168" y="925321"/>
            <a:ext cx="163946" cy="495730"/>
          </a:xfrm>
          <a:prstGeom prst="rect">
            <a:avLst/>
          </a:prstGeom>
        </p:spPr>
      </p:pic>
      <p:pic>
        <p:nvPicPr>
          <p:cNvPr id="186" name="picture 186"/>
          <p:cNvPicPr>
            <a:picLocks noChangeAspect="1"/>
          </p:cNvPicPr>
          <p:nvPr/>
        </p:nvPicPr>
        <p:blipFill>
          <a:blip r:embed="rId2"/>
          <a:stretch>
            <a:fillRect/>
          </a:stretch>
        </p:blipFill>
        <p:spPr>
          <a:xfrm rot="21600000">
            <a:off x="514648" y="553650"/>
            <a:ext cx="9435871" cy="5898859"/>
          </a:xfrm>
          <a:prstGeom prst="rect">
            <a:avLst/>
          </a:prstGeom>
        </p:spPr>
      </p:pic>
      <p:sp>
        <p:nvSpPr>
          <p:cNvPr id="188" name="textbox 188"/>
          <p:cNvSpPr/>
          <p:nvPr/>
        </p:nvSpPr>
        <p:spPr>
          <a:xfrm>
            <a:off x="4679280" y="3446749"/>
            <a:ext cx="6129859" cy="2785252"/>
          </a:xfrm>
          <a:prstGeom prst="rect">
            <a:avLst/>
          </a:prstGeom>
          <a:solidFill>
            <a:srgbClr val="000000">
              <a:alpha val="50196"/>
            </a:srgbClr>
          </a:solidFill>
          <a:ln w="0" cap="flat">
            <a:noFill/>
            <a:prstDash val="solid"/>
            <a:miter lim="0"/>
          </a:ln>
        </p:spPr>
        <p:txBody>
          <a:bodyPr vert="horz" wrap="square" lIns="0" tIns="0" rIns="0" bIns="0"/>
          <a:lstStyle/>
          <a:p>
            <a:pPr algn="l" rtl="0" eaLnBrk="0">
              <a:lnSpc>
                <a:spcPct val="104000"/>
              </a:lnSpc>
            </a:pPr>
            <a:endParaRPr sz="545" dirty="0">
              <a:latin typeface="Arial" panose="020B0604020202090204"/>
              <a:ea typeface="Arial" panose="020B0604020202090204"/>
              <a:cs typeface="Arial" panose="020B0604020202090204"/>
            </a:endParaRPr>
          </a:p>
          <a:p>
            <a:pPr marL="104775" indent="13335" algn="l" rtl="0" eaLnBrk="0">
              <a:lnSpc>
                <a:spcPct val="128000"/>
              </a:lnSpc>
              <a:spcBef>
                <a:spcPts val="5"/>
              </a:spcBef>
            </a:pPr>
            <a:r>
              <a:rPr sz="2450" b="1" kern="0" spc="-20" dirty="0">
                <a:solidFill>
                  <a:srgbClr val="FFFFFF">
                    <a:alpha val="100000"/>
                  </a:srgbClr>
                </a:solidFill>
                <a:latin typeface="微软雅黑" panose="020B0503020204020204" pitchFamily="34" charset="-122"/>
                <a:ea typeface="微软雅黑" panose="020B0503020204020204" pitchFamily="34" charset="-122"/>
                <a:cs typeface="微软雅黑" panose="020B0503020204020204" pitchFamily="34" charset="-122"/>
              </a:rPr>
              <a:t>瓦萨沉船</a:t>
            </a:r>
            <a:r>
              <a:rPr sz="2450" b="1" kern="0" spc="-300" dirty="0">
                <a:solidFill>
                  <a:srgbClr val="FFFFFF">
                    <a:alpha val="100000"/>
                  </a:srgbClr>
                </a:solidFill>
                <a:latin typeface="微软雅黑" panose="020B0503020204020204" pitchFamily="34" charset="-122"/>
                <a:ea typeface="微软雅黑" panose="020B0503020204020204" pitchFamily="34" charset="-122"/>
                <a:cs typeface="微软雅黑" panose="020B0503020204020204" pitchFamily="34" charset="-122"/>
              </a:rPr>
              <a:t> </a:t>
            </a:r>
            <a:r>
              <a:rPr sz="1815" kern="0" spc="-20" dirty="0">
                <a:solidFill>
                  <a:srgbClr val="FFFFFF">
                    <a:alpha val="100000"/>
                  </a:srgbClr>
                </a:solidFill>
                <a:latin typeface="微软雅黑" panose="020B0503020204020204" pitchFamily="34" charset="-122"/>
                <a:ea typeface="微软雅黑" panose="020B0503020204020204" pitchFamily="34" charset="-122"/>
                <a:cs typeface="微软雅黑" panose="020B0503020204020204" pitchFamily="34" charset="-122"/>
              </a:rPr>
              <a:t>：1626年到1628年间，瑞典国王下令</a:t>
            </a:r>
            <a:r>
              <a:rPr sz="1815" kern="0" spc="-30" dirty="0">
                <a:solidFill>
                  <a:srgbClr val="FFFFFF">
                    <a:alpha val="100000"/>
                  </a:srgbClr>
                </a:solidFill>
                <a:latin typeface="微软雅黑" panose="020B0503020204020204" pitchFamily="34" charset="-122"/>
                <a:ea typeface="微软雅黑" panose="020B0503020204020204" pitchFamily="34" charset="-122"/>
                <a:cs typeface="微软雅黑" panose="020B0503020204020204" pitchFamily="34" charset="-122"/>
              </a:rPr>
              <a:t>建造的</a:t>
            </a:r>
            <a:r>
              <a:rPr sz="1815" kern="0" spc="0" dirty="0">
                <a:solidFill>
                  <a:srgbClr val="FFFFFF">
                    <a:alpha val="100000"/>
                  </a:srgbClr>
                </a:solidFill>
                <a:latin typeface="微软雅黑" panose="020B0503020204020204" pitchFamily="34" charset="-122"/>
                <a:ea typeface="微软雅黑" panose="020B0503020204020204" pitchFamily="34" charset="-122"/>
                <a:cs typeface="微软雅黑" panose="020B0503020204020204" pitchFamily="34" charset="-122"/>
              </a:rPr>
              <a:t>    </a:t>
            </a:r>
            <a:r>
              <a:rPr sz="1815" kern="0" spc="-30" dirty="0">
                <a:solidFill>
                  <a:srgbClr val="FFFFFF">
                    <a:alpha val="100000"/>
                  </a:srgbClr>
                </a:solidFill>
                <a:latin typeface="微软雅黑" panose="020B0503020204020204" pitchFamily="34" charset="-122"/>
                <a:ea typeface="微软雅黑" panose="020B0503020204020204" pitchFamily="34" charset="-122"/>
                <a:cs typeface="微软雅黑" panose="020B0503020204020204" pitchFamily="34" charset="-122"/>
              </a:rPr>
              <a:t>一艘军舰 ，由于追求极致的续航力、容量、火力及防护力 ，</a:t>
            </a:r>
            <a:r>
              <a:rPr sz="1815" kern="0" spc="20" dirty="0">
                <a:solidFill>
                  <a:srgbClr val="FFFFFF">
                    <a:alpha val="100000"/>
                  </a:srgbClr>
                </a:solidFill>
                <a:latin typeface="微软雅黑" panose="020B0503020204020204" pitchFamily="34" charset="-122"/>
                <a:ea typeface="微软雅黑" panose="020B0503020204020204" pitchFamily="34" charset="-122"/>
                <a:cs typeface="微软雅黑" panose="020B0503020204020204" pitchFamily="34" charset="-122"/>
              </a:rPr>
              <a:t> </a:t>
            </a:r>
            <a:r>
              <a:rPr sz="1815" kern="0" spc="-10" dirty="0">
                <a:solidFill>
                  <a:srgbClr val="FFFFFF">
                    <a:alpha val="100000"/>
                  </a:srgbClr>
                </a:solidFill>
                <a:latin typeface="微软雅黑" panose="020B0503020204020204" pitchFamily="34" charset="-122"/>
                <a:ea typeface="微软雅黑" panose="020B0503020204020204" pitchFamily="34" charset="-122"/>
                <a:cs typeface="微软雅黑" panose="020B0503020204020204" pitchFamily="34" charset="-122"/>
              </a:rPr>
              <a:t>整船被建成不合乎物理常规地高大笨重 </a:t>
            </a:r>
            <a:r>
              <a:rPr sz="1815" kern="0" spc="-20" dirty="0">
                <a:solidFill>
                  <a:srgbClr val="FFFFFF">
                    <a:alpha val="100000"/>
                  </a:srgbClr>
                </a:solidFill>
                <a:latin typeface="微软雅黑" panose="020B0503020204020204" pitchFamily="34" charset="-122"/>
                <a:ea typeface="微软雅黑" panose="020B0503020204020204" pitchFamily="34" charset="-122"/>
                <a:cs typeface="微软雅黑" panose="020B0503020204020204" pitchFamily="34" charset="-122"/>
              </a:rPr>
              <a:t>，再加上在建造时</a:t>
            </a:r>
            <a:r>
              <a:rPr sz="1815" kern="0" spc="-10" dirty="0">
                <a:solidFill>
                  <a:srgbClr val="FFFFFF">
                    <a:alpha val="100000"/>
                  </a:srgbClr>
                </a:solidFill>
                <a:latin typeface="微软雅黑" panose="020B0503020204020204" pitchFamily="34" charset="-122"/>
                <a:ea typeface="微软雅黑" panose="020B0503020204020204" pitchFamily="34" charset="-122"/>
                <a:cs typeface="微软雅黑" panose="020B0503020204020204" pitchFamily="34" charset="-122"/>
              </a:rPr>
              <a:t>    没有填入足够的压舱物 ，瓦萨号即便在</a:t>
            </a:r>
            <a:r>
              <a:rPr sz="1815" kern="0" spc="-20" dirty="0">
                <a:solidFill>
                  <a:srgbClr val="FFFFFF">
                    <a:alpha val="100000"/>
                  </a:srgbClr>
                </a:solidFill>
                <a:latin typeface="微软雅黑" panose="020B0503020204020204" pitchFamily="34" charset="-122"/>
                <a:ea typeface="微软雅黑" panose="020B0503020204020204" pitchFamily="34" charset="-122"/>
                <a:cs typeface="微软雅黑" panose="020B0503020204020204" pitchFamily="34" charset="-122"/>
              </a:rPr>
              <a:t>港口停靠时也不能</a:t>
            </a:r>
            <a:r>
              <a:rPr sz="1815" kern="0" spc="-10" dirty="0">
                <a:solidFill>
                  <a:srgbClr val="FFFFFF">
                    <a:alpha val="100000"/>
                  </a:srgbClr>
                </a:solidFill>
                <a:latin typeface="微软雅黑" panose="020B0503020204020204" pitchFamily="34" charset="-122"/>
                <a:ea typeface="微软雅黑" panose="020B0503020204020204" pitchFamily="34" charset="-122"/>
                <a:cs typeface="微软雅黑" panose="020B0503020204020204" pitchFamily="34" charset="-122"/>
              </a:rPr>
              <a:t>    依靠自身保持平衡。尽管有着严重的结构</a:t>
            </a:r>
            <a:r>
              <a:rPr sz="1815" kern="0" spc="-20" dirty="0">
                <a:solidFill>
                  <a:srgbClr val="FFFFFF">
                    <a:alpha val="100000"/>
                  </a:srgbClr>
                </a:solidFill>
                <a:latin typeface="微软雅黑" panose="020B0503020204020204" pitchFamily="34" charset="-122"/>
                <a:ea typeface="微软雅黑" panose="020B0503020204020204" pitchFamily="34" charset="-122"/>
                <a:cs typeface="微软雅黑" panose="020B0503020204020204" pitchFamily="34" charset="-122"/>
              </a:rPr>
              <a:t>缺陷 ，瓦萨号依</a:t>
            </a:r>
            <a:endParaRPr sz="1815" dirty="0">
              <a:latin typeface="微软雅黑" panose="020B0503020204020204" pitchFamily="34" charset="-122"/>
              <a:ea typeface="微软雅黑" panose="020B0503020204020204" pitchFamily="34" charset="-122"/>
              <a:cs typeface="微软雅黑" panose="020B0503020204020204" pitchFamily="34" charset="-122"/>
            </a:endParaRPr>
          </a:p>
          <a:p>
            <a:pPr marL="109220" indent="-4445" algn="l" rtl="0" eaLnBrk="0">
              <a:lnSpc>
                <a:spcPct val="124000"/>
              </a:lnSpc>
              <a:spcBef>
                <a:spcPts val="455"/>
              </a:spcBef>
            </a:pPr>
            <a:r>
              <a:rPr sz="1815" kern="0" spc="-30" dirty="0">
                <a:solidFill>
                  <a:srgbClr val="FFFFFF">
                    <a:alpha val="100000"/>
                  </a:srgbClr>
                </a:solidFill>
                <a:latin typeface="微软雅黑" panose="020B0503020204020204" pitchFamily="34" charset="-122"/>
                <a:ea typeface="微软雅黑" panose="020B0503020204020204" pitchFamily="34" charset="-122"/>
                <a:cs typeface="微软雅黑" panose="020B0503020204020204" pitchFamily="34" charset="-122"/>
              </a:rPr>
              <a:t>然被允许起航 ：不出所料的是，在出海航行不到几分钟后 ，</a:t>
            </a:r>
            <a:r>
              <a:rPr sz="1815" kern="0" spc="20" dirty="0">
                <a:solidFill>
                  <a:srgbClr val="FFFFFF">
                    <a:alpha val="100000"/>
                  </a:srgbClr>
                </a:solidFill>
                <a:latin typeface="微软雅黑" panose="020B0503020204020204" pitchFamily="34" charset="-122"/>
                <a:ea typeface="微软雅黑" panose="020B0503020204020204" pitchFamily="34" charset="-122"/>
                <a:cs typeface="微软雅黑" panose="020B0503020204020204" pitchFamily="34" charset="-122"/>
              </a:rPr>
              <a:t> </a:t>
            </a:r>
            <a:r>
              <a:rPr sz="1815" kern="0" spc="-40" dirty="0">
                <a:solidFill>
                  <a:srgbClr val="FFFFFF">
                    <a:alpha val="100000"/>
                  </a:srgbClr>
                </a:solidFill>
                <a:latin typeface="微软雅黑" panose="020B0503020204020204" pitchFamily="34" charset="-122"/>
                <a:ea typeface="微软雅黑" panose="020B0503020204020204" pitchFamily="34" charset="-122"/>
                <a:cs typeface="微软雅黑" panose="020B0503020204020204" pitchFamily="34" charset="-122"/>
              </a:rPr>
              <a:t>瓦萨号便被一阵微风吹倒 ，继而全船倾覆。</a:t>
            </a:r>
            <a:endParaRPr sz="1815" dirty="0">
              <a:latin typeface="微软雅黑" panose="020B0503020204020204" pitchFamily="34" charset="-122"/>
              <a:ea typeface="微软雅黑" panose="020B0503020204020204" pitchFamily="34" charset="-122"/>
              <a:cs typeface="微软雅黑" panose="020B0503020204020204" pitchFamily="34" charset="-122"/>
            </a:endParaRPr>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0" name="textbox 190"/>
          <p:cNvSpPr/>
          <p:nvPr/>
        </p:nvSpPr>
        <p:spPr>
          <a:xfrm>
            <a:off x="1933940" y="944205"/>
            <a:ext cx="7438092" cy="4206969"/>
          </a:xfrm>
          <a:prstGeom prst="rect">
            <a:avLst/>
          </a:prstGeom>
          <a:noFill/>
          <a:ln w="0" cap="flat">
            <a:noFill/>
            <a:prstDash val="solid"/>
            <a:miter lim="0"/>
          </a:ln>
        </p:spPr>
        <p:txBody>
          <a:bodyPr vert="horz" wrap="square" lIns="0" tIns="0" rIns="0" bIns="0"/>
          <a:lstStyle/>
          <a:p>
            <a:pPr algn="l" rtl="0" eaLnBrk="0">
              <a:lnSpc>
                <a:spcPct val="73000"/>
              </a:lnSpc>
            </a:pPr>
            <a:endParaRPr sz="100" dirty="0">
              <a:latin typeface="Arial" panose="020B0604020202090204"/>
              <a:ea typeface="Arial" panose="020B0604020202090204"/>
              <a:cs typeface="Arial" panose="020B0604020202090204"/>
            </a:endParaRPr>
          </a:p>
          <a:p>
            <a:pPr marL="12700" algn="l" rtl="0" eaLnBrk="0">
              <a:lnSpc>
                <a:spcPct val="90000"/>
              </a:lnSpc>
            </a:pPr>
            <a:r>
              <a:rPr sz="3720" b="1" kern="0" spc="-10" dirty="0">
                <a:solidFill>
                  <a:srgbClr val="BE384B">
                    <a:alpha val="100000"/>
                  </a:srgbClr>
                </a:solidFill>
                <a:latin typeface="微软雅黑" panose="020B0503020204020204" pitchFamily="34" charset="-122"/>
                <a:ea typeface="微软雅黑" panose="020B0503020204020204" pitchFamily="34" charset="-122"/>
                <a:cs typeface="微软雅黑" panose="020B0503020204020204" pitchFamily="34" charset="-122"/>
              </a:rPr>
              <a:t>操作系统复杂性与结构</a:t>
            </a:r>
            <a:endParaRPr sz="3720" dirty="0">
              <a:latin typeface="微软雅黑" panose="020B0503020204020204" pitchFamily="34" charset="-122"/>
              <a:ea typeface="微软雅黑" panose="020B0503020204020204" pitchFamily="34" charset="-122"/>
              <a:cs typeface="微软雅黑" panose="020B0503020204020204" pitchFamily="34" charset="-122"/>
            </a:endParaRPr>
          </a:p>
          <a:p>
            <a:pPr algn="l" rtl="0" eaLnBrk="0">
              <a:lnSpc>
                <a:spcPct val="101000"/>
              </a:lnSpc>
            </a:pPr>
            <a:endParaRPr sz="905" dirty="0">
              <a:latin typeface="Arial" panose="020B0604020202090204"/>
              <a:ea typeface="Arial" panose="020B0604020202090204"/>
              <a:cs typeface="Arial" panose="020B0604020202090204"/>
            </a:endParaRPr>
          </a:p>
          <a:p>
            <a:pPr algn="l" rtl="0" eaLnBrk="0">
              <a:lnSpc>
                <a:spcPct val="102000"/>
              </a:lnSpc>
            </a:pPr>
            <a:endParaRPr sz="905" dirty="0">
              <a:latin typeface="Arial" panose="020B0604020202090204"/>
              <a:ea typeface="Arial" panose="020B0604020202090204"/>
              <a:cs typeface="Arial" panose="020B0604020202090204"/>
            </a:endParaRPr>
          </a:p>
          <a:p>
            <a:pPr algn="l" rtl="0" eaLnBrk="0">
              <a:lnSpc>
                <a:spcPct val="102000"/>
              </a:lnSpc>
            </a:pPr>
            <a:endParaRPr sz="905" dirty="0">
              <a:latin typeface="Arial" panose="020B0604020202090204"/>
              <a:ea typeface="Arial" panose="020B0604020202090204"/>
              <a:cs typeface="Arial" panose="020B0604020202090204"/>
            </a:endParaRPr>
          </a:p>
          <a:p>
            <a:pPr marL="23495" algn="l" rtl="0" eaLnBrk="0">
              <a:lnSpc>
                <a:spcPct val="90000"/>
              </a:lnSpc>
              <a:spcBef>
                <a:spcPts val="820"/>
              </a:spcBef>
            </a:pPr>
            <a:r>
              <a:rPr sz="2450" kern="0" spc="20" dirty="0">
                <a:solidFill>
                  <a:srgbClr val="404040">
                    <a:alpha val="100000"/>
                  </a:srgbClr>
                </a:solidFill>
                <a:latin typeface="Arial" panose="020B0604020202090204"/>
                <a:ea typeface="Arial" panose="020B0604020202090204"/>
                <a:cs typeface="Arial" panose="020B0604020202090204"/>
              </a:rPr>
              <a:t>•</a:t>
            </a:r>
            <a:r>
              <a:rPr sz="2450" kern="0" spc="330" dirty="0">
                <a:solidFill>
                  <a:srgbClr val="404040">
                    <a:alpha val="100000"/>
                  </a:srgbClr>
                </a:solidFill>
                <a:latin typeface="Arial" panose="020B0604020202090204"/>
                <a:ea typeface="Arial" panose="020B0604020202090204"/>
                <a:cs typeface="Arial" panose="020B0604020202090204"/>
              </a:rPr>
              <a:t>  </a:t>
            </a:r>
            <a:r>
              <a:rPr sz="2450" b="1" kern="0" spc="20" dirty="0">
                <a:solidFill>
                  <a:srgbClr val="40404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操作系统中的</a:t>
            </a:r>
            <a:r>
              <a:rPr sz="2450" b="1" kern="0" spc="20" dirty="0">
                <a:solidFill>
                  <a:srgbClr val="404040">
                    <a:alpha val="100000"/>
                  </a:srgbClr>
                </a:solidFill>
                <a:latin typeface="Arial" panose="020B0604020202090204"/>
                <a:ea typeface="Arial" panose="020B0604020202090204"/>
                <a:cs typeface="Arial" panose="020B0604020202090204"/>
              </a:rPr>
              <a:t>"</a:t>
            </a:r>
            <a:r>
              <a:rPr sz="2450" b="1" kern="0" spc="20" dirty="0">
                <a:solidFill>
                  <a:srgbClr val="40404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瓦萨号</a:t>
            </a:r>
            <a:r>
              <a:rPr sz="2450" b="1" kern="0" spc="10" dirty="0">
                <a:solidFill>
                  <a:srgbClr val="404040">
                    <a:alpha val="100000"/>
                  </a:srgbClr>
                </a:solidFill>
                <a:latin typeface="Arial" panose="020B0604020202090204"/>
                <a:ea typeface="Arial" panose="020B0604020202090204"/>
                <a:cs typeface="Arial" panose="020B0604020202090204"/>
              </a:rPr>
              <a:t>"</a:t>
            </a:r>
            <a:endParaRPr sz="2450" dirty="0">
              <a:latin typeface="Arial" panose="020B0604020202090204"/>
              <a:ea typeface="Arial" panose="020B0604020202090204"/>
              <a:cs typeface="Arial" panose="020B0604020202090204"/>
            </a:endParaRPr>
          </a:p>
          <a:p>
            <a:pPr algn="r" rtl="0" eaLnBrk="0">
              <a:lnSpc>
                <a:spcPct val="90000"/>
              </a:lnSpc>
              <a:spcBef>
                <a:spcPts val="1310"/>
              </a:spcBef>
            </a:pPr>
            <a:r>
              <a:rPr sz="2085" kern="0" spc="-30" dirty="0">
                <a:solidFill>
                  <a:srgbClr val="404040">
                    <a:alpha val="100000"/>
                  </a:srgbClr>
                </a:solidFill>
                <a:latin typeface="Arial" panose="020B0604020202090204"/>
                <a:ea typeface="Arial" panose="020B0604020202090204"/>
                <a:cs typeface="Arial" panose="020B0604020202090204"/>
              </a:rPr>
              <a:t>–  1991-1995</a:t>
            </a:r>
            <a:r>
              <a:rPr sz="2085" kern="0" spc="-30" dirty="0">
                <a:solidFill>
                  <a:srgbClr val="40404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年</a:t>
            </a:r>
            <a:r>
              <a:rPr sz="2085" kern="0" spc="-130" dirty="0">
                <a:solidFill>
                  <a:srgbClr val="40404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 </a:t>
            </a:r>
            <a:r>
              <a:rPr sz="2085" kern="0" spc="-30" dirty="0">
                <a:solidFill>
                  <a:srgbClr val="40404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a:t>
            </a:r>
            <a:r>
              <a:rPr sz="2085" kern="0" spc="-30" dirty="0">
                <a:solidFill>
                  <a:srgbClr val="404040">
                    <a:alpha val="100000"/>
                  </a:srgbClr>
                </a:solidFill>
                <a:latin typeface="Arial" panose="020B0604020202090204"/>
                <a:ea typeface="Arial" panose="020B0604020202090204"/>
                <a:cs typeface="Arial" panose="020B0604020202090204"/>
              </a:rPr>
              <a:t>IBM</a:t>
            </a:r>
            <a:r>
              <a:rPr sz="2085" kern="0" spc="-30" dirty="0">
                <a:solidFill>
                  <a:srgbClr val="40404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投入</a:t>
            </a:r>
            <a:r>
              <a:rPr sz="2085" kern="0" spc="-30" dirty="0">
                <a:solidFill>
                  <a:srgbClr val="404040">
                    <a:alpha val="100000"/>
                  </a:srgbClr>
                </a:solidFill>
                <a:latin typeface="Arial" panose="020B0604020202090204"/>
                <a:ea typeface="Arial" panose="020B0604020202090204"/>
                <a:cs typeface="Arial" panose="020B0604020202090204"/>
              </a:rPr>
              <a:t>20</a:t>
            </a:r>
            <a:r>
              <a:rPr sz="2085" kern="0" spc="-30" dirty="0">
                <a:solidFill>
                  <a:srgbClr val="40404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亿美元打造</a:t>
            </a:r>
            <a:r>
              <a:rPr sz="2085" kern="0" spc="-30" dirty="0">
                <a:solidFill>
                  <a:srgbClr val="404040">
                    <a:alpha val="100000"/>
                  </a:srgbClr>
                </a:solidFill>
                <a:latin typeface="Arial" panose="020B0604020202090204"/>
                <a:ea typeface="Arial" panose="020B0604020202090204"/>
                <a:cs typeface="Arial" panose="020B0604020202090204"/>
              </a:rPr>
              <a:t>Workplac</a:t>
            </a:r>
            <a:r>
              <a:rPr sz="2085" kern="0" spc="-40" dirty="0">
                <a:solidFill>
                  <a:srgbClr val="404040">
                    <a:alpha val="100000"/>
                  </a:srgbClr>
                </a:solidFill>
                <a:latin typeface="Arial" panose="020B0604020202090204"/>
                <a:ea typeface="Arial" panose="020B0604020202090204"/>
                <a:cs typeface="Arial" panose="020B0604020202090204"/>
              </a:rPr>
              <a:t>e</a:t>
            </a:r>
            <a:r>
              <a:rPr sz="2085" kern="0" spc="-40" dirty="0">
                <a:solidFill>
                  <a:srgbClr val="40404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操作系统</a:t>
            </a:r>
            <a:endParaRPr sz="2085" dirty="0">
              <a:latin typeface="微软雅黑" panose="020B0503020204020204" pitchFamily="34" charset="-122"/>
              <a:ea typeface="微软雅黑" panose="020B0503020204020204" pitchFamily="34" charset="-122"/>
              <a:cs typeface="微软雅黑" panose="020B0503020204020204" pitchFamily="34" charset="-122"/>
            </a:endParaRPr>
          </a:p>
          <a:p>
            <a:pPr marL="525145" algn="l" rtl="0" eaLnBrk="0">
              <a:lnSpc>
                <a:spcPct val="90000"/>
              </a:lnSpc>
              <a:spcBef>
                <a:spcPts val="1425"/>
              </a:spcBef>
            </a:pPr>
            <a:r>
              <a:rPr sz="2085" kern="0" spc="-70" dirty="0">
                <a:solidFill>
                  <a:srgbClr val="404040">
                    <a:alpha val="100000"/>
                  </a:srgbClr>
                </a:solidFill>
                <a:latin typeface="Arial" panose="020B0604020202090204"/>
                <a:ea typeface="Arial" panose="020B0604020202090204"/>
                <a:cs typeface="Arial" panose="020B0604020202090204"/>
              </a:rPr>
              <a:t>–</a:t>
            </a:r>
            <a:r>
              <a:rPr sz="2085" kern="0" spc="190" dirty="0">
                <a:solidFill>
                  <a:srgbClr val="404040">
                    <a:alpha val="100000"/>
                  </a:srgbClr>
                </a:solidFill>
                <a:latin typeface="Arial" panose="020B0604020202090204"/>
                <a:ea typeface="Arial" panose="020B0604020202090204"/>
                <a:cs typeface="Arial" panose="020B0604020202090204"/>
              </a:rPr>
              <a:t>  </a:t>
            </a:r>
            <a:r>
              <a:rPr sz="2085" kern="0" spc="-70" dirty="0">
                <a:solidFill>
                  <a:srgbClr val="40404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目标过于宏伟 ，系统过于复杂，导致项目失败</a:t>
            </a:r>
            <a:endParaRPr sz="2085" dirty="0">
              <a:latin typeface="微软雅黑" panose="020B0503020204020204" pitchFamily="34" charset="-122"/>
              <a:ea typeface="微软雅黑" panose="020B0503020204020204" pitchFamily="34" charset="-122"/>
              <a:cs typeface="微软雅黑" panose="020B0503020204020204" pitchFamily="34" charset="-122"/>
            </a:endParaRPr>
          </a:p>
          <a:p>
            <a:pPr marL="525145" algn="l" rtl="0" eaLnBrk="0">
              <a:lnSpc>
                <a:spcPct val="90000"/>
              </a:lnSpc>
              <a:spcBef>
                <a:spcPts val="1310"/>
              </a:spcBef>
            </a:pPr>
            <a:r>
              <a:rPr sz="2085" kern="0" spc="-20" dirty="0">
                <a:solidFill>
                  <a:srgbClr val="404040">
                    <a:alpha val="100000"/>
                  </a:srgbClr>
                </a:solidFill>
                <a:latin typeface="Arial" panose="020B0604020202090204"/>
                <a:ea typeface="Arial" panose="020B0604020202090204"/>
                <a:cs typeface="Arial" panose="020B0604020202090204"/>
              </a:rPr>
              <a:t>–  </a:t>
            </a:r>
            <a:r>
              <a:rPr sz="2085" kern="0" spc="-20" dirty="0">
                <a:solidFill>
                  <a:srgbClr val="40404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间接导致</a:t>
            </a:r>
            <a:r>
              <a:rPr sz="2085" kern="0" spc="-20" dirty="0">
                <a:solidFill>
                  <a:srgbClr val="404040">
                    <a:alpha val="100000"/>
                  </a:srgbClr>
                </a:solidFill>
                <a:latin typeface="Arial" panose="020B0604020202090204"/>
                <a:ea typeface="Arial" panose="020B0604020202090204"/>
                <a:cs typeface="Arial" panose="020B0604020202090204"/>
              </a:rPr>
              <a:t>IBM</a:t>
            </a:r>
            <a:r>
              <a:rPr sz="2085" kern="0" spc="-20" dirty="0">
                <a:solidFill>
                  <a:srgbClr val="40404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全力投入扶植</a:t>
            </a:r>
            <a:r>
              <a:rPr sz="2085" kern="0" spc="-20" dirty="0">
                <a:solidFill>
                  <a:srgbClr val="404040">
                    <a:alpha val="100000"/>
                  </a:srgbClr>
                </a:solidFill>
                <a:latin typeface="Arial" panose="020B0604020202090204"/>
                <a:ea typeface="Arial" panose="020B0604020202090204"/>
                <a:cs typeface="Arial" panose="020B0604020202090204"/>
              </a:rPr>
              <a:t>Linux</a:t>
            </a:r>
            <a:r>
              <a:rPr sz="2085" kern="0" spc="-20" dirty="0">
                <a:solidFill>
                  <a:srgbClr val="40404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操作系统</a:t>
            </a:r>
            <a:endParaRPr sz="2085" dirty="0">
              <a:latin typeface="微软雅黑" panose="020B0503020204020204" pitchFamily="34" charset="-122"/>
              <a:ea typeface="微软雅黑" panose="020B0503020204020204" pitchFamily="34" charset="-122"/>
              <a:cs typeface="微软雅黑" panose="020B0503020204020204" pitchFamily="34" charset="-122"/>
            </a:endParaRPr>
          </a:p>
          <a:p>
            <a:pPr algn="l" rtl="0" eaLnBrk="0">
              <a:lnSpc>
                <a:spcPct val="123000"/>
              </a:lnSpc>
            </a:pPr>
            <a:endParaRPr sz="905" dirty="0">
              <a:latin typeface="Arial" panose="020B0604020202090204"/>
              <a:ea typeface="Arial" panose="020B0604020202090204"/>
              <a:cs typeface="Arial" panose="020B0604020202090204"/>
            </a:endParaRPr>
          </a:p>
          <a:p>
            <a:pPr marL="23495" algn="l" rtl="0" eaLnBrk="0">
              <a:lnSpc>
                <a:spcPct val="90000"/>
              </a:lnSpc>
              <a:spcBef>
                <a:spcPts val="815"/>
              </a:spcBef>
            </a:pPr>
            <a:r>
              <a:rPr sz="2450" kern="0" spc="10" dirty="0">
                <a:solidFill>
                  <a:srgbClr val="404040">
                    <a:alpha val="100000"/>
                  </a:srgbClr>
                </a:solidFill>
                <a:latin typeface="Arial" panose="020B0604020202090204"/>
                <a:ea typeface="Arial" panose="020B0604020202090204"/>
                <a:cs typeface="Arial" panose="020B0604020202090204"/>
              </a:rPr>
              <a:t>•</a:t>
            </a:r>
            <a:r>
              <a:rPr sz="2450" kern="0" spc="370" dirty="0">
                <a:solidFill>
                  <a:srgbClr val="404040">
                    <a:alpha val="100000"/>
                  </a:srgbClr>
                </a:solidFill>
                <a:latin typeface="Arial" panose="020B0604020202090204"/>
                <a:ea typeface="Arial" panose="020B0604020202090204"/>
                <a:cs typeface="Arial" panose="020B0604020202090204"/>
              </a:rPr>
              <a:t>  </a:t>
            </a:r>
            <a:r>
              <a:rPr sz="2450" b="1" kern="0" spc="10" dirty="0">
                <a:solidFill>
                  <a:srgbClr val="40404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复杂系统的构建必须考虑其内部结构</a:t>
            </a:r>
            <a:endParaRPr sz="2450" dirty="0">
              <a:latin typeface="微软雅黑" panose="020B0503020204020204" pitchFamily="34" charset="-122"/>
              <a:ea typeface="微软雅黑" panose="020B0503020204020204" pitchFamily="34" charset="-122"/>
              <a:cs typeface="微软雅黑" panose="020B0503020204020204" pitchFamily="34" charset="-122"/>
            </a:endParaRPr>
          </a:p>
          <a:p>
            <a:pPr marL="525145" algn="l" rtl="0" eaLnBrk="0">
              <a:lnSpc>
                <a:spcPct val="90000"/>
              </a:lnSpc>
              <a:spcBef>
                <a:spcPts val="1430"/>
              </a:spcBef>
            </a:pPr>
            <a:r>
              <a:rPr sz="2085" kern="0" spc="-20" dirty="0">
                <a:solidFill>
                  <a:srgbClr val="404040">
                    <a:alpha val="100000"/>
                  </a:srgbClr>
                </a:solidFill>
                <a:latin typeface="Arial" panose="020B0604020202090204"/>
                <a:ea typeface="Arial" panose="020B0604020202090204"/>
                <a:cs typeface="Arial" panose="020B0604020202090204"/>
              </a:rPr>
              <a:t>–  </a:t>
            </a:r>
            <a:r>
              <a:rPr sz="2085" kern="0" spc="-20" dirty="0">
                <a:solidFill>
                  <a:srgbClr val="40404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不同目标之间往往存在冲突</a:t>
            </a:r>
            <a:endParaRPr sz="2085" dirty="0">
              <a:latin typeface="微软雅黑" panose="020B0503020204020204" pitchFamily="34" charset="-122"/>
              <a:ea typeface="微软雅黑" panose="020B0503020204020204" pitchFamily="34" charset="-122"/>
              <a:cs typeface="微软雅黑" panose="020B0503020204020204" pitchFamily="34" charset="-122"/>
            </a:endParaRPr>
          </a:p>
          <a:p>
            <a:pPr algn="l" rtl="0" eaLnBrk="0">
              <a:lnSpc>
                <a:spcPct val="106000"/>
              </a:lnSpc>
            </a:pPr>
            <a:endParaRPr sz="1000" dirty="0">
              <a:latin typeface="Arial" panose="020B0604020202090204"/>
              <a:ea typeface="Arial" panose="020B0604020202090204"/>
              <a:cs typeface="Arial" panose="020B0604020202090204"/>
            </a:endParaRPr>
          </a:p>
          <a:p>
            <a:pPr marL="525145" algn="l" rtl="0" eaLnBrk="0">
              <a:lnSpc>
                <a:spcPct val="90000"/>
              </a:lnSpc>
              <a:spcBef>
                <a:spcPts val="5"/>
              </a:spcBef>
            </a:pPr>
            <a:r>
              <a:rPr sz="2085" kern="0" spc="-20" dirty="0">
                <a:solidFill>
                  <a:srgbClr val="404040">
                    <a:alpha val="100000"/>
                  </a:srgbClr>
                </a:solidFill>
                <a:latin typeface="Arial" panose="020B0604020202090204"/>
                <a:ea typeface="Arial" panose="020B0604020202090204"/>
                <a:cs typeface="Arial" panose="020B0604020202090204"/>
              </a:rPr>
              <a:t>–  </a:t>
            </a:r>
            <a:r>
              <a:rPr sz="2085" kern="0" spc="-20" dirty="0">
                <a:solidFill>
                  <a:srgbClr val="40404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不同需求之间需要进行权衡</a:t>
            </a:r>
            <a:endParaRPr sz="2085" dirty="0">
              <a:latin typeface="微软雅黑" panose="020B0503020204020204" pitchFamily="34" charset="-122"/>
              <a:ea typeface="微软雅黑" panose="020B0503020204020204" pitchFamily="34" charset="-122"/>
              <a:cs typeface="微软雅黑" panose="020B0503020204020204" pitchFamily="34" charset="-122"/>
            </a:endParaRPr>
          </a:p>
        </p:txBody>
      </p:sp>
      <p:pic>
        <p:nvPicPr>
          <p:cNvPr id="192" name="picture 192"/>
          <p:cNvPicPr>
            <a:picLocks noChangeAspect="1"/>
          </p:cNvPicPr>
          <p:nvPr/>
        </p:nvPicPr>
        <p:blipFill>
          <a:blip r:embed="rId1"/>
          <a:stretch>
            <a:fillRect/>
          </a:stretch>
        </p:blipFill>
        <p:spPr>
          <a:xfrm rot="21600000">
            <a:off x="1373168" y="925321"/>
            <a:ext cx="163946" cy="495730"/>
          </a:xfrm>
          <a:prstGeom prst="rect">
            <a:avLst/>
          </a:prstGeom>
        </p:spPr>
      </p:pic>
      <p:sp>
        <p:nvSpPr>
          <p:cNvPr id="194" name="textbox 194"/>
          <p:cNvSpPr/>
          <p:nvPr/>
        </p:nvSpPr>
        <p:spPr>
          <a:xfrm>
            <a:off x="10075219" y="6036788"/>
            <a:ext cx="179731" cy="168210"/>
          </a:xfrm>
          <a:prstGeom prst="rect">
            <a:avLst/>
          </a:prstGeom>
          <a:noFill/>
          <a:ln w="0" cap="flat">
            <a:noFill/>
            <a:prstDash val="solid"/>
            <a:miter lim="0"/>
          </a:ln>
        </p:spPr>
        <p:txBody>
          <a:bodyPr vert="horz" wrap="square" lIns="0" tIns="0" rIns="0" bIns="0"/>
          <a:lstStyle/>
          <a:p>
            <a:pPr algn="l" rtl="0" eaLnBrk="0">
              <a:lnSpc>
                <a:spcPct val="81000"/>
              </a:lnSpc>
            </a:pPr>
            <a:endParaRPr sz="100" dirty="0">
              <a:latin typeface="Arial" panose="020B0604020202090204"/>
              <a:ea typeface="Arial" panose="020B0604020202090204"/>
              <a:cs typeface="Arial" panose="020B0604020202090204"/>
            </a:endParaRPr>
          </a:p>
          <a:p>
            <a:pPr marL="12700" algn="l" rtl="0" eaLnBrk="0">
              <a:lnSpc>
                <a:spcPct val="75000"/>
              </a:lnSpc>
            </a:pPr>
            <a:r>
              <a:rPr sz="1270" kern="0" spc="-40" dirty="0">
                <a:solidFill>
                  <a:srgbClr val="898989">
                    <a:alpha val="100000"/>
                  </a:srgbClr>
                </a:solidFill>
                <a:latin typeface="等线" panose="02010600030101010101" charset="-122"/>
                <a:ea typeface="等线" panose="02010600030101010101" charset="-122"/>
                <a:cs typeface="等线" panose="02010600030101010101" charset="-122"/>
              </a:rPr>
              <a:t>18</a:t>
            </a:r>
            <a:endParaRPr sz="1270" dirty="0">
              <a:latin typeface="等线" panose="02010600030101010101" charset="-122"/>
              <a:ea typeface="等线" panose="02010600030101010101" charset="-122"/>
              <a:cs typeface="等线" panose="02010600030101010101" charset="-122"/>
            </a:endParaRPr>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6" name="textbox 196"/>
          <p:cNvSpPr/>
          <p:nvPr/>
        </p:nvSpPr>
        <p:spPr>
          <a:xfrm>
            <a:off x="6192259" y="1957728"/>
            <a:ext cx="2970167" cy="3566966"/>
          </a:xfrm>
          <a:prstGeom prst="rect">
            <a:avLst/>
          </a:prstGeom>
          <a:noFill/>
          <a:ln w="0" cap="flat">
            <a:noFill/>
            <a:prstDash val="solid"/>
            <a:miter lim="0"/>
          </a:ln>
        </p:spPr>
        <p:txBody>
          <a:bodyPr vert="horz" wrap="square" lIns="0" tIns="0" rIns="0" bIns="0"/>
          <a:lstStyle/>
          <a:p>
            <a:pPr algn="l" rtl="0" eaLnBrk="0">
              <a:lnSpc>
                <a:spcPct val="74000"/>
              </a:lnSpc>
            </a:pPr>
            <a:endParaRPr sz="100" dirty="0">
              <a:latin typeface="Arial" panose="020B0604020202090204"/>
              <a:ea typeface="Arial" panose="020B0604020202090204"/>
              <a:cs typeface="Arial" panose="020B0604020202090204"/>
            </a:endParaRPr>
          </a:p>
          <a:p>
            <a:pPr marL="12700" algn="l" rtl="0" eaLnBrk="0">
              <a:lnSpc>
                <a:spcPct val="90000"/>
              </a:lnSpc>
            </a:pPr>
            <a:r>
              <a:rPr sz="2720" kern="0" spc="-60" dirty="0">
                <a:solidFill>
                  <a:srgbClr val="404040">
                    <a:alpha val="100000"/>
                  </a:srgbClr>
                </a:solidFill>
                <a:latin typeface="Arial" panose="020B0604020202090204"/>
                <a:ea typeface="Arial" panose="020B0604020202090204"/>
                <a:cs typeface="Arial" panose="020B0604020202090204"/>
              </a:rPr>
              <a:t>•</a:t>
            </a:r>
            <a:r>
              <a:rPr sz="2720" kern="0" spc="190" dirty="0">
                <a:solidFill>
                  <a:srgbClr val="404040">
                    <a:alpha val="100000"/>
                  </a:srgbClr>
                </a:solidFill>
                <a:latin typeface="Arial" panose="020B0604020202090204"/>
                <a:ea typeface="Arial" panose="020B0604020202090204"/>
                <a:cs typeface="Arial" panose="020B0604020202090204"/>
              </a:rPr>
              <a:t>  </a:t>
            </a:r>
            <a:r>
              <a:rPr sz="2720" b="1" kern="0" spc="-60" dirty="0">
                <a:solidFill>
                  <a:srgbClr val="40404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系统目标</a:t>
            </a:r>
            <a:endParaRPr sz="2720" dirty="0">
              <a:latin typeface="微软雅黑" panose="020B0503020204020204" pitchFamily="34" charset="-122"/>
              <a:ea typeface="微软雅黑" panose="020B0503020204020204" pitchFamily="34" charset="-122"/>
              <a:cs typeface="微软雅黑" panose="020B0503020204020204" pitchFamily="34" charset="-122"/>
            </a:endParaRPr>
          </a:p>
          <a:p>
            <a:pPr algn="r" rtl="0" eaLnBrk="0">
              <a:lnSpc>
                <a:spcPct val="89000"/>
              </a:lnSpc>
              <a:spcBef>
                <a:spcPts val="1750"/>
              </a:spcBef>
            </a:pPr>
            <a:r>
              <a:rPr sz="2450" kern="0" spc="10" dirty="0">
                <a:solidFill>
                  <a:srgbClr val="404040">
                    <a:alpha val="100000"/>
                  </a:srgbClr>
                </a:solidFill>
                <a:latin typeface="Arial" panose="020B0604020202090204"/>
                <a:ea typeface="Arial" panose="020B0604020202090204"/>
                <a:cs typeface="Arial" panose="020B0604020202090204"/>
              </a:rPr>
              <a:t>–</a:t>
            </a:r>
            <a:r>
              <a:rPr sz="2450" kern="0" spc="390" dirty="0">
                <a:solidFill>
                  <a:srgbClr val="404040">
                    <a:alpha val="100000"/>
                  </a:srgbClr>
                </a:solidFill>
                <a:latin typeface="Arial" panose="020B0604020202090204"/>
                <a:ea typeface="Arial" panose="020B0604020202090204"/>
                <a:cs typeface="Arial" panose="020B0604020202090204"/>
              </a:rPr>
              <a:t> </a:t>
            </a:r>
            <a:r>
              <a:rPr sz="2450" kern="0" spc="10" dirty="0">
                <a:solidFill>
                  <a:srgbClr val="40404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容易设计、实现</a:t>
            </a:r>
            <a:endParaRPr sz="2450" dirty="0">
              <a:latin typeface="微软雅黑" panose="020B0503020204020204" pitchFamily="34" charset="-122"/>
              <a:ea typeface="微软雅黑" panose="020B0503020204020204" pitchFamily="34" charset="-122"/>
              <a:cs typeface="微软雅黑" panose="020B0503020204020204" pitchFamily="34" charset="-122"/>
            </a:endParaRPr>
          </a:p>
          <a:p>
            <a:pPr marL="511810" algn="l" rtl="0" eaLnBrk="0">
              <a:lnSpc>
                <a:spcPct val="116000"/>
              </a:lnSpc>
              <a:spcBef>
                <a:spcPts val="1675"/>
              </a:spcBef>
            </a:pPr>
            <a:r>
              <a:rPr sz="2450" kern="0" spc="10" dirty="0">
                <a:solidFill>
                  <a:srgbClr val="404040">
                    <a:alpha val="100000"/>
                  </a:srgbClr>
                </a:solidFill>
                <a:latin typeface="Arial" panose="020B0604020202090204"/>
                <a:ea typeface="Arial" panose="020B0604020202090204"/>
                <a:cs typeface="Arial" panose="020B0604020202090204"/>
              </a:rPr>
              <a:t>–</a:t>
            </a:r>
            <a:r>
              <a:rPr sz="2450" kern="0" spc="330" dirty="0">
                <a:solidFill>
                  <a:srgbClr val="404040">
                    <a:alpha val="100000"/>
                  </a:srgbClr>
                </a:solidFill>
                <a:latin typeface="Arial" panose="020B0604020202090204"/>
                <a:ea typeface="Arial" panose="020B0604020202090204"/>
                <a:cs typeface="Arial" panose="020B0604020202090204"/>
              </a:rPr>
              <a:t> </a:t>
            </a:r>
            <a:r>
              <a:rPr sz="2450" kern="0" spc="10" dirty="0">
                <a:solidFill>
                  <a:srgbClr val="40404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容易维护</a:t>
            </a:r>
            <a:r>
              <a:rPr sz="2450" kern="0" spc="0" dirty="0">
                <a:solidFill>
                  <a:srgbClr val="40404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           </a:t>
            </a:r>
            <a:r>
              <a:rPr sz="2450" kern="0" spc="0" dirty="0">
                <a:solidFill>
                  <a:srgbClr val="404040">
                    <a:alpha val="100000"/>
                  </a:srgbClr>
                </a:solidFill>
                <a:latin typeface="Arial" panose="020B0604020202090204"/>
                <a:ea typeface="Arial" panose="020B0604020202090204"/>
                <a:cs typeface="Arial" panose="020B0604020202090204"/>
              </a:rPr>
              <a:t>–</a:t>
            </a:r>
            <a:r>
              <a:rPr sz="2450" kern="0" spc="350" dirty="0">
                <a:solidFill>
                  <a:srgbClr val="404040">
                    <a:alpha val="100000"/>
                  </a:srgbClr>
                </a:solidFill>
                <a:latin typeface="Arial" panose="020B0604020202090204"/>
                <a:ea typeface="Arial" panose="020B0604020202090204"/>
                <a:cs typeface="Arial" panose="020B0604020202090204"/>
              </a:rPr>
              <a:t> </a:t>
            </a:r>
            <a:r>
              <a:rPr sz="2450" kern="0" spc="0" dirty="0">
                <a:solidFill>
                  <a:srgbClr val="40404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灵活性</a:t>
            </a:r>
            <a:endParaRPr sz="2450" dirty="0">
              <a:latin typeface="微软雅黑" panose="020B0503020204020204" pitchFamily="34" charset="-122"/>
              <a:ea typeface="微软雅黑" panose="020B0503020204020204" pitchFamily="34" charset="-122"/>
              <a:cs typeface="微软雅黑" panose="020B0503020204020204" pitchFamily="34" charset="-122"/>
            </a:endParaRPr>
          </a:p>
          <a:p>
            <a:pPr marL="511810" algn="l" rtl="0" eaLnBrk="0">
              <a:lnSpc>
                <a:spcPct val="81000"/>
              </a:lnSpc>
              <a:spcBef>
                <a:spcPts val="1610"/>
              </a:spcBef>
            </a:pPr>
            <a:r>
              <a:rPr sz="2450" kern="0" spc="0" dirty="0">
                <a:solidFill>
                  <a:srgbClr val="404040">
                    <a:alpha val="100000"/>
                  </a:srgbClr>
                </a:solidFill>
                <a:latin typeface="Arial" panose="020B0604020202090204"/>
                <a:ea typeface="Arial" panose="020B0604020202090204"/>
                <a:cs typeface="Arial" panose="020B0604020202090204"/>
              </a:rPr>
              <a:t>–</a:t>
            </a:r>
            <a:r>
              <a:rPr sz="2450" kern="0" spc="350" dirty="0">
                <a:solidFill>
                  <a:srgbClr val="404040">
                    <a:alpha val="100000"/>
                  </a:srgbClr>
                </a:solidFill>
                <a:latin typeface="Arial" panose="020B0604020202090204"/>
                <a:ea typeface="Arial" panose="020B0604020202090204"/>
                <a:cs typeface="Arial" panose="020B0604020202090204"/>
              </a:rPr>
              <a:t> </a:t>
            </a:r>
            <a:r>
              <a:rPr sz="2450" kern="0" spc="0" dirty="0">
                <a:solidFill>
                  <a:srgbClr val="40404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可靠性</a:t>
            </a:r>
            <a:endParaRPr sz="2450" dirty="0">
              <a:latin typeface="微软雅黑" panose="020B0503020204020204" pitchFamily="34" charset="-122"/>
              <a:ea typeface="微软雅黑" panose="020B0503020204020204" pitchFamily="34" charset="-122"/>
              <a:cs typeface="微软雅黑" panose="020B0503020204020204" pitchFamily="34" charset="-122"/>
            </a:endParaRPr>
          </a:p>
          <a:p>
            <a:pPr marL="511810" algn="l" rtl="0" eaLnBrk="0">
              <a:lnSpc>
                <a:spcPts val="4590"/>
              </a:lnSpc>
            </a:pPr>
            <a:r>
              <a:rPr sz="2450" kern="0" spc="-10" dirty="0">
                <a:solidFill>
                  <a:srgbClr val="404040">
                    <a:alpha val="100000"/>
                  </a:srgbClr>
                </a:solidFill>
                <a:latin typeface="Arial" panose="020B0604020202090204"/>
                <a:ea typeface="Arial" panose="020B0604020202090204"/>
                <a:cs typeface="Arial" panose="020B0604020202090204"/>
              </a:rPr>
              <a:t>–</a:t>
            </a:r>
            <a:r>
              <a:rPr sz="2450" kern="0" spc="390" dirty="0">
                <a:solidFill>
                  <a:srgbClr val="404040">
                    <a:alpha val="100000"/>
                  </a:srgbClr>
                </a:solidFill>
                <a:latin typeface="Arial" panose="020B0604020202090204"/>
                <a:ea typeface="Arial" panose="020B0604020202090204"/>
                <a:cs typeface="Arial" panose="020B0604020202090204"/>
              </a:rPr>
              <a:t> </a:t>
            </a:r>
            <a:r>
              <a:rPr sz="2450" kern="0" spc="-10" dirty="0">
                <a:solidFill>
                  <a:srgbClr val="40404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高效性</a:t>
            </a:r>
            <a:endParaRPr sz="2450" dirty="0">
              <a:latin typeface="微软雅黑" panose="020B0503020204020204" pitchFamily="34" charset="-122"/>
              <a:ea typeface="微软雅黑" panose="020B0503020204020204" pitchFamily="34" charset="-122"/>
              <a:cs typeface="微软雅黑" panose="020B0503020204020204" pitchFamily="34" charset="-122"/>
            </a:endParaRPr>
          </a:p>
          <a:p>
            <a:pPr algn="l" rtl="0" eaLnBrk="0">
              <a:lnSpc>
                <a:spcPct val="109000"/>
              </a:lnSpc>
            </a:pPr>
            <a:endParaRPr sz="905" dirty="0">
              <a:latin typeface="Arial" panose="020B0604020202090204"/>
              <a:ea typeface="Arial" panose="020B0604020202090204"/>
              <a:cs typeface="Arial" panose="020B0604020202090204"/>
            </a:endParaRPr>
          </a:p>
          <a:p>
            <a:pPr algn="l" rtl="0" eaLnBrk="0">
              <a:lnSpc>
                <a:spcPct val="110000"/>
              </a:lnSpc>
            </a:pPr>
            <a:endParaRPr sz="905" dirty="0">
              <a:latin typeface="Arial" panose="020B0604020202090204"/>
              <a:ea typeface="Arial" panose="020B0604020202090204"/>
              <a:cs typeface="Arial" panose="020B0604020202090204"/>
            </a:endParaRPr>
          </a:p>
          <a:p>
            <a:pPr marL="511810" algn="l" rtl="0" eaLnBrk="0">
              <a:lnSpc>
                <a:spcPts val="525"/>
              </a:lnSpc>
              <a:spcBef>
                <a:spcPts val="815"/>
              </a:spcBef>
            </a:pPr>
            <a:r>
              <a:rPr sz="2450" kern="0" spc="-10" dirty="0">
                <a:solidFill>
                  <a:srgbClr val="404040">
                    <a:alpha val="100000"/>
                  </a:srgbClr>
                </a:solidFill>
                <a:latin typeface="Arial" panose="020B0604020202090204"/>
                <a:ea typeface="Arial" panose="020B0604020202090204"/>
                <a:cs typeface="Arial" panose="020B0604020202090204"/>
              </a:rPr>
              <a:t>–</a:t>
            </a:r>
            <a:endParaRPr sz="2450" dirty="0">
              <a:latin typeface="Arial" panose="020B0604020202090204"/>
              <a:ea typeface="Arial" panose="020B0604020202090204"/>
              <a:cs typeface="Arial" panose="020B0604020202090204"/>
            </a:endParaRPr>
          </a:p>
          <a:p>
            <a:pPr marL="877570" algn="l" rtl="0" eaLnBrk="0">
              <a:lnSpc>
                <a:spcPts val="920"/>
              </a:lnSpc>
            </a:pPr>
            <a:r>
              <a:rPr sz="2450" kern="0" spc="-80" dirty="0">
                <a:solidFill>
                  <a:srgbClr val="404040">
                    <a:alpha val="100000"/>
                  </a:srgbClr>
                </a:solidFill>
                <a:latin typeface="Arial" panose="020B0604020202090204"/>
                <a:ea typeface="Arial" panose="020B0604020202090204"/>
                <a:cs typeface="Arial" panose="020B0604020202090204"/>
              </a:rPr>
              <a:t>……</a:t>
            </a:r>
            <a:endParaRPr sz="2450" dirty="0">
              <a:latin typeface="Arial" panose="020B0604020202090204"/>
              <a:ea typeface="Arial" panose="020B0604020202090204"/>
              <a:cs typeface="Arial" panose="020B0604020202090204"/>
            </a:endParaRPr>
          </a:p>
        </p:txBody>
      </p:sp>
      <p:sp>
        <p:nvSpPr>
          <p:cNvPr id="198" name="textbox 198"/>
          <p:cNvSpPr/>
          <p:nvPr/>
        </p:nvSpPr>
        <p:spPr>
          <a:xfrm>
            <a:off x="1946275" y="1964055"/>
            <a:ext cx="2343785" cy="4285615"/>
          </a:xfrm>
          <a:prstGeom prst="rect">
            <a:avLst/>
          </a:prstGeom>
          <a:noFill/>
          <a:ln w="0" cap="flat">
            <a:noFill/>
            <a:prstDash val="solid"/>
            <a:miter lim="0"/>
          </a:ln>
        </p:spPr>
        <p:txBody>
          <a:bodyPr vert="horz" wrap="square" lIns="0" tIns="0" rIns="0" bIns="0"/>
          <a:lstStyle/>
          <a:p>
            <a:pPr algn="l" rtl="0" eaLnBrk="0">
              <a:lnSpc>
                <a:spcPct val="96000"/>
              </a:lnSpc>
            </a:pPr>
            <a:endParaRPr sz="100" dirty="0">
              <a:latin typeface="Arial" panose="020B0604020202090204"/>
              <a:ea typeface="Arial" panose="020B0604020202090204"/>
              <a:cs typeface="Arial" panose="020B0604020202090204"/>
            </a:endParaRPr>
          </a:p>
          <a:p>
            <a:pPr marL="12700" algn="l" rtl="0" eaLnBrk="0">
              <a:lnSpc>
                <a:spcPct val="89000"/>
              </a:lnSpc>
            </a:pPr>
            <a:r>
              <a:rPr sz="2720" kern="0" spc="-70" dirty="0">
                <a:solidFill>
                  <a:srgbClr val="404040">
                    <a:alpha val="100000"/>
                  </a:srgbClr>
                </a:solidFill>
                <a:latin typeface="Arial" panose="020B0604020202090204"/>
                <a:ea typeface="Arial" panose="020B0604020202090204"/>
                <a:cs typeface="Arial" panose="020B0604020202090204"/>
              </a:rPr>
              <a:t>•</a:t>
            </a:r>
            <a:r>
              <a:rPr sz="2720" kern="0" spc="220" dirty="0">
                <a:solidFill>
                  <a:srgbClr val="404040">
                    <a:alpha val="100000"/>
                  </a:srgbClr>
                </a:solidFill>
                <a:latin typeface="Arial" panose="020B0604020202090204"/>
                <a:ea typeface="Arial" panose="020B0604020202090204"/>
                <a:cs typeface="Arial" panose="020B0604020202090204"/>
              </a:rPr>
              <a:t>  </a:t>
            </a:r>
            <a:r>
              <a:rPr sz="2720" b="1" kern="0" spc="-70" dirty="0">
                <a:solidFill>
                  <a:srgbClr val="40404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用户目标</a:t>
            </a:r>
            <a:endParaRPr sz="2720" b="1" kern="0" spc="-70" dirty="0">
              <a:solidFill>
                <a:srgbClr val="404040">
                  <a:alpha val="100000"/>
                </a:srgbClr>
              </a:solidFill>
              <a:latin typeface="微软雅黑" panose="020B0503020204020204" pitchFamily="34" charset="-122"/>
              <a:ea typeface="微软雅黑" panose="020B0503020204020204" pitchFamily="34" charset="-122"/>
              <a:cs typeface="微软雅黑" panose="020B0503020204020204" pitchFamily="34" charset="-122"/>
            </a:endParaRPr>
          </a:p>
          <a:p>
            <a:pPr marL="12700" algn="l" rtl="0" eaLnBrk="0">
              <a:lnSpc>
                <a:spcPct val="89000"/>
              </a:lnSpc>
            </a:pPr>
            <a:r>
              <a:rPr sz="2450" kern="0" spc="10" dirty="0">
                <a:solidFill>
                  <a:srgbClr val="404040">
                    <a:alpha val="100000"/>
                  </a:srgbClr>
                </a:solidFill>
                <a:latin typeface="Arial" panose="020B0604020202090204"/>
                <a:ea typeface="Arial" panose="020B0604020202090204"/>
                <a:cs typeface="Arial" panose="020B0604020202090204"/>
              </a:rPr>
              <a:t>–</a:t>
            </a:r>
            <a:r>
              <a:rPr sz="2450" kern="0" spc="330" dirty="0">
                <a:solidFill>
                  <a:srgbClr val="404040">
                    <a:alpha val="100000"/>
                  </a:srgbClr>
                </a:solidFill>
                <a:latin typeface="Arial" panose="020B0604020202090204"/>
                <a:ea typeface="Arial" panose="020B0604020202090204"/>
                <a:cs typeface="Arial" panose="020B0604020202090204"/>
              </a:rPr>
              <a:t> </a:t>
            </a:r>
            <a:r>
              <a:rPr sz="2450" kern="0" spc="10" dirty="0">
                <a:solidFill>
                  <a:srgbClr val="40404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方便使用</a:t>
            </a:r>
            <a:endParaRPr sz="2450" kern="0" spc="10" dirty="0">
              <a:solidFill>
                <a:srgbClr val="404040">
                  <a:alpha val="100000"/>
                </a:srgbClr>
              </a:solidFill>
              <a:latin typeface="微软雅黑" panose="020B0503020204020204" pitchFamily="34" charset="-122"/>
              <a:ea typeface="微软雅黑" panose="020B0503020204020204" pitchFamily="34" charset="-122"/>
              <a:cs typeface="微软雅黑" panose="020B0503020204020204" pitchFamily="34" charset="-122"/>
            </a:endParaRPr>
          </a:p>
          <a:p>
            <a:pPr marL="12700" algn="l" rtl="0" eaLnBrk="0">
              <a:lnSpc>
                <a:spcPct val="89000"/>
              </a:lnSpc>
            </a:pPr>
            <a:endParaRPr sz="2450" kern="0" spc="10" dirty="0">
              <a:solidFill>
                <a:srgbClr val="404040">
                  <a:alpha val="100000"/>
                </a:srgbClr>
              </a:solidFill>
              <a:latin typeface="微软雅黑" panose="020B0503020204020204" pitchFamily="34" charset="-122"/>
              <a:ea typeface="微软雅黑" panose="020B0503020204020204" pitchFamily="34" charset="-122"/>
              <a:cs typeface="微软雅黑" panose="020B0503020204020204" pitchFamily="34" charset="-122"/>
            </a:endParaRPr>
          </a:p>
          <a:p>
            <a:pPr marL="12700" algn="l" rtl="0" eaLnBrk="0">
              <a:lnSpc>
                <a:spcPct val="89000"/>
              </a:lnSpc>
            </a:pPr>
            <a:r>
              <a:rPr sz="2450" kern="0" spc="10" dirty="0">
                <a:solidFill>
                  <a:srgbClr val="404040">
                    <a:alpha val="100000"/>
                  </a:srgbClr>
                </a:solidFill>
                <a:latin typeface="Arial" panose="020B0604020202090204"/>
                <a:ea typeface="Arial" panose="020B0604020202090204"/>
                <a:cs typeface="Arial" panose="020B0604020202090204"/>
              </a:rPr>
              <a:t>–</a:t>
            </a:r>
            <a:r>
              <a:rPr sz="2450" kern="0" spc="330" dirty="0">
                <a:solidFill>
                  <a:srgbClr val="404040">
                    <a:alpha val="100000"/>
                  </a:srgbClr>
                </a:solidFill>
                <a:latin typeface="Arial" panose="020B0604020202090204"/>
                <a:ea typeface="Arial" panose="020B0604020202090204"/>
                <a:cs typeface="Arial" panose="020B0604020202090204"/>
              </a:rPr>
              <a:t> </a:t>
            </a:r>
            <a:r>
              <a:rPr sz="2450" kern="0" spc="10" dirty="0">
                <a:solidFill>
                  <a:srgbClr val="40404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容易学习</a:t>
            </a:r>
            <a:endParaRPr sz="2450" kern="0" spc="10" dirty="0">
              <a:solidFill>
                <a:srgbClr val="404040">
                  <a:alpha val="100000"/>
                </a:srgbClr>
              </a:solidFill>
              <a:latin typeface="微软雅黑" panose="020B0503020204020204" pitchFamily="34" charset="-122"/>
              <a:ea typeface="微软雅黑" panose="020B0503020204020204" pitchFamily="34" charset="-122"/>
              <a:cs typeface="微软雅黑" panose="020B0503020204020204" pitchFamily="34" charset="-122"/>
            </a:endParaRPr>
          </a:p>
          <a:p>
            <a:pPr marL="12700" algn="l" rtl="0" eaLnBrk="0">
              <a:lnSpc>
                <a:spcPct val="89000"/>
              </a:lnSpc>
            </a:pPr>
            <a:endParaRPr sz="2450" kern="0" spc="10" dirty="0">
              <a:solidFill>
                <a:srgbClr val="404040">
                  <a:alpha val="100000"/>
                </a:srgbClr>
              </a:solidFill>
              <a:latin typeface="微软雅黑" panose="020B0503020204020204" pitchFamily="34" charset="-122"/>
              <a:ea typeface="微软雅黑" panose="020B0503020204020204" pitchFamily="34" charset="-122"/>
              <a:cs typeface="微软雅黑" panose="020B0503020204020204" pitchFamily="34" charset="-122"/>
            </a:endParaRPr>
          </a:p>
          <a:p>
            <a:pPr marL="12700" algn="l" rtl="0" eaLnBrk="0">
              <a:lnSpc>
                <a:spcPct val="89000"/>
              </a:lnSpc>
            </a:pPr>
            <a:r>
              <a:rPr sz="2450" kern="0" spc="0" dirty="0">
                <a:solidFill>
                  <a:srgbClr val="404040">
                    <a:alpha val="100000"/>
                  </a:srgbClr>
                </a:solidFill>
                <a:latin typeface="Arial" panose="020B0604020202090204"/>
                <a:ea typeface="Arial" panose="020B0604020202090204"/>
                <a:cs typeface="Arial" panose="020B0604020202090204"/>
              </a:rPr>
              <a:t>–</a:t>
            </a:r>
            <a:r>
              <a:rPr sz="2450" kern="0" spc="380" dirty="0">
                <a:solidFill>
                  <a:srgbClr val="404040">
                    <a:alpha val="100000"/>
                  </a:srgbClr>
                </a:solidFill>
                <a:latin typeface="Arial" panose="020B0604020202090204"/>
                <a:ea typeface="Arial" panose="020B0604020202090204"/>
                <a:cs typeface="Arial" panose="020B0604020202090204"/>
              </a:rPr>
              <a:t> </a:t>
            </a:r>
            <a:r>
              <a:rPr sz="2450" kern="0" spc="0" dirty="0">
                <a:solidFill>
                  <a:srgbClr val="40404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功能齐全</a:t>
            </a:r>
            <a:endParaRPr sz="2450" kern="0" spc="0" dirty="0">
              <a:solidFill>
                <a:srgbClr val="404040">
                  <a:alpha val="100000"/>
                </a:srgbClr>
              </a:solidFill>
              <a:latin typeface="微软雅黑" panose="020B0503020204020204" pitchFamily="34" charset="-122"/>
              <a:ea typeface="微软雅黑" panose="020B0503020204020204" pitchFamily="34" charset="-122"/>
              <a:cs typeface="微软雅黑" panose="020B0503020204020204" pitchFamily="34" charset="-122"/>
            </a:endParaRPr>
          </a:p>
          <a:p>
            <a:pPr marL="12700" algn="l" rtl="0" eaLnBrk="0">
              <a:lnSpc>
                <a:spcPct val="89000"/>
              </a:lnSpc>
            </a:pPr>
            <a:endParaRPr sz="2450" kern="0" spc="0" dirty="0">
              <a:solidFill>
                <a:srgbClr val="404040">
                  <a:alpha val="100000"/>
                </a:srgbClr>
              </a:solidFill>
              <a:latin typeface="微软雅黑" panose="020B0503020204020204" pitchFamily="34" charset="-122"/>
              <a:ea typeface="微软雅黑" panose="020B0503020204020204" pitchFamily="34" charset="-122"/>
              <a:cs typeface="微软雅黑" panose="020B0503020204020204" pitchFamily="34" charset="-122"/>
            </a:endParaRPr>
          </a:p>
          <a:p>
            <a:pPr marL="12700" algn="l" rtl="0" eaLnBrk="0">
              <a:lnSpc>
                <a:spcPct val="89000"/>
              </a:lnSpc>
            </a:pPr>
            <a:r>
              <a:rPr sz="2450" kern="0" spc="-10" dirty="0">
                <a:solidFill>
                  <a:srgbClr val="404040">
                    <a:alpha val="100000"/>
                  </a:srgbClr>
                </a:solidFill>
                <a:latin typeface="Arial" panose="020B0604020202090204"/>
                <a:ea typeface="Arial" panose="020B0604020202090204"/>
                <a:cs typeface="Arial" panose="020B0604020202090204"/>
              </a:rPr>
              <a:t>–</a:t>
            </a:r>
            <a:r>
              <a:rPr sz="2450" kern="0" spc="360" dirty="0">
                <a:solidFill>
                  <a:srgbClr val="404040">
                    <a:alpha val="100000"/>
                  </a:srgbClr>
                </a:solidFill>
                <a:latin typeface="Arial" panose="020B0604020202090204"/>
                <a:ea typeface="Arial" panose="020B0604020202090204"/>
                <a:cs typeface="Arial" panose="020B0604020202090204"/>
              </a:rPr>
              <a:t> </a:t>
            </a:r>
            <a:r>
              <a:rPr sz="2450" kern="0" spc="-10" dirty="0">
                <a:solidFill>
                  <a:srgbClr val="40404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安全</a:t>
            </a:r>
            <a:endParaRPr sz="2450" kern="0" spc="-10" dirty="0">
              <a:solidFill>
                <a:srgbClr val="404040">
                  <a:alpha val="100000"/>
                </a:srgbClr>
              </a:solidFill>
              <a:latin typeface="微软雅黑" panose="020B0503020204020204" pitchFamily="34" charset="-122"/>
              <a:ea typeface="微软雅黑" panose="020B0503020204020204" pitchFamily="34" charset="-122"/>
              <a:cs typeface="微软雅黑" panose="020B0503020204020204" pitchFamily="34" charset="-122"/>
            </a:endParaRPr>
          </a:p>
          <a:p>
            <a:pPr marL="12700" algn="l" rtl="0" eaLnBrk="0">
              <a:lnSpc>
                <a:spcPct val="89000"/>
              </a:lnSpc>
            </a:pPr>
            <a:endParaRPr sz="2450" kern="0" spc="-10" dirty="0">
              <a:solidFill>
                <a:srgbClr val="404040">
                  <a:alpha val="100000"/>
                </a:srgbClr>
              </a:solidFill>
              <a:latin typeface="微软雅黑" panose="020B0503020204020204" pitchFamily="34" charset="-122"/>
              <a:ea typeface="微软雅黑" panose="020B0503020204020204" pitchFamily="34" charset="-122"/>
              <a:cs typeface="微软雅黑" panose="020B0503020204020204" pitchFamily="34" charset="-122"/>
            </a:endParaRPr>
          </a:p>
          <a:p>
            <a:pPr marL="12700" algn="l" rtl="0" eaLnBrk="0">
              <a:lnSpc>
                <a:spcPct val="89000"/>
              </a:lnSpc>
            </a:pPr>
            <a:r>
              <a:rPr sz="2450" kern="0" spc="-10" dirty="0">
                <a:solidFill>
                  <a:srgbClr val="404040">
                    <a:alpha val="100000"/>
                  </a:srgbClr>
                </a:solidFill>
                <a:latin typeface="Arial" panose="020B0604020202090204"/>
                <a:ea typeface="Arial" panose="020B0604020202090204"/>
                <a:cs typeface="Arial" panose="020B0604020202090204"/>
              </a:rPr>
              <a:t>–</a:t>
            </a:r>
            <a:r>
              <a:rPr sz="2450" kern="0" spc="350" dirty="0">
                <a:solidFill>
                  <a:srgbClr val="404040">
                    <a:alpha val="100000"/>
                  </a:srgbClr>
                </a:solidFill>
                <a:latin typeface="Arial" panose="020B0604020202090204"/>
                <a:ea typeface="Arial" panose="020B0604020202090204"/>
                <a:cs typeface="Arial" panose="020B0604020202090204"/>
              </a:rPr>
              <a:t> </a:t>
            </a:r>
            <a:r>
              <a:rPr sz="2450" kern="0" spc="-10" dirty="0">
                <a:solidFill>
                  <a:srgbClr val="40404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流畅</a:t>
            </a:r>
            <a:endParaRPr sz="2450" dirty="0">
              <a:latin typeface="微软雅黑" panose="020B0503020204020204" pitchFamily="34" charset="-122"/>
              <a:ea typeface="微软雅黑" panose="020B0503020204020204" pitchFamily="34" charset="-122"/>
              <a:cs typeface="微软雅黑" panose="020B0503020204020204" pitchFamily="34" charset="-122"/>
            </a:endParaRPr>
          </a:p>
          <a:p>
            <a:pPr algn="l" rtl="0" eaLnBrk="0">
              <a:lnSpc>
                <a:spcPct val="194000"/>
              </a:lnSpc>
            </a:pPr>
            <a:r>
              <a:rPr sz="2450" kern="0" spc="-10" dirty="0">
                <a:solidFill>
                  <a:srgbClr val="404040">
                    <a:alpha val="100000"/>
                  </a:srgbClr>
                </a:solidFill>
                <a:latin typeface="Arial" panose="020B0604020202090204"/>
                <a:ea typeface="Arial" panose="020B0604020202090204"/>
                <a:cs typeface="Arial" panose="020B0604020202090204"/>
              </a:rPr>
              <a:t>–</a:t>
            </a:r>
            <a:endParaRPr sz="2450" dirty="0">
              <a:latin typeface="Arial" panose="020B0604020202090204"/>
              <a:ea typeface="Arial" panose="020B0604020202090204"/>
              <a:cs typeface="Arial" panose="020B0604020202090204"/>
            </a:endParaRPr>
          </a:p>
          <a:p>
            <a:pPr marL="877570" algn="l" rtl="0" eaLnBrk="0">
              <a:lnSpc>
                <a:spcPts val="920"/>
              </a:lnSpc>
            </a:pPr>
            <a:r>
              <a:rPr sz="2450" kern="0" spc="-80" dirty="0">
                <a:solidFill>
                  <a:srgbClr val="404040">
                    <a:alpha val="100000"/>
                  </a:srgbClr>
                </a:solidFill>
                <a:latin typeface="Arial" panose="020B0604020202090204"/>
                <a:ea typeface="Arial" panose="020B0604020202090204"/>
                <a:cs typeface="Arial" panose="020B0604020202090204"/>
              </a:rPr>
              <a:t>……</a:t>
            </a:r>
            <a:endParaRPr sz="2450" dirty="0">
              <a:latin typeface="Arial" panose="020B0604020202090204"/>
              <a:ea typeface="Arial" panose="020B0604020202090204"/>
              <a:cs typeface="Arial" panose="020B0604020202090204"/>
            </a:endParaRPr>
          </a:p>
        </p:txBody>
      </p:sp>
      <p:sp>
        <p:nvSpPr>
          <p:cNvPr id="200" name="textbox 200"/>
          <p:cNvSpPr/>
          <p:nvPr/>
        </p:nvSpPr>
        <p:spPr>
          <a:xfrm>
            <a:off x="1933940" y="944677"/>
            <a:ext cx="4264000" cy="531704"/>
          </a:xfrm>
          <a:prstGeom prst="rect">
            <a:avLst/>
          </a:prstGeom>
          <a:noFill/>
          <a:ln w="0" cap="flat">
            <a:noFill/>
            <a:prstDash val="solid"/>
            <a:miter lim="0"/>
          </a:ln>
        </p:spPr>
        <p:txBody>
          <a:bodyPr vert="horz" wrap="square" lIns="0" tIns="0" rIns="0" bIns="0"/>
          <a:lstStyle/>
          <a:p>
            <a:pPr algn="l" rtl="0" eaLnBrk="0">
              <a:lnSpc>
                <a:spcPct val="70000"/>
              </a:lnSpc>
            </a:pPr>
            <a:endParaRPr sz="100" dirty="0">
              <a:latin typeface="Arial" panose="020B0604020202090204"/>
              <a:ea typeface="Arial" panose="020B0604020202090204"/>
              <a:cs typeface="Arial" panose="020B0604020202090204"/>
            </a:endParaRPr>
          </a:p>
          <a:p>
            <a:pPr marL="12700" algn="l" rtl="0" eaLnBrk="0">
              <a:lnSpc>
                <a:spcPct val="90000"/>
              </a:lnSpc>
            </a:pPr>
            <a:r>
              <a:rPr sz="3720" b="1" kern="0" spc="-20" dirty="0">
                <a:solidFill>
                  <a:srgbClr val="BE384B">
                    <a:alpha val="100000"/>
                  </a:srgbClr>
                </a:solidFill>
                <a:latin typeface="微软雅黑" panose="020B0503020204020204" pitchFamily="34" charset="-122"/>
                <a:ea typeface="微软雅黑" panose="020B0503020204020204" pitchFamily="34" charset="-122"/>
                <a:cs typeface="微软雅黑" panose="020B0503020204020204" pitchFamily="34" charset="-122"/>
              </a:rPr>
              <a:t>操作系统的不同目标</a:t>
            </a:r>
            <a:endParaRPr sz="3720" dirty="0">
              <a:latin typeface="微软雅黑" panose="020B0503020204020204" pitchFamily="34" charset="-122"/>
              <a:ea typeface="微软雅黑" panose="020B0503020204020204" pitchFamily="34" charset="-122"/>
              <a:cs typeface="微软雅黑" panose="020B0503020204020204" pitchFamily="34" charset="-122"/>
            </a:endParaRPr>
          </a:p>
        </p:txBody>
      </p:sp>
      <p:pic>
        <p:nvPicPr>
          <p:cNvPr id="202" name="picture 202"/>
          <p:cNvPicPr>
            <a:picLocks noChangeAspect="1"/>
          </p:cNvPicPr>
          <p:nvPr/>
        </p:nvPicPr>
        <p:blipFill>
          <a:blip r:embed="rId1"/>
          <a:stretch>
            <a:fillRect/>
          </a:stretch>
        </p:blipFill>
        <p:spPr>
          <a:xfrm rot="21600000">
            <a:off x="1373168" y="925321"/>
            <a:ext cx="163946" cy="495730"/>
          </a:xfrm>
          <a:prstGeom prst="rect">
            <a:avLst/>
          </a:prstGeom>
        </p:spPr>
      </p:pic>
      <p:sp>
        <p:nvSpPr>
          <p:cNvPr id="204" name="textbox 204"/>
          <p:cNvSpPr/>
          <p:nvPr/>
        </p:nvSpPr>
        <p:spPr>
          <a:xfrm>
            <a:off x="10075219" y="6036788"/>
            <a:ext cx="179731" cy="168210"/>
          </a:xfrm>
          <a:prstGeom prst="rect">
            <a:avLst/>
          </a:prstGeom>
          <a:noFill/>
          <a:ln w="0" cap="flat">
            <a:noFill/>
            <a:prstDash val="solid"/>
            <a:miter lim="0"/>
          </a:ln>
        </p:spPr>
        <p:txBody>
          <a:bodyPr vert="horz" wrap="square" lIns="0" tIns="0" rIns="0" bIns="0"/>
          <a:lstStyle/>
          <a:p>
            <a:pPr algn="l" rtl="0" eaLnBrk="0">
              <a:lnSpc>
                <a:spcPct val="81000"/>
              </a:lnSpc>
            </a:pPr>
            <a:endParaRPr sz="100" dirty="0">
              <a:latin typeface="Arial" panose="020B0604020202090204"/>
              <a:ea typeface="Arial" panose="020B0604020202090204"/>
              <a:cs typeface="Arial" panose="020B0604020202090204"/>
            </a:endParaRPr>
          </a:p>
          <a:p>
            <a:pPr marL="12700" algn="l" rtl="0" eaLnBrk="0">
              <a:lnSpc>
                <a:spcPct val="75000"/>
              </a:lnSpc>
            </a:pPr>
            <a:r>
              <a:rPr sz="1270" kern="0" spc="-40" dirty="0">
                <a:solidFill>
                  <a:srgbClr val="898989">
                    <a:alpha val="100000"/>
                  </a:srgbClr>
                </a:solidFill>
                <a:latin typeface="等线" panose="02010600030101010101" charset="-122"/>
                <a:ea typeface="等线" panose="02010600030101010101" charset="-122"/>
                <a:cs typeface="等线" panose="02010600030101010101" charset="-122"/>
              </a:rPr>
              <a:t>19</a:t>
            </a:r>
            <a:endParaRPr sz="1270" dirty="0">
              <a:latin typeface="等线" panose="02010600030101010101" charset="-122"/>
              <a:ea typeface="等线" panose="02010600030101010101" charset="-122"/>
              <a:cs typeface="等线" panose="02010600030101010101" charset="-122"/>
            </a:endParaRPr>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6" name="rect 206"/>
          <p:cNvSpPr/>
          <p:nvPr/>
        </p:nvSpPr>
        <p:spPr>
          <a:xfrm>
            <a:off x="2705983" y="3290360"/>
            <a:ext cx="5773406" cy="345720"/>
          </a:xfrm>
          <a:prstGeom prst="rect">
            <a:avLst/>
          </a:prstGeom>
          <a:solidFill>
            <a:srgbClr val="FFFF00">
              <a:alpha val="100000"/>
            </a:srgbClr>
          </a:solidFill>
          <a:ln w="0" cap="flat">
            <a:noFill/>
            <a:prstDash val="solid"/>
            <a:miter lim="0"/>
          </a:ln>
        </p:spPr>
        <p:txBody>
          <a:bodyPr rtlCol="0"/>
          <a:lstStyle/>
          <a:p>
            <a:pPr algn="ctr"/>
            <a:endParaRPr lang="zh-CN" altLang="en-US" sz="1635"/>
          </a:p>
        </p:txBody>
      </p:sp>
      <p:sp>
        <p:nvSpPr>
          <p:cNvPr id="208" name="textbox 208"/>
          <p:cNvSpPr/>
          <p:nvPr/>
        </p:nvSpPr>
        <p:spPr>
          <a:xfrm>
            <a:off x="1944370" y="944880"/>
            <a:ext cx="7948295" cy="2708275"/>
          </a:xfrm>
          <a:prstGeom prst="rect">
            <a:avLst/>
          </a:prstGeom>
          <a:noFill/>
          <a:ln w="0" cap="flat">
            <a:noFill/>
            <a:prstDash val="solid"/>
            <a:miter lim="0"/>
          </a:ln>
        </p:spPr>
        <p:txBody>
          <a:bodyPr vert="horz" wrap="square" lIns="0" tIns="0" rIns="0" bIns="0"/>
          <a:lstStyle/>
          <a:p>
            <a:pPr algn="l" rtl="0" eaLnBrk="0">
              <a:lnSpc>
                <a:spcPct val="70000"/>
              </a:lnSpc>
            </a:pPr>
            <a:endParaRPr sz="100" dirty="0">
              <a:latin typeface="Arial" panose="020B0604020202090204"/>
              <a:ea typeface="Arial" panose="020B0604020202090204"/>
              <a:cs typeface="Arial" panose="020B0604020202090204"/>
            </a:endParaRPr>
          </a:p>
          <a:p>
            <a:pPr marL="24130" algn="l" rtl="0" eaLnBrk="0">
              <a:lnSpc>
                <a:spcPct val="90000"/>
              </a:lnSpc>
            </a:pPr>
            <a:r>
              <a:rPr sz="3720" b="1" kern="0" spc="-30" dirty="0">
                <a:solidFill>
                  <a:srgbClr val="BE384B">
                    <a:alpha val="100000"/>
                  </a:srgbClr>
                </a:solidFill>
                <a:latin typeface="微软雅黑" panose="020B0503020204020204" pitchFamily="34" charset="-122"/>
                <a:ea typeface="微软雅黑" panose="020B0503020204020204" pitchFamily="34" charset="-122"/>
                <a:cs typeface="微软雅黑" panose="020B0503020204020204" pitchFamily="34" charset="-122"/>
              </a:rPr>
              <a:t>降低操作系统复杂性</a:t>
            </a:r>
            <a:endParaRPr sz="3720" dirty="0">
              <a:latin typeface="微软雅黑" panose="020B0503020204020204" pitchFamily="34" charset="-122"/>
              <a:ea typeface="微软雅黑" panose="020B0503020204020204" pitchFamily="34" charset="-122"/>
              <a:cs typeface="微软雅黑" panose="020B0503020204020204" pitchFamily="34" charset="-122"/>
            </a:endParaRPr>
          </a:p>
          <a:p>
            <a:pPr algn="l" rtl="0" eaLnBrk="0">
              <a:lnSpc>
                <a:spcPct val="101000"/>
              </a:lnSpc>
            </a:pPr>
            <a:endParaRPr sz="905" dirty="0">
              <a:latin typeface="Arial" panose="020B0604020202090204"/>
              <a:ea typeface="Arial" panose="020B0604020202090204"/>
              <a:cs typeface="Arial" panose="020B0604020202090204"/>
            </a:endParaRPr>
          </a:p>
          <a:p>
            <a:pPr algn="l" rtl="0" eaLnBrk="0">
              <a:lnSpc>
                <a:spcPct val="102000"/>
              </a:lnSpc>
            </a:pPr>
            <a:endParaRPr sz="905" dirty="0">
              <a:latin typeface="Arial" panose="020B0604020202090204"/>
              <a:ea typeface="Arial" panose="020B0604020202090204"/>
              <a:cs typeface="Arial" panose="020B0604020202090204"/>
            </a:endParaRPr>
          </a:p>
          <a:p>
            <a:pPr algn="l" rtl="0" eaLnBrk="0">
              <a:lnSpc>
                <a:spcPct val="102000"/>
              </a:lnSpc>
            </a:pPr>
            <a:r>
              <a:rPr sz="2450" kern="0" spc="10" dirty="0">
                <a:solidFill>
                  <a:srgbClr val="404040">
                    <a:alpha val="100000"/>
                  </a:srgbClr>
                </a:solidFill>
                <a:latin typeface="Arial" panose="020B0604020202090204"/>
                <a:ea typeface="Arial" panose="020B0604020202090204"/>
                <a:cs typeface="Arial" panose="020B0604020202090204"/>
              </a:rPr>
              <a:t>•</a:t>
            </a:r>
            <a:r>
              <a:rPr sz="2450" kern="0" spc="360" dirty="0">
                <a:solidFill>
                  <a:srgbClr val="404040">
                    <a:alpha val="100000"/>
                  </a:srgbClr>
                </a:solidFill>
                <a:latin typeface="Arial" panose="020B0604020202090204"/>
                <a:ea typeface="Arial" panose="020B0604020202090204"/>
                <a:cs typeface="Arial" panose="020B0604020202090204"/>
              </a:rPr>
              <a:t>  </a:t>
            </a:r>
            <a:r>
              <a:rPr sz="2450" b="1" kern="0" spc="10" dirty="0">
                <a:solidFill>
                  <a:srgbClr val="40404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重要设计原则：策略与机制的分离</a:t>
            </a:r>
            <a:endParaRPr sz="2450" dirty="0">
              <a:latin typeface="微软雅黑" panose="020B0503020204020204" pitchFamily="34" charset="-122"/>
              <a:ea typeface="微软雅黑" panose="020B0503020204020204" pitchFamily="34" charset="-122"/>
              <a:cs typeface="微软雅黑" panose="020B0503020204020204" pitchFamily="34" charset="-122"/>
            </a:endParaRPr>
          </a:p>
          <a:p>
            <a:pPr marL="513715" algn="l" rtl="0" eaLnBrk="0">
              <a:lnSpc>
                <a:spcPts val="2970"/>
              </a:lnSpc>
              <a:spcBef>
                <a:spcPts val="855"/>
              </a:spcBef>
            </a:pPr>
            <a:r>
              <a:rPr sz="2085" kern="0" spc="-20" dirty="0">
                <a:solidFill>
                  <a:srgbClr val="404040">
                    <a:alpha val="100000"/>
                  </a:srgbClr>
                </a:solidFill>
                <a:latin typeface="Arial" panose="020B0604020202090204"/>
                <a:ea typeface="Arial" panose="020B0604020202090204"/>
                <a:cs typeface="Arial" panose="020B0604020202090204"/>
              </a:rPr>
              <a:t>–  </a:t>
            </a:r>
            <a:r>
              <a:rPr sz="2085" kern="0" spc="-20" dirty="0">
                <a:solidFill>
                  <a:srgbClr val="40404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策略（</a:t>
            </a:r>
            <a:r>
              <a:rPr sz="2085" kern="0" spc="-20" dirty="0">
                <a:solidFill>
                  <a:srgbClr val="404040">
                    <a:alpha val="100000"/>
                  </a:srgbClr>
                </a:solidFill>
                <a:latin typeface="Arial" panose="020B0604020202090204"/>
                <a:ea typeface="Arial" panose="020B0604020202090204"/>
                <a:cs typeface="Arial" panose="020B0604020202090204"/>
              </a:rPr>
              <a:t>Policy</a:t>
            </a:r>
            <a:r>
              <a:rPr sz="2085" kern="0" spc="0" dirty="0">
                <a:solidFill>
                  <a:srgbClr val="40404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a:t>
            </a:r>
            <a:r>
              <a:rPr sz="2085" kern="0" spc="-20" dirty="0">
                <a:solidFill>
                  <a:srgbClr val="40404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要做什么 </a:t>
            </a:r>
            <a:r>
              <a:rPr sz="2085" kern="0" spc="-20" dirty="0">
                <a:solidFill>
                  <a:srgbClr val="404040">
                    <a:alpha val="100000"/>
                  </a:srgbClr>
                </a:solidFill>
                <a:latin typeface="Arial" panose="020B0604020202090204"/>
                <a:ea typeface="Arial" panose="020B0604020202090204"/>
                <a:cs typeface="Arial" panose="020B0604020202090204"/>
              </a:rPr>
              <a:t>—— </a:t>
            </a:r>
            <a:r>
              <a:rPr sz="2085" kern="0" spc="-20" dirty="0">
                <a:solidFill>
                  <a:srgbClr val="40404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相对动态</a:t>
            </a:r>
            <a:endParaRPr sz="2085" dirty="0">
              <a:latin typeface="微软雅黑" panose="020B0503020204020204" pitchFamily="34" charset="-122"/>
              <a:ea typeface="微软雅黑" panose="020B0503020204020204" pitchFamily="34" charset="-122"/>
              <a:cs typeface="微软雅黑" panose="020B0503020204020204" pitchFamily="34" charset="-122"/>
            </a:endParaRPr>
          </a:p>
          <a:p>
            <a:pPr marL="513715" algn="l" rtl="0" eaLnBrk="0">
              <a:lnSpc>
                <a:spcPts val="2970"/>
              </a:lnSpc>
              <a:spcBef>
                <a:spcPts val="940"/>
              </a:spcBef>
            </a:pPr>
            <a:r>
              <a:rPr sz="2085" kern="0" spc="-40" dirty="0">
                <a:solidFill>
                  <a:srgbClr val="404040">
                    <a:alpha val="100000"/>
                  </a:srgbClr>
                </a:solidFill>
                <a:latin typeface="Arial" panose="020B0604020202090204"/>
                <a:ea typeface="Arial" panose="020B0604020202090204"/>
                <a:cs typeface="Arial" panose="020B0604020202090204"/>
              </a:rPr>
              <a:t>–  </a:t>
            </a:r>
            <a:r>
              <a:rPr sz="2085" kern="0" spc="-40" dirty="0">
                <a:solidFill>
                  <a:srgbClr val="40404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机制（ </a:t>
            </a:r>
            <a:r>
              <a:rPr sz="2085" kern="0" spc="-40" dirty="0">
                <a:solidFill>
                  <a:srgbClr val="404040">
                    <a:alpha val="100000"/>
                  </a:srgbClr>
                </a:solidFill>
                <a:latin typeface="Arial" panose="020B0604020202090204"/>
                <a:ea typeface="Arial" panose="020B0604020202090204"/>
                <a:cs typeface="Arial" panose="020B0604020202090204"/>
              </a:rPr>
              <a:t>Mechanis</a:t>
            </a:r>
            <a:r>
              <a:rPr sz="2085" kern="0" spc="-50" dirty="0">
                <a:solidFill>
                  <a:srgbClr val="404040">
                    <a:alpha val="100000"/>
                  </a:srgbClr>
                </a:solidFill>
                <a:latin typeface="Arial" panose="020B0604020202090204"/>
                <a:ea typeface="Arial" panose="020B0604020202090204"/>
                <a:cs typeface="Arial" panose="020B0604020202090204"/>
              </a:rPr>
              <a:t>m </a:t>
            </a:r>
            <a:r>
              <a:rPr sz="2085" kern="0" spc="-300" dirty="0">
                <a:solidFill>
                  <a:srgbClr val="40404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a:t>
            </a:r>
            <a:r>
              <a:rPr sz="2085" kern="0" spc="-50" dirty="0">
                <a:solidFill>
                  <a:srgbClr val="40404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怎么做 </a:t>
            </a:r>
            <a:r>
              <a:rPr sz="2085" kern="0" spc="-50" dirty="0">
                <a:solidFill>
                  <a:srgbClr val="404040">
                    <a:alpha val="100000"/>
                  </a:srgbClr>
                </a:solidFill>
                <a:latin typeface="Arial" panose="020B0604020202090204"/>
                <a:ea typeface="Arial" panose="020B0604020202090204"/>
                <a:cs typeface="Arial" panose="020B0604020202090204"/>
              </a:rPr>
              <a:t>—— </a:t>
            </a:r>
            <a:r>
              <a:rPr sz="2085" kern="0" spc="-50" dirty="0">
                <a:solidFill>
                  <a:srgbClr val="40404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相对静态</a:t>
            </a:r>
            <a:endParaRPr sz="2085" kern="0" spc="-50" dirty="0">
              <a:solidFill>
                <a:srgbClr val="404040">
                  <a:alpha val="100000"/>
                </a:srgbClr>
              </a:solidFill>
              <a:latin typeface="微软雅黑" panose="020B0503020204020204" pitchFamily="34" charset="-122"/>
              <a:ea typeface="微软雅黑" panose="020B0503020204020204" pitchFamily="34" charset="-122"/>
              <a:cs typeface="微软雅黑" panose="020B0503020204020204" pitchFamily="34" charset="-122"/>
            </a:endParaRPr>
          </a:p>
          <a:p>
            <a:pPr marL="513715" algn="l" rtl="0" eaLnBrk="0">
              <a:lnSpc>
                <a:spcPts val="2970"/>
              </a:lnSpc>
              <a:spcBef>
                <a:spcPts val="940"/>
              </a:spcBef>
            </a:pPr>
            <a:r>
              <a:rPr sz="2085" kern="0" spc="-20" dirty="0">
                <a:solidFill>
                  <a:srgbClr val="FF0000">
                    <a:alpha val="100000"/>
                  </a:srgbClr>
                </a:solidFill>
                <a:latin typeface="Arial" panose="020B0604020202090204"/>
                <a:ea typeface="Arial" panose="020B0604020202090204"/>
                <a:cs typeface="Arial" panose="020B0604020202090204"/>
              </a:rPr>
              <a:t>–  </a:t>
            </a:r>
            <a:r>
              <a:rPr sz="2085" kern="0" spc="-20" dirty="0">
                <a:solidFill>
                  <a:srgbClr val="FF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操作系统可仅通过调整策略来适应不同应用的需</a:t>
            </a:r>
            <a:r>
              <a:rPr sz="2085" kern="0" spc="-30" dirty="0">
                <a:solidFill>
                  <a:srgbClr val="FF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求</a:t>
            </a:r>
            <a:endParaRPr sz="2085" kern="0" spc="-30" dirty="0">
              <a:solidFill>
                <a:srgbClr val="FF0000">
                  <a:alpha val="100000"/>
                </a:srgbClr>
              </a:solidFill>
              <a:latin typeface="微软雅黑" panose="020B0503020204020204" pitchFamily="34" charset="-122"/>
              <a:ea typeface="微软雅黑" panose="020B0503020204020204" pitchFamily="34" charset="-122"/>
              <a:cs typeface="微软雅黑" panose="020B0503020204020204" pitchFamily="34" charset="-122"/>
            </a:endParaRPr>
          </a:p>
        </p:txBody>
      </p:sp>
      <p:graphicFrame>
        <p:nvGraphicFramePr>
          <p:cNvPr id="210" name="table 210"/>
          <p:cNvGraphicFramePr>
            <a:graphicFrameLocks noGrp="1"/>
          </p:cNvGraphicFramePr>
          <p:nvPr/>
        </p:nvGraphicFramePr>
        <p:xfrm>
          <a:off x="2257768" y="3892464"/>
          <a:ext cx="7665720" cy="2204085"/>
        </p:xfrm>
        <a:graphic>
          <a:graphicData uri="http://schemas.openxmlformats.org/drawingml/2006/table">
            <a:tbl>
              <a:tblPr/>
              <a:tblGrid>
                <a:gridCol w="1046480"/>
                <a:gridCol w="3268980"/>
                <a:gridCol w="3350260"/>
              </a:tblGrid>
              <a:tr h="474345">
                <a:tc>
                  <a:txBody>
                    <a:bodyPr/>
                    <a:lstStyle/>
                    <a:p>
                      <a:pPr algn="l" rtl="0" eaLnBrk="0">
                        <a:lnSpc>
                          <a:spcPct val="105000"/>
                        </a:lnSpc>
                      </a:pPr>
                      <a:endParaRPr sz="725" dirty="0">
                        <a:latin typeface="Arial" panose="020B0604020202090204"/>
                        <a:ea typeface="Arial" panose="020B0604020202090204"/>
                        <a:cs typeface="Arial" panose="020B0604020202090204"/>
                      </a:endParaRPr>
                    </a:p>
                    <a:p>
                      <a:pPr marL="114935" algn="l" rtl="0" eaLnBrk="0">
                        <a:lnSpc>
                          <a:spcPct val="89000"/>
                        </a:lnSpc>
                      </a:pPr>
                      <a:r>
                        <a:rPr sz="1815" b="1" kern="0" spc="0" dirty="0">
                          <a:solidFill>
                            <a:srgbClr val="FFFFFF">
                              <a:alpha val="100000"/>
                            </a:srgbClr>
                          </a:solidFill>
                          <a:latin typeface="微软雅黑" panose="020B0503020204020204" pitchFamily="34" charset="-122"/>
                          <a:ea typeface="微软雅黑" panose="020B0503020204020204" pitchFamily="34" charset="-122"/>
                          <a:cs typeface="微软雅黑" panose="020B0503020204020204" pitchFamily="34" charset="-122"/>
                        </a:rPr>
                        <a:t>例子</a:t>
                      </a:r>
                      <a:endParaRPr sz="1815" dirty="0">
                        <a:latin typeface="微软雅黑" panose="020B0503020204020204" pitchFamily="34" charset="-122"/>
                        <a:ea typeface="微软雅黑" panose="020B0503020204020204" pitchFamily="34" charset="-122"/>
                        <a:cs typeface="微软雅黑" panose="020B0503020204020204" pitchFamily="34" charset="-122"/>
                      </a:endParaRPr>
                    </a:p>
                  </a:txBody>
                  <a:tcPr marL="0" marR="0" marT="0" marB="0" vert="horz">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41275" cap="flat" cmpd="sng" algn="ctr">
                      <a:solidFill>
                        <a:srgbClr val="FFFFFF"/>
                      </a:solidFill>
                      <a:prstDash val="solid"/>
                      <a:round/>
                      <a:headEnd type="none" w="med" len="med"/>
                      <a:tailEnd type="none" w="med" len="med"/>
                    </a:lnB>
                    <a:solidFill>
                      <a:srgbClr val="BE384B"/>
                    </a:solidFill>
                  </a:tcPr>
                </a:tc>
                <a:tc>
                  <a:txBody>
                    <a:bodyPr/>
                    <a:lstStyle/>
                    <a:p>
                      <a:pPr algn="l" rtl="0" eaLnBrk="0">
                        <a:lnSpc>
                          <a:spcPct val="102000"/>
                        </a:lnSpc>
                      </a:pPr>
                      <a:endParaRPr sz="725" dirty="0">
                        <a:latin typeface="Arial" panose="020B0604020202090204"/>
                        <a:ea typeface="Arial" panose="020B0604020202090204"/>
                        <a:cs typeface="Arial" panose="020B0604020202090204"/>
                      </a:endParaRPr>
                    </a:p>
                    <a:p>
                      <a:pPr marL="1544955" algn="l" rtl="0" eaLnBrk="0">
                        <a:lnSpc>
                          <a:spcPct val="90000"/>
                        </a:lnSpc>
                        <a:spcBef>
                          <a:spcPts val="5"/>
                        </a:spcBef>
                      </a:pPr>
                      <a:r>
                        <a:rPr sz="1815" b="1" kern="0" spc="0" dirty="0">
                          <a:solidFill>
                            <a:srgbClr val="FFFFFF">
                              <a:alpha val="100000"/>
                            </a:srgbClr>
                          </a:solidFill>
                          <a:latin typeface="微软雅黑" panose="020B0503020204020204" pitchFamily="34" charset="-122"/>
                          <a:ea typeface="微软雅黑" panose="020B0503020204020204" pitchFamily="34" charset="-122"/>
                          <a:cs typeface="微软雅黑" panose="020B0503020204020204" pitchFamily="34" charset="-122"/>
                        </a:rPr>
                        <a:t>策略</a:t>
                      </a:r>
                      <a:endParaRPr sz="1815" dirty="0">
                        <a:latin typeface="微软雅黑" panose="020B0503020204020204" pitchFamily="34" charset="-122"/>
                        <a:ea typeface="微软雅黑" panose="020B0503020204020204" pitchFamily="34" charset="-122"/>
                        <a:cs typeface="微软雅黑" panose="020B0503020204020204" pitchFamily="34" charset="-122"/>
                      </a:endParaRPr>
                    </a:p>
                  </a:txBody>
                  <a:tcPr marL="0" marR="0" marT="0" marB="0" vert="horz">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41275" cap="flat" cmpd="sng" algn="ctr">
                      <a:solidFill>
                        <a:srgbClr val="FFFFFF"/>
                      </a:solidFill>
                      <a:prstDash val="solid"/>
                      <a:round/>
                      <a:headEnd type="none" w="med" len="med"/>
                      <a:tailEnd type="none" w="med" len="med"/>
                    </a:lnB>
                    <a:solidFill>
                      <a:srgbClr val="BE384B"/>
                    </a:solidFill>
                  </a:tcPr>
                </a:tc>
                <a:tc>
                  <a:txBody>
                    <a:bodyPr/>
                    <a:lstStyle/>
                    <a:p>
                      <a:pPr algn="l" rtl="0" eaLnBrk="0">
                        <a:lnSpc>
                          <a:spcPct val="105000"/>
                        </a:lnSpc>
                      </a:pPr>
                      <a:endParaRPr sz="725" dirty="0">
                        <a:latin typeface="Arial" panose="020B0604020202090204"/>
                        <a:ea typeface="Arial" panose="020B0604020202090204"/>
                        <a:cs typeface="Arial" panose="020B0604020202090204"/>
                      </a:endParaRPr>
                    </a:p>
                    <a:p>
                      <a:pPr marL="1586230" algn="l" rtl="0" eaLnBrk="0">
                        <a:lnSpc>
                          <a:spcPct val="89000"/>
                        </a:lnSpc>
                        <a:spcBef>
                          <a:spcPts val="0"/>
                        </a:spcBef>
                      </a:pPr>
                      <a:r>
                        <a:rPr sz="1815" b="1" kern="0" spc="0" dirty="0">
                          <a:solidFill>
                            <a:srgbClr val="FFFFFF">
                              <a:alpha val="100000"/>
                            </a:srgbClr>
                          </a:solidFill>
                          <a:latin typeface="微软雅黑" panose="020B0503020204020204" pitchFamily="34" charset="-122"/>
                          <a:ea typeface="微软雅黑" panose="020B0503020204020204" pitchFamily="34" charset="-122"/>
                          <a:cs typeface="微软雅黑" panose="020B0503020204020204" pitchFamily="34" charset="-122"/>
                        </a:rPr>
                        <a:t>机制</a:t>
                      </a:r>
                      <a:endParaRPr sz="1815" dirty="0">
                        <a:latin typeface="微软雅黑" panose="020B0503020204020204" pitchFamily="34" charset="-122"/>
                        <a:ea typeface="微软雅黑" panose="020B0503020204020204" pitchFamily="34" charset="-122"/>
                        <a:cs typeface="微软雅黑" panose="020B0503020204020204" pitchFamily="34" charset="-122"/>
                      </a:endParaRPr>
                    </a:p>
                  </a:txBody>
                  <a:tcPr marL="0" marR="0" marT="0" marB="0" vert="horz">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41275" cap="flat" cmpd="sng" algn="ctr">
                      <a:solidFill>
                        <a:srgbClr val="FFFFFF"/>
                      </a:solidFill>
                      <a:prstDash val="solid"/>
                      <a:round/>
                      <a:headEnd type="none" w="med" len="med"/>
                      <a:tailEnd type="none" w="med" len="med"/>
                    </a:lnB>
                    <a:solidFill>
                      <a:srgbClr val="BE384B"/>
                    </a:solidFill>
                  </a:tcPr>
                </a:tc>
              </a:tr>
              <a:tr h="861695">
                <a:tc>
                  <a:txBody>
                    <a:bodyPr/>
                    <a:lstStyle/>
                    <a:p>
                      <a:pPr algn="l" rtl="0" eaLnBrk="0">
                        <a:lnSpc>
                          <a:spcPct val="123000"/>
                        </a:lnSpc>
                      </a:pPr>
                      <a:endParaRPr sz="905" dirty="0">
                        <a:latin typeface="Arial" panose="020B0604020202090204"/>
                        <a:ea typeface="Arial" panose="020B0604020202090204"/>
                        <a:cs typeface="Arial" panose="020B0604020202090204"/>
                      </a:endParaRPr>
                    </a:p>
                    <a:p>
                      <a:pPr algn="l" rtl="0" eaLnBrk="0">
                        <a:lnSpc>
                          <a:spcPct val="123000"/>
                        </a:lnSpc>
                      </a:pPr>
                      <a:endParaRPr sz="905" dirty="0">
                        <a:latin typeface="Arial" panose="020B0604020202090204"/>
                        <a:ea typeface="Arial" panose="020B0604020202090204"/>
                        <a:cs typeface="Arial" panose="020B0604020202090204"/>
                      </a:endParaRPr>
                    </a:p>
                    <a:p>
                      <a:pPr algn="l" rtl="0" eaLnBrk="0">
                        <a:lnSpc>
                          <a:spcPct val="8000"/>
                        </a:lnSpc>
                      </a:pPr>
                      <a:endParaRPr sz="100" dirty="0">
                        <a:latin typeface="Arial" panose="020B0604020202090204"/>
                        <a:ea typeface="Arial" panose="020B0604020202090204"/>
                        <a:cs typeface="Arial" panose="020B0604020202090204"/>
                      </a:endParaRPr>
                    </a:p>
                    <a:p>
                      <a:pPr marL="111760" algn="l" rtl="0" eaLnBrk="0">
                        <a:lnSpc>
                          <a:spcPct val="88000"/>
                        </a:lnSpc>
                      </a:pPr>
                      <a:r>
                        <a:rPr sz="1815" kern="0" spc="1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登录</a:t>
                      </a:r>
                      <a:endParaRPr sz="1815" dirty="0">
                        <a:latin typeface="微软雅黑" panose="020B0503020204020204" pitchFamily="34" charset="-122"/>
                        <a:ea typeface="微软雅黑" panose="020B0503020204020204" pitchFamily="34" charset="-122"/>
                        <a:cs typeface="微软雅黑" panose="020B0503020204020204" pitchFamily="34" charset="-122"/>
                      </a:endParaRPr>
                    </a:p>
                  </a:txBody>
                  <a:tcPr marL="0" marR="0" marT="0" marB="0" vert="horz">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41275"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8CED0"/>
                    </a:solidFill>
                  </a:tcPr>
                </a:tc>
                <a:tc>
                  <a:txBody>
                    <a:bodyPr/>
                    <a:lstStyle/>
                    <a:p>
                      <a:pPr algn="l" rtl="0" eaLnBrk="0">
                        <a:lnSpc>
                          <a:spcPct val="121000"/>
                        </a:lnSpc>
                      </a:pPr>
                      <a:endParaRPr sz="905" dirty="0">
                        <a:latin typeface="Arial" panose="020B0604020202090204"/>
                        <a:ea typeface="Arial" panose="020B0604020202090204"/>
                        <a:cs typeface="Arial" panose="020B0604020202090204"/>
                      </a:endParaRPr>
                    </a:p>
                    <a:p>
                      <a:pPr algn="l" rtl="0" eaLnBrk="0">
                        <a:lnSpc>
                          <a:spcPct val="121000"/>
                        </a:lnSpc>
                      </a:pPr>
                      <a:endParaRPr sz="905" dirty="0">
                        <a:latin typeface="Arial" panose="020B0604020202090204"/>
                        <a:ea typeface="Arial" panose="020B0604020202090204"/>
                        <a:cs typeface="Arial" panose="020B0604020202090204"/>
                      </a:endParaRPr>
                    </a:p>
                    <a:p>
                      <a:pPr algn="l" rtl="0" eaLnBrk="0">
                        <a:lnSpc>
                          <a:spcPct val="8000"/>
                        </a:lnSpc>
                      </a:pPr>
                      <a:endParaRPr sz="100" dirty="0">
                        <a:latin typeface="Arial" panose="020B0604020202090204"/>
                        <a:ea typeface="Arial" panose="020B0604020202090204"/>
                        <a:cs typeface="Arial" panose="020B0604020202090204"/>
                      </a:endParaRPr>
                    </a:p>
                    <a:p>
                      <a:pPr marL="107315" algn="l" rtl="0" eaLnBrk="0">
                        <a:lnSpc>
                          <a:spcPct val="90000"/>
                        </a:lnSpc>
                      </a:pPr>
                      <a:r>
                        <a:rPr sz="1815" kern="0" spc="4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什么用户、以什么权限登录</a:t>
                      </a:r>
                      <a:endParaRPr sz="1815" dirty="0">
                        <a:latin typeface="微软雅黑" panose="020B0503020204020204" pitchFamily="34" charset="-122"/>
                        <a:ea typeface="微软雅黑" panose="020B0503020204020204" pitchFamily="34" charset="-122"/>
                        <a:cs typeface="微软雅黑" panose="020B0503020204020204" pitchFamily="34" charset="-122"/>
                      </a:endParaRPr>
                    </a:p>
                  </a:txBody>
                  <a:tcPr marL="0" marR="0" marT="0" marB="0" vert="horz">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41275"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8CED0"/>
                    </a:solidFill>
                  </a:tcPr>
                </a:tc>
                <a:tc>
                  <a:txBody>
                    <a:bodyPr/>
                    <a:lstStyle/>
                    <a:p>
                      <a:pPr algn="l" rtl="0" eaLnBrk="0">
                        <a:lnSpc>
                          <a:spcPct val="100000"/>
                        </a:lnSpc>
                      </a:pPr>
                      <a:endParaRPr sz="815" dirty="0">
                        <a:latin typeface="Arial" panose="020B0604020202090204"/>
                        <a:ea typeface="Arial" panose="020B0604020202090204"/>
                        <a:cs typeface="Arial" panose="020B0604020202090204"/>
                      </a:endParaRPr>
                    </a:p>
                    <a:p>
                      <a:pPr algn="l" rtl="0" eaLnBrk="0">
                        <a:lnSpc>
                          <a:spcPct val="8000"/>
                        </a:lnSpc>
                      </a:pPr>
                      <a:endParaRPr sz="100" dirty="0">
                        <a:latin typeface="Arial" panose="020B0604020202090204"/>
                        <a:ea typeface="Arial" panose="020B0604020202090204"/>
                        <a:cs typeface="Arial" panose="020B0604020202090204"/>
                      </a:endParaRPr>
                    </a:p>
                    <a:p>
                      <a:pPr marL="111760" indent="-3175" algn="l" rtl="0" eaLnBrk="0">
                        <a:lnSpc>
                          <a:spcPct val="115000"/>
                        </a:lnSpc>
                      </a:pPr>
                      <a:r>
                        <a:rPr sz="1815" kern="0" spc="4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输入处理、策略文件管理、桌</a:t>
                      </a:r>
                      <a:r>
                        <a:rPr sz="1815" kern="0" spc="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    面启动加载</a:t>
                      </a:r>
                      <a:r>
                        <a:rPr sz="1815" kern="0" spc="22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 </a:t>
                      </a:r>
                      <a:r>
                        <a:rPr sz="1815" kern="0" spc="0" dirty="0">
                          <a:solidFill>
                            <a:srgbClr val="000000">
                              <a:alpha val="100000"/>
                            </a:srgbClr>
                          </a:solidFill>
                          <a:latin typeface="Arial" panose="020B0604020202090204"/>
                          <a:ea typeface="Arial" panose="020B0604020202090204"/>
                          <a:cs typeface="Arial" panose="020B0604020202090204"/>
                        </a:rPr>
                        <a:t>...</a:t>
                      </a:r>
                      <a:endParaRPr sz="1815" dirty="0">
                        <a:latin typeface="Arial" panose="020B0604020202090204"/>
                        <a:ea typeface="Arial" panose="020B0604020202090204"/>
                        <a:cs typeface="Arial" panose="020B0604020202090204"/>
                      </a:endParaRPr>
                    </a:p>
                  </a:txBody>
                  <a:tcPr marL="0" marR="0" marT="0" marB="0" vert="horz">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41275"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8CED0"/>
                    </a:solidFill>
                  </a:tcPr>
                </a:tc>
              </a:tr>
              <a:tr h="868045">
                <a:tc>
                  <a:txBody>
                    <a:bodyPr/>
                    <a:lstStyle/>
                    <a:p>
                      <a:pPr algn="l" rtl="0" eaLnBrk="0">
                        <a:lnSpc>
                          <a:spcPct val="121000"/>
                        </a:lnSpc>
                      </a:pPr>
                      <a:endParaRPr sz="905" dirty="0">
                        <a:latin typeface="Arial" panose="020B0604020202090204"/>
                        <a:ea typeface="Arial" panose="020B0604020202090204"/>
                        <a:cs typeface="Arial" panose="020B0604020202090204"/>
                      </a:endParaRPr>
                    </a:p>
                    <a:p>
                      <a:pPr algn="l" rtl="0" eaLnBrk="0">
                        <a:lnSpc>
                          <a:spcPct val="122000"/>
                        </a:lnSpc>
                      </a:pPr>
                      <a:endParaRPr sz="905" dirty="0">
                        <a:latin typeface="Arial" panose="020B0604020202090204"/>
                        <a:ea typeface="Arial" panose="020B0604020202090204"/>
                        <a:cs typeface="Arial" panose="020B0604020202090204"/>
                      </a:endParaRPr>
                    </a:p>
                    <a:p>
                      <a:pPr marL="114935" algn="l" rtl="0" eaLnBrk="0">
                        <a:lnSpc>
                          <a:spcPct val="90000"/>
                        </a:lnSpc>
                        <a:spcBef>
                          <a:spcPts val="5"/>
                        </a:spcBef>
                      </a:pPr>
                      <a:r>
                        <a:rPr sz="1815" kern="0" spc="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调度</a:t>
                      </a:r>
                      <a:endParaRPr sz="1815" dirty="0">
                        <a:latin typeface="微软雅黑" panose="020B0503020204020204" pitchFamily="34" charset="-122"/>
                        <a:ea typeface="微软雅黑" panose="020B0503020204020204" pitchFamily="34" charset="-122"/>
                        <a:cs typeface="微软雅黑" panose="020B0503020204020204" pitchFamily="34" charset="-122"/>
                      </a:endParaRPr>
                    </a:p>
                  </a:txBody>
                  <a:tcPr marL="0" marR="0" marT="0" marB="0" vert="horz">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4E8E9"/>
                    </a:solidFill>
                  </a:tcPr>
                </a:tc>
                <a:tc>
                  <a:txBody>
                    <a:bodyPr/>
                    <a:lstStyle/>
                    <a:p>
                      <a:pPr algn="l" rtl="0" eaLnBrk="0">
                        <a:lnSpc>
                          <a:spcPct val="107000"/>
                        </a:lnSpc>
                      </a:pPr>
                      <a:endParaRPr sz="635" dirty="0">
                        <a:latin typeface="Arial" panose="020B0604020202090204"/>
                        <a:ea typeface="Arial" panose="020B0604020202090204"/>
                        <a:cs typeface="Arial" panose="020B0604020202090204"/>
                      </a:endParaRPr>
                    </a:p>
                    <a:p>
                      <a:pPr marL="123825" indent="-15875" algn="l" rtl="0" eaLnBrk="0">
                        <a:lnSpc>
                          <a:spcPct val="119000"/>
                        </a:lnSpc>
                        <a:spcBef>
                          <a:spcPts val="5"/>
                        </a:spcBef>
                      </a:pPr>
                      <a:r>
                        <a:rPr sz="1815" kern="0" spc="3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调度算法：</a:t>
                      </a:r>
                      <a:r>
                        <a:rPr sz="1815" kern="0" spc="-25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 </a:t>
                      </a:r>
                      <a:r>
                        <a:rPr sz="1815" kern="0" spc="0" dirty="0">
                          <a:solidFill>
                            <a:srgbClr val="000000">
                              <a:alpha val="100000"/>
                            </a:srgbClr>
                          </a:solidFill>
                          <a:latin typeface="Arial" panose="020B0604020202090204"/>
                          <a:ea typeface="Arial" panose="020B0604020202090204"/>
                          <a:cs typeface="Arial" panose="020B0604020202090204"/>
                        </a:rPr>
                        <a:t>Round</a:t>
                      </a:r>
                      <a:r>
                        <a:rPr sz="1815" kern="0" spc="30" dirty="0">
                          <a:solidFill>
                            <a:srgbClr val="000000">
                              <a:alpha val="100000"/>
                            </a:srgbClr>
                          </a:solidFill>
                          <a:latin typeface="Arial" panose="020B0604020202090204"/>
                          <a:ea typeface="Arial" panose="020B0604020202090204"/>
                          <a:cs typeface="Arial" panose="020B0604020202090204"/>
                        </a:rPr>
                        <a:t>-</a:t>
                      </a:r>
                      <a:r>
                        <a:rPr sz="1815" kern="0" spc="0" dirty="0">
                          <a:solidFill>
                            <a:srgbClr val="000000">
                              <a:alpha val="100000"/>
                            </a:srgbClr>
                          </a:solidFill>
                          <a:latin typeface="Arial" panose="020B0604020202090204"/>
                          <a:ea typeface="Arial" panose="020B0604020202090204"/>
                          <a:cs typeface="Arial" panose="020B0604020202090204"/>
                        </a:rPr>
                        <a:t>robin</a:t>
                      </a:r>
                      <a:r>
                        <a:rPr sz="1815" kern="0" spc="3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a:t>
                      </a:r>
                      <a:r>
                        <a:rPr sz="1815" kern="0" spc="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       </a:t>
                      </a:r>
                      <a:r>
                        <a:rPr sz="1815" kern="0" spc="-10" dirty="0">
                          <a:solidFill>
                            <a:srgbClr val="000000">
                              <a:alpha val="100000"/>
                            </a:srgbClr>
                          </a:solidFill>
                          <a:latin typeface="Arial" panose="020B0604020202090204"/>
                          <a:ea typeface="Arial" panose="020B0604020202090204"/>
                          <a:cs typeface="Arial" panose="020B0604020202090204"/>
                        </a:rPr>
                        <a:t>Earliest</a:t>
                      </a:r>
                      <a:r>
                        <a:rPr sz="1815" kern="0" spc="180" dirty="0">
                          <a:solidFill>
                            <a:srgbClr val="000000">
                              <a:alpha val="100000"/>
                            </a:srgbClr>
                          </a:solidFill>
                          <a:latin typeface="Arial" panose="020B0604020202090204"/>
                          <a:ea typeface="Arial" panose="020B0604020202090204"/>
                          <a:cs typeface="Arial" panose="020B0604020202090204"/>
                        </a:rPr>
                        <a:t> </a:t>
                      </a:r>
                      <a:r>
                        <a:rPr sz="1815" kern="0" spc="-10" dirty="0">
                          <a:solidFill>
                            <a:srgbClr val="000000">
                              <a:alpha val="100000"/>
                            </a:srgbClr>
                          </a:solidFill>
                          <a:latin typeface="Arial" panose="020B0604020202090204"/>
                          <a:ea typeface="Arial" panose="020B0604020202090204"/>
                          <a:cs typeface="Arial" panose="020B0604020202090204"/>
                        </a:rPr>
                        <a:t>Deadline</a:t>
                      </a:r>
                      <a:r>
                        <a:rPr sz="1815" kern="0" spc="210" dirty="0">
                          <a:solidFill>
                            <a:srgbClr val="000000">
                              <a:alpha val="100000"/>
                            </a:srgbClr>
                          </a:solidFill>
                          <a:latin typeface="Arial" panose="020B0604020202090204"/>
                          <a:ea typeface="Arial" panose="020B0604020202090204"/>
                          <a:cs typeface="Arial" panose="020B0604020202090204"/>
                        </a:rPr>
                        <a:t> </a:t>
                      </a:r>
                      <a:r>
                        <a:rPr sz="1815" kern="0" spc="-10" dirty="0">
                          <a:solidFill>
                            <a:srgbClr val="000000">
                              <a:alpha val="100000"/>
                            </a:srgbClr>
                          </a:solidFill>
                          <a:latin typeface="Arial" panose="020B0604020202090204"/>
                          <a:ea typeface="Arial" panose="020B0604020202090204"/>
                          <a:cs typeface="Arial" panose="020B0604020202090204"/>
                        </a:rPr>
                        <a:t>F</a:t>
                      </a:r>
                      <a:r>
                        <a:rPr sz="1815" kern="0" spc="-20" dirty="0">
                          <a:solidFill>
                            <a:srgbClr val="000000">
                              <a:alpha val="100000"/>
                            </a:srgbClr>
                          </a:solidFill>
                          <a:latin typeface="Arial" panose="020B0604020202090204"/>
                          <a:ea typeface="Arial" panose="020B0604020202090204"/>
                          <a:cs typeface="Arial" panose="020B0604020202090204"/>
                        </a:rPr>
                        <a:t>irst</a:t>
                      </a:r>
                      <a:r>
                        <a:rPr sz="1815" kern="0" spc="200" dirty="0">
                          <a:solidFill>
                            <a:srgbClr val="000000">
                              <a:alpha val="100000"/>
                            </a:srgbClr>
                          </a:solidFill>
                          <a:latin typeface="Arial" panose="020B0604020202090204"/>
                          <a:ea typeface="Arial" panose="020B0604020202090204"/>
                          <a:cs typeface="Arial" panose="020B0604020202090204"/>
                        </a:rPr>
                        <a:t> </a:t>
                      </a:r>
                      <a:r>
                        <a:rPr sz="1815" kern="0" spc="-20" dirty="0">
                          <a:solidFill>
                            <a:srgbClr val="000000">
                              <a:alpha val="100000"/>
                            </a:srgbClr>
                          </a:solidFill>
                          <a:latin typeface="Arial" panose="020B0604020202090204"/>
                          <a:ea typeface="Arial" panose="020B0604020202090204"/>
                          <a:cs typeface="Arial" panose="020B0604020202090204"/>
                        </a:rPr>
                        <a:t>...</a:t>
                      </a:r>
                      <a:endParaRPr sz="1815" dirty="0">
                        <a:latin typeface="Arial" panose="020B0604020202090204"/>
                        <a:ea typeface="Arial" panose="020B0604020202090204"/>
                        <a:cs typeface="Arial" panose="020B0604020202090204"/>
                      </a:endParaRPr>
                    </a:p>
                  </a:txBody>
                  <a:tcPr marL="0" marR="0" marT="0" marB="0" vert="horz">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4E8E9"/>
                    </a:solidFill>
                  </a:tcPr>
                </a:tc>
                <a:tc>
                  <a:txBody>
                    <a:bodyPr/>
                    <a:lstStyle/>
                    <a:p>
                      <a:pPr algn="l" rtl="0" eaLnBrk="0">
                        <a:lnSpc>
                          <a:spcPct val="101000"/>
                        </a:lnSpc>
                      </a:pPr>
                      <a:endParaRPr sz="815" dirty="0">
                        <a:latin typeface="Arial" panose="020B0604020202090204"/>
                        <a:ea typeface="Arial" panose="020B0604020202090204"/>
                        <a:cs typeface="Arial" panose="020B0604020202090204"/>
                      </a:endParaRPr>
                    </a:p>
                    <a:p>
                      <a:pPr marL="118110" indent="-9525" algn="l" rtl="0" eaLnBrk="0">
                        <a:lnSpc>
                          <a:spcPct val="115000"/>
                        </a:lnSpc>
                        <a:spcBef>
                          <a:spcPts val="5"/>
                        </a:spcBef>
                      </a:pPr>
                      <a:r>
                        <a:rPr sz="1815" kern="0" spc="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调度队列、调度实体（如线程） </a:t>
                      </a:r>
                      <a:r>
                        <a:rPr sz="1815" kern="0" spc="-2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的表示、调度中断处理</a:t>
                      </a:r>
                      <a:r>
                        <a:rPr sz="1815" kern="0" spc="23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 </a:t>
                      </a:r>
                      <a:r>
                        <a:rPr sz="1815" kern="0" spc="-20" dirty="0">
                          <a:solidFill>
                            <a:srgbClr val="000000">
                              <a:alpha val="100000"/>
                            </a:srgbClr>
                          </a:solidFill>
                          <a:latin typeface="Arial" panose="020B0604020202090204"/>
                          <a:ea typeface="Arial" panose="020B0604020202090204"/>
                          <a:cs typeface="Arial" panose="020B0604020202090204"/>
                        </a:rPr>
                        <a:t>...</a:t>
                      </a:r>
                      <a:endParaRPr sz="1815" dirty="0">
                        <a:latin typeface="Arial" panose="020B0604020202090204"/>
                        <a:ea typeface="Arial" panose="020B0604020202090204"/>
                        <a:cs typeface="Arial" panose="020B0604020202090204"/>
                      </a:endParaRPr>
                    </a:p>
                  </a:txBody>
                  <a:tcPr marL="0" marR="0" marT="0" marB="0" vert="horz">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4E8E9"/>
                    </a:solidFill>
                  </a:tcPr>
                </a:tc>
              </a:tr>
            </a:tbl>
          </a:graphicData>
        </a:graphic>
      </p:graphicFrame>
      <p:pic>
        <p:nvPicPr>
          <p:cNvPr id="212" name="picture 212"/>
          <p:cNvPicPr>
            <a:picLocks noChangeAspect="1"/>
          </p:cNvPicPr>
          <p:nvPr/>
        </p:nvPicPr>
        <p:blipFill>
          <a:blip r:embed="rId1"/>
          <a:stretch>
            <a:fillRect/>
          </a:stretch>
        </p:blipFill>
        <p:spPr>
          <a:xfrm rot="21600000">
            <a:off x="1373168" y="925321"/>
            <a:ext cx="163946" cy="495730"/>
          </a:xfrm>
          <a:prstGeom prst="rect">
            <a:avLst/>
          </a:prstGeom>
        </p:spPr>
      </p:pic>
      <p:sp>
        <p:nvSpPr>
          <p:cNvPr id="214" name="textbox 214"/>
          <p:cNvSpPr/>
          <p:nvPr/>
        </p:nvSpPr>
        <p:spPr>
          <a:xfrm>
            <a:off x="10071671" y="6036788"/>
            <a:ext cx="183186" cy="168210"/>
          </a:xfrm>
          <a:prstGeom prst="rect">
            <a:avLst/>
          </a:prstGeom>
          <a:noFill/>
          <a:ln w="0" cap="flat">
            <a:noFill/>
            <a:prstDash val="solid"/>
            <a:miter lim="0"/>
          </a:ln>
        </p:spPr>
        <p:txBody>
          <a:bodyPr vert="horz" wrap="square" lIns="0" tIns="0" rIns="0" bIns="0"/>
          <a:lstStyle/>
          <a:p>
            <a:pPr algn="l" rtl="0" eaLnBrk="0">
              <a:lnSpc>
                <a:spcPct val="81000"/>
              </a:lnSpc>
            </a:pPr>
            <a:endParaRPr sz="100" dirty="0">
              <a:latin typeface="Arial" panose="020B0604020202090204"/>
              <a:ea typeface="Arial" panose="020B0604020202090204"/>
              <a:cs typeface="Arial" panose="020B0604020202090204"/>
            </a:endParaRPr>
          </a:p>
          <a:p>
            <a:pPr marL="12700" algn="l" rtl="0" eaLnBrk="0">
              <a:lnSpc>
                <a:spcPct val="75000"/>
              </a:lnSpc>
            </a:pPr>
            <a:r>
              <a:rPr sz="1270" kern="0" spc="-30" dirty="0">
                <a:solidFill>
                  <a:srgbClr val="898989">
                    <a:alpha val="100000"/>
                  </a:srgbClr>
                </a:solidFill>
                <a:latin typeface="等线" panose="02010600030101010101" charset="-122"/>
                <a:ea typeface="等线" panose="02010600030101010101" charset="-122"/>
                <a:cs typeface="等线" panose="02010600030101010101" charset="-122"/>
              </a:rPr>
              <a:t>20</a:t>
            </a:r>
            <a:endParaRPr sz="1270" dirty="0">
              <a:latin typeface="等线" panose="02010600030101010101" charset="-122"/>
              <a:ea typeface="等线" panose="02010600030101010101" charset="-122"/>
              <a:cs typeface="等线" panose="02010600030101010101" charset="-122"/>
            </a:endParaRPr>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78668"/>
            <a:ext cx="7026275" cy="523220"/>
          </a:xfrm>
          <a:prstGeom prst="rect">
            <a:avLst/>
          </a:prstGeom>
        </p:spPr>
        <p:txBody>
          <a:bodyPr wrap="square">
            <a:spAutoFit/>
          </a:bodyPr>
          <a:lstStyle/>
          <a:p>
            <a:r>
              <a:rPr lang="zh-CN" altLang="en-US" sz="2800" b="1" dirty="0">
                <a:solidFill>
                  <a:srgbClr val="FF0000"/>
                </a:solidFill>
              </a:rPr>
              <a:t>简单结构</a:t>
            </a:r>
            <a:endParaRPr lang="zh-CN" altLang="en-US" sz="2800" b="1" dirty="0">
              <a:solidFill>
                <a:srgbClr val="FF0000"/>
              </a:solidFill>
            </a:endParaRPr>
          </a:p>
        </p:txBody>
      </p:sp>
      <p:pic>
        <p:nvPicPr>
          <p:cNvPr id="23" name="Picture 4"/>
          <p:cNvPicPr>
            <a:picLocks noChangeAspect="1" noChangeArrowheads="1"/>
          </p:cNvPicPr>
          <p:nvPr/>
        </p:nvPicPr>
        <p:blipFill>
          <a:blip r:embed="rId1">
            <a:extLst>
              <a:ext uri="{28A0092B-C50C-407E-A947-70E740481C1C}">
                <a14:useLocalDpi xmlns:a14="http://schemas.microsoft.com/office/drawing/2010/main" val="0"/>
              </a:ext>
            </a:extLst>
          </a:blip>
          <a:srcRect l="11720" t="757" r="11531" b="757"/>
          <a:stretch>
            <a:fillRect/>
          </a:stretch>
        </p:blipFill>
        <p:spPr bwMode="auto">
          <a:xfrm>
            <a:off x="6471453" y="1133931"/>
            <a:ext cx="5156200" cy="4962525"/>
          </a:xfrm>
          <a:prstGeom prst="rect">
            <a:avLst/>
          </a:prstGeom>
          <a:noFill/>
          <a:ln w="38100" cmpd="dbl">
            <a:solidFill>
              <a:schemeClr val="bg2"/>
            </a:solidFill>
            <a:miter lim="800000"/>
            <a:headEnd/>
            <a:tailEnd/>
          </a:ln>
          <a:extLst>
            <a:ext uri="{909E8E84-426E-40DD-AFC4-6F175D3DCCD1}">
              <a14:hiddenFill xmlns:a14="http://schemas.microsoft.com/office/drawing/2010/main">
                <a:solidFill>
                  <a:srgbClr val="FFFFFF"/>
                </a:solidFill>
              </a14:hiddenFill>
            </a:ext>
          </a:extLst>
        </p:spPr>
      </p:pic>
      <p:sp>
        <p:nvSpPr>
          <p:cNvPr id="26" name="îśḻiďé"/>
          <p:cNvSpPr/>
          <p:nvPr/>
        </p:nvSpPr>
        <p:spPr bwMode="auto">
          <a:xfrm>
            <a:off x="829034" y="1750193"/>
            <a:ext cx="846430" cy="846430"/>
          </a:xfrm>
          <a:prstGeom prst="ellipse">
            <a:avLst/>
          </a:prstGeom>
          <a:solidFill>
            <a:schemeClr val="accent2"/>
          </a:solidFill>
          <a:ln>
            <a:noFill/>
          </a:ln>
        </p:spPr>
        <p:txBody>
          <a:bodyPr vert="horz" wrap="square" lIns="91440" tIns="45720" rIns="91440" bIns="45720" numCol="1" anchor="t" anchorCtr="0" compatLnSpc="1">
            <a:normAutofit/>
          </a:bodyPr>
          <a:lstStyle/>
          <a:p>
            <a:endParaRPr lang="en-US"/>
          </a:p>
        </p:txBody>
      </p:sp>
      <p:sp>
        <p:nvSpPr>
          <p:cNvPr id="29" name="išľiďe"/>
          <p:cNvSpPr/>
          <p:nvPr/>
        </p:nvSpPr>
        <p:spPr bwMode="auto">
          <a:xfrm>
            <a:off x="829034" y="3191980"/>
            <a:ext cx="847397" cy="846430"/>
          </a:xfrm>
          <a:prstGeom prst="ellipse">
            <a:avLst/>
          </a:prstGeom>
          <a:solidFill>
            <a:schemeClr val="accent3"/>
          </a:solidFill>
          <a:ln>
            <a:noFill/>
          </a:ln>
        </p:spPr>
        <p:txBody>
          <a:bodyPr vert="horz" wrap="square" lIns="91440" tIns="45720" rIns="91440" bIns="45720" numCol="1" anchor="t" anchorCtr="0" compatLnSpc="1">
            <a:normAutofit/>
          </a:bodyPr>
          <a:lstStyle/>
          <a:p>
            <a:endParaRPr lang="en-US"/>
          </a:p>
        </p:txBody>
      </p:sp>
      <p:sp>
        <p:nvSpPr>
          <p:cNvPr id="32" name="íśľîḋé"/>
          <p:cNvSpPr/>
          <p:nvPr/>
        </p:nvSpPr>
        <p:spPr bwMode="auto">
          <a:xfrm>
            <a:off x="829034" y="4636341"/>
            <a:ext cx="846430" cy="847396"/>
          </a:xfrm>
          <a:prstGeom prst="ellipse">
            <a:avLst/>
          </a:prstGeom>
          <a:solidFill>
            <a:schemeClr val="accent4"/>
          </a:solidFill>
          <a:ln>
            <a:noFill/>
          </a:ln>
        </p:spPr>
        <p:txBody>
          <a:bodyPr vert="horz" wrap="square" lIns="91440" tIns="45720" rIns="91440" bIns="45720" numCol="1" anchor="t" anchorCtr="0" compatLnSpc="1">
            <a:normAutofit/>
          </a:bodyPr>
          <a:lstStyle/>
          <a:p>
            <a:endParaRPr lang="en-US"/>
          </a:p>
        </p:txBody>
      </p:sp>
      <p:sp>
        <p:nvSpPr>
          <p:cNvPr id="37" name="ïṡḷidè"/>
          <p:cNvSpPr/>
          <p:nvPr/>
        </p:nvSpPr>
        <p:spPr bwMode="auto">
          <a:xfrm>
            <a:off x="1061275" y="3459093"/>
            <a:ext cx="344710" cy="344189"/>
          </a:xfrm>
          <a:custGeom>
            <a:avLst/>
            <a:gdLst>
              <a:gd name="connsiteX0" fmla="*/ 106370 w 607639"/>
              <a:gd name="connsiteY0" fmla="*/ 436610 h 606722"/>
              <a:gd name="connsiteX1" fmla="*/ 61329 w 607639"/>
              <a:gd name="connsiteY1" fmla="*/ 480515 h 606722"/>
              <a:gd name="connsiteX2" fmla="*/ 126397 w 607639"/>
              <a:gd name="connsiteY2" fmla="*/ 545485 h 606722"/>
              <a:gd name="connsiteX3" fmla="*/ 170369 w 607639"/>
              <a:gd name="connsiteY3" fmla="*/ 500513 h 606722"/>
              <a:gd name="connsiteX4" fmla="*/ 455714 w 607639"/>
              <a:gd name="connsiteY4" fmla="*/ 404481 h 606722"/>
              <a:gd name="connsiteX5" fmla="*/ 531614 w 607639"/>
              <a:gd name="connsiteY5" fmla="*/ 404481 h 606722"/>
              <a:gd name="connsiteX6" fmla="*/ 531703 w 607639"/>
              <a:gd name="connsiteY6" fmla="*/ 404481 h 606722"/>
              <a:gd name="connsiteX7" fmla="*/ 531792 w 607639"/>
              <a:gd name="connsiteY7" fmla="*/ 404481 h 606722"/>
              <a:gd name="connsiteX8" fmla="*/ 548075 w 607639"/>
              <a:gd name="connsiteY8" fmla="*/ 410525 h 606722"/>
              <a:gd name="connsiteX9" fmla="*/ 551456 w 607639"/>
              <a:gd name="connsiteY9" fmla="*/ 413991 h 606722"/>
              <a:gd name="connsiteX10" fmla="*/ 556973 w 607639"/>
              <a:gd name="connsiteY10" fmla="*/ 429012 h 606722"/>
              <a:gd name="connsiteX11" fmla="*/ 556973 w 607639"/>
              <a:gd name="connsiteY11" fmla="*/ 429811 h 606722"/>
              <a:gd name="connsiteX12" fmla="*/ 556973 w 607639"/>
              <a:gd name="connsiteY12" fmla="*/ 505625 h 606722"/>
              <a:gd name="connsiteX13" fmla="*/ 531614 w 607639"/>
              <a:gd name="connsiteY13" fmla="*/ 530867 h 606722"/>
              <a:gd name="connsiteX14" fmla="*/ 506343 w 607639"/>
              <a:gd name="connsiteY14" fmla="*/ 505625 h 606722"/>
              <a:gd name="connsiteX15" fmla="*/ 476001 w 607639"/>
              <a:gd name="connsiteY15" fmla="*/ 546065 h 606722"/>
              <a:gd name="connsiteX16" fmla="*/ 455714 w 607639"/>
              <a:gd name="connsiteY16" fmla="*/ 556197 h 606722"/>
              <a:gd name="connsiteX17" fmla="*/ 440498 w 607639"/>
              <a:gd name="connsiteY17" fmla="*/ 551131 h 606722"/>
              <a:gd name="connsiteX18" fmla="*/ 435515 w 607639"/>
              <a:gd name="connsiteY18" fmla="*/ 515757 h 606722"/>
              <a:gd name="connsiteX19" fmla="*/ 481073 w 607639"/>
              <a:gd name="connsiteY19" fmla="*/ 455053 h 606722"/>
              <a:gd name="connsiteX20" fmla="*/ 455714 w 607639"/>
              <a:gd name="connsiteY20" fmla="*/ 455053 h 606722"/>
              <a:gd name="connsiteX21" fmla="*/ 430443 w 607639"/>
              <a:gd name="connsiteY21" fmla="*/ 429811 h 606722"/>
              <a:gd name="connsiteX22" fmla="*/ 455714 w 607639"/>
              <a:gd name="connsiteY22" fmla="*/ 404481 h 606722"/>
              <a:gd name="connsiteX23" fmla="*/ 157786 w 607639"/>
              <a:gd name="connsiteY23" fmla="*/ 282117 h 606722"/>
              <a:gd name="connsiteX24" fmla="*/ 175710 w 607639"/>
              <a:gd name="connsiteY24" fmla="*/ 289516 h 606722"/>
              <a:gd name="connsiteX25" fmla="*/ 317685 w 607639"/>
              <a:gd name="connsiteY25" fmla="*/ 431277 h 606722"/>
              <a:gd name="connsiteX26" fmla="*/ 317685 w 607639"/>
              <a:gd name="connsiteY26" fmla="*/ 467006 h 606722"/>
              <a:gd name="connsiteX27" fmla="*/ 245229 w 607639"/>
              <a:gd name="connsiteY27" fmla="*/ 539441 h 606722"/>
              <a:gd name="connsiteX28" fmla="*/ 227248 w 607639"/>
              <a:gd name="connsiteY28" fmla="*/ 546818 h 606722"/>
              <a:gd name="connsiteX29" fmla="*/ 209357 w 607639"/>
              <a:gd name="connsiteY29" fmla="*/ 539441 h 606722"/>
              <a:gd name="connsiteX30" fmla="*/ 206241 w 607639"/>
              <a:gd name="connsiteY30" fmla="*/ 536242 h 606722"/>
              <a:gd name="connsiteX31" fmla="*/ 144734 w 607639"/>
              <a:gd name="connsiteY31" fmla="*/ 599079 h 606722"/>
              <a:gd name="connsiteX32" fmla="*/ 126753 w 607639"/>
              <a:gd name="connsiteY32" fmla="*/ 606722 h 606722"/>
              <a:gd name="connsiteX33" fmla="*/ 126575 w 607639"/>
              <a:gd name="connsiteY33" fmla="*/ 606722 h 606722"/>
              <a:gd name="connsiteX34" fmla="*/ 108684 w 607639"/>
              <a:gd name="connsiteY34" fmla="*/ 599256 h 606722"/>
              <a:gd name="connsiteX35" fmla="*/ 7388 w 607639"/>
              <a:gd name="connsiteY35" fmla="*/ 498113 h 606722"/>
              <a:gd name="connsiteX36" fmla="*/ 0 w 607639"/>
              <a:gd name="connsiteY36" fmla="*/ 480160 h 606722"/>
              <a:gd name="connsiteX37" fmla="*/ 7655 w 607639"/>
              <a:gd name="connsiteY37" fmla="*/ 462206 h 606722"/>
              <a:gd name="connsiteX38" fmla="*/ 70587 w 607639"/>
              <a:gd name="connsiteY38" fmla="*/ 400792 h 606722"/>
              <a:gd name="connsiteX39" fmla="*/ 67382 w 607639"/>
              <a:gd name="connsiteY39" fmla="*/ 397681 h 606722"/>
              <a:gd name="connsiteX40" fmla="*/ 59994 w 607639"/>
              <a:gd name="connsiteY40" fmla="*/ 379728 h 606722"/>
              <a:gd name="connsiteX41" fmla="*/ 67382 w 607639"/>
              <a:gd name="connsiteY41" fmla="*/ 361863 h 606722"/>
              <a:gd name="connsiteX42" fmla="*/ 139927 w 607639"/>
              <a:gd name="connsiteY42" fmla="*/ 289516 h 606722"/>
              <a:gd name="connsiteX43" fmla="*/ 157786 w 607639"/>
              <a:gd name="connsiteY43" fmla="*/ 282117 h 606722"/>
              <a:gd name="connsiteX44" fmla="*/ 363724 w 607639"/>
              <a:gd name="connsiteY44" fmla="*/ 101159 h 606722"/>
              <a:gd name="connsiteX45" fmla="*/ 353254 w 607639"/>
              <a:gd name="connsiteY45" fmla="*/ 105492 h 606722"/>
              <a:gd name="connsiteX46" fmla="*/ 320945 w 607639"/>
              <a:gd name="connsiteY46" fmla="*/ 137752 h 606722"/>
              <a:gd name="connsiteX47" fmla="*/ 323793 w 607639"/>
              <a:gd name="connsiteY47" fmla="*/ 139974 h 606722"/>
              <a:gd name="connsiteX48" fmla="*/ 335898 w 607639"/>
              <a:gd name="connsiteY48" fmla="*/ 148417 h 606722"/>
              <a:gd name="connsiteX49" fmla="*/ 341149 w 607639"/>
              <a:gd name="connsiteY49" fmla="*/ 151794 h 606722"/>
              <a:gd name="connsiteX50" fmla="*/ 359930 w 607639"/>
              <a:gd name="connsiteY50" fmla="*/ 162459 h 606722"/>
              <a:gd name="connsiteX51" fmla="*/ 408439 w 607639"/>
              <a:gd name="connsiteY51" fmla="*/ 198897 h 606722"/>
              <a:gd name="connsiteX52" fmla="*/ 444933 w 607639"/>
              <a:gd name="connsiteY52" fmla="*/ 247243 h 606722"/>
              <a:gd name="connsiteX53" fmla="*/ 455614 w 607639"/>
              <a:gd name="connsiteY53" fmla="*/ 266084 h 606722"/>
              <a:gd name="connsiteX54" fmla="*/ 458907 w 607639"/>
              <a:gd name="connsiteY54" fmla="*/ 271239 h 606722"/>
              <a:gd name="connsiteX55" fmla="*/ 467452 w 607639"/>
              <a:gd name="connsiteY55" fmla="*/ 283326 h 606722"/>
              <a:gd name="connsiteX56" fmla="*/ 469677 w 607639"/>
              <a:gd name="connsiteY56" fmla="*/ 286258 h 606722"/>
              <a:gd name="connsiteX57" fmla="*/ 501987 w 607639"/>
              <a:gd name="connsiteY57" fmla="*/ 253998 h 606722"/>
              <a:gd name="connsiteX58" fmla="*/ 501987 w 607639"/>
              <a:gd name="connsiteY58" fmla="*/ 233024 h 606722"/>
              <a:gd name="connsiteX59" fmla="*/ 374260 w 607639"/>
              <a:gd name="connsiteY59" fmla="*/ 105492 h 606722"/>
              <a:gd name="connsiteX60" fmla="*/ 363724 w 607639"/>
              <a:gd name="connsiteY60" fmla="*/ 101159 h 606722"/>
              <a:gd name="connsiteX61" fmla="*/ 177209 w 607639"/>
              <a:gd name="connsiteY61" fmla="*/ 50521 h 606722"/>
              <a:gd name="connsiteX62" fmla="*/ 195096 w 607639"/>
              <a:gd name="connsiteY62" fmla="*/ 57919 h 606722"/>
              <a:gd name="connsiteX63" fmla="*/ 195096 w 607639"/>
              <a:gd name="connsiteY63" fmla="*/ 93644 h 606722"/>
              <a:gd name="connsiteX64" fmla="*/ 137075 w 607639"/>
              <a:gd name="connsiteY64" fmla="*/ 151675 h 606722"/>
              <a:gd name="connsiteX65" fmla="*/ 151936 w 607639"/>
              <a:gd name="connsiteY65" fmla="*/ 151675 h 606722"/>
              <a:gd name="connsiteX66" fmla="*/ 177209 w 607639"/>
              <a:gd name="connsiteY66" fmla="*/ 176914 h 606722"/>
              <a:gd name="connsiteX67" fmla="*/ 151936 w 607639"/>
              <a:gd name="connsiteY67" fmla="*/ 202241 h 606722"/>
              <a:gd name="connsiteX68" fmla="*/ 75939 w 607639"/>
              <a:gd name="connsiteY68" fmla="*/ 202241 h 606722"/>
              <a:gd name="connsiteX69" fmla="*/ 59387 w 607639"/>
              <a:gd name="connsiteY69" fmla="*/ 196020 h 606722"/>
              <a:gd name="connsiteX70" fmla="*/ 55916 w 607639"/>
              <a:gd name="connsiteY70" fmla="*/ 192288 h 606722"/>
              <a:gd name="connsiteX71" fmla="*/ 50755 w 607639"/>
              <a:gd name="connsiteY71" fmla="*/ 178691 h 606722"/>
              <a:gd name="connsiteX72" fmla="*/ 50666 w 607639"/>
              <a:gd name="connsiteY72" fmla="*/ 176736 h 606722"/>
              <a:gd name="connsiteX73" fmla="*/ 50666 w 607639"/>
              <a:gd name="connsiteY73" fmla="*/ 101109 h 606722"/>
              <a:gd name="connsiteX74" fmla="*/ 75939 w 607639"/>
              <a:gd name="connsiteY74" fmla="*/ 75782 h 606722"/>
              <a:gd name="connsiteX75" fmla="*/ 101301 w 607639"/>
              <a:gd name="connsiteY75" fmla="*/ 101109 h 606722"/>
              <a:gd name="connsiteX76" fmla="*/ 101301 w 607639"/>
              <a:gd name="connsiteY76" fmla="*/ 115861 h 606722"/>
              <a:gd name="connsiteX77" fmla="*/ 159322 w 607639"/>
              <a:gd name="connsiteY77" fmla="*/ 57919 h 606722"/>
              <a:gd name="connsiteX78" fmla="*/ 177209 w 607639"/>
              <a:gd name="connsiteY78" fmla="*/ 50521 h 606722"/>
              <a:gd name="connsiteX79" fmla="*/ 480892 w 607639"/>
              <a:gd name="connsiteY79" fmla="*/ 0 h 606722"/>
              <a:gd name="connsiteX80" fmla="*/ 498960 w 607639"/>
              <a:gd name="connsiteY80" fmla="*/ 7376 h 606722"/>
              <a:gd name="connsiteX81" fmla="*/ 600162 w 607639"/>
              <a:gd name="connsiteY81" fmla="*/ 108513 h 606722"/>
              <a:gd name="connsiteX82" fmla="*/ 607639 w 607639"/>
              <a:gd name="connsiteY82" fmla="*/ 126554 h 606722"/>
              <a:gd name="connsiteX83" fmla="*/ 599984 w 607639"/>
              <a:gd name="connsiteY83" fmla="*/ 144507 h 606722"/>
              <a:gd name="connsiteX84" fmla="*/ 541417 w 607639"/>
              <a:gd name="connsiteY84" fmla="*/ 201741 h 606722"/>
              <a:gd name="connsiteX85" fmla="*/ 537768 w 607639"/>
              <a:gd name="connsiteY85" fmla="*/ 289724 h 606722"/>
              <a:gd name="connsiteX86" fmla="*/ 486499 w 607639"/>
              <a:gd name="connsiteY86" fmla="*/ 340915 h 606722"/>
              <a:gd name="connsiteX87" fmla="*/ 484719 w 607639"/>
              <a:gd name="connsiteY87" fmla="*/ 342159 h 606722"/>
              <a:gd name="connsiteX88" fmla="*/ 480002 w 607639"/>
              <a:gd name="connsiteY88" fmla="*/ 345270 h 606722"/>
              <a:gd name="connsiteX89" fmla="*/ 476530 w 607639"/>
              <a:gd name="connsiteY89" fmla="*/ 346869 h 606722"/>
              <a:gd name="connsiteX90" fmla="*/ 471190 w 607639"/>
              <a:gd name="connsiteY90" fmla="*/ 347847 h 606722"/>
              <a:gd name="connsiteX91" fmla="*/ 468609 w 607639"/>
              <a:gd name="connsiteY91" fmla="*/ 348380 h 606722"/>
              <a:gd name="connsiteX92" fmla="*/ 467452 w 607639"/>
              <a:gd name="connsiteY92" fmla="*/ 348114 h 606722"/>
              <a:gd name="connsiteX93" fmla="*/ 462111 w 607639"/>
              <a:gd name="connsiteY93" fmla="*/ 347047 h 606722"/>
              <a:gd name="connsiteX94" fmla="*/ 458373 w 607639"/>
              <a:gd name="connsiteY94" fmla="*/ 345981 h 606722"/>
              <a:gd name="connsiteX95" fmla="*/ 457305 w 607639"/>
              <a:gd name="connsiteY95" fmla="*/ 345714 h 606722"/>
              <a:gd name="connsiteX96" fmla="*/ 428911 w 607639"/>
              <a:gd name="connsiteY96" fmla="*/ 331494 h 606722"/>
              <a:gd name="connsiteX97" fmla="*/ 407282 w 607639"/>
              <a:gd name="connsiteY97" fmla="*/ 335049 h 606722"/>
              <a:gd name="connsiteX98" fmla="*/ 376308 w 607639"/>
              <a:gd name="connsiteY98" fmla="*/ 365888 h 606722"/>
              <a:gd name="connsiteX99" fmla="*/ 344265 w 607639"/>
              <a:gd name="connsiteY99" fmla="*/ 379219 h 606722"/>
              <a:gd name="connsiteX100" fmla="*/ 312133 w 607639"/>
              <a:gd name="connsiteY100" fmla="*/ 365888 h 606722"/>
              <a:gd name="connsiteX101" fmla="*/ 241194 w 607639"/>
              <a:gd name="connsiteY101" fmla="*/ 295057 h 606722"/>
              <a:gd name="connsiteX102" fmla="*/ 241194 w 607639"/>
              <a:gd name="connsiteY102" fmla="*/ 230891 h 606722"/>
              <a:gd name="connsiteX103" fmla="*/ 272079 w 607639"/>
              <a:gd name="connsiteY103" fmla="*/ 200052 h 606722"/>
              <a:gd name="connsiteX104" fmla="*/ 275551 w 607639"/>
              <a:gd name="connsiteY104" fmla="*/ 178456 h 606722"/>
              <a:gd name="connsiteX105" fmla="*/ 261398 w 607639"/>
              <a:gd name="connsiteY105" fmla="*/ 150106 h 606722"/>
              <a:gd name="connsiteX106" fmla="*/ 261131 w 607639"/>
              <a:gd name="connsiteY106" fmla="*/ 149039 h 606722"/>
              <a:gd name="connsiteX107" fmla="*/ 260063 w 607639"/>
              <a:gd name="connsiteY107" fmla="*/ 145307 h 606722"/>
              <a:gd name="connsiteX108" fmla="*/ 258995 w 607639"/>
              <a:gd name="connsiteY108" fmla="*/ 139974 h 606722"/>
              <a:gd name="connsiteX109" fmla="*/ 259262 w 607639"/>
              <a:gd name="connsiteY109" fmla="*/ 136242 h 606722"/>
              <a:gd name="connsiteX110" fmla="*/ 260241 w 607639"/>
              <a:gd name="connsiteY110" fmla="*/ 130909 h 606722"/>
              <a:gd name="connsiteX111" fmla="*/ 261754 w 607639"/>
              <a:gd name="connsiteY111" fmla="*/ 127443 h 606722"/>
              <a:gd name="connsiteX112" fmla="*/ 264959 w 607639"/>
              <a:gd name="connsiteY112" fmla="*/ 122733 h 606722"/>
              <a:gd name="connsiteX113" fmla="*/ 266116 w 607639"/>
              <a:gd name="connsiteY113" fmla="*/ 120955 h 606722"/>
              <a:gd name="connsiteX114" fmla="*/ 317384 w 607639"/>
              <a:gd name="connsiteY114" fmla="*/ 69676 h 606722"/>
              <a:gd name="connsiteX115" fmla="*/ 405591 w 607639"/>
              <a:gd name="connsiteY115" fmla="*/ 66121 h 606722"/>
              <a:gd name="connsiteX116" fmla="*/ 462912 w 607639"/>
              <a:gd name="connsiteY116" fmla="*/ 7554 h 606722"/>
              <a:gd name="connsiteX117" fmla="*/ 480892 w 607639"/>
              <a:gd name="connsiteY117" fmla="*/ 0 h 6067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Lst>
            <a:rect l="l" t="t" r="r" b="b"/>
            <a:pathLst>
              <a:path w="607639" h="606722">
                <a:moveTo>
                  <a:pt x="106370" y="436610"/>
                </a:moveTo>
                <a:lnTo>
                  <a:pt x="61329" y="480515"/>
                </a:lnTo>
                <a:lnTo>
                  <a:pt x="126397" y="545485"/>
                </a:lnTo>
                <a:lnTo>
                  <a:pt x="170369" y="500513"/>
                </a:lnTo>
                <a:close/>
                <a:moveTo>
                  <a:pt x="455714" y="404481"/>
                </a:moveTo>
                <a:lnTo>
                  <a:pt x="531614" y="404481"/>
                </a:lnTo>
                <a:lnTo>
                  <a:pt x="531703" y="404481"/>
                </a:lnTo>
                <a:lnTo>
                  <a:pt x="531792" y="404481"/>
                </a:lnTo>
                <a:cubicBezTo>
                  <a:pt x="538020" y="404481"/>
                  <a:pt x="543715" y="406792"/>
                  <a:pt x="548075" y="410525"/>
                </a:cubicBezTo>
                <a:cubicBezTo>
                  <a:pt x="549321" y="411591"/>
                  <a:pt x="550388" y="412747"/>
                  <a:pt x="551456" y="413991"/>
                </a:cubicBezTo>
                <a:cubicBezTo>
                  <a:pt x="554748" y="418079"/>
                  <a:pt x="556795" y="423323"/>
                  <a:pt x="556973" y="429012"/>
                </a:cubicBezTo>
                <a:cubicBezTo>
                  <a:pt x="556973" y="429278"/>
                  <a:pt x="556973" y="429545"/>
                  <a:pt x="556973" y="429811"/>
                </a:cubicBezTo>
                <a:lnTo>
                  <a:pt x="556973" y="505625"/>
                </a:lnTo>
                <a:cubicBezTo>
                  <a:pt x="556973" y="519579"/>
                  <a:pt x="545673" y="530867"/>
                  <a:pt x="531614" y="530867"/>
                </a:cubicBezTo>
                <a:cubicBezTo>
                  <a:pt x="517644" y="530867"/>
                  <a:pt x="506343" y="519579"/>
                  <a:pt x="506343" y="505625"/>
                </a:cubicBezTo>
                <a:lnTo>
                  <a:pt x="476001" y="546065"/>
                </a:lnTo>
                <a:cubicBezTo>
                  <a:pt x="471018" y="552731"/>
                  <a:pt x="463366" y="556197"/>
                  <a:pt x="455714" y="556197"/>
                </a:cubicBezTo>
                <a:cubicBezTo>
                  <a:pt x="450375" y="556197"/>
                  <a:pt x="445125" y="554508"/>
                  <a:pt x="440498" y="551131"/>
                </a:cubicBezTo>
                <a:cubicBezTo>
                  <a:pt x="429375" y="542776"/>
                  <a:pt x="427062" y="526867"/>
                  <a:pt x="435515" y="515757"/>
                </a:cubicBezTo>
                <a:lnTo>
                  <a:pt x="481073" y="455053"/>
                </a:lnTo>
                <a:lnTo>
                  <a:pt x="455714" y="455053"/>
                </a:lnTo>
                <a:cubicBezTo>
                  <a:pt x="441744" y="455053"/>
                  <a:pt x="430443" y="443765"/>
                  <a:pt x="430443" y="429811"/>
                </a:cubicBezTo>
                <a:cubicBezTo>
                  <a:pt x="430443" y="415857"/>
                  <a:pt x="441744" y="404481"/>
                  <a:pt x="455714" y="404481"/>
                </a:cubicBezTo>
                <a:close/>
                <a:moveTo>
                  <a:pt x="157786" y="282117"/>
                </a:moveTo>
                <a:cubicBezTo>
                  <a:pt x="164272" y="282117"/>
                  <a:pt x="170770" y="284584"/>
                  <a:pt x="175710" y="289516"/>
                </a:cubicBezTo>
                <a:lnTo>
                  <a:pt x="317685" y="431277"/>
                </a:lnTo>
                <a:cubicBezTo>
                  <a:pt x="327565" y="441142"/>
                  <a:pt x="327565" y="457140"/>
                  <a:pt x="317685" y="467006"/>
                </a:cubicBezTo>
                <a:lnTo>
                  <a:pt x="245229" y="539441"/>
                </a:lnTo>
                <a:cubicBezTo>
                  <a:pt x="240422" y="544152"/>
                  <a:pt x="234013" y="546818"/>
                  <a:pt x="227248" y="546818"/>
                </a:cubicBezTo>
                <a:cubicBezTo>
                  <a:pt x="220572" y="546818"/>
                  <a:pt x="214163" y="544152"/>
                  <a:pt x="209357" y="539441"/>
                </a:cubicBezTo>
                <a:lnTo>
                  <a:pt x="206241" y="536242"/>
                </a:lnTo>
                <a:lnTo>
                  <a:pt x="144734" y="599079"/>
                </a:lnTo>
                <a:cubicBezTo>
                  <a:pt x="140016" y="603967"/>
                  <a:pt x="133518" y="606633"/>
                  <a:pt x="126753" y="606722"/>
                </a:cubicBezTo>
                <a:lnTo>
                  <a:pt x="126575" y="606722"/>
                </a:lnTo>
                <a:cubicBezTo>
                  <a:pt x="119899" y="606722"/>
                  <a:pt x="113491" y="604056"/>
                  <a:pt x="108684" y="599256"/>
                </a:cubicBezTo>
                <a:lnTo>
                  <a:pt x="7388" y="498113"/>
                </a:lnTo>
                <a:cubicBezTo>
                  <a:pt x="2670" y="493403"/>
                  <a:pt x="0" y="486914"/>
                  <a:pt x="0" y="480160"/>
                </a:cubicBezTo>
                <a:cubicBezTo>
                  <a:pt x="89" y="473405"/>
                  <a:pt x="2759" y="466917"/>
                  <a:pt x="7655" y="462206"/>
                </a:cubicBezTo>
                <a:lnTo>
                  <a:pt x="70587" y="400792"/>
                </a:lnTo>
                <a:lnTo>
                  <a:pt x="67382" y="397681"/>
                </a:lnTo>
                <a:cubicBezTo>
                  <a:pt x="62665" y="392882"/>
                  <a:pt x="59994" y="386482"/>
                  <a:pt x="59994" y="379728"/>
                </a:cubicBezTo>
                <a:cubicBezTo>
                  <a:pt x="59994" y="373062"/>
                  <a:pt x="62665" y="366663"/>
                  <a:pt x="67382" y="361863"/>
                </a:cubicBezTo>
                <a:lnTo>
                  <a:pt x="139927" y="289516"/>
                </a:lnTo>
                <a:cubicBezTo>
                  <a:pt x="144823" y="284584"/>
                  <a:pt x="151299" y="282117"/>
                  <a:pt x="157786" y="282117"/>
                </a:cubicBezTo>
                <a:close/>
                <a:moveTo>
                  <a:pt x="363724" y="101159"/>
                </a:moveTo>
                <a:cubicBezTo>
                  <a:pt x="359930" y="101159"/>
                  <a:pt x="356147" y="102604"/>
                  <a:pt x="353254" y="105492"/>
                </a:cubicBezTo>
                <a:lnTo>
                  <a:pt x="320945" y="137752"/>
                </a:lnTo>
                <a:cubicBezTo>
                  <a:pt x="321835" y="138463"/>
                  <a:pt x="322814" y="139174"/>
                  <a:pt x="323793" y="139974"/>
                </a:cubicBezTo>
                <a:cubicBezTo>
                  <a:pt x="327709" y="142818"/>
                  <a:pt x="331715" y="145662"/>
                  <a:pt x="335898" y="148417"/>
                </a:cubicBezTo>
                <a:cubicBezTo>
                  <a:pt x="337678" y="149572"/>
                  <a:pt x="339369" y="150728"/>
                  <a:pt x="341149" y="151794"/>
                </a:cubicBezTo>
                <a:cubicBezTo>
                  <a:pt x="347113" y="155527"/>
                  <a:pt x="353254" y="159082"/>
                  <a:pt x="359930" y="162459"/>
                </a:cubicBezTo>
                <a:cubicBezTo>
                  <a:pt x="376040" y="170724"/>
                  <a:pt x="392863" y="183344"/>
                  <a:pt x="408439" y="198897"/>
                </a:cubicBezTo>
                <a:cubicBezTo>
                  <a:pt x="424016" y="214449"/>
                  <a:pt x="436655" y="231246"/>
                  <a:pt x="444933" y="247243"/>
                </a:cubicBezTo>
                <a:cubicBezTo>
                  <a:pt x="448315" y="253998"/>
                  <a:pt x="451875" y="260130"/>
                  <a:pt x="455614" y="266084"/>
                </a:cubicBezTo>
                <a:cubicBezTo>
                  <a:pt x="456682" y="267862"/>
                  <a:pt x="457839" y="269550"/>
                  <a:pt x="458907" y="271239"/>
                </a:cubicBezTo>
                <a:cubicBezTo>
                  <a:pt x="461666" y="275416"/>
                  <a:pt x="464514" y="279504"/>
                  <a:pt x="467452" y="283326"/>
                </a:cubicBezTo>
                <a:cubicBezTo>
                  <a:pt x="468164" y="284303"/>
                  <a:pt x="468876" y="285281"/>
                  <a:pt x="469677" y="286258"/>
                </a:cubicBezTo>
                <a:lnTo>
                  <a:pt x="501987" y="253998"/>
                </a:lnTo>
                <a:cubicBezTo>
                  <a:pt x="507772" y="248221"/>
                  <a:pt x="507772" y="238800"/>
                  <a:pt x="501987" y="233024"/>
                </a:cubicBezTo>
                <a:lnTo>
                  <a:pt x="374260" y="105492"/>
                </a:lnTo>
                <a:cubicBezTo>
                  <a:pt x="371323" y="102604"/>
                  <a:pt x="367518" y="101159"/>
                  <a:pt x="363724" y="101159"/>
                </a:cubicBezTo>
                <a:close/>
                <a:moveTo>
                  <a:pt x="177209" y="50521"/>
                </a:moveTo>
                <a:cubicBezTo>
                  <a:pt x="183683" y="50521"/>
                  <a:pt x="190157" y="52987"/>
                  <a:pt x="195096" y="57919"/>
                </a:cubicBezTo>
                <a:cubicBezTo>
                  <a:pt x="205063" y="67784"/>
                  <a:pt x="205063" y="83869"/>
                  <a:pt x="195096" y="93644"/>
                </a:cubicBezTo>
                <a:lnTo>
                  <a:pt x="137075" y="151675"/>
                </a:lnTo>
                <a:lnTo>
                  <a:pt x="151936" y="151675"/>
                </a:lnTo>
                <a:cubicBezTo>
                  <a:pt x="165908" y="151675"/>
                  <a:pt x="177209" y="162961"/>
                  <a:pt x="177209" y="176914"/>
                </a:cubicBezTo>
                <a:cubicBezTo>
                  <a:pt x="177209" y="190866"/>
                  <a:pt x="165908" y="202241"/>
                  <a:pt x="151936" y="202241"/>
                </a:cubicBezTo>
                <a:lnTo>
                  <a:pt x="75939" y="202241"/>
                </a:lnTo>
                <a:cubicBezTo>
                  <a:pt x="69621" y="202241"/>
                  <a:pt x="63836" y="199842"/>
                  <a:pt x="59387" y="196020"/>
                </a:cubicBezTo>
                <a:cubicBezTo>
                  <a:pt x="58141" y="194954"/>
                  <a:pt x="56984" y="193710"/>
                  <a:pt x="55916" y="192288"/>
                </a:cubicBezTo>
                <a:cubicBezTo>
                  <a:pt x="52980" y="188466"/>
                  <a:pt x="51111" y="183845"/>
                  <a:pt x="50755" y="178691"/>
                </a:cubicBezTo>
                <a:cubicBezTo>
                  <a:pt x="50666" y="178069"/>
                  <a:pt x="50666" y="177447"/>
                  <a:pt x="50666" y="176736"/>
                </a:cubicBezTo>
                <a:lnTo>
                  <a:pt x="50666" y="101109"/>
                </a:lnTo>
                <a:cubicBezTo>
                  <a:pt x="50666" y="87157"/>
                  <a:pt x="61968" y="75782"/>
                  <a:pt x="75939" y="75782"/>
                </a:cubicBezTo>
                <a:cubicBezTo>
                  <a:pt x="89910" y="75782"/>
                  <a:pt x="101301" y="87157"/>
                  <a:pt x="101301" y="101109"/>
                </a:cubicBezTo>
                <a:lnTo>
                  <a:pt x="101301" y="115861"/>
                </a:lnTo>
                <a:lnTo>
                  <a:pt x="159322" y="57919"/>
                </a:lnTo>
                <a:cubicBezTo>
                  <a:pt x="164261" y="52987"/>
                  <a:pt x="170735" y="50521"/>
                  <a:pt x="177209" y="50521"/>
                </a:cubicBezTo>
                <a:close/>
                <a:moveTo>
                  <a:pt x="480892" y="0"/>
                </a:moveTo>
                <a:cubicBezTo>
                  <a:pt x="487122" y="0"/>
                  <a:pt x="494154" y="2666"/>
                  <a:pt x="498960" y="7376"/>
                </a:cubicBezTo>
                <a:lnTo>
                  <a:pt x="600162" y="108513"/>
                </a:lnTo>
                <a:cubicBezTo>
                  <a:pt x="604969" y="113312"/>
                  <a:pt x="607639" y="119800"/>
                  <a:pt x="607639" y="126554"/>
                </a:cubicBezTo>
                <a:cubicBezTo>
                  <a:pt x="607550" y="133309"/>
                  <a:pt x="604880" y="139708"/>
                  <a:pt x="599984" y="144507"/>
                </a:cubicBezTo>
                <a:lnTo>
                  <a:pt x="541417" y="201741"/>
                </a:lnTo>
                <a:cubicBezTo>
                  <a:pt x="562957" y="227425"/>
                  <a:pt x="561978" y="265640"/>
                  <a:pt x="537768" y="289724"/>
                </a:cubicBezTo>
                <a:lnTo>
                  <a:pt x="486499" y="340915"/>
                </a:lnTo>
                <a:cubicBezTo>
                  <a:pt x="485965" y="341537"/>
                  <a:pt x="485342" y="341715"/>
                  <a:pt x="484719" y="342159"/>
                </a:cubicBezTo>
                <a:cubicBezTo>
                  <a:pt x="483206" y="343403"/>
                  <a:pt x="481693" y="344470"/>
                  <a:pt x="480002" y="345270"/>
                </a:cubicBezTo>
                <a:cubicBezTo>
                  <a:pt x="478845" y="345892"/>
                  <a:pt x="477688" y="346425"/>
                  <a:pt x="476530" y="346869"/>
                </a:cubicBezTo>
                <a:cubicBezTo>
                  <a:pt x="474750" y="347403"/>
                  <a:pt x="472970" y="347669"/>
                  <a:pt x="471190" y="347847"/>
                </a:cubicBezTo>
                <a:cubicBezTo>
                  <a:pt x="470300" y="347936"/>
                  <a:pt x="469499" y="348380"/>
                  <a:pt x="468609" y="348380"/>
                </a:cubicBezTo>
                <a:cubicBezTo>
                  <a:pt x="468253" y="348380"/>
                  <a:pt x="467808" y="348114"/>
                  <a:pt x="467452" y="348114"/>
                </a:cubicBezTo>
                <a:cubicBezTo>
                  <a:pt x="465582" y="348025"/>
                  <a:pt x="463891" y="347580"/>
                  <a:pt x="462111" y="347047"/>
                </a:cubicBezTo>
                <a:cubicBezTo>
                  <a:pt x="460776" y="346692"/>
                  <a:pt x="459530" y="346514"/>
                  <a:pt x="458373" y="345981"/>
                </a:cubicBezTo>
                <a:cubicBezTo>
                  <a:pt x="458017" y="345892"/>
                  <a:pt x="457661" y="345892"/>
                  <a:pt x="457305" y="345714"/>
                </a:cubicBezTo>
                <a:lnTo>
                  <a:pt x="428911" y="331494"/>
                </a:lnTo>
                <a:cubicBezTo>
                  <a:pt x="421702" y="327940"/>
                  <a:pt x="412979" y="329273"/>
                  <a:pt x="407282" y="335049"/>
                </a:cubicBezTo>
                <a:lnTo>
                  <a:pt x="376308" y="365888"/>
                </a:lnTo>
                <a:cubicBezTo>
                  <a:pt x="367763" y="374509"/>
                  <a:pt x="356370" y="379219"/>
                  <a:pt x="344265" y="379219"/>
                </a:cubicBezTo>
                <a:cubicBezTo>
                  <a:pt x="332160" y="379219"/>
                  <a:pt x="320678" y="374509"/>
                  <a:pt x="312133" y="365888"/>
                </a:cubicBezTo>
                <a:lnTo>
                  <a:pt x="241194" y="295057"/>
                </a:lnTo>
                <a:cubicBezTo>
                  <a:pt x="223481" y="277371"/>
                  <a:pt x="223481" y="248576"/>
                  <a:pt x="241194" y="230891"/>
                </a:cubicBezTo>
                <a:lnTo>
                  <a:pt x="272079" y="200052"/>
                </a:lnTo>
                <a:cubicBezTo>
                  <a:pt x="277776" y="194364"/>
                  <a:pt x="279200" y="185655"/>
                  <a:pt x="275551" y="178456"/>
                </a:cubicBezTo>
                <a:lnTo>
                  <a:pt x="261398" y="150106"/>
                </a:lnTo>
                <a:cubicBezTo>
                  <a:pt x="261220" y="149750"/>
                  <a:pt x="261220" y="149395"/>
                  <a:pt x="261131" y="149039"/>
                </a:cubicBezTo>
                <a:cubicBezTo>
                  <a:pt x="260508" y="147884"/>
                  <a:pt x="260330" y="146640"/>
                  <a:pt x="260063" y="145307"/>
                </a:cubicBezTo>
                <a:cubicBezTo>
                  <a:pt x="259529" y="143529"/>
                  <a:pt x="259084" y="141841"/>
                  <a:pt x="258995" y="139974"/>
                </a:cubicBezTo>
                <a:cubicBezTo>
                  <a:pt x="258906" y="138730"/>
                  <a:pt x="259084" y="137486"/>
                  <a:pt x="259262" y="136242"/>
                </a:cubicBezTo>
                <a:cubicBezTo>
                  <a:pt x="259440" y="134375"/>
                  <a:pt x="259707" y="132687"/>
                  <a:pt x="260241" y="130909"/>
                </a:cubicBezTo>
                <a:cubicBezTo>
                  <a:pt x="260686" y="129754"/>
                  <a:pt x="261220" y="128599"/>
                  <a:pt x="261754" y="127443"/>
                </a:cubicBezTo>
                <a:cubicBezTo>
                  <a:pt x="262644" y="125755"/>
                  <a:pt x="263713" y="124155"/>
                  <a:pt x="264959" y="122733"/>
                </a:cubicBezTo>
                <a:cubicBezTo>
                  <a:pt x="265404" y="122111"/>
                  <a:pt x="265582" y="121400"/>
                  <a:pt x="266116" y="120955"/>
                </a:cubicBezTo>
                <a:lnTo>
                  <a:pt x="317384" y="69676"/>
                </a:lnTo>
                <a:cubicBezTo>
                  <a:pt x="341505" y="45592"/>
                  <a:pt x="379868" y="44525"/>
                  <a:pt x="405591" y="66121"/>
                </a:cubicBezTo>
                <a:lnTo>
                  <a:pt x="462912" y="7554"/>
                </a:lnTo>
                <a:cubicBezTo>
                  <a:pt x="467719" y="2755"/>
                  <a:pt x="474127" y="89"/>
                  <a:pt x="480892" y="0"/>
                </a:cubicBezTo>
                <a:close/>
              </a:path>
            </a:pathLst>
          </a:custGeom>
          <a:solidFill>
            <a:schemeClr val="bg1"/>
          </a:solidFill>
          <a:ln>
            <a:noFill/>
          </a:ln>
        </p:spPr>
        <p:txBody>
          <a:bodyPr vert="horz" wrap="square" lIns="91440" tIns="45720" rIns="91440" bIns="45720" numCol="1" anchor="t" anchorCtr="0" compatLnSpc="1">
            <a:normAutofit lnSpcReduction="10000"/>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endParaRPr lang="en-US"/>
          </a:p>
        </p:txBody>
      </p:sp>
      <p:sp>
        <p:nvSpPr>
          <p:cNvPr id="38" name="iṡļîḍé"/>
          <p:cNvSpPr/>
          <p:nvPr/>
        </p:nvSpPr>
        <p:spPr bwMode="auto">
          <a:xfrm>
            <a:off x="1061275" y="4887944"/>
            <a:ext cx="344710" cy="344189"/>
          </a:xfrm>
          <a:custGeom>
            <a:avLst/>
            <a:gdLst>
              <a:gd name="connsiteX0" fmla="*/ 257564 w 607639"/>
              <a:gd name="connsiteY0" fmla="*/ 92370 h 606722"/>
              <a:gd name="connsiteX1" fmla="*/ 277411 w 607639"/>
              <a:gd name="connsiteY1" fmla="*/ 112098 h 606722"/>
              <a:gd name="connsiteX2" fmla="*/ 277411 w 607639"/>
              <a:gd name="connsiteY2" fmla="*/ 329729 h 606722"/>
              <a:gd name="connsiteX3" fmla="*/ 495281 w 607639"/>
              <a:gd name="connsiteY3" fmla="*/ 329729 h 606722"/>
              <a:gd name="connsiteX4" fmla="*/ 515128 w 607639"/>
              <a:gd name="connsiteY4" fmla="*/ 349546 h 606722"/>
              <a:gd name="connsiteX5" fmla="*/ 257564 w 607639"/>
              <a:gd name="connsiteY5" fmla="*/ 606722 h 606722"/>
              <a:gd name="connsiteX6" fmla="*/ 0 w 607639"/>
              <a:gd name="connsiteY6" fmla="*/ 349546 h 606722"/>
              <a:gd name="connsiteX7" fmla="*/ 257564 w 607639"/>
              <a:gd name="connsiteY7" fmla="*/ 92370 h 606722"/>
              <a:gd name="connsiteX8" fmla="*/ 350027 w 607639"/>
              <a:gd name="connsiteY8" fmla="*/ 0 h 606722"/>
              <a:gd name="connsiteX9" fmla="*/ 607639 w 607639"/>
              <a:gd name="connsiteY9" fmla="*/ 257220 h 606722"/>
              <a:gd name="connsiteX10" fmla="*/ 587788 w 607639"/>
              <a:gd name="connsiteY10" fmla="*/ 277040 h 606722"/>
              <a:gd name="connsiteX11" fmla="*/ 350027 w 607639"/>
              <a:gd name="connsiteY11" fmla="*/ 277040 h 606722"/>
              <a:gd name="connsiteX12" fmla="*/ 330176 w 607639"/>
              <a:gd name="connsiteY12" fmla="*/ 257220 h 606722"/>
              <a:gd name="connsiteX13" fmla="*/ 330176 w 607639"/>
              <a:gd name="connsiteY13" fmla="*/ 19820 h 606722"/>
              <a:gd name="connsiteX14" fmla="*/ 350027 w 607639"/>
              <a:gd name="connsiteY14" fmla="*/ 0 h 6067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607639" h="606722">
                <a:moveTo>
                  <a:pt x="257564" y="92370"/>
                </a:moveTo>
                <a:cubicBezTo>
                  <a:pt x="268511" y="92370"/>
                  <a:pt x="277411" y="101168"/>
                  <a:pt x="277411" y="112098"/>
                </a:cubicBezTo>
                <a:lnTo>
                  <a:pt x="277411" y="329729"/>
                </a:lnTo>
                <a:lnTo>
                  <a:pt x="495281" y="329729"/>
                </a:lnTo>
                <a:cubicBezTo>
                  <a:pt x="506228" y="329729"/>
                  <a:pt x="515128" y="338616"/>
                  <a:pt x="515128" y="349546"/>
                </a:cubicBezTo>
                <a:cubicBezTo>
                  <a:pt x="515128" y="491286"/>
                  <a:pt x="399607" y="606722"/>
                  <a:pt x="257564" y="606722"/>
                </a:cubicBezTo>
                <a:cubicBezTo>
                  <a:pt x="115521" y="606722"/>
                  <a:pt x="0" y="491286"/>
                  <a:pt x="0" y="349546"/>
                </a:cubicBezTo>
                <a:cubicBezTo>
                  <a:pt x="0" y="207717"/>
                  <a:pt x="115521" y="92370"/>
                  <a:pt x="257564" y="92370"/>
                </a:cubicBezTo>
                <a:close/>
                <a:moveTo>
                  <a:pt x="350027" y="0"/>
                </a:moveTo>
                <a:cubicBezTo>
                  <a:pt x="492007" y="0"/>
                  <a:pt x="607639" y="115367"/>
                  <a:pt x="607639" y="257220"/>
                </a:cubicBezTo>
                <a:cubicBezTo>
                  <a:pt x="607639" y="268152"/>
                  <a:pt x="598737" y="277040"/>
                  <a:pt x="587788" y="277040"/>
                </a:cubicBezTo>
                <a:lnTo>
                  <a:pt x="350027" y="277040"/>
                </a:lnTo>
                <a:cubicBezTo>
                  <a:pt x="339078" y="277040"/>
                  <a:pt x="330176" y="268152"/>
                  <a:pt x="330176" y="257220"/>
                </a:cubicBezTo>
                <a:lnTo>
                  <a:pt x="330176" y="19820"/>
                </a:lnTo>
                <a:cubicBezTo>
                  <a:pt x="330176" y="8888"/>
                  <a:pt x="339078" y="0"/>
                  <a:pt x="350027" y="0"/>
                </a:cubicBezTo>
                <a:close/>
              </a:path>
            </a:pathLst>
          </a:custGeom>
          <a:solidFill>
            <a:schemeClr val="bg1"/>
          </a:solidFill>
          <a:ln>
            <a:noFill/>
          </a:ln>
        </p:spPr>
        <p:txBody>
          <a:bodyPr vert="horz" wrap="square" lIns="91440" tIns="45720" rIns="91440" bIns="45720" numCol="1" anchor="t" anchorCtr="0" compatLnSpc="1">
            <a:normAutofit lnSpcReduction="10000"/>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endParaRPr lang="en-US"/>
          </a:p>
        </p:txBody>
      </p:sp>
      <p:sp>
        <p:nvSpPr>
          <p:cNvPr id="39" name="ïslíḓé"/>
          <p:cNvSpPr/>
          <p:nvPr/>
        </p:nvSpPr>
        <p:spPr bwMode="auto">
          <a:xfrm>
            <a:off x="1099508" y="2003577"/>
            <a:ext cx="343455" cy="339662"/>
          </a:xfrm>
          <a:custGeom>
            <a:avLst/>
            <a:gdLst>
              <a:gd name="connsiteX0" fmla="*/ 466437 w 600511"/>
              <a:gd name="connsiteY0" fmla="*/ 421770 h 593879"/>
              <a:gd name="connsiteX1" fmla="*/ 504684 w 600511"/>
              <a:gd name="connsiteY1" fmla="*/ 459981 h 593879"/>
              <a:gd name="connsiteX2" fmla="*/ 466437 w 600511"/>
              <a:gd name="connsiteY2" fmla="*/ 498192 h 593879"/>
              <a:gd name="connsiteX3" fmla="*/ 428190 w 600511"/>
              <a:gd name="connsiteY3" fmla="*/ 459981 h 593879"/>
              <a:gd name="connsiteX4" fmla="*/ 466437 w 600511"/>
              <a:gd name="connsiteY4" fmla="*/ 421770 h 593879"/>
              <a:gd name="connsiteX5" fmla="*/ 453390 w 600511"/>
              <a:gd name="connsiteY5" fmla="*/ 375066 h 593879"/>
              <a:gd name="connsiteX6" fmla="*/ 421127 w 600511"/>
              <a:gd name="connsiteY6" fmla="*/ 386990 h 593879"/>
              <a:gd name="connsiteX7" fmla="*/ 418868 w 600511"/>
              <a:gd name="connsiteY7" fmla="*/ 392146 h 593879"/>
              <a:gd name="connsiteX8" fmla="*/ 424031 w 600511"/>
              <a:gd name="connsiteY8" fmla="*/ 406325 h 593879"/>
              <a:gd name="connsiteX9" fmla="*/ 423385 w 600511"/>
              <a:gd name="connsiteY9" fmla="*/ 411481 h 593879"/>
              <a:gd name="connsiteX10" fmla="*/ 416287 w 600511"/>
              <a:gd name="connsiteY10" fmla="*/ 413737 h 593879"/>
              <a:gd name="connsiteX11" fmla="*/ 402414 w 600511"/>
              <a:gd name="connsiteY11" fmla="*/ 407292 h 593879"/>
              <a:gd name="connsiteX12" fmla="*/ 397252 w 600511"/>
              <a:gd name="connsiteY12" fmla="*/ 409226 h 593879"/>
              <a:gd name="connsiteX13" fmla="*/ 383056 w 600511"/>
              <a:gd name="connsiteY13" fmla="*/ 440485 h 593879"/>
              <a:gd name="connsiteX14" fmla="*/ 384669 w 600511"/>
              <a:gd name="connsiteY14" fmla="*/ 445318 h 593879"/>
              <a:gd name="connsiteX15" fmla="*/ 398542 w 600511"/>
              <a:gd name="connsiteY15" fmla="*/ 451764 h 593879"/>
              <a:gd name="connsiteX16" fmla="*/ 401769 w 600511"/>
              <a:gd name="connsiteY16" fmla="*/ 455953 h 593879"/>
              <a:gd name="connsiteX17" fmla="*/ 398220 w 600511"/>
              <a:gd name="connsiteY17" fmla="*/ 462720 h 593879"/>
              <a:gd name="connsiteX18" fmla="*/ 384024 w 600511"/>
              <a:gd name="connsiteY18" fmla="*/ 467876 h 593879"/>
              <a:gd name="connsiteX19" fmla="*/ 381766 w 600511"/>
              <a:gd name="connsiteY19" fmla="*/ 472710 h 593879"/>
              <a:gd name="connsiteX20" fmla="*/ 393380 w 600511"/>
              <a:gd name="connsiteY20" fmla="*/ 504936 h 593879"/>
              <a:gd name="connsiteX21" fmla="*/ 398542 w 600511"/>
              <a:gd name="connsiteY21" fmla="*/ 507192 h 593879"/>
              <a:gd name="connsiteX22" fmla="*/ 412738 w 600511"/>
              <a:gd name="connsiteY22" fmla="*/ 502036 h 593879"/>
              <a:gd name="connsiteX23" fmla="*/ 417900 w 600511"/>
              <a:gd name="connsiteY23" fmla="*/ 502680 h 593879"/>
              <a:gd name="connsiteX24" fmla="*/ 420159 w 600511"/>
              <a:gd name="connsiteY24" fmla="*/ 510092 h 593879"/>
              <a:gd name="connsiteX25" fmla="*/ 413706 w 600511"/>
              <a:gd name="connsiteY25" fmla="*/ 523949 h 593879"/>
              <a:gd name="connsiteX26" fmla="*/ 415642 w 600511"/>
              <a:gd name="connsiteY26" fmla="*/ 528783 h 593879"/>
              <a:gd name="connsiteX27" fmla="*/ 446937 w 600511"/>
              <a:gd name="connsiteY27" fmla="*/ 543285 h 593879"/>
              <a:gd name="connsiteX28" fmla="*/ 451777 w 600511"/>
              <a:gd name="connsiteY28" fmla="*/ 541351 h 593879"/>
              <a:gd name="connsiteX29" fmla="*/ 458230 w 600511"/>
              <a:gd name="connsiteY29" fmla="*/ 527494 h 593879"/>
              <a:gd name="connsiteX30" fmla="*/ 462424 w 600511"/>
              <a:gd name="connsiteY30" fmla="*/ 524272 h 593879"/>
              <a:gd name="connsiteX31" fmla="*/ 469199 w 600511"/>
              <a:gd name="connsiteY31" fmla="*/ 528139 h 593879"/>
              <a:gd name="connsiteX32" fmla="*/ 474361 w 600511"/>
              <a:gd name="connsiteY32" fmla="*/ 542318 h 593879"/>
              <a:gd name="connsiteX33" fmla="*/ 479201 w 600511"/>
              <a:gd name="connsiteY33" fmla="*/ 544574 h 593879"/>
              <a:gd name="connsiteX34" fmla="*/ 511464 w 600511"/>
              <a:gd name="connsiteY34" fmla="*/ 532650 h 593879"/>
              <a:gd name="connsiteX35" fmla="*/ 513723 w 600511"/>
              <a:gd name="connsiteY35" fmla="*/ 527816 h 593879"/>
              <a:gd name="connsiteX36" fmla="*/ 508560 w 600511"/>
              <a:gd name="connsiteY36" fmla="*/ 513315 h 593879"/>
              <a:gd name="connsiteX37" fmla="*/ 509206 w 600511"/>
              <a:gd name="connsiteY37" fmla="*/ 508159 h 593879"/>
              <a:gd name="connsiteX38" fmla="*/ 516626 w 600511"/>
              <a:gd name="connsiteY38" fmla="*/ 506225 h 593879"/>
              <a:gd name="connsiteX39" fmla="*/ 530500 w 600511"/>
              <a:gd name="connsiteY39" fmla="*/ 512348 h 593879"/>
              <a:gd name="connsiteX40" fmla="*/ 535339 w 600511"/>
              <a:gd name="connsiteY40" fmla="*/ 510737 h 593879"/>
              <a:gd name="connsiteX41" fmla="*/ 549858 w 600511"/>
              <a:gd name="connsiteY41" fmla="*/ 479478 h 593879"/>
              <a:gd name="connsiteX42" fmla="*/ 547922 w 600511"/>
              <a:gd name="connsiteY42" fmla="*/ 474322 h 593879"/>
              <a:gd name="connsiteX43" fmla="*/ 534049 w 600511"/>
              <a:gd name="connsiteY43" fmla="*/ 467876 h 593879"/>
              <a:gd name="connsiteX44" fmla="*/ 531145 w 600511"/>
              <a:gd name="connsiteY44" fmla="*/ 461109 h 593879"/>
              <a:gd name="connsiteX45" fmla="*/ 534694 w 600511"/>
              <a:gd name="connsiteY45" fmla="*/ 457242 h 593879"/>
              <a:gd name="connsiteX46" fmla="*/ 548890 w 600511"/>
              <a:gd name="connsiteY46" fmla="*/ 451764 h 593879"/>
              <a:gd name="connsiteX47" fmla="*/ 551148 w 600511"/>
              <a:gd name="connsiteY47" fmla="*/ 446930 h 593879"/>
              <a:gd name="connsiteX48" fmla="*/ 539211 w 600511"/>
              <a:gd name="connsiteY48" fmla="*/ 414704 h 593879"/>
              <a:gd name="connsiteX49" fmla="*/ 534371 w 600511"/>
              <a:gd name="connsiteY49" fmla="*/ 412448 h 593879"/>
              <a:gd name="connsiteX50" fmla="*/ 520175 w 600511"/>
              <a:gd name="connsiteY50" fmla="*/ 417604 h 593879"/>
              <a:gd name="connsiteX51" fmla="*/ 514691 w 600511"/>
              <a:gd name="connsiteY51" fmla="*/ 416960 h 593879"/>
              <a:gd name="connsiteX52" fmla="*/ 512755 w 600511"/>
              <a:gd name="connsiteY52" fmla="*/ 409548 h 593879"/>
              <a:gd name="connsiteX53" fmla="*/ 518885 w 600511"/>
              <a:gd name="connsiteY53" fmla="*/ 396013 h 593879"/>
              <a:gd name="connsiteX54" fmla="*/ 516949 w 600511"/>
              <a:gd name="connsiteY54" fmla="*/ 390857 h 593879"/>
              <a:gd name="connsiteX55" fmla="*/ 485976 w 600511"/>
              <a:gd name="connsiteY55" fmla="*/ 376355 h 593879"/>
              <a:gd name="connsiteX56" fmla="*/ 480814 w 600511"/>
              <a:gd name="connsiteY56" fmla="*/ 378289 h 593879"/>
              <a:gd name="connsiteX57" fmla="*/ 474361 w 600511"/>
              <a:gd name="connsiteY57" fmla="*/ 392146 h 593879"/>
              <a:gd name="connsiteX58" fmla="*/ 470167 w 600511"/>
              <a:gd name="connsiteY58" fmla="*/ 395368 h 593879"/>
              <a:gd name="connsiteX59" fmla="*/ 463714 w 600511"/>
              <a:gd name="connsiteY59" fmla="*/ 391824 h 593879"/>
              <a:gd name="connsiteX60" fmla="*/ 458230 w 600511"/>
              <a:gd name="connsiteY60" fmla="*/ 377322 h 593879"/>
              <a:gd name="connsiteX61" fmla="*/ 453390 w 600511"/>
              <a:gd name="connsiteY61" fmla="*/ 375066 h 593879"/>
              <a:gd name="connsiteX62" fmla="*/ 0 w 600511"/>
              <a:gd name="connsiteY62" fmla="*/ 372515 h 593879"/>
              <a:gd name="connsiteX63" fmla="*/ 233292 w 600511"/>
              <a:gd name="connsiteY63" fmla="*/ 465626 h 593879"/>
              <a:gd name="connsiteX64" fmla="*/ 305248 w 600511"/>
              <a:gd name="connsiteY64" fmla="*/ 461116 h 593879"/>
              <a:gd name="connsiteX65" fmla="*/ 332998 w 600511"/>
              <a:gd name="connsiteY65" fmla="*/ 549716 h 593879"/>
              <a:gd name="connsiteX66" fmla="*/ 233292 w 600511"/>
              <a:gd name="connsiteY66" fmla="*/ 558737 h 593879"/>
              <a:gd name="connsiteX67" fmla="*/ 0 w 600511"/>
              <a:gd name="connsiteY67" fmla="*/ 465626 h 593879"/>
              <a:gd name="connsiteX68" fmla="*/ 466295 w 600511"/>
              <a:gd name="connsiteY68" fmla="*/ 326083 h 593879"/>
              <a:gd name="connsiteX69" fmla="*/ 600511 w 600511"/>
              <a:gd name="connsiteY69" fmla="*/ 459820 h 593879"/>
              <a:gd name="connsiteX70" fmla="*/ 466295 w 600511"/>
              <a:gd name="connsiteY70" fmla="*/ 593879 h 593879"/>
              <a:gd name="connsiteX71" fmla="*/ 332080 w 600511"/>
              <a:gd name="connsiteY71" fmla="*/ 459820 h 593879"/>
              <a:gd name="connsiteX72" fmla="*/ 466295 w 600511"/>
              <a:gd name="connsiteY72" fmla="*/ 326083 h 593879"/>
              <a:gd name="connsiteX73" fmla="*/ 0 w 600511"/>
              <a:gd name="connsiteY73" fmla="*/ 232654 h 593879"/>
              <a:gd name="connsiteX74" fmla="*/ 233309 w 600511"/>
              <a:gd name="connsiteY74" fmla="*/ 326103 h 593879"/>
              <a:gd name="connsiteX75" fmla="*/ 466296 w 600511"/>
              <a:gd name="connsiteY75" fmla="*/ 232654 h 593879"/>
              <a:gd name="connsiteX76" fmla="*/ 466296 w 600511"/>
              <a:gd name="connsiteY76" fmla="*/ 299035 h 593879"/>
              <a:gd name="connsiteX77" fmla="*/ 312370 w 600511"/>
              <a:gd name="connsiteY77" fmla="*/ 413429 h 593879"/>
              <a:gd name="connsiteX78" fmla="*/ 233309 w 600511"/>
              <a:gd name="connsiteY78" fmla="*/ 419229 h 593879"/>
              <a:gd name="connsiteX79" fmla="*/ 0 w 600511"/>
              <a:gd name="connsiteY79" fmla="*/ 326103 h 593879"/>
              <a:gd name="connsiteX80" fmla="*/ 233309 w 600511"/>
              <a:gd name="connsiteY80" fmla="*/ 23200 h 593879"/>
              <a:gd name="connsiteX81" fmla="*/ 23234 w 600511"/>
              <a:gd name="connsiteY81" fmla="*/ 93123 h 593879"/>
              <a:gd name="connsiteX82" fmla="*/ 233309 w 600511"/>
              <a:gd name="connsiteY82" fmla="*/ 163046 h 593879"/>
              <a:gd name="connsiteX83" fmla="*/ 443062 w 600511"/>
              <a:gd name="connsiteY83" fmla="*/ 93123 h 593879"/>
              <a:gd name="connsiteX84" fmla="*/ 233309 w 600511"/>
              <a:gd name="connsiteY84" fmla="*/ 23200 h 593879"/>
              <a:gd name="connsiteX85" fmla="*/ 233309 w 600511"/>
              <a:gd name="connsiteY85" fmla="*/ 0 h 593879"/>
              <a:gd name="connsiteX86" fmla="*/ 466296 w 600511"/>
              <a:gd name="connsiteY86" fmla="*/ 93123 h 593879"/>
              <a:gd name="connsiteX87" fmla="*/ 466296 w 600511"/>
              <a:gd name="connsiteY87" fmla="*/ 186246 h 593879"/>
              <a:gd name="connsiteX88" fmla="*/ 233309 w 600511"/>
              <a:gd name="connsiteY88" fmla="*/ 279369 h 593879"/>
              <a:gd name="connsiteX89" fmla="*/ 0 w 600511"/>
              <a:gd name="connsiteY89" fmla="*/ 186246 h 593879"/>
              <a:gd name="connsiteX90" fmla="*/ 0 w 600511"/>
              <a:gd name="connsiteY90" fmla="*/ 93123 h 593879"/>
              <a:gd name="connsiteX91" fmla="*/ 233309 w 600511"/>
              <a:gd name="connsiteY91" fmla="*/ 0 h 5938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Lst>
            <a:rect l="l" t="t" r="r" b="b"/>
            <a:pathLst>
              <a:path w="600511" h="593879">
                <a:moveTo>
                  <a:pt x="466437" y="421770"/>
                </a:moveTo>
                <a:cubicBezTo>
                  <a:pt x="487560" y="421770"/>
                  <a:pt x="504684" y="438878"/>
                  <a:pt x="504684" y="459981"/>
                </a:cubicBezTo>
                <a:cubicBezTo>
                  <a:pt x="504684" y="481084"/>
                  <a:pt x="487560" y="498192"/>
                  <a:pt x="466437" y="498192"/>
                </a:cubicBezTo>
                <a:cubicBezTo>
                  <a:pt x="445314" y="498192"/>
                  <a:pt x="428190" y="481084"/>
                  <a:pt x="428190" y="459981"/>
                </a:cubicBezTo>
                <a:cubicBezTo>
                  <a:pt x="428190" y="438878"/>
                  <a:pt x="445314" y="421770"/>
                  <a:pt x="466437" y="421770"/>
                </a:cubicBezTo>
                <a:close/>
                <a:moveTo>
                  <a:pt x="453390" y="375066"/>
                </a:moveTo>
                <a:lnTo>
                  <a:pt x="421127" y="386990"/>
                </a:lnTo>
                <a:cubicBezTo>
                  <a:pt x="419191" y="387957"/>
                  <a:pt x="418223" y="389890"/>
                  <a:pt x="418868" y="392146"/>
                </a:cubicBezTo>
                <a:lnTo>
                  <a:pt x="424031" y="406325"/>
                </a:lnTo>
                <a:cubicBezTo>
                  <a:pt x="424998" y="408259"/>
                  <a:pt x="424676" y="410515"/>
                  <a:pt x="423385" y="411481"/>
                </a:cubicBezTo>
                <a:cubicBezTo>
                  <a:pt x="422417" y="412448"/>
                  <a:pt x="418223" y="414382"/>
                  <a:pt x="416287" y="413737"/>
                </a:cubicBezTo>
                <a:lnTo>
                  <a:pt x="402414" y="407292"/>
                </a:lnTo>
                <a:cubicBezTo>
                  <a:pt x="400478" y="406325"/>
                  <a:pt x="398220" y="407292"/>
                  <a:pt x="397252" y="409226"/>
                </a:cubicBezTo>
                <a:lnTo>
                  <a:pt x="383056" y="440485"/>
                </a:lnTo>
                <a:cubicBezTo>
                  <a:pt x="382088" y="442096"/>
                  <a:pt x="383056" y="444674"/>
                  <a:pt x="384669" y="445318"/>
                </a:cubicBezTo>
                <a:lnTo>
                  <a:pt x="398542" y="451764"/>
                </a:lnTo>
                <a:cubicBezTo>
                  <a:pt x="400478" y="452730"/>
                  <a:pt x="402091" y="454664"/>
                  <a:pt x="401769" y="455953"/>
                </a:cubicBezTo>
                <a:cubicBezTo>
                  <a:pt x="401769" y="457564"/>
                  <a:pt x="400156" y="462076"/>
                  <a:pt x="398220" y="462720"/>
                </a:cubicBezTo>
                <a:lnTo>
                  <a:pt x="384024" y="467876"/>
                </a:lnTo>
                <a:cubicBezTo>
                  <a:pt x="382088" y="468521"/>
                  <a:pt x="381120" y="470777"/>
                  <a:pt x="381766" y="472710"/>
                </a:cubicBezTo>
                <a:lnTo>
                  <a:pt x="393380" y="504936"/>
                </a:lnTo>
                <a:cubicBezTo>
                  <a:pt x="394348" y="506870"/>
                  <a:pt x="396607" y="507836"/>
                  <a:pt x="398542" y="507192"/>
                </a:cubicBezTo>
                <a:lnTo>
                  <a:pt x="412738" y="502036"/>
                </a:lnTo>
                <a:cubicBezTo>
                  <a:pt x="414674" y="501391"/>
                  <a:pt x="417255" y="501713"/>
                  <a:pt x="417900" y="502680"/>
                </a:cubicBezTo>
                <a:cubicBezTo>
                  <a:pt x="418868" y="503969"/>
                  <a:pt x="421127" y="508159"/>
                  <a:pt x="420159" y="510092"/>
                </a:cubicBezTo>
                <a:lnTo>
                  <a:pt x="413706" y="523949"/>
                </a:lnTo>
                <a:cubicBezTo>
                  <a:pt x="412738" y="525561"/>
                  <a:pt x="413706" y="527816"/>
                  <a:pt x="415642" y="528783"/>
                </a:cubicBezTo>
                <a:lnTo>
                  <a:pt x="446937" y="543285"/>
                </a:lnTo>
                <a:cubicBezTo>
                  <a:pt x="448873" y="544251"/>
                  <a:pt x="451132" y="543285"/>
                  <a:pt x="451777" y="541351"/>
                </a:cubicBezTo>
                <a:lnTo>
                  <a:pt x="458230" y="527494"/>
                </a:lnTo>
                <a:cubicBezTo>
                  <a:pt x="459198" y="525561"/>
                  <a:pt x="461133" y="524272"/>
                  <a:pt x="462424" y="524272"/>
                </a:cubicBezTo>
                <a:cubicBezTo>
                  <a:pt x="464037" y="524272"/>
                  <a:pt x="468554" y="525883"/>
                  <a:pt x="469199" y="528139"/>
                </a:cubicBezTo>
                <a:lnTo>
                  <a:pt x="474361" y="542318"/>
                </a:lnTo>
                <a:cubicBezTo>
                  <a:pt x="475007" y="544251"/>
                  <a:pt x="477265" y="545218"/>
                  <a:pt x="479201" y="544574"/>
                </a:cubicBezTo>
                <a:lnTo>
                  <a:pt x="511464" y="532650"/>
                </a:lnTo>
                <a:cubicBezTo>
                  <a:pt x="513400" y="532006"/>
                  <a:pt x="514368" y="529750"/>
                  <a:pt x="513723" y="527816"/>
                </a:cubicBezTo>
                <a:lnTo>
                  <a:pt x="508560" y="513315"/>
                </a:lnTo>
                <a:cubicBezTo>
                  <a:pt x="507915" y="511381"/>
                  <a:pt x="508238" y="509125"/>
                  <a:pt x="509206" y="508159"/>
                </a:cubicBezTo>
                <a:cubicBezTo>
                  <a:pt x="510496" y="507192"/>
                  <a:pt x="514691" y="505258"/>
                  <a:pt x="516626" y="506225"/>
                </a:cubicBezTo>
                <a:lnTo>
                  <a:pt x="530500" y="512348"/>
                </a:lnTo>
                <a:cubicBezTo>
                  <a:pt x="532435" y="513315"/>
                  <a:pt x="534694" y="512348"/>
                  <a:pt x="535339" y="510737"/>
                </a:cubicBezTo>
                <a:lnTo>
                  <a:pt x="549858" y="479478"/>
                </a:lnTo>
                <a:cubicBezTo>
                  <a:pt x="550825" y="477544"/>
                  <a:pt x="549858" y="475288"/>
                  <a:pt x="547922" y="474322"/>
                </a:cubicBezTo>
                <a:lnTo>
                  <a:pt x="534049" y="467876"/>
                </a:lnTo>
                <a:cubicBezTo>
                  <a:pt x="532113" y="467232"/>
                  <a:pt x="531145" y="462398"/>
                  <a:pt x="531145" y="461109"/>
                </a:cubicBezTo>
                <a:cubicBezTo>
                  <a:pt x="531145" y="459498"/>
                  <a:pt x="532435" y="457886"/>
                  <a:pt x="534694" y="457242"/>
                </a:cubicBezTo>
                <a:lnTo>
                  <a:pt x="548890" y="451764"/>
                </a:lnTo>
                <a:cubicBezTo>
                  <a:pt x="550825" y="451119"/>
                  <a:pt x="551793" y="448863"/>
                  <a:pt x="551148" y="446930"/>
                </a:cubicBezTo>
                <a:lnTo>
                  <a:pt x="539211" y="414704"/>
                </a:lnTo>
                <a:cubicBezTo>
                  <a:pt x="538565" y="412770"/>
                  <a:pt x="536307" y="411804"/>
                  <a:pt x="534371" y="412448"/>
                </a:cubicBezTo>
                <a:lnTo>
                  <a:pt x="520175" y="417604"/>
                </a:lnTo>
                <a:cubicBezTo>
                  <a:pt x="517917" y="418571"/>
                  <a:pt x="515658" y="418249"/>
                  <a:pt x="514691" y="416960"/>
                </a:cubicBezTo>
                <a:cubicBezTo>
                  <a:pt x="513723" y="415993"/>
                  <a:pt x="511787" y="411481"/>
                  <a:pt x="512755" y="409548"/>
                </a:cubicBezTo>
                <a:lnTo>
                  <a:pt x="518885" y="396013"/>
                </a:lnTo>
                <a:cubicBezTo>
                  <a:pt x="519853" y="394079"/>
                  <a:pt x="518885" y="391824"/>
                  <a:pt x="516949" y="390857"/>
                </a:cubicBezTo>
                <a:lnTo>
                  <a:pt x="485976" y="376355"/>
                </a:lnTo>
                <a:cubicBezTo>
                  <a:pt x="484040" y="375711"/>
                  <a:pt x="481782" y="376355"/>
                  <a:pt x="480814" y="378289"/>
                </a:cubicBezTo>
                <a:lnTo>
                  <a:pt x="474361" y="392146"/>
                </a:lnTo>
                <a:cubicBezTo>
                  <a:pt x="473716" y="394079"/>
                  <a:pt x="471780" y="395691"/>
                  <a:pt x="470167" y="395368"/>
                </a:cubicBezTo>
                <a:cubicBezTo>
                  <a:pt x="468877" y="395368"/>
                  <a:pt x="464360" y="393757"/>
                  <a:pt x="463714" y="391824"/>
                </a:cubicBezTo>
                <a:lnTo>
                  <a:pt x="458230" y="377322"/>
                </a:lnTo>
                <a:cubicBezTo>
                  <a:pt x="457584" y="375389"/>
                  <a:pt x="455326" y="374422"/>
                  <a:pt x="453390" y="375066"/>
                </a:cubicBezTo>
                <a:close/>
                <a:moveTo>
                  <a:pt x="0" y="372515"/>
                </a:moveTo>
                <a:cubicBezTo>
                  <a:pt x="0" y="424064"/>
                  <a:pt x="104223" y="465626"/>
                  <a:pt x="233292" y="465626"/>
                </a:cubicBezTo>
                <a:cubicBezTo>
                  <a:pt x="258461" y="465626"/>
                  <a:pt x="282661" y="464015"/>
                  <a:pt x="305248" y="461116"/>
                </a:cubicBezTo>
                <a:cubicBezTo>
                  <a:pt x="305571" y="493978"/>
                  <a:pt x="315574" y="524264"/>
                  <a:pt x="332998" y="549716"/>
                </a:cubicBezTo>
                <a:cubicBezTo>
                  <a:pt x="302667" y="555515"/>
                  <a:pt x="268786" y="558737"/>
                  <a:pt x="233292" y="558737"/>
                </a:cubicBezTo>
                <a:cubicBezTo>
                  <a:pt x="104546" y="558737"/>
                  <a:pt x="0" y="517175"/>
                  <a:pt x="0" y="465626"/>
                </a:cubicBezTo>
                <a:close/>
                <a:moveTo>
                  <a:pt x="466295" y="326083"/>
                </a:moveTo>
                <a:cubicBezTo>
                  <a:pt x="540501" y="326083"/>
                  <a:pt x="600511" y="386023"/>
                  <a:pt x="600511" y="459820"/>
                </a:cubicBezTo>
                <a:cubicBezTo>
                  <a:pt x="600511" y="533939"/>
                  <a:pt x="540501" y="593879"/>
                  <a:pt x="466295" y="593879"/>
                </a:cubicBezTo>
                <a:cubicBezTo>
                  <a:pt x="392412" y="593879"/>
                  <a:pt x="332080" y="533939"/>
                  <a:pt x="332080" y="459820"/>
                </a:cubicBezTo>
                <a:cubicBezTo>
                  <a:pt x="332080" y="386023"/>
                  <a:pt x="392412" y="326083"/>
                  <a:pt x="466295" y="326083"/>
                </a:cubicBezTo>
                <a:close/>
                <a:moveTo>
                  <a:pt x="0" y="232654"/>
                </a:moveTo>
                <a:cubicBezTo>
                  <a:pt x="0" y="284212"/>
                  <a:pt x="104554" y="326103"/>
                  <a:pt x="233309" y="326103"/>
                </a:cubicBezTo>
                <a:cubicBezTo>
                  <a:pt x="362065" y="326103"/>
                  <a:pt x="466296" y="284212"/>
                  <a:pt x="466296" y="232654"/>
                </a:cubicBezTo>
                <a:lnTo>
                  <a:pt x="466296" y="299035"/>
                </a:lnTo>
                <a:cubicBezTo>
                  <a:pt x="393689" y="299035"/>
                  <a:pt x="332377" y="347370"/>
                  <a:pt x="312370" y="413429"/>
                </a:cubicBezTo>
                <a:cubicBezTo>
                  <a:pt x="287522" y="416973"/>
                  <a:pt x="261061" y="419229"/>
                  <a:pt x="233309" y="419229"/>
                </a:cubicBezTo>
                <a:cubicBezTo>
                  <a:pt x="104231" y="419229"/>
                  <a:pt x="0" y="377338"/>
                  <a:pt x="0" y="326103"/>
                </a:cubicBezTo>
                <a:close/>
                <a:moveTo>
                  <a:pt x="233309" y="23200"/>
                </a:moveTo>
                <a:cubicBezTo>
                  <a:pt x="105199" y="23200"/>
                  <a:pt x="23234" y="64445"/>
                  <a:pt x="23234" y="93123"/>
                </a:cubicBezTo>
                <a:cubicBezTo>
                  <a:pt x="23234" y="121479"/>
                  <a:pt x="105199" y="163046"/>
                  <a:pt x="233309" y="163046"/>
                </a:cubicBezTo>
                <a:cubicBezTo>
                  <a:pt x="361420" y="163046"/>
                  <a:pt x="443062" y="121479"/>
                  <a:pt x="443062" y="93123"/>
                </a:cubicBezTo>
                <a:cubicBezTo>
                  <a:pt x="443062" y="64445"/>
                  <a:pt x="361420" y="23200"/>
                  <a:pt x="233309" y="23200"/>
                </a:cubicBezTo>
                <a:close/>
                <a:moveTo>
                  <a:pt x="233309" y="0"/>
                </a:moveTo>
                <a:cubicBezTo>
                  <a:pt x="362065" y="0"/>
                  <a:pt x="466296" y="41567"/>
                  <a:pt x="466296" y="93123"/>
                </a:cubicBezTo>
                <a:lnTo>
                  <a:pt x="466296" y="186246"/>
                </a:lnTo>
                <a:cubicBezTo>
                  <a:pt x="466296" y="237802"/>
                  <a:pt x="362065" y="279369"/>
                  <a:pt x="233309" y="279369"/>
                </a:cubicBezTo>
                <a:cubicBezTo>
                  <a:pt x="104231" y="279369"/>
                  <a:pt x="0" y="237802"/>
                  <a:pt x="0" y="186246"/>
                </a:cubicBezTo>
                <a:lnTo>
                  <a:pt x="0" y="93123"/>
                </a:lnTo>
                <a:cubicBezTo>
                  <a:pt x="0" y="41567"/>
                  <a:pt x="104554" y="0"/>
                  <a:pt x="233309" y="0"/>
                </a:cubicBezTo>
                <a:close/>
              </a:path>
            </a:pathLst>
          </a:custGeom>
          <a:solidFill>
            <a:schemeClr val="bg1"/>
          </a:solidFill>
          <a:ln>
            <a:noFill/>
          </a:ln>
        </p:spPr>
        <p:txBody>
          <a:bodyPr vert="horz" wrap="square" lIns="91440" tIns="45720" rIns="91440" bIns="45720" numCol="1" anchor="t" anchorCtr="0" compatLnSpc="1">
            <a:normAutofit lnSpcReduction="10000"/>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endParaRPr lang="en-US"/>
          </a:p>
        </p:txBody>
      </p:sp>
      <p:sp>
        <p:nvSpPr>
          <p:cNvPr id="40" name="ïṣľîḋê"/>
          <p:cNvSpPr/>
          <p:nvPr/>
        </p:nvSpPr>
        <p:spPr>
          <a:xfrm>
            <a:off x="1748389" y="1546388"/>
            <a:ext cx="4650138" cy="1254040"/>
          </a:xfrm>
          <a:prstGeom prst="rect">
            <a:avLst/>
          </a:prstGeom>
        </p:spPr>
        <p:txBody>
          <a:bodyPr wrap="square" lIns="91440" tIns="45720" rIns="91440" bIns="45720" anchor="ctr" anchorCtr="0">
            <a:normAutofit/>
          </a:bodyPr>
          <a:lstStyle/>
          <a:p>
            <a:pPr>
              <a:lnSpc>
                <a:spcPct val="132000"/>
              </a:lnSpc>
              <a:buClr>
                <a:schemeClr val="tx1"/>
              </a:buClr>
            </a:pPr>
            <a:r>
              <a:rPr lang="en-US" altLang="zh-CN" sz="2400" dirty="0"/>
              <a:t>OS</a:t>
            </a:r>
            <a:r>
              <a:rPr lang="zh-CN" altLang="en-US" sz="2400" dirty="0"/>
              <a:t>是无结构的，是为数众多的一组过程的集合，内部复杂、混乱</a:t>
            </a:r>
            <a:endParaRPr lang="zh-CN" altLang="en-US" sz="2400" dirty="0"/>
          </a:p>
        </p:txBody>
      </p:sp>
      <p:sp>
        <p:nvSpPr>
          <p:cNvPr id="41" name="îṧľïdè"/>
          <p:cNvSpPr/>
          <p:nvPr/>
        </p:nvSpPr>
        <p:spPr>
          <a:xfrm>
            <a:off x="1748873" y="3098073"/>
            <a:ext cx="3271368" cy="1066230"/>
          </a:xfrm>
          <a:prstGeom prst="rect">
            <a:avLst/>
          </a:prstGeom>
        </p:spPr>
        <p:txBody>
          <a:bodyPr wrap="square" lIns="91440" tIns="45720" rIns="91440" bIns="45720" anchor="ctr" anchorCtr="0">
            <a:normAutofit/>
          </a:bodyPr>
          <a:lstStyle/>
          <a:p>
            <a:pPr>
              <a:lnSpc>
                <a:spcPct val="132000"/>
              </a:lnSpc>
            </a:pPr>
            <a:r>
              <a:rPr lang="zh-CN" altLang="en-US" sz="2400" dirty="0"/>
              <a:t>也称整体系统结构</a:t>
            </a:r>
            <a:endParaRPr lang="zh-CN" altLang="en-US" sz="2400" dirty="0"/>
          </a:p>
        </p:txBody>
      </p:sp>
      <p:sp>
        <p:nvSpPr>
          <p:cNvPr id="42" name="ïśļíde"/>
          <p:cNvSpPr/>
          <p:nvPr/>
        </p:nvSpPr>
        <p:spPr>
          <a:xfrm>
            <a:off x="1748873" y="4633767"/>
            <a:ext cx="4455182" cy="883466"/>
          </a:xfrm>
          <a:prstGeom prst="rect">
            <a:avLst/>
          </a:prstGeom>
        </p:spPr>
        <p:txBody>
          <a:bodyPr wrap="square" lIns="91440" tIns="45720" rIns="91440" bIns="45720" anchor="ctr" anchorCtr="0">
            <a:normAutofit/>
          </a:bodyPr>
          <a:lstStyle/>
          <a:p>
            <a:pPr>
              <a:lnSpc>
                <a:spcPct val="132000"/>
              </a:lnSpc>
            </a:pPr>
            <a:r>
              <a:rPr lang="zh-CN" altLang="en-US" sz="2400" dirty="0"/>
              <a:t>例子：</a:t>
            </a:r>
            <a:r>
              <a:rPr lang="en-US" altLang="zh-CN" sz="2400" dirty="0"/>
              <a:t>MS-DOS</a:t>
            </a:r>
            <a:r>
              <a:rPr lang="zh-CN" altLang="en-US" sz="2400" dirty="0"/>
              <a:t>，早期的</a:t>
            </a:r>
            <a:r>
              <a:rPr lang="en-US" altLang="zh-CN" sz="2400" dirty="0"/>
              <a:t>UNIX</a:t>
            </a:r>
            <a:endParaRPr lang="en-US" altLang="zh-CN" sz="2400" dirty="0"/>
          </a:p>
        </p:txBody>
      </p:sp>
    </p:spTree>
  </p:cSld>
  <p:clrMapOvr>
    <a:masterClrMapping/>
  </p:clrMapOvr>
  <p:transition/>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78668"/>
            <a:ext cx="7026275" cy="523220"/>
          </a:xfrm>
          <a:prstGeom prst="rect">
            <a:avLst/>
          </a:prstGeom>
        </p:spPr>
        <p:txBody>
          <a:bodyPr wrap="square">
            <a:spAutoFit/>
          </a:bodyPr>
          <a:lstStyle/>
          <a:p>
            <a:r>
              <a:rPr lang="zh-CN" altLang="en-US" sz="2800" b="1" dirty="0">
                <a:solidFill>
                  <a:srgbClr val="FF0000"/>
                </a:solidFill>
              </a:rPr>
              <a:t>模块化结构</a:t>
            </a:r>
            <a:endParaRPr lang="zh-CN" altLang="en-US" sz="2800" b="1" dirty="0">
              <a:solidFill>
                <a:srgbClr val="FF0000"/>
              </a:solidFill>
            </a:endParaRPr>
          </a:p>
        </p:txBody>
      </p:sp>
      <p:sp>
        <p:nvSpPr>
          <p:cNvPr id="15" name="îŝļiḋe"/>
          <p:cNvSpPr/>
          <p:nvPr/>
        </p:nvSpPr>
        <p:spPr>
          <a:xfrm>
            <a:off x="883141" y="1323483"/>
            <a:ext cx="656948" cy="5003800"/>
          </a:xfrm>
          <a:prstGeom prst="rect">
            <a:avLst/>
          </a:prstGeom>
          <a:solidFill>
            <a:schemeClr val="accent1">
              <a:alpha val="70000"/>
            </a:schemeClr>
          </a:solidFill>
          <a:ln w="1270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p>
            <a:pPr algn="ctr" defTabSz="914400"/>
            <a:endParaRPr lang="zh-CN" altLang="en-US" sz="2000" b="1" dirty="0">
              <a:solidFill>
                <a:schemeClr val="bg1"/>
              </a:solidFill>
            </a:endParaRPr>
          </a:p>
        </p:txBody>
      </p:sp>
      <p:grpSp>
        <p:nvGrpSpPr>
          <p:cNvPr id="16" name="í$1iďè"/>
          <p:cNvGrpSpPr/>
          <p:nvPr/>
        </p:nvGrpSpPr>
        <p:grpSpPr>
          <a:xfrm>
            <a:off x="1007429" y="1482069"/>
            <a:ext cx="10507661" cy="582314"/>
            <a:chOff x="4136995" y="1556469"/>
            <a:chExt cx="10507661" cy="582314"/>
          </a:xfrm>
        </p:grpSpPr>
        <p:sp>
          <p:nvSpPr>
            <p:cNvPr id="50" name="îslîďê"/>
            <p:cNvSpPr/>
            <p:nvPr/>
          </p:nvSpPr>
          <p:spPr>
            <a:xfrm>
              <a:off x="4136995" y="1583824"/>
              <a:ext cx="408372" cy="363926"/>
            </a:xfrm>
            <a:custGeom>
              <a:avLst/>
              <a:gdLst>
                <a:gd name="connsiteX0" fmla="*/ 514822 w 607336"/>
                <a:gd name="connsiteY0" fmla="*/ 287718 h 541236"/>
                <a:gd name="connsiteX1" fmla="*/ 501327 w 607336"/>
                <a:gd name="connsiteY1" fmla="*/ 301190 h 541236"/>
                <a:gd name="connsiteX2" fmla="*/ 501327 w 607336"/>
                <a:gd name="connsiteY2" fmla="*/ 357185 h 541236"/>
                <a:gd name="connsiteX3" fmla="*/ 514822 w 607336"/>
                <a:gd name="connsiteY3" fmla="*/ 370656 h 541236"/>
                <a:gd name="connsiteX4" fmla="*/ 528317 w 607336"/>
                <a:gd name="connsiteY4" fmla="*/ 357185 h 541236"/>
                <a:gd name="connsiteX5" fmla="*/ 528317 w 607336"/>
                <a:gd name="connsiteY5" fmla="*/ 301190 h 541236"/>
                <a:gd name="connsiteX6" fmla="*/ 514822 w 607336"/>
                <a:gd name="connsiteY6" fmla="*/ 287718 h 541236"/>
                <a:gd name="connsiteX7" fmla="*/ 513884 w 607336"/>
                <a:gd name="connsiteY7" fmla="*/ 257846 h 541236"/>
                <a:gd name="connsiteX8" fmla="*/ 524093 w 607336"/>
                <a:gd name="connsiteY8" fmla="*/ 258315 h 541236"/>
                <a:gd name="connsiteX9" fmla="*/ 591098 w 607336"/>
                <a:gd name="connsiteY9" fmla="*/ 286664 h 541236"/>
                <a:gd name="connsiteX10" fmla="*/ 596496 w 607336"/>
                <a:gd name="connsiteY10" fmla="*/ 294630 h 541236"/>
                <a:gd name="connsiteX11" fmla="*/ 605297 w 607336"/>
                <a:gd name="connsiteY11" fmla="*/ 403457 h 541236"/>
                <a:gd name="connsiteX12" fmla="*/ 581123 w 607336"/>
                <a:gd name="connsiteY12" fmla="*/ 508770 h 541236"/>
                <a:gd name="connsiteX13" fmla="*/ 575725 w 607336"/>
                <a:gd name="connsiteY13" fmla="*/ 516736 h 541236"/>
                <a:gd name="connsiteX14" fmla="*/ 514822 w 607336"/>
                <a:gd name="connsiteY14" fmla="*/ 536650 h 541236"/>
                <a:gd name="connsiteX15" fmla="*/ 453919 w 607336"/>
                <a:gd name="connsiteY15" fmla="*/ 516736 h 541236"/>
                <a:gd name="connsiteX16" fmla="*/ 448521 w 607336"/>
                <a:gd name="connsiteY16" fmla="*/ 508770 h 541236"/>
                <a:gd name="connsiteX17" fmla="*/ 424348 w 607336"/>
                <a:gd name="connsiteY17" fmla="*/ 403457 h 541236"/>
                <a:gd name="connsiteX18" fmla="*/ 433149 w 607336"/>
                <a:gd name="connsiteY18" fmla="*/ 294630 h 541236"/>
                <a:gd name="connsiteX19" fmla="*/ 438547 w 607336"/>
                <a:gd name="connsiteY19" fmla="*/ 286664 h 541236"/>
                <a:gd name="connsiteX20" fmla="*/ 502970 w 607336"/>
                <a:gd name="connsiteY20" fmla="*/ 258315 h 541236"/>
                <a:gd name="connsiteX21" fmla="*/ 513884 w 607336"/>
                <a:gd name="connsiteY21" fmla="*/ 257846 h 541236"/>
                <a:gd name="connsiteX22" fmla="*/ 23466 w 607336"/>
                <a:gd name="connsiteY22" fmla="*/ 0 h 541236"/>
                <a:gd name="connsiteX23" fmla="*/ 555312 w 607336"/>
                <a:gd name="connsiteY23" fmla="*/ 0 h 541236"/>
                <a:gd name="connsiteX24" fmla="*/ 578778 w 607336"/>
                <a:gd name="connsiteY24" fmla="*/ 23430 h 541236"/>
                <a:gd name="connsiteX25" fmla="*/ 578778 w 607336"/>
                <a:gd name="connsiteY25" fmla="*/ 253163 h 541236"/>
                <a:gd name="connsiteX26" fmla="*/ 531847 w 607336"/>
                <a:gd name="connsiteY26" fmla="*/ 239339 h 541236"/>
                <a:gd name="connsiteX27" fmla="*/ 531847 w 607336"/>
                <a:gd name="connsiteY27" fmla="*/ 46861 h 541236"/>
                <a:gd name="connsiteX28" fmla="*/ 46931 w 607336"/>
                <a:gd name="connsiteY28" fmla="*/ 46861 h 541236"/>
                <a:gd name="connsiteX29" fmla="*/ 46931 w 607336"/>
                <a:gd name="connsiteY29" fmla="*/ 346766 h 541236"/>
                <a:gd name="connsiteX30" fmla="*/ 404898 w 607336"/>
                <a:gd name="connsiteY30" fmla="*/ 346766 h 541236"/>
                <a:gd name="connsiteX31" fmla="*/ 405837 w 607336"/>
                <a:gd name="connsiteY31" fmla="*/ 410730 h 541236"/>
                <a:gd name="connsiteX32" fmla="*/ 409005 w 607336"/>
                <a:gd name="connsiteY32" fmla="*/ 432638 h 541236"/>
                <a:gd name="connsiteX33" fmla="*/ 368175 w 607336"/>
                <a:gd name="connsiteY33" fmla="*/ 432638 h 541236"/>
                <a:gd name="connsiteX34" fmla="*/ 388120 w 607336"/>
                <a:gd name="connsiteY34" fmla="*/ 500585 h 541236"/>
                <a:gd name="connsiteX35" fmla="*/ 412407 w 607336"/>
                <a:gd name="connsiteY35" fmla="*/ 500585 h 541236"/>
                <a:gd name="connsiteX36" fmla="*/ 423553 w 607336"/>
                <a:gd name="connsiteY36" fmla="*/ 511714 h 541236"/>
                <a:gd name="connsiteX37" fmla="*/ 423553 w 607336"/>
                <a:gd name="connsiteY37" fmla="*/ 530107 h 541236"/>
                <a:gd name="connsiteX38" fmla="*/ 412407 w 607336"/>
                <a:gd name="connsiteY38" fmla="*/ 541236 h 541236"/>
                <a:gd name="connsiteX39" fmla="*/ 166371 w 607336"/>
                <a:gd name="connsiteY39" fmla="*/ 541236 h 541236"/>
                <a:gd name="connsiteX40" fmla="*/ 155225 w 607336"/>
                <a:gd name="connsiteY40" fmla="*/ 530107 h 541236"/>
                <a:gd name="connsiteX41" fmla="*/ 155225 w 607336"/>
                <a:gd name="connsiteY41" fmla="*/ 511714 h 541236"/>
                <a:gd name="connsiteX42" fmla="*/ 166371 w 607336"/>
                <a:gd name="connsiteY42" fmla="*/ 500585 h 541236"/>
                <a:gd name="connsiteX43" fmla="*/ 190658 w 607336"/>
                <a:gd name="connsiteY43" fmla="*/ 500585 h 541236"/>
                <a:gd name="connsiteX44" fmla="*/ 210721 w 607336"/>
                <a:gd name="connsiteY44" fmla="*/ 432638 h 541236"/>
                <a:gd name="connsiteX45" fmla="*/ 23466 w 607336"/>
                <a:gd name="connsiteY45" fmla="*/ 432638 h 541236"/>
                <a:gd name="connsiteX46" fmla="*/ 0 w 607336"/>
                <a:gd name="connsiteY46" fmla="*/ 409207 h 541236"/>
                <a:gd name="connsiteX47" fmla="*/ 0 w 607336"/>
                <a:gd name="connsiteY47" fmla="*/ 23430 h 541236"/>
                <a:gd name="connsiteX48" fmla="*/ 23466 w 607336"/>
                <a:gd name="connsiteY48" fmla="*/ 0 h 541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Lst>
              <a:rect l="l" t="t" r="r" b="b"/>
              <a:pathLst>
                <a:path w="607336" h="541236">
                  <a:moveTo>
                    <a:pt x="514822" y="287718"/>
                  </a:moveTo>
                  <a:cubicBezTo>
                    <a:pt x="507429" y="287718"/>
                    <a:pt x="501327" y="293810"/>
                    <a:pt x="501327" y="301190"/>
                  </a:cubicBezTo>
                  <a:lnTo>
                    <a:pt x="501327" y="357185"/>
                  </a:lnTo>
                  <a:cubicBezTo>
                    <a:pt x="501327" y="364682"/>
                    <a:pt x="507429" y="370656"/>
                    <a:pt x="514822" y="370656"/>
                  </a:cubicBezTo>
                  <a:cubicBezTo>
                    <a:pt x="522215" y="370656"/>
                    <a:pt x="528317" y="364682"/>
                    <a:pt x="528317" y="357185"/>
                  </a:cubicBezTo>
                  <a:lnTo>
                    <a:pt x="528317" y="301190"/>
                  </a:lnTo>
                  <a:cubicBezTo>
                    <a:pt x="528317" y="293810"/>
                    <a:pt x="522215" y="287718"/>
                    <a:pt x="514822" y="287718"/>
                  </a:cubicBezTo>
                  <a:close/>
                  <a:moveTo>
                    <a:pt x="513884" y="257846"/>
                  </a:moveTo>
                  <a:cubicBezTo>
                    <a:pt x="521042" y="257846"/>
                    <a:pt x="524093" y="258315"/>
                    <a:pt x="524093" y="258315"/>
                  </a:cubicBezTo>
                  <a:cubicBezTo>
                    <a:pt x="546506" y="260423"/>
                    <a:pt x="569037" y="269795"/>
                    <a:pt x="591098" y="286664"/>
                  </a:cubicBezTo>
                  <a:cubicBezTo>
                    <a:pt x="593679" y="288655"/>
                    <a:pt x="595557" y="291467"/>
                    <a:pt x="596496" y="294630"/>
                  </a:cubicBezTo>
                  <a:cubicBezTo>
                    <a:pt x="606940" y="330710"/>
                    <a:pt x="609756" y="365268"/>
                    <a:pt x="605297" y="403457"/>
                  </a:cubicBezTo>
                  <a:cubicBezTo>
                    <a:pt x="601307" y="437312"/>
                    <a:pt x="592037" y="471166"/>
                    <a:pt x="581123" y="508770"/>
                  </a:cubicBezTo>
                  <a:cubicBezTo>
                    <a:pt x="580185" y="511933"/>
                    <a:pt x="578307" y="514744"/>
                    <a:pt x="575725" y="516736"/>
                  </a:cubicBezTo>
                  <a:cubicBezTo>
                    <a:pt x="559062" y="529622"/>
                    <a:pt x="537470" y="536650"/>
                    <a:pt x="514822" y="536650"/>
                  </a:cubicBezTo>
                  <a:cubicBezTo>
                    <a:pt x="492174" y="536650"/>
                    <a:pt x="470583" y="529622"/>
                    <a:pt x="453919" y="516736"/>
                  </a:cubicBezTo>
                  <a:cubicBezTo>
                    <a:pt x="451338" y="514744"/>
                    <a:pt x="449460" y="511933"/>
                    <a:pt x="448521" y="508770"/>
                  </a:cubicBezTo>
                  <a:cubicBezTo>
                    <a:pt x="437608" y="471166"/>
                    <a:pt x="428338" y="437312"/>
                    <a:pt x="424348" y="403457"/>
                  </a:cubicBezTo>
                  <a:cubicBezTo>
                    <a:pt x="420006" y="365268"/>
                    <a:pt x="422705" y="330710"/>
                    <a:pt x="433149" y="294630"/>
                  </a:cubicBezTo>
                  <a:cubicBezTo>
                    <a:pt x="434088" y="291467"/>
                    <a:pt x="435965" y="288655"/>
                    <a:pt x="438547" y="286664"/>
                  </a:cubicBezTo>
                  <a:cubicBezTo>
                    <a:pt x="459787" y="270381"/>
                    <a:pt x="481378" y="260892"/>
                    <a:pt x="502970" y="258315"/>
                  </a:cubicBezTo>
                  <a:cubicBezTo>
                    <a:pt x="502970" y="258315"/>
                    <a:pt x="506725" y="257846"/>
                    <a:pt x="513884" y="257846"/>
                  </a:cubicBezTo>
                  <a:close/>
                  <a:moveTo>
                    <a:pt x="23466" y="0"/>
                  </a:moveTo>
                  <a:lnTo>
                    <a:pt x="555312" y="0"/>
                  </a:lnTo>
                  <a:cubicBezTo>
                    <a:pt x="568336" y="0"/>
                    <a:pt x="578778" y="10544"/>
                    <a:pt x="578778" y="23430"/>
                  </a:cubicBezTo>
                  <a:lnTo>
                    <a:pt x="578778" y="253163"/>
                  </a:lnTo>
                  <a:cubicBezTo>
                    <a:pt x="563408" y="245548"/>
                    <a:pt x="547686" y="240979"/>
                    <a:pt x="531847" y="239339"/>
                  </a:cubicBezTo>
                  <a:lnTo>
                    <a:pt x="531847" y="46861"/>
                  </a:lnTo>
                  <a:lnTo>
                    <a:pt x="46931" y="46861"/>
                  </a:lnTo>
                  <a:lnTo>
                    <a:pt x="46931" y="346766"/>
                  </a:lnTo>
                  <a:lnTo>
                    <a:pt x="404898" y="346766"/>
                  </a:lnTo>
                  <a:cubicBezTo>
                    <a:pt x="402904" y="367502"/>
                    <a:pt x="403256" y="388589"/>
                    <a:pt x="405837" y="410730"/>
                  </a:cubicBezTo>
                  <a:cubicBezTo>
                    <a:pt x="406658" y="418111"/>
                    <a:pt x="407714" y="425374"/>
                    <a:pt x="409005" y="432638"/>
                  </a:cubicBezTo>
                  <a:lnTo>
                    <a:pt x="368175" y="432638"/>
                  </a:lnTo>
                  <a:lnTo>
                    <a:pt x="388120" y="500585"/>
                  </a:lnTo>
                  <a:lnTo>
                    <a:pt x="412407" y="500585"/>
                  </a:lnTo>
                  <a:cubicBezTo>
                    <a:pt x="418626" y="500585"/>
                    <a:pt x="423553" y="505622"/>
                    <a:pt x="423553" y="511714"/>
                  </a:cubicBezTo>
                  <a:lnTo>
                    <a:pt x="423553" y="530107"/>
                  </a:lnTo>
                  <a:cubicBezTo>
                    <a:pt x="423553" y="536199"/>
                    <a:pt x="418626" y="541236"/>
                    <a:pt x="412407" y="541236"/>
                  </a:cubicBezTo>
                  <a:lnTo>
                    <a:pt x="166371" y="541236"/>
                  </a:lnTo>
                  <a:cubicBezTo>
                    <a:pt x="160270" y="541236"/>
                    <a:pt x="155225" y="536199"/>
                    <a:pt x="155225" y="530107"/>
                  </a:cubicBezTo>
                  <a:lnTo>
                    <a:pt x="155225" y="511714"/>
                  </a:lnTo>
                  <a:cubicBezTo>
                    <a:pt x="155225" y="505622"/>
                    <a:pt x="160270" y="500585"/>
                    <a:pt x="166371" y="500585"/>
                  </a:cubicBezTo>
                  <a:lnTo>
                    <a:pt x="190658" y="500585"/>
                  </a:lnTo>
                  <a:lnTo>
                    <a:pt x="210721" y="432638"/>
                  </a:lnTo>
                  <a:lnTo>
                    <a:pt x="23466" y="432638"/>
                  </a:lnTo>
                  <a:cubicBezTo>
                    <a:pt x="10560" y="432638"/>
                    <a:pt x="0" y="422211"/>
                    <a:pt x="0" y="409207"/>
                  </a:cubicBezTo>
                  <a:lnTo>
                    <a:pt x="0" y="23430"/>
                  </a:lnTo>
                  <a:cubicBezTo>
                    <a:pt x="0" y="10544"/>
                    <a:pt x="10560" y="0"/>
                    <a:pt x="23466" y="0"/>
                  </a:cubicBezTo>
                  <a:close/>
                </a:path>
              </a:pathLst>
            </a:custGeom>
            <a:solidFill>
              <a:schemeClr val="bg1"/>
            </a:solidFill>
            <a:ln w="1270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fontScale="92500" lnSpcReduction="10000"/>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defTabSz="914400"/>
              <a:endParaRPr lang="zh-CN" altLang="en-US" sz="2000" b="1" dirty="0">
                <a:solidFill>
                  <a:schemeClr val="bg1"/>
                </a:solidFill>
              </a:endParaRPr>
            </a:p>
          </p:txBody>
        </p:sp>
        <p:sp>
          <p:nvSpPr>
            <p:cNvPr id="52" name="ïSḻiḍé"/>
            <p:cNvSpPr txBox="1"/>
            <p:nvPr/>
          </p:nvSpPr>
          <p:spPr>
            <a:xfrm>
              <a:off x="4882719" y="1556469"/>
              <a:ext cx="9761937" cy="582314"/>
            </a:xfrm>
            <a:prstGeom prst="rect">
              <a:avLst/>
            </a:prstGeom>
            <a:noFill/>
          </p:spPr>
          <p:txBody>
            <a:bodyPr wrap="square" lIns="91440" tIns="45720" rIns="91440" bIns="45720" rtlCol="0" anchor="b" anchorCtr="0">
              <a:no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r>
                <a:rPr lang="zh-CN" altLang="en-US" sz="2400" dirty="0">
                  <a:solidFill>
                    <a:srgbClr val="FF0000"/>
                  </a:solidFill>
                </a:rPr>
                <a:t>将</a:t>
              </a:r>
              <a:r>
                <a:rPr lang="en-US" altLang="zh-CN" sz="2400" dirty="0">
                  <a:solidFill>
                    <a:srgbClr val="FF0000"/>
                  </a:solidFill>
                </a:rPr>
                <a:t>OS</a:t>
              </a:r>
              <a:r>
                <a:rPr lang="zh-CN" altLang="en-US" sz="2400" dirty="0">
                  <a:solidFill>
                    <a:srgbClr val="FF0000"/>
                  </a:solidFill>
                </a:rPr>
                <a:t>按功能划分成若干个模块</a:t>
              </a:r>
              <a:r>
                <a:rPr lang="zh-CN" altLang="en-US" sz="2400" dirty="0"/>
                <a:t>，并规定好各模块间的接口，称为“模块</a:t>
              </a:r>
              <a:r>
                <a:rPr lang="en-US" altLang="zh-CN" sz="2400" dirty="0"/>
                <a:t>-</a:t>
              </a:r>
              <a:r>
                <a:rPr lang="zh-CN" altLang="en-US" sz="2400" dirty="0"/>
                <a:t>接口法”</a:t>
              </a:r>
              <a:endParaRPr lang="zh-CN" altLang="en-US" sz="2400" dirty="0"/>
            </a:p>
          </p:txBody>
        </p:sp>
      </p:grpSp>
      <p:grpSp>
        <p:nvGrpSpPr>
          <p:cNvPr id="17" name="išḷîḓé"/>
          <p:cNvGrpSpPr/>
          <p:nvPr/>
        </p:nvGrpSpPr>
        <p:grpSpPr>
          <a:xfrm>
            <a:off x="1007429" y="2356673"/>
            <a:ext cx="10132796" cy="1481627"/>
            <a:chOff x="4136995" y="2564791"/>
            <a:chExt cx="10132796" cy="1481627"/>
          </a:xfrm>
        </p:grpSpPr>
        <p:sp>
          <p:nvSpPr>
            <p:cNvPr id="46" name="íśľïḋé"/>
            <p:cNvSpPr/>
            <p:nvPr/>
          </p:nvSpPr>
          <p:spPr>
            <a:xfrm>
              <a:off x="4136995" y="3050991"/>
              <a:ext cx="408372" cy="363926"/>
            </a:xfrm>
            <a:custGeom>
              <a:avLst/>
              <a:gdLst>
                <a:gd name="connsiteX0" fmla="*/ 514822 w 607336"/>
                <a:gd name="connsiteY0" fmla="*/ 287718 h 541236"/>
                <a:gd name="connsiteX1" fmla="*/ 501327 w 607336"/>
                <a:gd name="connsiteY1" fmla="*/ 301190 h 541236"/>
                <a:gd name="connsiteX2" fmla="*/ 501327 w 607336"/>
                <a:gd name="connsiteY2" fmla="*/ 357185 h 541236"/>
                <a:gd name="connsiteX3" fmla="*/ 514822 w 607336"/>
                <a:gd name="connsiteY3" fmla="*/ 370656 h 541236"/>
                <a:gd name="connsiteX4" fmla="*/ 528317 w 607336"/>
                <a:gd name="connsiteY4" fmla="*/ 357185 h 541236"/>
                <a:gd name="connsiteX5" fmla="*/ 528317 w 607336"/>
                <a:gd name="connsiteY5" fmla="*/ 301190 h 541236"/>
                <a:gd name="connsiteX6" fmla="*/ 514822 w 607336"/>
                <a:gd name="connsiteY6" fmla="*/ 287718 h 541236"/>
                <a:gd name="connsiteX7" fmla="*/ 513884 w 607336"/>
                <a:gd name="connsiteY7" fmla="*/ 257846 h 541236"/>
                <a:gd name="connsiteX8" fmla="*/ 524093 w 607336"/>
                <a:gd name="connsiteY8" fmla="*/ 258315 h 541236"/>
                <a:gd name="connsiteX9" fmla="*/ 591098 w 607336"/>
                <a:gd name="connsiteY9" fmla="*/ 286664 h 541236"/>
                <a:gd name="connsiteX10" fmla="*/ 596496 w 607336"/>
                <a:gd name="connsiteY10" fmla="*/ 294630 h 541236"/>
                <a:gd name="connsiteX11" fmla="*/ 605297 w 607336"/>
                <a:gd name="connsiteY11" fmla="*/ 403457 h 541236"/>
                <a:gd name="connsiteX12" fmla="*/ 581123 w 607336"/>
                <a:gd name="connsiteY12" fmla="*/ 508770 h 541236"/>
                <a:gd name="connsiteX13" fmla="*/ 575725 w 607336"/>
                <a:gd name="connsiteY13" fmla="*/ 516736 h 541236"/>
                <a:gd name="connsiteX14" fmla="*/ 514822 w 607336"/>
                <a:gd name="connsiteY14" fmla="*/ 536650 h 541236"/>
                <a:gd name="connsiteX15" fmla="*/ 453919 w 607336"/>
                <a:gd name="connsiteY15" fmla="*/ 516736 h 541236"/>
                <a:gd name="connsiteX16" fmla="*/ 448521 w 607336"/>
                <a:gd name="connsiteY16" fmla="*/ 508770 h 541236"/>
                <a:gd name="connsiteX17" fmla="*/ 424348 w 607336"/>
                <a:gd name="connsiteY17" fmla="*/ 403457 h 541236"/>
                <a:gd name="connsiteX18" fmla="*/ 433149 w 607336"/>
                <a:gd name="connsiteY18" fmla="*/ 294630 h 541236"/>
                <a:gd name="connsiteX19" fmla="*/ 438547 w 607336"/>
                <a:gd name="connsiteY19" fmla="*/ 286664 h 541236"/>
                <a:gd name="connsiteX20" fmla="*/ 502970 w 607336"/>
                <a:gd name="connsiteY20" fmla="*/ 258315 h 541236"/>
                <a:gd name="connsiteX21" fmla="*/ 513884 w 607336"/>
                <a:gd name="connsiteY21" fmla="*/ 257846 h 541236"/>
                <a:gd name="connsiteX22" fmla="*/ 23466 w 607336"/>
                <a:gd name="connsiteY22" fmla="*/ 0 h 541236"/>
                <a:gd name="connsiteX23" fmla="*/ 555312 w 607336"/>
                <a:gd name="connsiteY23" fmla="*/ 0 h 541236"/>
                <a:gd name="connsiteX24" fmla="*/ 578778 w 607336"/>
                <a:gd name="connsiteY24" fmla="*/ 23430 h 541236"/>
                <a:gd name="connsiteX25" fmla="*/ 578778 w 607336"/>
                <a:gd name="connsiteY25" fmla="*/ 253163 h 541236"/>
                <a:gd name="connsiteX26" fmla="*/ 531847 w 607336"/>
                <a:gd name="connsiteY26" fmla="*/ 239339 h 541236"/>
                <a:gd name="connsiteX27" fmla="*/ 531847 w 607336"/>
                <a:gd name="connsiteY27" fmla="*/ 46861 h 541236"/>
                <a:gd name="connsiteX28" fmla="*/ 46931 w 607336"/>
                <a:gd name="connsiteY28" fmla="*/ 46861 h 541236"/>
                <a:gd name="connsiteX29" fmla="*/ 46931 w 607336"/>
                <a:gd name="connsiteY29" fmla="*/ 346766 h 541236"/>
                <a:gd name="connsiteX30" fmla="*/ 404898 w 607336"/>
                <a:gd name="connsiteY30" fmla="*/ 346766 h 541236"/>
                <a:gd name="connsiteX31" fmla="*/ 405837 w 607336"/>
                <a:gd name="connsiteY31" fmla="*/ 410730 h 541236"/>
                <a:gd name="connsiteX32" fmla="*/ 409005 w 607336"/>
                <a:gd name="connsiteY32" fmla="*/ 432638 h 541236"/>
                <a:gd name="connsiteX33" fmla="*/ 368175 w 607336"/>
                <a:gd name="connsiteY33" fmla="*/ 432638 h 541236"/>
                <a:gd name="connsiteX34" fmla="*/ 388120 w 607336"/>
                <a:gd name="connsiteY34" fmla="*/ 500585 h 541236"/>
                <a:gd name="connsiteX35" fmla="*/ 412407 w 607336"/>
                <a:gd name="connsiteY35" fmla="*/ 500585 h 541236"/>
                <a:gd name="connsiteX36" fmla="*/ 423553 w 607336"/>
                <a:gd name="connsiteY36" fmla="*/ 511714 h 541236"/>
                <a:gd name="connsiteX37" fmla="*/ 423553 w 607336"/>
                <a:gd name="connsiteY37" fmla="*/ 530107 h 541236"/>
                <a:gd name="connsiteX38" fmla="*/ 412407 w 607336"/>
                <a:gd name="connsiteY38" fmla="*/ 541236 h 541236"/>
                <a:gd name="connsiteX39" fmla="*/ 166371 w 607336"/>
                <a:gd name="connsiteY39" fmla="*/ 541236 h 541236"/>
                <a:gd name="connsiteX40" fmla="*/ 155225 w 607336"/>
                <a:gd name="connsiteY40" fmla="*/ 530107 h 541236"/>
                <a:gd name="connsiteX41" fmla="*/ 155225 w 607336"/>
                <a:gd name="connsiteY41" fmla="*/ 511714 h 541236"/>
                <a:gd name="connsiteX42" fmla="*/ 166371 w 607336"/>
                <a:gd name="connsiteY42" fmla="*/ 500585 h 541236"/>
                <a:gd name="connsiteX43" fmla="*/ 190658 w 607336"/>
                <a:gd name="connsiteY43" fmla="*/ 500585 h 541236"/>
                <a:gd name="connsiteX44" fmla="*/ 210721 w 607336"/>
                <a:gd name="connsiteY44" fmla="*/ 432638 h 541236"/>
                <a:gd name="connsiteX45" fmla="*/ 23466 w 607336"/>
                <a:gd name="connsiteY45" fmla="*/ 432638 h 541236"/>
                <a:gd name="connsiteX46" fmla="*/ 0 w 607336"/>
                <a:gd name="connsiteY46" fmla="*/ 409207 h 541236"/>
                <a:gd name="connsiteX47" fmla="*/ 0 w 607336"/>
                <a:gd name="connsiteY47" fmla="*/ 23430 h 541236"/>
                <a:gd name="connsiteX48" fmla="*/ 23466 w 607336"/>
                <a:gd name="connsiteY48" fmla="*/ 0 h 541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Lst>
              <a:rect l="l" t="t" r="r" b="b"/>
              <a:pathLst>
                <a:path w="607336" h="541236">
                  <a:moveTo>
                    <a:pt x="514822" y="287718"/>
                  </a:moveTo>
                  <a:cubicBezTo>
                    <a:pt x="507429" y="287718"/>
                    <a:pt x="501327" y="293810"/>
                    <a:pt x="501327" y="301190"/>
                  </a:cubicBezTo>
                  <a:lnTo>
                    <a:pt x="501327" y="357185"/>
                  </a:lnTo>
                  <a:cubicBezTo>
                    <a:pt x="501327" y="364682"/>
                    <a:pt x="507429" y="370656"/>
                    <a:pt x="514822" y="370656"/>
                  </a:cubicBezTo>
                  <a:cubicBezTo>
                    <a:pt x="522215" y="370656"/>
                    <a:pt x="528317" y="364682"/>
                    <a:pt x="528317" y="357185"/>
                  </a:cubicBezTo>
                  <a:lnTo>
                    <a:pt x="528317" y="301190"/>
                  </a:lnTo>
                  <a:cubicBezTo>
                    <a:pt x="528317" y="293810"/>
                    <a:pt x="522215" y="287718"/>
                    <a:pt x="514822" y="287718"/>
                  </a:cubicBezTo>
                  <a:close/>
                  <a:moveTo>
                    <a:pt x="513884" y="257846"/>
                  </a:moveTo>
                  <a:cubicBezTo>
                    <a:pt x="521042" y="257846"/>
                    <a:pt x="524093" y="258315"/>
                    <a:pt x="524093" y="258315"/>
                  </a:cubicBezTo>
                  <a:cubicBezTo>
                    <a:pt x="546506" y="260423"/>
                    <a:pt x="569037" y="269795"/>
                    <a:pt x="591098" y="286664"/>
                  </a:cubicBezTo>
                  <a:cubicBezTo>
                    <a:pt x="593679" y="288655"/>
                    <a:pt x="595557" y="291467"/>
                    <a:pt x="596496" y="294630"/>
                  </a:cubicBezTo>
                  <a:cubicBezTo>
                    <a:pt x="606940" y="330710"/>
                    <a:pt x="609756" y="365268"/>
                    <a:pt x="605297" y="403457"/>
                  </a:cubicBezTo>
                  <a:cubicBezTo>
                    <a:pt x="601307" y="437312"/>
                    <a:pt x="592037" y="471166"/>
                    <a:pt x="581123" y="508770"/>
                  </a:cubicBezTo>
                  <a:cubicBezTo>
                    <a:pt x="580185" y="511933"/>
                    <a:pt x="578307" y="514744"/>
                    <a:pt x="575725" y="516736"/>
                  </a:cubicBezTo>
                  <a:cubicBezTo>
                    <a:pt x="559062" y="529622"/>
                    <a:pt x="537470" y="536650"/>
                    <a:pt x="514822" y="536650"/>
                  </a:cubicBezTo>
                  <a:cubicBezTo>
                    <a:pt x="492174" y="536650"/>
                    <a:pt x="470583" y="529622"/>
                    <a:pt x="453919" y="516736"/>
                  </a:cubicBezTo>
                  <a:cubicBezTo>
                    <a:pt x="451338" y="514744"/>
                    <a:pt x="449460" y="511933"/>
                    <a:pt x="448521" y="508770"/>
                  </a:cubicBezTo>
                  <a:cubicBezTo>
                    <a:pt x="437608" y="471166"/>
                    <a:pt x="428338" y="437312"/>
                    <a:pt x="424348" y="403457"/>
                  </a:cubicBezTo>
                  <a:cubicBezTo>
                    <a:pt x="420006" y="365268"/>
                    <a:pt x="422705" y="330710"/>
                    <a:pt x="433149" y="294630"/>
                  </a:cubicBezTo>
                  <a:cubicBezTo>
                    <a:pt x="434088" y="291467"/>
                    <a:pt x="435965" y="288655"/>
                    <a:pt x="438547" y="286664"/>
                  </a:cubicBezTo>
                  <a:cubicBezTo>
                    <a:pt x="459787" y="270381"/>
                    <a:pt x="481378" y="260892"/>
                    <a:pt x="502970" y="258315"/>
                  </a:cubicBezTo>
                  <a:cubicBezTo>
                    <a:pt x="502970" y="258315"/>
                    <a:pt x="506725" y="257846"/>
                    <a:pt x="513884" y="257846"/>
                  </a:cubicBezTo>
                  <a:close/>
                  <a:moveTo>
                    <a:pt x="23466" y="0"/>
                  </a:moveTo>
                  <a:lnTo>
                    <a:pt x="555312" y="0"/>
                  </a:lnTo>
                  <a:cubicBezTo>
                    <a:pt x="568336" y="0"/>
                    <a:pt x="578778" y="10544"/>
                    <a:pt x="578778" y="23430"/>
                  </a:cubicBezTo>
                  <a:lnTo>
                    <a:pt x="578778" y="253163"/>
                  </a:lnTo>
                  <a:cubicBezTo>
                    <a:pt x="563408" y="245548"/>
                    <a:pt x="547686" y="240979"/>
                    <a:pt x="531847" y="239339"/>
                  </a:cubicBezTo>
                  <a:lnTo>
                    <a:pt x="531847" y="46861"/>
                  </a:lnTo>
                  <a:lnTo>
                    <a:pt x="46931" y="46861"/>
                  </a:lnTo>
                  <a:lnTo>
                    <a:pt x="46931" y="346766"/>
                  </a:lnTo>
                  <a:lnTo>
                    <a:pt x="404898" y="346766"/>
                  </a:lnTo>
                  <a:cubicBezTo>
                    <a:pt x="402904" y="367502"/>
                    <a:pt x="403256" y="388589"/>
                    <a:pt x="405837" y="410730"/>
                  </a:cubicBezTo>
                  <a:cubicBezTo>
                    <a:pt x="406658" y="418111"/>
                    <a:pt x="407714" y="425374"/>
                    <a:pt x="409005" y="432638"/>
                  </a:cubicBezTo>
                  <a:lnTo>
                    <a:pt x="368175" y="432638"/>
                  </a:lnTo>
                  <a:lnTo>
                    <a:pt x="388120" y="500585"/>
                  </a:lnTo>
                  <a:lnTo>
                    <a:pt x="412407" y="500585"/>
                  </a:lnTo>
                  <a:cubicBezTo>
                    <a:pt x="418626" y="500585"/>
                    <a:pt x="423553" y="505622"/>
                    <a:pt x="423553" y="511714"/>
                  </a:cubicBezTo>
                  <a:lnTo>
                    <a:pt x="423553" y="530107"/>
                  </a:lnTo>
                  <a:cubicBezTo>
                    <a:pt x="423553" y="536199"/>
                    <a:pt x="418626" y="541236"/>
                    <a:pt x="412407" y="541236"/>
                  </a:cubicBezTo>
                  <a:lnTo>
                    <a:pt x="166371" y="541236"/>
                  </a:lnTo>
                  <a:cubicBezTo>
                    <a:pt x="160270" y="541236"/>
                    <a:pt x="155225" y="536199"/>
                    <a:pt x="155225" y="530107"/>
                  </a:cubicBezTo>
                  <a:lnTo>
                    <a:pt x="155225" y="511714"/>
                  </a:lnTo>
                  <a:cubicBezTo>
                    <a:pt x="155225" y="505622"/>
                    <a:pt x="160270" y="500585"/>
                    <a:pt x="166371" y="500585"/>
                  </a:cubicBezTo>
                  <a:lnTo>
                    <a:pt x="190658" y="500585"/>
                  </a:lnTo>
                  <a:lnTo>
                    <a:pt x="210721" y="432638"/>
                  </a:lnTo>
                  <a:lnTo>
                    <a:pt x="23466" y="432638"/>
                  </a:lnTo>
                  <a:cubicBezTo>
                    <a:pt x="10560" y="432638"/>
                    <a:pt x="0" y="422211"/>
                    <a:pt x="0" y="409207"/>
                  </a:cubicBezTo>
                  <a:lnTo>
                    <a:pt x="0" y="23430"/>
                  </a:lnTo>
                  <a:cubicBezTo>
                    <a:pt x="0" y="10544"/>
                    <a:pt x="10560" y="0"/>
                    <a:pt x="23466" y="0"/>
                  </a:cubicBezTo>
                  <a:close/>
                </a:path>
              </a:pathLst>
            </a:custGeom>
            <a:solidFill>
              <a:schemeClr val="bg1"/>
            </a:solidFill>
            <a:ln w="1270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fontScale="92500" lnSpcReduction="10000"/>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defTabSz="914400"/>
              <a:endParaRPr lang="zh-CN" altLang="en-US" sz="2000" b="1" dirty="0">
                <a:solidFill>
                  <a:schemeClr val="bg1"/>
                </a:solidFill>
              </a:endParaRPr>
            </a:p>
          </p:txBody>
        </p:sp>
        <p:grpSp>
          <p:nvGrpSpPr>
            <p:cNvPr id="47" name="îśľíḍe"/>
            <p:cNvGrpSpPr/>
            <p:nvPr/>
          </p:nvGrpSpPr>
          <p:grpSpPr>
            <a:xfrm>
              <a:off x="4882719" y="2564791"/>
              <a:ext cx="9387072" cy="1481627"/>
              <a:chOff x="5523309" y="2034654"/>
              <a:chExt cx="8559454" cy="1481627"/>
            </a:xfrm>
          </p:grpSpPr>
          <p:sp>
            <p:nvSpPr>
              <p:cNvPr id="48" name="îŝľîḓè"/>
              <p:cNvSpPr txBox="1"/>
              <p:nvPr/>
            </p:nvSpPr>
            <p:spPr>
              <a:xfrm>
                <a:off x="5523309" y="2034654"/>
                <a:ext cx="2784667" cy="417624"/>
              </a:xfrm>
              <a:prstGeom prst="rect">
                <a:avLst/>
              </a:prstGeom>
              <a:noFill/>
            </p:spPr>
            <p:txBody>
              <a:bodyPr wrap="square" lIns="91440" tIns="45720" rIns="91440" bIns="45720" rtlCol="0" anchor="b" anchorCtr="0">
                <a:no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r>
                  <a:rPr lang="zh-CN" altLang="en-US" sz="2400" b="1" dirty="0">
                    <a:solidFill>
                      <a:srgbClr val="0000FF"/>
                    </a:solidFill>
                  </a:rPr>
                  <a:t>优点：</a:t>
                </a:r>
                <a:endParaRPr lang="zh-CN" altLang="en-US" sz="2400" b="1" dirty="0">
                  <a:solidFill>
                    <a:srgbClr val="0000FF"/>
                  </a:solidFill>
                </a:endParaRPr>
              </a:p>
            </p:txBody>
          </p:sp>
          <p:sp>
            <p:nvSpPr>
              <p:cNvPr id="49" name="iṥlîde"/>
              <p:cNvSpPr/>
              <p:nvPr/>
            </p:nvSpPr>
            <p:spPr bwMode="auto">
              <a:xfrm>
                <a:off x="5523309" y="2405353"/>
                <a:ext cx="8559454" cy="11109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t" anchorCtr="0">
                <a:no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marL="342900" indent="-342900">
                  <a:lnSpc>
                    <a:spcPct val="132000"/>
                  </a:lnSpc>
                  <a:buFont typeface="Wingdings" panose="05000000000000000000" pitchFamily="2" charset="2"/>
                  <a:buChar char="Ø"/>
                </a:pPr>
                <a:r>
                  <a:rPr lang="zh-CN" altLang="en-US" sz="2000" dirty="0"/>
                  <a:t>提高</a:t>
                </a:r>
                <a:r>
                  <a:rPr lang="en-US" altLang="zh-CN" sz="2000" dirty="0"/>
                  <a:t>OS</a:t>
                </a:r>
                <a:r>
                  <a:rPr lang="zh-CN" altLang="en-US" sz="2000" dirty="0"/>
                  <a:t>设计的正确性、可理解性和易维护性</a:t>
                </a:r>
                <a:endParaRPr lang="zh-CN" altLang="en-US" sz="2000" dirty="0"/>
              </a:p>
              <a:p>
                <a:pPr marL="342900" indent="-342900">
                  <a:lnSpc>
                    <a:spcPct val="132000"/>
                  </a:lnSpc>
                  <a:buFont typeface="Wingdings" panose="05000000000000000000" pitchFamily="2" charset="2"/>
                  <a:buChar char="Ø"/>
                </a:pPr>
                <a:r>
                  <a:rPr lang="zh-CN" altLang="en-US" sz="2000" dirty="0"/>
                  <a:t>增强</a:t>
                </a:r>
                <a:r>
                  <a:rPr lang="en-US" altLang="zh-CN" sz="2000" dirty="0"/>
                  <a:t>OS</a:t>
                </a:r>
                <a:r>
                  <a:rPr lang="zh-CN" altLang="en-US" sz="2000" dirty="0"/>
                  <a:t>的可适应性</a:t>
                </a:r>
                <a:endParaRPr lang="zh-CN" altLang="en-US" sz="2000" dirty="0"/>
              </a:p>
              <a:p>
                <a:pPr marL="342900" indent="-342900">
                  <a:lnSpc>
                    <a:spcPct val="132000"/>
                  </a:lnSpc>
                  <a:buFont typeface="Wingdings" panose="05000000000000000000" pitchFamily="2" charset="2"/>
                  <a:buChar char="Ø"/>
                </a:pPr>
                <a:r>
                  <a:rPr lang="zh-CN" altLang="en-US" sz="2000" dirty="0"/>
                  <a:t>加速</a:t>
                </a:r>
                <a:r>
                  <a:rPr lang="en-US" altLang="zh-CN" sz="2000" dirty="0"/>
                  <a:t>OS</a:t>
                </a:r>
                <a:r>
                  <a:rPr lang="zh-CN" altLang="en-US" sz="2000" dirty="0"/>
                  <a:t>的开发过程</a:t>
                </a:r>
                <a:endParaRPr lang="zh-CN" altLang="en-US" sz="2000" dirty="0"/>
              </a:p>
            </p:txBody>
          </p:sp>
        </p:grpSp>
      </p:grpSp>
      <p:grpSp>
        <p:nvGrpSpPr>
          <p:cNvPr id="18" name="ïSlíḍê"/>
          <p:cNvGrpSpPr/>
          <p:nvPr/>
        </p:nvGrpSpPr>
        <p:grpSpPr>
          <a:xfrm>
            <a:off x="1007429" y="4191034"/>
            <a:ext cx="10596435" cy="1541433"/>
            <a:chOff x="4136995" y="4296450"/>
            <a:chExt cx="10596435" cy="1541433"/>
          </a:xfrm>
        </p:grpSpPr>
        <p:sp>
          <p:nvSpPr>
            <p:cNvPr id="36" name="ïsľíḓê"/>
            <p:cNvSpPr/>
            <p:nvPr/>
          </p:nvSpPr>
          <p:spPr>
            <a:xfrm>
              <a:off x="4136995" y="4943159"/>
              <a:ext cx="408372" cy="363926"/>
            </a:xfrm>
            <a:custGeom>
              <a:avLst/>
              <a:gdLst>
                <a:gd name="connsiteX0" fmla="*/ 514822 w 607336"/>
                <a:gd name="connsiteY0" fmla="*/ 287718 h 541236"/>
                <a:gd name="connsiteX1" fmla="*/ 501327 w 607336"/>
                <a:gd name="connsiteY1" fmla="*/ 301190 h 541236"/>
                <a:gd name="connsiteX2" fmla="*/ 501327 w 607336"/>
                <a:gd name="connsiteY2" fmla="*/ 357185 h 541236"/>
                <a:gd name="connsiteX3" fmla="*/ 514822 w 607336"/>
                <a:gd name="connsiteY3" fmla="*/ 370656 h 541236"/>
                <a:gd name="connsiteX4" fmla="*/ 528317 w 607336"/>
                <a:gd name="connsiteY4" fmla="*/ 357185 h 541236"/>
                <a:gd name="connsiteX5" fmla="*/ 528317 w 607336"/>
                <a:gd name="connsiteY5" fmla="*/ 301190 h 541236"/>
                <a:gd name="connsiteX6" fmla="*/ 514822 w 607336"/>
                <a:gd name="connsiteY6" fmla="*/ 287718 h 541236"/>
                <a:gd name="connsiteX7" fmla="*/ 513884 w 607336"/>
                <a:gd name="connsiteY7" fmla="*/ 257846 h 541236"/>
                <a:gd name="connsiteX8" fmla="*/ 524093 w 607336"/>
                <a:gd name="connsiteY8" fmla="*/ 258315 h 541236"/>
                <a:gd name="connsiteX9" fmla="*/ 591098 w 607336"/>
                <a:gd name="connsiteY9" fmla="*/ 286664 h 541236"/>
                <a:gd name="connsiteX10" fmla="*/ 596496 w 607336"/>
                <a:gd name="connsiteY10" fmla="*/ 294630 h 541236"/>
                <a:gd name="connsiteX11" fmla="*/ 605297 w 607336"/>
                <a:gd name="connsiteY11" fmla="*/ 403457 h 541236"/>
                <a:gd name="connsiteX12" fmla="*/ 581123 w 607336"/>
                <a:gd name="connsiteY12" fmla="*/ 508770 h 541236"/>
                <a:gd name="connsiteX13" fmla="*/ 575725 w 607336"/>
                <a:gd name="connsiteY13" fmla="*/ 516736 h 541236"/>
                <a:gd name="connsiteX14" fmla="*/ 514822 w 607336"/>
                <a:gd name="connsiteY14" fmla="*/ 536650 h 541236"/>
                <a:gd name="connsiteX15" fmla="*/ 453919 w 607336"/>
                <a:gd name="connsiteY15" fmla="*/ 516736 h 541236"/>
                <a:gd name="connsiteX16" fmla="*/ 448521 w 607336"/>
                <a:gd name="connsiteY16" fmla="*/ 508770 h 541236"/>
                <a:gd name="connsiteX17" fmla="*/ 424348 w 607336"/>
                <a:gd name="connsiteY17" fmla="*/ 403457 h 541236"/>
                <a:gd name="connsiteX18" fmla="*/ 433149 w 607336"/>
                <a:gd name="connsiteY18" fmla="*/ 294630 h 541236"/>
                <a:gd name="connsiteX19" fmla="*/ 438547 w 607336"/>
                <a:gd name="connsiteY19" fmla="*/ 286664 h 541236"/>
                <a:gd name="connsiteX20" fmla="*/ 502970 w 607336"/>
                <a:gd name="connsiteY20" fmla="*/ 258315 h 541236"/>
                <a:gd name="connsiteX21" fmla="*/ 513884 w 607336"/>
                <a:gd name="connsiteY21" fmla="*/ 257846 h 541236"/>
                <a:gd name="connsiteX22" fmla="*/ 23466 w 607336"/>
                <a:gd name="connsiteY22" fmla="*/ 0 h 541236"/>
                <a:gd name="connsiteX23" fmla="*/ 555312 w 607336"/>
                <a:gd name="connsiteY23" fmla="*/ 0 h 541236"/>
                <a:gd name="connsiteX24" fmla="*/ 578778 w 607336"/>
                <a:gd name="connsiteY24" fmla="*/ 23430 h 541236"/>
                <a:gd name="connsiteX25" fmla="*/ 578778 w 607336"/>
                <a:gd name="connsiteY25" fmla="*/ 253163 h 541236"/>
                <a:gd name="connsiteX26" fmla="*/ 531847 w 607336"/>
                <a:gd name="connsiteY26" fmla="*/ 239339 h 541236"/>
                <a:gd name="connsiteX27" fmla="*/ 531847 w 607336"/>
                <a:gd name="connsiteY27" fmla="*/ 46861 h 541236"/>
                <a:gd name="connsiteX28" fmla="*/ 46931 w 607336"/>
                <a:gd name="connsiteY28" fmla="*/ 46861 h 541236"/>
                <a:gd name="connsiteX29" fmla="*/ 46931 w 607336"/>
                <a:gd name="connsiteY29" fmla="*/ 346766 h 541236"/>
                <a:gd name="connsiteX30" fmla="*/ 404898 w 607336"/>
                <a:gd name="connsiteY30" fmla="*/ 346766 h 541236"/>
                <a:gd name="connsiteX31" fmla="*/ 405837 w 607336"/>
                <a:gd name="connsiteY31" fmla="*/ 410730 h 541236"/>
                <a:gd name="connsiteX32" fmla="*/ 409005 w 607336"/>
                <a:gd name="connsiteY32" fmla="*/ 432638 h 541236"/>
                <a:gd name="connsiteX33" fmla="*/ 368175 w 607336"/>
                <a:gd name="connsiteY33" fmla="*/ 432638 h 541236"/>
                <a:gd name="connsiteX34" fmla="*/ 388120 w 607336"/>
                <a:gd name="connsiteY34" fmla="*/ 500585 h 541236"/>
                <a:gd name="connsiteX35" fmla="*/ 412407 w 607336"/>
                <a:gd name="connsiteY35" fmla="*/ 500585 h 541236"/>
                <a:gd name="connsiteX36" fmla="*/ 423553 w 607336"/>
                <a:gd name="connsiteY36" fmla="*/ 511714 h 541236"/>
                <a:gd name="connsiteX37" fmla="*/ 423553 w 607336"/>
                <a:gd name="connsiteY37" fmla="*/ 530107 h 541236"/>
                <a:gd name="connsiteX38" fmla="*/ 412407 w 607336"/>
                <a:gd name="connsiteY38" fmla="*/ 541236 h 541236"/>
                <a:gd name="connsiteX39" fmla="*/ 166371 w 607336"/>
                <a:gd name="connsiteY39" fmla="*/ 541236 h 541236"/>
                <a:gd name="connsiteX40" fmla="*/ 155225 w 607336"/>
                <a:gd name="connsiteY40" fmla="*/ 530107 h 541236"/>
                <a:gd name="connsiteX41" fmla="*/ 155225 w 607336"/>
                <a:gd name="connsiteY41" fmla="*/ 511714 h 541236"/>
                <a:gd name="connsiteX42" fmla="*/ 166371 w 607336"/>
                <a:gd name="connsiteY42" fmla="*/ 500585 h 541236"/>
                <a:gd name="connsiteX43" fmla="*/ 190658 w 607336"/>
                <a:gd name="connsiteY43" fmla="*/ 500585 h 541236"/>
                <a:gd name="connsiteX44" fmla="*/ 210721 w 607336"/>
                <a:gd name="connsiteY44" fmla="*/ 432638 h 541236"/>
                <a:gd name="connsiteX45" fmla="*/ 23466 w 607336"/>
                <a:gd name="connsiteY45" fmla="*/ 432638 h 541236"/>
                <a:gd name="connsiteX46" fmla="*/ 0 w 607336"/>
                <a:gd name="connsiteY46" fmla="*/ 409207 h 541236"/>
                <a:gd name="connsiteX47" fmla="*/ 0 w 607336"/>
                <a:gd name="connsiteY47" fmla="*/ 23430 h 541236"/>
                <a:gd name="connsiteX48" fmla="*/ 23466 w 607336"/>
                <a:gd name="connsiteY48" fmla="*/ 0 h 541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Lst>
              <a:rect l="l" t="t" r="r" b="b"/>
              <a:pathLst>
                <a:path w="607336" h="541236">
                  <a:moveTo>
                    <a:pt x="514822" y="287718"/>
                  </a:moveTo>
                  <a:cubicBezTo>
                    <a:pt x="507429" y="287718"/>
                    <a:pt x="501327" y="293810"/>
                    <a:pt x="501327" y="301190"/>
                  </a:cubicBezTo>
                  <a:lnTo>
                    <a:pt x="501327" y="357185"/>
                  </a:lnTo>
                  <a:cubicBezTo>
                    <a:pt x="501327" y="364682"/>
                    <a:pt x="507429" y="370656"/>
                    <a:pt x="514822" y="370656"/>
                  </a:cubicBezTo>
                  <a:cubicBezTo>
                    <a:pt x="522215" y="370656"/>
                    <a:pt x="528317" y="364682"/>
                    <a:pt x="528317" y="357185"/>
                  </a:cubicBezTo>
                  <a:lnTo>
                    <a:pt x="528317" y="301190"/>
                  </a:lnTo>
                  <a:cubicBezTo>
                    <a:pt x="528317" y="293810"/>
                    <a:pt x="522215" y="287718"/>
                    <a:pt x="514822" y="287718"/>
                  </a:cubicBezTo>
                  <a:close/>
                  <a:moveTo>
                    <a:pt x="513884" y="257846"/>
                  </a:moveTo>
                  <a:cubicBezTo>
                    <a:pt x="521042" y="257846"/>
                    <a:pt x="524093" y="258315"/>
                    <a:pt x="524093" y="258315"/>
                  </a:cubicBezTo>
                  <a:cubicBezTo>
                    <a:pt x="546506" y="260423"/>
                    <a:pt x="569037" y="269795"/>
                    <a:pt x="591098" y="286664"/>
                  </a:cubicBezTo>
                  <a:cubicBezTo>
                    <a:pt x="593679" y="288655"/>
                    <a:pt x="595557" y="291467"/>
                    <a:pt x="596496" y="294630"/>
                  </a:cubicBezTo>
                  <a:cubicBezTo>
                    <a:pt x="606940" y="330710"/>
                    <a:pt x="609756" y="365268"/>
                    <a:pt x="605297" y="403457"/>
                  </a:cubicBezTo>
                  <a:cubicBezTo>
                    <a:pt x="601307" y="437312"/>
                    <a:pt x="592037" y="471166"/>
                    <a:pt x="581123" y="508770"/>
                  </a:cubicBezTo>
                  <a:cubicBezTo>
                    <a:pt x="580185" y="511933"/>
                    <a:pt x="578307" y="514744"/>
                    <a:pt x="575725" y="516736"/>
                  </a:cubicBezTo>
                  <a:cubicBezTo>
                    <a:pt x="559062" y="529622"/>
                    <a:pt x="537470" y="536650"/>
                    <a:pt x="514822" y="536650"/>
                  </a:cubicBezTo>
                  <a:cubicBezTo>
                    <a:pt x="492174" y="536650"/>
                    <a:pt x="470583" y="529622"/>
                    <a:pt x="453919" y="516736"/>
                  </a:cubicBezTo>
                  <a:cubicBezTo>
                    <a:pt x="451338" y="514744"/>
                    <a:pt x="449460" y="511933"/>
                    <a:pt x="448521" y="508770"/>
                  </a:cubicBezTo>
                  <a:cubicBezTo>
                    <a:pt x="437608" y="471166"/>
                    <a:pt x="428338" y="437312"/>
                    <a:pt x="424348" y="403457"/>
                  </a:cubicBezTo>
                  <a:cubicBezTo>
                    <a:pt x="420006" y="365268"/>
                    <a:pt x="422705" y="330710"/>
                    <a:pt x="433149" y="294630"/>
                  </a:cubicBezTo>
                  <a:cubicBezTo>
                    <a:pt x="434088" y="291467"/>
                    <a:pt x="435965" y="288655"/>
                    <a:pt x="438547" y="286664"/>
                  </a:cubicBezTo>
                  <a:cubicBezTo>
                    <a:pt x="459787" y="270381"/>
                    <a:pt x="481378" y="260892"/>
                    <a:pt x="502970" y="258315"/>
                  </a:cubicBezTo>
                  <a:cubicBezTo>
                    <a:pt x="502970" y="258315"/>
                    <a:pt x="506725" y="257846"/>
                    <a:pt x="513884" y="257846"/>
                  </a:cubicBezTo>
                  <a:close/>
                  <a:moveTo>
                    <a:pt x="23466" y="0"/>
                  </a:moveTo>
                  <a:lnTo>
                    <a:pt x="555312" y="0"/>
                  </a:lnTo>
                  <a:cubicBezTo>
                    <a:pt x="568336" y="0"/>
                    <a:pt x="578778" y="10544"/>
                    <a:pt x="578778" y="23430"/>
                  </a:cubicBezTo>
                  <a:lnTo>
                    <a:pt x="578778" y="253163"/>
                  </a:lnTo>
                  <a:cubicBezTo>
                    <a:pt x="563408" y="245548"/>
                    <a:pt x="547686" y="240979"/>
                    <a:pt x="531847" y="239339"/>
                  </a:cubicBezTo>
                  <a:lnTo>
                    <a:pt x="531847" y="46861"/>
                  </a:lnTo>
                  <a:lnTo>
                    <a:pt x="46931" y="46861"/>
                  </a:lnTo>
                  <a:lnTo>
                    <a:pt x="46931" y="346766"/>
                  </a:lnTo>
                  <a:lnTo>
                    <a:pt x="404898" y="346766"/>
                  </a:lnTo>
                  <a:cubicBezTo>
                    <a:pt x="402904" y="367502"/>
                    <a:pt x="403256" y="388589"/>
                    <a:pt x="405837" y="410730"/>
                  </a:cubicBezTo>
                  <a:cubicBezTo>
                    <a:pt x="406658" y="418111"/>
                    <a:pt x="407714" y="425374"/>
                    <a:pt x="409005" y="432638"/>
                  </a:cubicBezTo>
                  <a:lnTo>
                    <a:pt x="368175" y="432638"/>
                  </a:lnTo>
                  <a:lnTo>
                    <a:pt x="388120" y="500585"/>
                  </a:lnTo>
                  <a:lnTo>
                    <a:pt x="412407" y="500585"/>
                  </a:lnTo>
                  <a:cubicBezTo>
                    <a:pt x="418626" y="500585"/>
                    <a:pt x="423553" y="505622"/>
                    <a:pt x="423553" y="511714"/>
                  </a:cubicBezTo>
                  <a:lnTo>
                    <a:pt x="423553" y="530107"/>
                  </a:lnTo>
                  <a:cubicBezTo>
                    <a:pt x="423553" y="536199"/>
                    <a:pt x="418626" y="541236"/>
                    <a:pt x="412407" y="541236"/>
                  </a:cubicBezTo>
                  <a:lnTo>
                    <a:pt x="166371" y="541236"/>
                  </a:lnTo>
                  <a:cubicBezTo>
                    <a:pt x="160270" y="541236"/>
                    <a:pt x="155225" y="536199"/>
                    <a:pt x="155225" y="530107"/>
                  </a:cubicBezTo>
                  <a:lnTo>
                    <a:pt x="155225" y="511714"/>
                  </a:lnTo>
                  <a:cubicBezTo>
                    <a:pt x="155225" y="505622"/>
                    <a:pt x="160270" y="500585"/>
                    <a:pt x="166371" y="500585"/>
                  </a:cubicBezTo>
                  <a:lnTo>
                    <a:pt x="190658" y="500585"/>
                  </a:lnTo>
                  <a:lnTo>
                    <a:pt x="210721" y="432638"/>
                  </a:lnTo>
                  <a:lnTo>
                    <a:pt x="23466" y="432638"/>
                  </a:lnTo>
                  <a:cubicBezTo>
                    <a:pt x="10560" y="432638"/>
                    <a:pt x="0" y="422211"/>
                    <a:pt x="0" y="409207"/>
                  </a:cubicBezTo>
                  <a:lnTo>
                    <a:pt x="0" y="23430"/>
                  </a:lnTo>
                  <a:cubicBezTo>
                    <a:pt x="0" y="10544"/>
                    <a:pt x="10560" y="0"/>
                    <a:pt x="23466" y="0"/>
                  </a:cubicBezTo>
                  <a:close/>
                </a:path>
              </a:pathLst>
            </a:custGeom>
            <a:solidFill>
              <a:schemeClr val="bg1"/>
            </a:solidFill>
            <a:ln w="1270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fontScale="92500" lnSpcReduction="10000"/>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defTabSz="914400"/>
              <a:endParaRPr lang="zh-CN" altLang="en-US" sz="2000" b="1" dirty="0">
                <a:solidFill>
                  <a:schemeClr val="bg1"/>
                </a:solidFill>
              </a:endParaRPr>
            </a:p>
          </p:txBody>
        </p:sp>
        <p:grpSp>
          <p:nvGrpSpPr>
            <p:cNvPr id="43" name="ïṩḷíḍê"/>
            <p:cNvGrpSpPr/>
            <p:nvPr/>
          </p:nvGrpSpPr>
          <p:grpSpPr>
            <a:xfrm>
              <a:off x="4882719" y="4296450"/>
              <a:ext cx="9850711" cy="1541433"/>
              <a:chOff x="5523309" y="2028690"/>
              <a:chExt cx="8982216" cy="1541433"/>
            </a:xfrm>
          </p:grpSpPr>
          <p:sp>
            <p:nvSpPr>
              <p:cNvPr id="44" name="íṧļîḋê"/>
              <p:cNvSpPr txBox="1"/>
              <p:nvPr/>
            </p:nvSpPr>
            <p:spPr>
              <a:xfrm>
                <a:off x="5523309" y="2028690"/>
                <a:ext cx="8982216" cy="417624"/>
              </a:xfrm>
              <a:prstGeom prst="rect">
                <a:avLst/>
              </a:prstGeom>
              <a:noFill/>
            </p:spPr>
            <p:txBody>
              <a:bodyPr wrap="square" lIns="91440" tIns="45720" rIns="91440" bIns="45720" rtlCol="0" anchor="b" anchorCtr="0">
                <a:no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r>
                  <a:rPr lang="zh-CN" altLang="en-US" sz="2400" dirty="0"/>
                  <a:t> 大部分现代</a:t>
                </a:r>
                <a:r>
                  <a:rPr lang="en-US" altLang="zh-CN" sz="2400" dirty="0"/>
                  <a:t>OS</a:t>
                </a:r>
                <a:r>
                  <a:rPr lang="zh-CN" altLang="en-US" sz="2400" dirty="0"/>
                  <a:t>采用可加载的内核模块来设计</a:t>
                </a:r>
                <a:endParaRPr lang="zh-CN" altLang="en-US" sz="2400" dirty="0"/>
              </a:p>
            </p:txBody>
          </p:sp>
          <p:sp>
            <p:nvSpPr>
              <p:cNvPr id="45" name="îṧ1ïḑe"/>
              <p:cNvSpPr/>
              <p:nvPr/>
            </p:nvSpPr>
            <p:spPr bwMode="auto">
              <a:xfrm>
                <a:off x="5582027" y="2459195"/>
                <a:ext cx="7960541" cy="11109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t" anchorCtr="0">
                <a:no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marL="171450" indent="-171450">
                  <a:lnSpc>
                    <a:spcPct val="132000"/>
                  </a:lnSpc>
                  <a:buFont typeface="Wingdings" panose="05000000000000000000" pitchFamily="2" charset="2"/>
                  <a:buChar char="Ø"/>
                </a:pPr>
                <a:r>
                  <a:rPr lang="zh-CN" altLang="en-US" sz="2000" dirty="0"/>
                  <a:t>内核有一组核心组件，提供核心服务</a:t>
                </a:r>
                <a:endParaRPr lang="zh-CN" altLang="en-US" sz="2000" dirty="0"/>
              </a:p>
              <a:p>
                <a:pPr marL="171450" indent="-171450">
                  <a:lnSpc>
                    <a:spcPct val="132000"/>
                  </a:lnSpc>
                  <a:buFont typeface="Wingdings" panose="05000000000000000000" pitchFamily="2" charset="2"/>
                  <a:buChar char="Ø"/>
                </a:pPr>
                <a:r>
                  <a:rPr lang="zh-CN" altLang="en-US" sz="2000" dirty="0"/>
                  <a:t>其他服务可在内核运行时动态实现（动态链接）</a:t>
                </a:r>
                <a:endParaRPr lang="zh-CN" altLang="en-US" sz="2000" dirty="0"/>
              </a:p>
              <a:p>
                <a:pPr marL="171450" indent="-171450">
                  <a:lnSpc>
                    <a:spcPct val="132000"/>
                  </a:lnSpc>
                  <a:buFont typeface="Wingdings" panose="05000000000000000000" pitchFamily="2" charset="2"/>
                  <a:buChar char="Ø"/>
                </a:pPr>
                <a:r>
                  <a:rPr lang="zh-CN" altLang="en-US" sz="2000" dirty="0"/>
                  <a:t>每个组件在需要时被加载到内核</a:t>
                </a:r>
                <a:endParaRPr lang="zh-CN" altLang="en-US" sz="2000" dirty="0"/>
              </a:p>
              <a:p>
                <a:pPr marL="171450" indent="-171450">
                  <a:lnSpc>
                    <a:spcPct val="132000"/>
                  </a:lnSpc>
                  <a:buFont typeface="Wingdings" panose="05000000000000000000" pitchFamily="2" charset="2"/>
                  <a:buChar char="Ø"/>
                </a:pPr>
                <a:r>
                  <a:rPr lang="zh-CN" altLang="en-US" sz="2000" dirty="0"/>
                  <a:t>例子：</a:t>
                </a:r>
                <a:r>
                  <a:rPr lang="en-US" altLang="zh-CN" sz="2000" dirty="0"/>
                  <a:t>Linux</a:t>
                </a:r>
                <a:r>
                  <a:rPr lang="zh-CN" altLang="en-US" sz="2000" dirty="0"/>
                  <a:t>、</a:t>
                </a:r>
                <a:r>
                  <a:rPr lang="en-US" altLang="zh-CN" sz="2000" dirty="0"/>
                  <a:t>Mac OS X</a:t>
                </a:r>
                <a:r>
                  <a:rPr lang="zh-CN" altLang="en-US" sz="2000" dirty="0"/>
                  <a:t>、</a:t>
                </a:r>
                <a:r>
                  <a:rPr lang="en-US" altLang="zh-CN" sz="2000" dirty="0"/>
                  <a:t>Solaris</a:t>
                </a:r>
                <a:r>
                  <a:rPr lang="zh-CN" altLang="en-US" sz="2000" dirty="0"/>
                  <a:t>以及</a:t>
                </a:r>
                <a:r>
                  <a:rPr lang="en-US" altLang="zh-CN" sz="2000" dirty="0"/>
                  <a:t>Windows</a:t>
                </a:r>
                <a:endParaRPr lang="en-US" altLang="zh-CN" sz="2000" dirty="0"/>
              </a:p>
            </p:txBody>
          </p:sp>
        </p:grpSp>
      </p:grpSp>
      <p:cxnSp>
        <p:nvCxnSpPr>
          <p:cNvPr id="22" name="直接连接符 21"/>
          <p:cNvCxnSpPr/>
          <p:nvPr/>
        </p:nvCxnSpPr>
        <p:spPr>
          <a:xfrm>
            <a:off x="1841929" y="2157246"/>
            <a:ext cx="9761936" cy="0"/>
          </a:xfrm>
          <a:prstGeom prst="line">
            <a:avLst/>
          </a:prstGeom>
          <a:ln w="3175" cap="rnd">
            <a:solidFill>
              <a:schemeClr val="bg1">
                <a:lumMod val="75000"/>
              </a:schemeClr>
            </a:solidFill>
            <a:round/>
          </a:ln>
        </p:spPr>
        <p:style>
          <a:lnRef idx="1">
            <a:schemeClr val="accent1"/>
          </a:lnRef>
          <a:fillRef idx="0">
            <a:schemeClr val="accent1"/>
          </a:fillRef>
          <a:effectRef idx="0">
            <a:schemeClr val="accent1"/>
          </a:effectRef>
          <a:fontRef idx="minor">
            <a:schemeClr val="tx1"/>
          </a:fontRef>
        </p:style>
      </p:cxnSp>
      <p:cxnSp>
        <p:nvCxnSpPr>
          <p:cNvPr id="24" name="直接连接符 23"/>
          <p:cNvCxnSpPr/>
          <p:nvPr/>
        </p:nvCxnSpPr>
        <p:spPr>
          <a:xfrm>
            <a:off x="1841929" y="4083512"/>
            <a:ext cx="9761935" cy="0"/>
          </a:xfrm>
          <a:prstGeom prst="line">
            <a:avLst/>
          </a:prstGeom>
          <a:ln w="3175" cap="rnd">
            <a:solidFill>
              <a:schemeClr val="bg1">
                <a:lumMod val="75000"/>
              </a:schemeClr>
            </a:solidFill>
            <a:round/>
          </a:ln>
        </p:spPr>
        <p:style>
          <a:lnRef idx="1">
            <a:schemeClr val="accent1"/>
          </a:lnRef>
          <a:fillRef idx="0">
            <a:schemeClr val="accent1"/>
          </a:fillRef>
          <a:effectRef idx="0">
            <a:schemeClr val="accent1"/>
          </a:effectRef>
          <a:fontRef idx="minor">
            <a:schemeClr val="tx1"/>
          </a:fontRef>
        </p:style>
      </p:cxnSp>
    </p:spTree>
  </p:cSld>
  <p:clrMapOvr>
    <a:masterClrMapping/>
  </p:clrMapOvr>
  <p:transition/>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78668"/>
            <a:ext cx="7026275" cy="523220"/>
          </a:xfrm>
          <a:prstGeom prst="rect">
            <a:avLst/>
          </a:prstGeom>
        </p:spPr>
        <p:txBody>
          <a:bodyPr wrap="square">
            <a:spAutoFit/>
          </a:bodyPr>
          <a:lstStyle/>
          <a:p>
            <a:r>
              <a:rPr lang="en-US" altLang="zh-CN" sz="2800" b="1" dirty="0">
                <a:solidFill>
                  <a:srgbClr val="FF0000"/>
                </a:solidFill>
              </a:rPr>
              <a:t>Solaris </a:t>
            </a:r>
            <a:r>
              <a:rPr lang="zh-CN" altLang="en-US" sz="2800" b="1" dirty="0">
                <a:solidFill>
                  <a:srgbClr val="FF0000"/>
                </a:solidFill>
              </a:rPr>
              <a:t>模块</a:t>
            </a:r>
            <a:endParaRPr lang="zh-CN" altLang="en-US" sz="2800" b="1" dirty="0">
              <a:solidFill>
                <a:srgbClr val="FF0000"/>
              </a:solidFill>
            </a:endParaRPr>
          </a:p>
        </p:txBody>
      </p:sp>
      <p:pic>
        <p:nvPicPr>
          <p:cNvPr id="19" name="Picture 4"/>
          <p:cNvPicPr>
            <a:picLocks noChangeAspect="1" noChangeArrowheads="1"/>
          </p:cNvPicPr>
          <p:nvPr/>
        </p:nvPicPr>
        <p:blipFill>
          <a:blip r:embed="rId1">
            <a:extLst>
              <a:ext uri="{28A0092B-C50C-407E-A947-70E740481C1C}">
                <a14:useLocalDpi xmlns:a14="http://schemas.microsoft.com/office/drawing/2010/main" val="0"/>
              </a:ext>
            </a:extLst>
          </a:blip>
          <a:srcRect l="528" t="18747" r="351" b="19215"/>
          <a:stretch>
            <a:fillRect/>
          </a:stretch>
        </p:blipFill>
        <p:spPr bwMode="auto">
          <a:xfrm>
            <a:off x="1611468" y="1447755"/>
            <a:ext cx="8877933" cy="4167434"/>
          </a:xfrm>
          <a:prstGeom prst="rect">
            <a:avLst/>
          </a:prstGeom>
          <a:solidFill>
            <a:srgbClr val="FFFFFF">
              <a:shade val="85000"/>
            </a:srgbClr>
          </a:solidFill>
          <a:ln w="190500" cap="sq">
            <a:solidFill>
              <a:srgbClr val="FFFFFF"/>
            </a:solidFill>
            <a:miter lim="800000"/>
            <a:headEnd/>
            <a:tailEnd/>
          </a:ln>
          <a:effectLst>
            <a:outerShdw blurRad="65000" dist="50800" dir="12900000" kx="195000" ky="145000" algn="tl" rotWithShape="0">
              <a:srgbClr val="000000">
                <a:alpha val="30000"/>
              </a:srgbClr>
            </a:outerShdw>
          </a:effectLst>
          <a:scene3d>
            <a:camera prst="orthographicFront">
              <a:rot lat="0" lon="0" rev="360000"/>
            </a:camera>
            <a:lightRig rig="twoPt" dir="t">
              <a:rot lat="0" lon="0" rev="7200000"/>
            </a:lightRig>
          </a:scene3d>
          <a:sp3d contourW="12700">
            <a:bevelT w="25400" h="19050"/>
            <a:contourClr>
              <a:srgbClr val="969696"/>
            </a:contourClr>
          </a:sp3d>
        </p:spPr>
      </p:pic>
    </p:spTree>
  </p:cSld>
  <p:clrMapOvr>
    <a:masterClrMapping/>
  </p:clrMapOvr>
  <p:transition/>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78668"/>
            <a:ext cx="7026275" cy="523220"/>
          </a:xfrm>
          <a:prstGeom prst="rect">
            <a:avLst/>
          </a:prstGeom>
        </p:spPr>
        <p:txBody>
          <a:bodyPr wrap="square">
            <a:spAutoFit/>
          </a:bodyPr>
          <a:lstStyle/>
          <a:p>
            <a:r>
              <a:rPr lang="zh-CN" altLang="en-US" sz="2800" b="1" dirty="0">
                <a:solidFill>
                  <a:srgbClr val="FF0000"/>
                </a:solidFill>
              </a:rPr>
              <a:t>分层式结构</a:t>
            </a:r>
            <a:endParaRPr lang="zh-CN" altLang="en-US" sz="2800" b="1" dirty="0">
              <a:solidFill>
                <a:srgbClr val="FF0000"/>
              </a:solidFill>
            </a:endParaRPr>
          </a:p>
        </p:txBody>
      </p:sp>
      <p:sp>
        <p:nvSpPr>
          <p:cNvPr id="4" name="íšḻîḋè"/>
          <p:cNvSpPr/>
          <p:nvPr/>
        </p:nvSpPr>
        <p:spPr>
          <a:xfrm>
            <a:off x="2055936" y="3525448"/>
            <a:ext cx="7178215" cy="996054"/>
          </a:xfrm>
          <a:prstGeom prst="rect">
            <a:avLst/>
          </a:prstGeom>
          <a:noFill/>
          <a:ln>
            <a:noFill/>
          </a:ln>
        </p:spPr>
        <p:txBody>
          <a:bodyPr wrap="square" lIns="91440" tIns="45720" rIns="91440" bIns="45720" anchor="t" anchorCtr="0">
            <a:noAutofit/>
          </a:bodyPr>
          <a:lstStyle/>
          <a:p>
            <a:pPr marL="342900" indent="-342900">
              <a:lnSpc>
                <a:spcPct val="120000"/>
              </a:lnSpc>
              <a:buClr>
                <a:srgbClr val="FF0000"/>
              </a:buClr>
              <a:buFont typeface="Wingdings" panose="05000000000000000000" pitchFamily="2" charset="2"/>
              <a:buChar char="Ø"/>
            </a:pPr>
            <a:r>
              <a:rPr lang="zh-CN" altLang="en-US" sz="2200" dirty="0"/>
              <a:t>易保证系统的准确性。</a:t>
            </a:r>
            <a:endParaRPr lang="zh-CN" altLang="en-US" sz="2200" dirty="0"/>
          </a:p>
          <a:p>
            <a:pPr marL="342900" indent="-342900">
              <a:lnSpc>
                <a:spcPct val="120000"/>
              </a:lnSpc>
              <a:buClr>
                <a:srgbClr val="FF0000"/>
              </a:buClr>
              <a:buFont typeface="Wingdings" panose="05000000000000000000" pitchFamily="2" charset="2"/>
              <a:buChar char="Ø"/>
            </a:pPr>
            <a:r>
              <a:rPr lang="zh-CN" altLang="en-US" sz="2200" dirty="0"/>
              <a:t>可保证系统的易维护性和可扩充性。</a:t>
            </a:r>
            <a:endParaRPr lang="zh-CN" altLang="en-US" sz="2200" dirty="0"/>
          </a:p>
        </p:txBody>
      </p:sp>
      <p:sp>
        <p:nvSpPr>
          <p:cNvPr id="5" name="i$lîďê"/>
          <p:cNvSpPr/>
          <p:nvPr/>
        </p:nvSpPr>
        <p:spPr>
          <a:xfrm>
            <a:off x="2111572" y="2995279"/>
            <a:ext cx="3696051" cy="392877"/>
          </a:xfrm>
          <a:prstGeom prst="rect">
            <a:avLst/>
          </a:prstGeom>
          <a:noFill/>
          <a:ln>
            <a:noFill/>
          </a:ln>
        </p:spPr>
        <p:txBody>
          <a:bodyPr wrap="square" lIns="91440" tIns="45720" rIns="91440" bIns="45720" anchor="ctr" anchorCtr="0">
            <a:noAutofit/>
          </a:bodyPr>
          <a:lstStyle/>
          <a:p>
            <a:r>
              <a:rPr lang="zh-CN" altLang="en-US" sz="2400" dirty="0">
                <a:solidFill>
                  <a:srgbClr val="FF0000"/>
                </a:solidFill>
              </a:rPr>
              <a:t>优点：</a:t>
            </a:r>
            <a:endParaRPr lang="en-US" altLang="zh-CN" sz="2400" dirty="0">
              <a:solidFill>
                <a:srgbClr val="FF0000"/>
              </a:solidFill>
            </a:endParaRPr>
          </a:p>
        </p:txBody>
      </p:sp>
      <p:sp>
        <p:nvSpPr>
          <p:cNvPr id="6" name="î$ļíḋè"/>
          <p:cNvSpPr/>
          <p:nvPr/>
        </p:nvSpPr>
        <p:spPr>
          <a:xfrm>
            <a:off x="2111574" y="5109674"/>
            <a:ext cx="5459358" cy="523971"/>
          </a:xfrm>
          <a:prstGeom prst="rect">
            <a:avLst/>
          </a:prstGeom>
          <a:noFill/>
          <a:ln>
            <a:noFill/>
          </a:ln>
        </p:spPr>
        <p:txBody>
          <a:bodyPr wrap="square" lIns="91440" tIns="45720" rIns="91440" bIns="45720" anchor="t" anchorCtr="0">
            <a:noAutofit/>
          </a:bodyPr>
          <a:lstStyle/>
          <a:p>
            <a:pPr marL="342900" indent="-342900">
              <a:lnSpc>
                <a:spcPct val="120000"/>
              </a:lnSpc>
              <a:buClr>
                <a:srgbClr val="FF0000"/>
              </a:buClr>
              <a:buFont typeface="Wingdings" panose="05000000000000000000" pitchFamily="2" charset="2"/>
              <a:buChar char="Ø"/>
            </a:pPr>
            <a:r>
              <a:rPr lang="zh-CN" altLang="en-US" sz="2200" dirty="0"/>
              <a:t>系统效率低。</a:t>
            </a:r>
            <a:endParaRPr lang="zh-CN" altLang="en-US" sz="2200" dirty="0"/>
          </a:p>
        </p:txBody>
      </p:sp>
      <p:sp>
        <p:nvSpPr>
          <p:cNvPr id="7" name="ïṧḷïḋè"/>
          <p:cNvSpPr/>
          <p:nvPr/>
        </p:nvSpPr>
        <p:spPr>
          <a:xfrm>
            <a:off x="2111574" y="4596899"/>
            <a:ext cx="3696051" cy="415102"/>
          </a:xfrm>
          <a:prstGeom prst="rect">
            <a:avLst/>
          </a:prstGeom>
          <a:noFill/>
          <a:ln>
            <a:noFill/>
          </a:ln>
        </p:spPr>
        <p:txBody>
          <a:bodyPr wrap="square" lIns="91440" tIns="45720" rIns="91440" bIns="45720" anchor="ctr" anchorCtr="0">
            <a:noAutofit/>
          </a:bodyPr>
          <a:lstStyle/>
          <a:p>
            <a:r>
              <a:rPr lang="zh-CN" altLang="en-US" sz="2400" dirty="0">
                <a:solidFill>
                  <a:srgbClr val="FF0000"/>
                </a:solidFill>
              </a:rPr>
              <a:t>缺点：</a:t>
            </a:r>
            <a:endParaRPr lang="zh-CN" altLang="en-US" sz="2400" dirty="0">
              <a:solidFill>
                <a:srgbClr val="FF0000"/>
              </a:solidFill>
            </a:endParaRPr>
          </a:p>
        </p:txBody>
      </p:sp>
      <p:sp>
        <p:nvSpPr>
          <p:cNvPr id="8" name="îs1iďé"/>
          <p:cNvSpPr/>
          <p:nvPr/>
        </p:nvSpPr>
        <p:spPr>
          <a:xfrm>
            <a:off x="2130630" y="1804361"/>
            <a:ext cx="9711234" cy="1169374"/>
          </a:xfrm>
          <a:prstGeom prst="rect">
            <a:avLst/>
          </a:prstGeom>
          <a:noFill/>
          <a:ln>
            <a:noFill/>
          </a:ln>
        </p:spPr>
        <p:txBody>
          <a:bodyPr wrap="square" lIns="91440" tIns="45720" rIns="91440" bIns="45720" anchor="t" anchorCtr="0">
            <a:normAutofit/>
          </a:bodyPr>
          <a:lstStyle/>
          <a:p>
            <a:pPr marL="342900" indent="-342900">
              <a:lnSpc>
                <a:spcPct val="120000"/>
              </a:lnSpc>
              <a:spcBef>
                <a:spcPts val="800"/>
              </a:spcBef>
              <a:buClr>
                <a:srgbClr val="FF0000"/>
              </a:buClr>
              <a:buFont typeface="Wingdings" panose="05000000000000000000" pitchFamily="2" charset="2"/>
              <a:buChar char="Ø"/>
            </a:pPr>
            <a:r>
              <a:rPr lang="zh-CN" altLang="en-US" sz="2200" dirty="0"/>
              <a:t>高层仅依赖于紧邻它的底层。</a:t>
            </a:r>
            <a:endParaRPr lang="zh-CN" altLang="en-US" sz="2200" dirty="0"/>
          </a:p>
          <a:p>
            <a:pPr marL="342900" indent="-342900">
              <a:lnSpc>
                <a:spcPct val="120000"/>
              </a:lnSpc>
              <a:spcBef>
                <a:spcPts val="800"/>
              </a:spcBef>
              <a:buClr>
                <a:srgbClr val="FF0000"/>
              </a:buClr>
              <a:buFont typeface="Wingdings" panose="05000000000000000000" pitchFamily="2" charset="2"/>
              <a:buChar char="Ø"/>
            </a:pPr>
            <a:r>
              <a:rPr lang="zh-CN" altLang="en-US" sz="2200" dirty="0"/>
              <a:t>底层（</a:t>
            </a:r>
            <a:r>
              <a:rPr lang="en-US" altLang="zh-CN" sz="2200" dirty="0"/>
              <a:t>0</a:t>
            </a:r>
            <a:r>
              <a:rPr lang="zh-CN" altLang="en-US" sz="2200" dirty="0"/>
              <a:t>层）为硬件；最高层（ </a:t>
            </a:r>
            <a:r>
              <a:rPr lang="en-US" altLang="zh-CN" sz="2200" dirty="0"/>
              <a:t>N</a:t>
            </a:r>
            <a:r>
              <a:rPr lang="zh-CN" altLang="en-US" sz="2200" dirty="0"/>
              <a:t>层）为用户层。</a:t>
            </a:r>
            <a:endParaRPr lang="zh-CN" altLang="en-US" sz="2200" dirty="0"/>
          </a:p>
        </p:txBody>
      </p:sp>
      <p:sp>
        <p:nvSpPr>
          <p:cNvPr id="9" name="íšḻíḑê"/>
          <p:cNvSpPr/>
          <p:nvPr/>
        </p:nvSpPr>
        <p:spPr>
          <a:xfrm>
            <a:off x="2111573" y="1271404"/>
            <a:ext cx="7264247" cy="405747"/>
          </a:xfrm>
          <a:prstGeom prst="rect">
            <a:avLst/>
          </a:prstGeom>
          <a:noFill/>
          <a:ln>
            <a:noFill/>
          </a:ln>
        </p:spPr>
        <p:txBody>
          <a:bodyPr wrap="square" lIns="91440" tIns="45720" rIns="91440" bIns="45720" anchor="ctr" anchorCtr="0">
            <a:noAutofit/>
          </a:bodyPr>
          <a:lstStyle/>
          <a:p>
            <a:r>
              <a:rPr lang="zh-CN" altLang="en-US" sz="2400" dirty="0"/>
              <a:t>操作系统划分为若干层，在低层上构建高层。</a:t>
            </a:r>
            <a:endParaRPr lang="zh-CN" altLang="en-US" sz="2400" dirty="0"/>
          </a:p>
        </p:txBody>
      </p:sp>
      <p:sp>
        <p:nvSpPr>
          <p:cNvPr id="24" name="íšḻíḑê"/>
          <p:cNvSpPr/>
          <p:nvPr/>
        </p:nvSpPr>
        <p:spPr>
          <a:xfrm>
            <a:off x="2111573" y="5816070"/>
            <a:ext cx="7264247" cy="405747"/>
          </a:xfrm>
          <a:prstGeom prst="rect">
            <a:avLst/>
          </a:prstGeom>
          <a:noFill/>
          <a:ln>
            <a:noFill/>
          </a:ln>
        </p:spPr>
        <p:txBody>
          <a:bodyPr wrap="square" lIns="91440" tIns="45720" rIns="91440" bIns="45720" anchor="ctr" anchorCtr="0">
            <a:noAutofit/>
          </a:bodyPr>
          <a:lstStyle/>
          <a:p>
            <a:r>
              <a:rPr lang="zh-CN" altLang="en-US" sz="2400" dirty="0"/>
              <a:t>例子：</a:t>
            </a:r>
            <a:r>
              <a:rPr lang="en-US" altLang="zh-CN" sz="2400" dirty="0"/>
              <a:t>THE</a:t>
            </a:r>
            <a:r>
              <a:rPr lang="zh-CN" altLang="en-US" sz="2400" dirty="0"/>
              <a:t>、</a:t>
            </a:r>
            <a:r>
              <a:rPr lang="en-US" altLang="zh-CN" sz="2400" dirty="0" err="1"/>
              <a:t>Multics</a:t>
            </a:r>
            <a:endParaRPr lang="zh-CN" altLang="en-US" sz="2400" dirty="0"/>
          </a:p>
        </p:txBody>
      </p:sp>
      <p:sp>
        <p:nvSpPr>
          <p:cNvPr id="10" name="îSļiḓè"/>
          <p:cNvSpPr/>
          <p:nvPr/>
        </p:nvSpPr>
        <p:spPr>
          <a:xfrm>
            <a:off x="1428070" y="1257842"/>
            <a:ext cx="627867" cy="627867"/>
          </a:xfrm>
          <a:prstGeom prst="ellipse">
            <a:avLst/>
          </a:prstGeom>
          <a:solidFill>
            <a:srgbClr val="00005C"/>
          </a:solidFill>
          <a:ln>
            <a:solidFill>
              <a:srgbClr val="00005C"/>
            </a:solidFill>
          </a:ln>
          <a:effec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a:bodyPr>
          <a:lstStyle/>
          <a:p>
            <a:pPr algn="ctr"/>
          </a:p>
        </p:txBody>
      </p:sp>
      <p:sp>
        <p:nvSpPr>
          <p:cNvPr id="11" name="íṥḻîḓe"/>
          <p:cNvSpPr/>
          <p:nvPr/>
        </p:nvSpPr>
        <p:spPr>
          <a:xfrm>
            <a:off x="1428070" y="4514297"/>
            <a:ext cx="627867" cy="627867"/>
          </a:xfrm>
          <a:prstGeom prst="ellipse">
            <a:avLst/>
          </a:prstGeom>
          <a:solidFill>
            <a:srgbClr val="00005C"/>
          </a:solidFill>
          <a:ln>
            <a:solidFill>
              <a:srgbClr val="00005C"/>
            </a:solidFill>
          </a:ln>
          <a:effec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a:bodyPr>
          <a:lstStyle/>
          <a:p>
            <a:pPr algn="ctr"/>
          </a:p>
        </p:txBody>
      </p:sp>
      <p:sp>
        <p:nvSpPr>
          <p:cNvPr id="12" name="îşļiḓè"/>
          <p:cNvSpPr/>
          <p:nvPr/>
        </p:nvSpPr>
        <p:spPr>
          <a:xfrm>
            <a:off x="1428070" y="2894753"/>
            <a:ext cx="627867" cy="627867"/>
          </a:xfrm>
          <a:prstGeom prst="ellipse">
            <a:avLst/>
          </a:prstGeom>
          <a:solidFill>
            <a:srgbClr val="00005C"/>
          </a:solidFill>
          <a:ln>
            <a:solidFill>
              <a:srgbClr val="00005C"/>
            </a:solidFill>
          </a:ln>
          <a:effec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a:bodyPr>
          <a:lstStyle/>
          <a:p>
            <a:pPr algn="ctr"/>
          </a:p>
        </p:txBody>
      </p:sp>
      <p:sp>
        <p:nvSpPr>
          <p:cNvPr id="13" name="îṡḷíďe"/>
          <p:cNvSpPr/>
          <p:nvPr/>
        </p:nvSpPr>
        <p:spPr>
          <a:xfrm>
            <a:off x="1618325" y="1453980"/>
            <a:ext cx="261147" cy="247870"/>
          </a:xfrm>
          <a:custGeom>
            <a:avLst/>
            <a:gdLst/>
            <a:ahLst/>
            <a:cxnLst/>
            <a:rect l="0" t="0" r="0" b="0"/>
            <a:pathLst>
              <a:path w="120000" h="120000" extrusionOk="0">
                <a:moveTo>
                  <a:pt x="119800" y="63664"/>
                </a:moveTo>
                <a:lnTo>
                  <a:pt x="119800" y="63664"/>
                </a:lnTo>
                <a:cubicBezTo>
                  <a:pt x="119800" y="66596"/>
                  <a:pt x="118405" y="69528"/>
                  <a:pt x="114219" y="69528"/>
                </a:cubicBezTo>
                <a:cubicBezTo>
                  <a:pt x="112823" y="69528"/>
                  <a:pt x="111428" y="68062"/>
                  <a:pt x="111428" y="68062"/>
                </a:cubicBezTo>
                <a:lnTo>
                  <a:pt x="111428" y="68062"/>
                </a:lnTo>
                <a:cubicBezTo>
                  <a:pt x="60598" y="14869"/>
                  <a:pt x="60598" y="14869"/>
                  <a:pt x="60598" y="14869"/>
                </a:cubicBezTo>
                <a:lnTo>
                  <a:pt x="60598" y="14869"/>
                </a:lnTo>
                <a:lnTo>
                  <a:pt x="60598" y="14869"/>
                </a:lnTo>
                <a:lnTo>
                  <a:pt x="60598" y="14869"/>
                </a:lnTo>
                <a:cubicBezTo>
                  <a:pt x="9966" y="68062"/>
                  <a:pt x="9966" y="68062"/>
                  <a:pt x="9966" y="68062"/>
                </a:cubicBezTo>
                <a:lnTo>
                  <a:pt x="9966" y="68062"/>
                </a:lnTo>
                <a:cubicBezTo>
                  <a:pt x="8571" y="68062"/>
                  <a:pt x="7176" y="69528"/>
                  <a:pt x="5780" y="69528"/>
                </a:cubicBezTo>
                <a:cubicBezTo>
                  <a:pt x="2990" y="69528"/>
                  <a:pt x="0" y="66596"/>
                  <a:pt x="0" y="63664"/>
                </a:cubicBezTo>
                <a:cubicBezTo>
                  <a:pt x="0" y="62198"/>
                  <a:pt x="0" y="60523"/>
                  <a:pt x="1395" y="59057"/>
                </a:cubicBezTo>
                <a:cubicBezTo>
                  <a:pt x="56411" y="1465"/>
                  <a:pt x="56411" y="1465"/>
                  <a:pt x="56411" y="1465"/>
                </a:cubicBezTo>
                <a:cubicBezTo>
                  <a:pt x="57807" y="0"/>
                  <a:pt x="59202" y="0"/>
                  <a:pt x="60598" y="0"/>
                </a:cubicBezTo>
                <a:lnTo>
                  <a:pt x="60598" y="0"/>
                </a:lnTo>
                <a:lnTo>
                  <a:pt x="60598" y="0"/>
                </a:lnTo>
                <a:lnTo>
                  <a:pt x="60598" y="0"/>
                </a:lnTo>
                <a:lnTo>
                  <a:pt x="60598" y="0"/>
                </a:lnTo>
                <a:lnTo>
                  <a:pt x="60598" y="0"/>
                </a:lnTo>
                <a:lnTo>
                  <a:pt x="60598" y="0"/>
                </a:lnTo>
                <a:lnTo>
                  <a:pt x="60598" y="0"/>
                </a:lnTo>
                <a:cubicBezTo>
                  <a:pt x="61993" y="0"/>
                  <a:pt x="63388" y="1465"/>
                  <a:pt x="64784" y="1465"/>
                </a:cubicBezTo>
                <a:lnTo>
                  <a:pt x="64784" y="1465"/>
                </a:lnTo>
                <a:cubicBezTo>
                  <a:pt x="85913" y="25130"/>
                  <a:pt x="85913" y="25130"/>
                  <a:pt x="85913" y="25130"/>
                </a:cubicBezTo>
                <a:cubicBezTo>
                  <a:pt x="85913" y="19267"/>
                  <a:pt x="85913" y="19267"/>
                  <a:pt x="85913" y="19267"/>
                </a:cubicBezTo>
                <a:cubicBezTo>
                  <a:pt x="85913" y="16335"/>
                  <a:pt x="88903" y="13193"/>
                  <a:pt x="91694" y="13193"/>
                </a:cubicBezTo>
                <a:cubicBezTo>
                  <a:pt x="95880" y="13193"/>
                  <a:pt x="97275" y="16335"/>
                  <a:pt x="97275" y="19267"/>
                </a:cubicBezTo>
                <a:cubicBezTo>
                  <a:pt x="97275" y="36858"/>
                  <a:pt x="97275" y="36858"/>
                  <a:pt x="97275" y="36858"/>
                </a:cubicBezTo>
                <a:cubicBezTo>
                  <a:pt x="118405" y="59057"/>
                  <a:pt x="118405" y="59057"/>
                  <a:pt x="118405" y="59057"/>
                </a:cubicBezTo>
                <a:lnTo>
                  <a:pt x="118405" y="59057"/>
                </a:lnTo>
                <a:cubicBezTo>
                  <a:pt x="119800" y="60523"/>
                  <a:pt x="119800" y="62198"/>
                  <a:pt x="119800" y="63664"/>
                </a:cubicBezTo>
                <a:close/>
                <a:moveTo>
                  <a:pt x="108438" y="72460"/>
                </a:moveTo>
                <a:lnTo>
                  <a:pt x="108438" y="72460"/>
                </a:lnTo>
                <a:cubicBezTo>
                  <a:pt x="108438" y="90261"/>
                  <a:pt x="108438" y="90261"/>
                  <a:pt x="108438" y="90261"/>
                </a:cubicBezTo>
                <a:cubicBezTo>
                  <a:pt x="108438" y="99057"/>
                  <a:pt x="108438" y="99057"/>
                  <a:pt x="108438" y="99057"/>
                </a:cubicBezTo>
                <a:cubicBezTo>
                  <a:pt x="108438" y="113926"/>
                  <a:pt x="108438" y="113926"/>
                  <a:pt x="108438" y="113926"/>
                </a:cubicBezTo>
                <a:cubicBezTo>
                  <a:pt x="108438" y="118324"/>
                  <a:pt x="107043" y="119790"/>
                  <a:pt x="102857" y="119790"/>
                </a:cubicBezTo>
                <a:cubicBezTo>
                  <a:pt x="91694" y="119790"/>
                  <a:pt x="91694" y="119790"/>
                  <a:pt x="91694" y="119790"/>
                </a:cubicBezTo>
                <a:cubicBezTo>
                  <a:pt x="91694" y="72460"/>
                  <a:pt x="91694" y="72460"/>
                  <a:pt x="91694" y="72460"/>
                </a:cubicBezTo>
                <a:cubicBezTo>
                  <a:pt x="69169" y="72460"/>
                  <a:pt x="69169" y="72460"/>
                  <a:pt x="69169" y="72460"/>
                </a:cubicBezTo>
                <a:cubicBezTo>
                  <a:pt x="69169" y="119790"/>
                  <a:pt x="69169" y="119790"/>
                  <a:pt x="69169" y="119790"/>
                </a:cubicBezTo>
                <a:cubicBezTo>
                  <a:pt x="16943" y="119790"/>
                  <a:pt x="16943" y="119790"/>
                  <a:pt x="16943" y="119790"/>
                </a:cubicBezTo>
                <a:cubicBezTo>
                  <a:pt x="14152" y="119790"/>
                  <a:pt x="11362" y="118324"/>
                  <a:pt x="11362" y="113926"/>
                </a:cubicBezTo>
                <a:cubicBezTo>
                  <a:pt x="11362" y="99057"/>
                  <a:pt x="11362" y="99057"/>
                  <a:pt x="11362" y="99057"/>
                </a:cubicBezTo>
                <a:cubicBezTo>
                  <a:pt x="11362" y="90261"/>
                  <a:pt x="11362" y="90261"/>
                  <a:pt x="11362" y="90261"/>
                </a:cubicBezTo>
                <a:cubicBezTo>
                  <a:pt x="11362" y="72460"/>
                  <a:pt x="11362" y="72460"/>
                  <a:pt x="11362" y="72460"/>
                </a:cubicBezTo>
                <a:cubicBezTo>
                  <a:pt x="60598" y="22198"/>
                  <a:pt x="60598" y="22198"/>
                  <a:pt x="60598" y="22198"/>
                </a:cubicBezTo>
                <a:lnTo>
                  <a:pt x="108438" y="72460"/>
                </a:lnTo>
                <a:close/>
                <a:moveTo>
                  <a:pt x="50830" y="72460"/>
                </a:moveTo>
                <a:lnTo>
                  <a:pt x="50830" y="72460"/>
                </a:lnTo>
                <a:cubicBezTo>
                  <a:pt x="28305" y="72460"/>
                  <a:pt x="28305" y="72460"/>
                  <a:pt x="28305" y="72460"/>
                </a:cubicBezTo>
                <a:cubicBezTo>
                  <a:pt x="28305" y="96125"/>
                  <a:pt x="28305" y="96125"/>
                  <a:pt x="28305" y="96125"/>
                </a:cubicBezTo>
                <a:cubicBezTo>
                  <a:pt x="50830" y="96125"/>
                  <a:pt x="50830" y="96125"/>
                  <a:pt x="50830" y="96125"/>
                </a:cubicBezTo>
                <a:lnTo>
                  <a:pt x="50830" y="72460"/>
                </a:lnTo>
                <a:close/>
              </a:path>
            </a:pathLst>
          </a:custGeom>
          <a:solidFill>
            <a:schemeClr val="bg1"/>
          </a:solidFill>
          <a:ln>
            <a:noFill/>
          </a:ln>
          <a:effectLst/>
        </p:spPr>
        <p:txBody>
          <a:bodyPr wrap="square" lIns="91440" tIns="45720" rIns="91440" bIns="45720" anchor="ctr">
            <a:normAutofit fontScale="25000" lnSpcReduction="20000"/>
          </a:bodyPr>
          <a:lstStyle/>
          <a:p>
            <a:pPr algn="ctr"/>
          </a:p>
        </p:txBody>
      </p:sp>
      <p:sp>
        <p:nvSpPr>
          <p:cNvPr id="14" name="íSlíḋe"/>
          <p:cNvSpPr/>
          <p:nvPr/>
        </p:nvSpPr>
        <p:spPr>
          <a:xfrm>
            <a:off x="1618324" y="3116770"/>
            <a:ext cx="261148" cy="228804"/>
          </a:xfrm>
          <a:custGeom>
            <a:avLst/>
            <a:gdLst/>
            <a:ahLst/>
            <a:cxnLst/>
            <a:rect l="0" t="0" r="0" b="0"/>
            <a:pathLst>
              <a:path w="120000" h="120000" extrusionOk="0">
                <a:moveTo>
                  <a:pt x="117009" y="65310"/>
                </a:moveTo>
                <a:lnTo>
                  <a:pt x="117009" y="65310"/>
                </a:lnTo>
                <a:lnTo>
                  <a:pt x="117009" y="65310"/>
                </a:lnTo>
                <a:cubicBezTo>
                  <a:pt x="61993" y="91073"/>
                  <a:pt x="61993" y="91073"/>
                  <a:pt x="61993" y="91073"/>
                </a:cubicBezTo>
                <a:lnTo>
                  <a:pt x="61993" y="91073"/>
                </a:lnTo>
                <a:lnTo>
                  <a:pt x="61993" y="91073"/>
                </a:lnTo>
                <a:lnTo>
                  <a:pt x="61993" y="91073"/>
                </a:lnTo>
                <a:cubicBezTo>
                  <a:pt x="61993" y="92655"/>
                  <a:pt x="60598" y="92655"/>
                  <a:pt x="60598" y="92655"/>
                </a:cubicBezTo>
                <a:cubicBezTo>
                  <a:pt x="59202" y="92655"/>
                  <a:pt x="59202" y="92655"/>
                  <a:pt x="57807" y="91073"/>
                </a:cubicBezTo>
                <a:lnTo>
                  <a:pt x="57807" y="91073"/>
                </a:lnTo>
                <a:lnTo>
                  <a:pt x="57807" y="91073"/>
                </a:lnTo>
                <a:lnTo>
                  <a:pt x="57807" y="91073"/>
                </a:lnTo>
                <a:cubicBezTo>
                  <a:pt x="2990" y="65310"/>
                  <a:pt x="2990" y="65310"/>
                  <a:pt x="2990" y="65310"/>
                </a:cubicBezTo>
                <a:lnTo>
                  <a:pt x="2990" y="65310"/>
                </a:lnTo>
                <a:cubicBezTo>
                  <a:pt x="1395" y="65310"/>
                  <a:pt x="0" y="62146"/>
                  <a:pt x="0" y="60564"/>
                </a:cubicBezTo>
                <a:cubicBezTo>
                  <a:pt x="0" y="55819"/>
                  <a:pt x="2990" y="54237"/>
                  <a:pt x="5780" y="54237"/>
                </a:cubicBezTo>
                <a:cubicBezTo>
                  <a:pt x="7176" y="54237"/>
                  <a:pt x="7176" y="54237"/>
                  <a:pt x="8571" y="54237"/>
                </a:cubicBezTo>
                <a:lnTo>
                  <a:pt x="8571" y="54237"/>
                </a:lnTo>
                <a:lnTo>
                  <a:pt x="8571" y="54237"/>
                </a:lnTo>
                <a:lnTo>
                  <a:pt x="8571" y="54237"/>
                </a:lnTo>
                <a:cubicBezTo>
                  <a:pt x="60598" y="78192"/>
                  <a:pt x="60598" y="78192"/>
                  <a:pt x="60598" y="78192"/>
                </a:cubicBezTo>
                <a:cubicBezTo>
                  <a:pt x="112823" y="54237"/>
                  <a:pt x="112823" y="54237"/>
                  <a:pt x="112823" y="54237"/>
                </a:cubicBezTo>
                <a:lnTo>
                  <a:pt x="112823" y="54237"/>
                </a:lnTo>
                <a:lnTo>
                  <a:pt x="112823" y="54237"/>
                </a:lnTo>
                <a:lnTo>
                  <a:pt x="112823" y="54237"/>
                </a:lnTo>
                <a:lnTo>
                  <a:pt x="114219" y="54237"/>
                </a:lnTo>
                <a:cubicBezTo>
                  <a:pt x="118405" y="54237"/>
                  <a:pt x="119800" y="55819"/>
                  <a:pt x="119800" y="60564"/>
                </a:cubicBezTo>
                <a:cubicBezTo>
                  <a:pt x="119800" y="62146"/>
                  <a:pt x="118405" y="65310"/>
                  <a:pt x="117009" y="65310"/>
                </a:cubicBezTo>
                <a:close/>
                <a:moveTo>
                  <a:pt x="117009" y="38192"/>
                </a:moveTo>
                <a:lnTo>
                  <a:pt x="117009" y="38192"/>
                </a:lnTo>
                <a:lnTo>
                  <a:pt x="117009" y="38192"/>
                </a:lnTo>
                <a:cubicBezTo>
                  <a:pt x="61993" y="63728"/>
                  <a:pt x="61993" y="63728"/>
                  <a:pt x="61993" y="63728"/>
                </a:cubicBezTo>
                <a:lnTo>
                  <a:pt x="61993" y="63728"/>
                </a:lnTo>
                <a:lnTo>
                  <a:pt x="61993" y="63728"/>
                </a:lnTo>
                <a:lnTo>
                  <a:pt x="61993" y="63728"/>
                </a:lnTo>
                <a:lnTo>
                  <a:pt x="60598" y="63728"/>
                </a:lnTo>
                <a:cubicBezTo>
                  <a:pt x="59202" y="63728"/>
                  <a:pt x="59202" y="63728"/>
                  <a:pt x="57807" y="63728"/>
                </a:cubicBezTo>
                <a:lnTo>
                  <a:pt x="57807" y="63728"/>
                </a:lnTo>
                <a:lnTo>
                  <a:pt x="57807" y="63728"/>
                </a:lnTo>
                <a:lnTo>
                  <a:pt x="57807" y="63728"/>
                </a:lnTo>
                <a:cubicBezTo>
                  <a:pt x="2990" y="38192"/>
                  <a:pt x="2990" y="38192"/>
                  <a:pt x="2990" y="38192"/>
                </a:cubicBezTo>
                <a:lnTo>
                  <a:pt x="2990" y="38192"/>
                </a:lnTo>
                <a:cubicBezTo>
                  <a:pt x="1395" y="36610"/>
                  <a:pt x="0" y="35028"/>
                  <a:pt x="0" y="31864"/>
                </a:cubicBezTo>
                <a:cubicBezTo>
                  <a:pt x="0" y="30282"/>
                  <a:pt x="1395" y="27118"/>
                  <a:pt x="2990" y="27118"/>
                </a:cubicBezTo>
                <a:lnTo>
                  <a:pt x="2990" y="27118"/>
                </a:lnTo>
                <a:cubicBezTo>
                  <a:pt x="57807" y="1581"/>
                  <a:pt x="57807" y="1581"/>
                  <a:pt x="57807" y="1581"/>
                </a:cubicBezTo>
                <a:lnTo>
                  <a:pt x="57807" y="1581"/>
                </a:lnTo>
                <a:lnTo>
                  <a:pt x="57807" y="1581"/>
                </a:lnTo>
                <a:lnTo>
                  <a:pt x="57807" y="1581"/>
                </a:lnTo>
                <a:cubicBezTo>
                  <a:pt x="59202" y="0"/>
                  <a:pt x="59202" y="0"/>
                  <a:pt x="60598" y="0"/>
                </a:cubicBezTo>
                <a:cubicBezTo>
                  <a:pt x="60598" y="0"/>
                  <a:pt x="61993" y="0"/>
                  <a:pt x="61993" y="1581"/>
                </a:cubicBezTo>
                <a:lnTo>
                  <a:pt x="61993" y="1581"/>
                </a:lnTo>
                <a:lnTo>
                  <a:pt x="61993" y="1581"/>
                </a:lnTo>
                <a:lnTo>
                  <a:pt x="61993" y="1581"/>
                </a:lnTo>
                <a:cubicBezTo>
                  <a:pt x="117009" y="27118"/>
                  <a:pt x="117009" y="27118"/>
                  <a:pt x="117009" y="27118"/>
                </a:cubicBezTo>
                <a:lnTo>
                  <a:pt x="117009" y="27118"/>
                </a:lnTo>
                <a:cubicBezTo>
                  <a:pt x="118405" y="27118"/>
                  <a:pt x="119800" y="30282"/>
                  <a:pt x="119800" y="31864"/>
                </a:cubicBezTo>
                <a:cubicBezTo>
                  <a:pt x="119800" y="35028"/>
                  <a:pt x="118405" y="36610"/>
                  <a:pt x="117009" y="38192"/>
                </a:cubicBezTo>
                <a:close/>
                <a:moveTo>
                  <a:pt x="5780" y="81355"/>
                </a:moveTo>
                <a:lnTo>
                  <a:pt x="5780" y="81355"/>
                </a:lnTo>
                <a:cubicBezTo>
                  <a:pt x="7176" y="81355"/>
                  <a:pt x="7176" y="81355"/>
                  <a:pt x="8571" y="81355"/>
                </a:cubicBezTo>
                <a:lnTo>
                  <a:pt x="8571" y="81355"/>
                </a:lnTo>
                <a:lnTo>
                  <a:pt x="8571" y="81355"/>
                </a:lnTo>
                <a:lnTo>
                  <a:pt x="8571" y="81355"/>
                </a:lnTo>
                <a:cubicBezTo>
                  <a:pt x="60598" y="106892"/>
                  <a:pt x="60598" y="106892"/>
                  <a:pt x="60598" y="106892"/>
                </a:cubicBezTo>
                <a:cubicBezTo>
                  <a:pt x="112823" y="81355"/>
                  <a:pt x="112823" y="81355"/>
                  <a:pt x="112823" y="81355"/>
                </a:cubicBezTo>
                <a:lnTo>
                  <a:pt x="112823" y="81355"/>
                </a:lnTo>
                <a:lnTo>
                  <a:pt x="112823" y="81355"/>
                </a:lnTo>
                <a:lnTo>
                  <a:pt x="112823" y="81355"/>
                </a:lnTo>
                <a:lnTo>
                  <a:pt x="114219" y="81355"/>
                </a:lnTo>
                <a:cubicBezTo>
                  <a:pt x="118405" y="81355"/>
                  <a:pt x="119800" y="84519"/>
                  <a:pt x="119800" y="87683"/>
                </a:cubicBezTo>
                <a:cubicBezTo>
                  <a:pt x="119800" y="91073"/>
                  <a:pt x="118405" y="92655"/>
                  <a:pt x="117009" y="94237"/>
                </a:cubicBezTo>
                <a:lnTo>
                  <a:pt x="117009" y="94237"/>
                </a:lnTo>
                <a:cubicBezTo>
                  <a:pt x="61993" y="119774"/>
                  <a:pt x="61993" y="119774"/>
                  <a:pt x="61993" y="119774"/>
                </a:cubicBezTo>
                <a:lnTo>
                  <a:pt x="61993" y="119774"/>
                </a:lnTo>
                <a:lnTo>
                  <a:pt x="61993" y="119774"/>
                </a:lnTo>
                <a:lnTo>
                  <a:pt x="61993" y="119774"/>
                </a:lnTo>
                <a:lnTo>
                  <a:pt x="60598" y="119774"/>
                </a:lnTo>
                <a:cubicBezTo>
                  <a:pt x="59202" y="119774"/>
                  <a:pt x="59202" y="119774"/>
                  <a:pt x="57807" y="119774"/>
                </a:cubicBezTo>
                <a:lnTo>
                  <a:pt x="57807" y="119774"/>
                </a:lnTo>
                <a:lnTo>
                  <a:pt x="57807" y="119774"/>
                </a:lnTo>
                <a:lnTo>
                  <a:pt x="57807" y="119774"/>
                </a:lnTo>
                <a:cubicBezTo>
                  <a:pt x="2990" y="94237"/>
                  <a:pt x="2990" y="94237"/>
                  <a:pt x="2990" y="94237"/>
                </a:cubicBezTo>
                <a:lnTo>
                  <a:pt x="2990" y="94237"/>
                </a:lnTo>
                <a:cubicBezTo>
                  <a:pt x="1395" y="92655"/>
                  <a:pt x="0" y="91073"/>
                  <a:pt x="0" y="87683"/>
                </a:cubicBezTo>
                <a:cubicBezTo>
                  <a:pt x="0" y="84519"/>
                  <a:pt x="2990" y="81355"/>
                  <a:pt x="5780" y="81355"/>
                </a:cubicBezTo>
                <a:close/>
              </a:path>
            </a:pathLst>
          </a:custGeom>
          <a:solidFill>
            <a:schemeClr val="bg1"/>
          </a:solidFill>
          <a:ln>
            <a:noFill/>
          </a:ln>
          <a:effectLst/>
        </p:spPr>
        <p:txBody>
          <a:bodyPr wrap="square" lIns="91440" tIns="45720" rIns="91440" bIns="45720" anchor="ctr">
            <a:normAutofit fontScale="25000" lnSpcReduction="20000"/>
          </a:bodyPr>
          <a:lstStyle/>
          <a:p>
            <a:pPr algn="ctr"/>
          </a:p>
        </p:txBody>
      </p:sp>
      <p:sp>
        <p:nvSpPr>
          <p:cNvPr id="15" name="ïśḷïḓe"/>
          <p:cNvSpPr/>
          <p:nvPr/>
        </p:nvSpPr>
        <p:spPr>
          <a:xfrm>
            <a:off x="1647263" y="4703757"/>
            <a:ext cx="211585" cy="259306"/>
          </a:xfrm>
          <a:custGeom>
            <a:avLst/>
            <a:gdLst/>
            <a:ahLst/>
            <a:cxnLst/>
            <a:rect l="0" t="0" r="0" b="0"/>
            <a:pathLst>
              <a:path w="120000" h="120000" extrusionOk="0">
                <a:moveTo>
                  <a:pt x="112868" y="119800"/>
                </a:moveTo>
                <a:lnTo>
                  <a:pt x="112868" y="119800"/>
                </a:lnTo>
                <a:cubicBezTo>
                  <a:pt x="6885" y="119800"/>
                  <a:pt x="6885" y="119800"/>
                  <a:pt x="6885" y="119800"/>
                </a:cubicBezTo>
                <a:cubicBezTo>
                  <a:pt x="1721" y="119800"/>
                  <a:pt x="0" y="117004"/>
                  <a:pt x="0" y="114209"/>
                </a:cubicBezTo>
                <a:cubicBezTo>
                  <a:pt x="0" y="64891"/>
                  <a:pt x="0" y="64891"/>
                  <a:pt x="0" y="64891"/>
                </a:cubicBezTo>
                <a:cubicBezTo>
                  <a:pt x="0" y="62096"/>
                  <a:pt x="1721" y="59101"/>
                  <a:pt x="6885" y="59101"/>
                </a:cubicBezTo>
                <a:cubicBezTo>
                  <a:pt x="17213" y="59101"/>
                  <a:pt x="17213" y="59101"/>
                  <a:pt x="17213" y="59101"/>
                </a:cubicBezTo>
                <a:cubicBezTo>
                  <a:pt x="17213" y="33743"/>
                  <a:pt x="17213" y="33743"/>
                  <a:pt x="17213" y="33743"/>
                </a:cubicBezTo>
                <a:cubicBezTo>
                  <a:pt x="17213" y="13976"/>
                  <a:pt x="36393" y="0"/>
                  <a:pt x="59016" y="0"/>
                </a:cubicBezTo>
                <a:cubicBezTo>
                  <a:pt x="83360" y="0"/>
                  <a:pt x="100573" y="13976"/>
                  <a:pt x="100573" y="33743"/>
                </a:cubicBezTo>
                <a:cubicBezTo>
                  <a:pt x="100573" y="36539"/>
                  <a:pt x="98852" y="39534"/>
                  <a:pt x="93688" y="39534"/>
                </a:cubicBezTo>
                <a:cubicBezTo>
                  <a:pt x="90245" y="39534"/>
                  <a:pt x="86803" y="36539"/>
                  <a:pt x="86803" y="33743"/>
                </a:cubicBezTo>
                <a:cubicBezTo>
                  <a:pt x="86803" y="21164"/>
                  <a:pt x="74754" y="11181"/>
                  <a:pt x="59016" y="11181"/>
                </a:cubicBezTo>
                <a:cubicBezTo>
                  <a:pt x="43278" y="11181"/>
                  <a:pt x="31229" y="21164"/>
                  <a:pt x="31229" y="33743"/>
                </a:cubicBezTo>
                <a:cubicBezTo>
                  <a:pt x="31229" y="59101"/>
                  <a:pt x="31229" y="59101"/>
                  <a:pt x="31229" y="59101"/>
                </a:cubicBezTo>
                <a:cubicBezTo>
                  <a:pt x="86803" y="59101"/>
                  <a:pt x="86803" y="59101"/>
                  <a:pt x="86803" y="59101"/>
                </a:cubicBezTo>
                <a:cubicBezTo>
                  <a:pt x="100573" y="59101"/>
                  <a:pt x="100573" y="59101"/>
                  <a:pt x="100573" y="59101"/>
                </a:cubicBezTo>
                <a:cubicBezTo>
                  <a:pt x="112868" y="59101"/>
                  <a:pt x="112868" y="59101"/>
                  <a:pt x="112868" y="59101"/>
                </a:cubicBezTo>
                <a:cubicBezTo>
                  <a:pt x="116311" y="59101"/>
                  <a:pt x="119754" y="62096"/>
                  <a:pt x="119754" y="64891"/>
                </a:cubicBezTo>
                <a:cubicBezTo>
                  <a:pt x="119754" y="114209"/>
                  <a:pt x="119754" y="114209"/>
                  <a:pt x="119754" y="114209"/>
                </a:cubicBezTo>
                <a:cubicBezTo>
                  <a:pt x="119754" y="117004"/>
                  <a:pt x="116311" y="119800"/>
                  <a:pt x="112868" y="119800"/>
                </a:cubicBezTo>
                <a:close/>
                <a:moveTo>
                  <a:pt x="59016" y="70482"/>
                </a:moveTo>
                <a:lnTo>
                  <a:pt x="59016" y="70482"/>
                </a:lnTo>
                <a:cubicBezTo>
                  <a:pt x="52131" y="70482"/>
                  <a:pt x="45000" y="76073"/>
                  <a:pt x="45000" y="81863"/>
                </a:cubicBezTo>
                <a:cubicBezTo>
                  <a:pt x="45000" y="86056"/>
                  <a:pt x="48688" y="90249"/>
                  <a:pt x="52131" y="91647"/>
                </a:cubicBezTo>
                <a:cubicBezTo>
                  <a:pt x="52131" y="103028"/>
                  <a:pt x="52131" y="103028"/>
                  <a:pt x="52131" y="103028"/>
                </a:cubicBezTo>
                <a:cubicBezTo>
                  <a:pt x="52131" y="105823"/>
                  <a:pt x="55573" y="108618"/>
                  <a:pt x="59016" y="108618"/>
                </a:cubicBezTo>
                <a:cubicBezTo>
                  <a:pt x="64180" y="108618"/>
                  <a:pt x="65901" y="105823"/>
                  <a:pt x="65901" y="103028"/>
                </a:cubicBezTo>
                <a:cubicBezTo>
                  <a:pt x="65901" y="91647"/>
                  <a:pt x="65901" y="91647"/>
                  <a:pt x="65901" y="91647"/>
                </a:cubicBezTo>
                <a:cubicBezTo>
                  <a:pt x="71065" y="90249"/>
                  <a:pt x="72786" y="86056"/>
                  <a:pt x="72786" y="81863"/>
                </a:cubicBezTo>
                <a:cubicBezTo>
                  <a:pt x="72786" y="76073"/>
                  <a:pt x="67622" y="70482"/>
                  <a:pt x="59016" y="70482"/>
                </a:cubicBezTo>
                <a:close/>
              </a:path>
            </a:pathLst>
          </a:custGeom>
          <a:solidFill>
            <a:schemeClr val="bg1"/>
          </a:solidFill>
          <a:ln>
            <a:noFill/>
          </a:ln>
          <a:effectLst/>
        </p:spPr>
        <p:txBody>
          <a:bodyPr wrap="square" lIns="91440" tIns="45720" rIns="91440" bIns="45720" anchor="ctr">
            <a:normAutofit fontScale="25000" lnSpcReduction="20000"/>
          </a:bodyPr>
          <a:lstStyle/>
          <a:p>
            <a:pPr algn="ctr"/>
          </a:p>
        </p:txBody>
      </p:sp>
      <p:sp>
        <p:nvSpPr>
          <p:cNvPr id="25" name="îSļiḓè"/>
          <p:cNvSpPr/>
          <p:nvPr/>
        </p:nvSpPr>
        <p:spPr>
          <a:xfrm>
            <a:off x="1428070" y="5699476"/>
            <a:ext cx="627867" cy="627867"/>
          </a:xfrm>
          <a:prstGeom prst="ellipse">
            <a:avLst/>
          </a:prstGeom>
          <a:solidFill>
            <a:srgbClr val="00005C"/>
          </a:solidFill>
          <a:ln>
            <a:solidFill>
              <a:srgbClr val="00005C"/>
            </a:solidFill>
          </a:ln>
          <a:effec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a:bodyPr>
          <a:lstStyle/>
          <a:p>
            <a:pPr algn="ctr"/>
          </a:p>
        </p:txBody>
      </p:sp>
      <p:sp>
        <p:nvSpPr>
          <p:cNvPr id="26" name="îṡḷíďe"/>
          <p:cNvSpPr/>
          <p:nvPr/>
        </p:nvSpPr>
        <p:spPr>
          <a:xfrm>
            <a:off x="1618325" y="5895614"/>
            <a:ext cx="261147" cy="247870"/>
          </a:xfrm>
          <a:custGeom>
            <a:avLst/>
            <a:gdLst/>
            <a:ahLst/>
            <a:cxnLst/>
            <a:rect l="0" t="0" r="0" b="0"/>
            <a:pathLst>
              <a:path w="120000" h="120000" extrusionOk="0">
                <a:moveTo>
                  <a:pt x="119800" y="63664"/>
                </a:moveTo>
                <a:lnTo>
                  <a:pt x="119800" y="63664"/>
                </a:lnTo>
                <a:cubicBezTo>
                  <a:pt x="119800" y="66596"/>
                  <a:pt x="118405" y="69528"/>
                  <a:pt x="114219" y="69528"/>
                </a:cubicBezTo>
                <a:cubicBezTo>
                  <a:pt x="112823" y="69528"/>
                  <a:pt x="111428" y="68062"/>
                  <a:pt x="111428" y="68062"/>
                </a:cubicBezTo>
                <a:lnTo>
                  <a:pt x="111428" y="68062"/>
                </a:lnTo>
                <a:cubicBezTo>
                  <a:pt x="60598" y="14869"/>
                  <a:pt x="60598" y="14869"/>
                  <a:pt x="60598" y="14869"/>
                </a:cubicBezTo>
                <a:lnTo>
                  <a:pt x="60598" y="14869"/>
                </a:lnTo>
                <a:lnTo>
                  <a:pt x="60598" y="14869"/>
                </a:lnTo>
                <a:lnTo>
                  <a:pt x="60598" y="14869"/>
                </a:lnTo>
                <a:cubicBezTo>
                  <a:pt x="9966" y="68062"/>
                  <a:pt x="9966" y="68062"/>
                  <a:pt x="9966" y="68062"/>
                </a:cubicBezTo>
                <a:lnTo>
                  <a:pt x="9966" y="68062"/>
                </a:lnTo>
                <a:cubicBezTo>
                  <a:pt x="8571" y="68062"/>
                  <a:pt x="7176" y="69528"/>
                  <a:pt x="5780" y="69528"/>
                </a:cubicBezTo>
                <a:cubicBezTo>
                  <a:pt x="2990" y="69528"/>
                  <a:pt x="0" y="66596"/>
                  <a:pt x="0" y="63664"/>
                </a:cubicBezTo>
                <a:cubicBezTo>
                  <a:pt x="0" y="62198"/>
                  <a:pt x="0" y="60523"/>
                  <a:pt x="1395" y="59057"/>
                </a:cubicBezTo>
                <a:cubicBezTo>
                  <a:pt x="56411" y="1465"/>
                  <a:pt x="56411" y="1465"/>
                  <a:pt x="56411" y="1465"/>
                </a:cubicBezTo>
                <a:cubicBezTo>
                  <a:pt x="57807" y="0"/>
                  <a:pt x="59202" y="0"/>
                  <a:pt x="60598" y="0"/>
                </a:cubicBezTo>
                <a:lnTo>
                  <a:pt x="60598" y="0"/>
                </a:lnTo>
                <a:lnTo>
                  <a:pt x="60598" y="0"/>
                </a:lnTo>
                <a:lnTo>
                  <a:pt x="60598" y="0"/>
                </a:lnTo>
                <a:lnTo>
                  <a:pt x="60598" y="0"/>
                </a:lnTo>
                <a:lnTo>
                  <a:pt x="60598" y="0"/>
                </a:lnTo>
                <a:lnTo>
                  <a:pt x="60598" y="0"/>
                </a:lnTo>
                <a:lnTo>
                  <a:pt x="60598" y="0"/>
                </a:lnTo>
                <a:cubicBezTo>
                  <a:pt x="61993" y="0"/>
                  <a:pt x="63388" y="1465"/>
                  <a:pt x="64784" y="1465"/>
                </a:cubicBezTo>
                <a:lnTo>
                  <a:pt x="64784" y="1465"/>
                </a:lnTo>
                <a:cubicBezTo>
                  <a:pt x="85913" y="25130"/>
                  <a:pt x="85913" y="25130"/>
                  <a:pt x="85913" y="25130"/>
                </a:cubicBezTo>
                <a:cubicBezTo>
                  <a:pt x="85913" y="19267"/>
                  <a:pt x="85913" y="19267"/>
                  <a:pt x="85913" y="19267"/>
                </a:cubicBezTo>
                <a:cubicBezTo>
                  <a:pt x="85913" y="16335"/>
                  <a:pt x="88903" y="13193"/>
                  <a:pt x="91694" y="13193"/>
                </a:cubicBezTo>
                <a:cubicBezTo>
                  <a:pt x="95880" y="13193"/>
                  <a:pt x="97275" y="16335"/>
                  <a:pt x="97275" y="19267"/>
                </a:cubicBezTo>
                <a:cubicBezTo>
                  <a:pt x="97275" y="36858"/>
                  <a:pt x="97275" y="36858"/>
                  <a:pt x="97275" y="36858"/>
                </a:cubicBezTo>
                <a:cubicBezTo>
                  <a:pt x="118405" y="59057"/>
                  <a:pt x="118405" y="59057"/>
                  <a:pt x="118405" y="59057"/>
                </a:cubicBezTo>
                <a:lnTo>
                  <a:pt x="118405" y="59057"/>
                </a:lnTo>
                <a:cubicBezTo>
                  <a:pt x="119800" y="60523"/>
                  <a:pt x="119800" y="62198"/>
                  <a:pt x="119800" y="63664"/>
                </a:cubicBezTo>
                <a:close/>
                <a:moveTo>
                  <a:pt x="108438" y="72460"/>
                </a:moveTo>
                <a:lnTo>
                  <a:pt x="108438" y="72460"/>
                </a:lnTo>
                <a:cubicBezTo>
                  <a:pt x="108438" y="90261"/>
                  <a:pt x="108438" y="90261"/>
                  <a:pt x="108438" y="90261"/>
                </a:cubicBezTo>
                <a:cubicBezTo>
                  <a:pt x="108438" y="99057"/>
                  <a:pt x="108438" y="99057"/>
                  <a:pt x="108438" y="99057"/>
                </a:cubicBezTo>
                <a:cubicBezTo>
                  <a:pt x="108438" y="113926"/>
                  <a:pt x="108438" y="113926"/>
                  <a:pt x="108438" y="113926"/>
                </a:cubicBezTo>
                <a:cubicBezTo>
                  <a:pt x="108438" y="118324"/>
                  <a:pt x="107043" y="119790"/>
                  <a:pt x="102857" y="119790"/>
                </a:cubicBezTo>
                <a:cubicBezTo>
                  <a:pt x="91694" y="119790"/>
                  <a:pt x="91694" y="119790"/>
                  <a:pt x="91694" y="119790"/>
                </a:cubicBezTo>
                <a:cubicBezTo>
                  <a:pt x="91694" y="72460"/>
                  <a:pt x="91694" y="72460"/>
                  <a:pt x="91694" y="72460"/>
                </a:cubicBezTo>
                <a:cubicBezTo>
                  <a:pt x="69169" y="72460"/>
                  <a:pt x="69169" y="72460"/>
                  <a:pt x="69169" y="72460"/>
                </a:cubicBezTo>
                <a:cubicBezTo>
                  <a:pt x="69169" y="119790"/>
                  <a:pt x="69169" y="119790"/>
                  <a:pt x="69169" y="119790"/>
                </a:cubicBezTo>
                <a:cubicBezTo>
                  <a:pt x="16943" y="119790"/>
                  <a:pt x="16943" y="119790"/>
                  <a:pt x="16943" y="119790"/>
                </a:cubicBezTo>
                <a:cubicBezTo>
                  <a:pt x="14152" y="119790"/>
                  <a:pt x="11362" y="118324"/>
                  <a:pt x="11362" y="113926"/>
                </a:cubicBezTo>
                <a:cubicBezTo>
                  <a:pt x="11362" y="99057"/>
                  <a:pt x="11362" y="99057"/>
                  <a:pt x="11362" y="99057"/>
                </a:cubicBezTo>
                <a:cubicBezTo>
                  <a:pt x="11362" y="90261"/>
                  <a:pt x="11362" y="90261"/>
                  <a:pt x="11362" y="90261"/>
                </a:cubicBezTo>
                <a:cubicBezTo>
                  <a:pt x="11362" y="72460"/>
                  <a:pt x="11362" y="72460"/>
                  <a:pt x="11362" y="72460"/>
                </a:cubicBezTo>
                <a:cubicBezTo>
                  <a:pt x="60598" y="22198"/>
                  <a:pt x="60598" y="22198"/>
                  <a:pt x="60598" y="22198"/>
                </a:cubicBezTo>
                <a:lnTo>
                  <a:pt x="108438" y="72460"/>
                </a:lnTo>
                <a:close/>
                <a:moveTo>
                  <a:pt x="50830" y="72460"/>
                </a:moveTo>
                <a:lnTo>
                  <a:pt x="50830" y="72460"/>
                </a:lnTo>
                <a:cubicBezTo>
                  <a:pt x="28305" y="72460"/>
                  <a:pt x="28305" y="72460"/>
                  <a:pt x="28305" y="72460"/>
                </a:cubicBezTo>
                <a:cubicBezTo>
                  <a:pt x="28305" y="96125"/>
                  <a:pt x="28305" y="96125"/>
                  <a:pt x="28305" y="96125"/>
                </a:cubicBezTo>
                <a:cubicBezTo>
                  <a:pt x="50830" y="96125"/>
                  <a:pt x="50830" y="96125"/>
                  <a:pt x="50830" y="96125"/>
                </a:cubicBezTo>
                <a:lnTo>
                  <a:pt x="50830" y="72460"/>
                </a:lnTo>
                <a:close/>
              </a:path>
            </a:pathLst>
          </a:custGeom>
          <a:solidFill>
            <a:schemeClr val="bg1"/>
          </a:solidFill>
          <a:ln>
            <a:noFill/>
          </a:ln>
          <a:effectLst/>
        </p:spPr>
        <p:txBody>
          <a:bodyPr wrap="square" lIns="91440" tIns="45720" rIns="91440" bIns="45720" anchor="ctr">
            <a:normAutofit fontScale="25000" lnSpcReduction="20000"/>
          </a:bodyPr>
          <a:lstStyle/>
          <a:p>
            <a:pPr algn="ctr"/>
          </a:p>
        </p:txBody>
      </p:sp>
    </p:spTree>
  </p:cSld>
  <p:clrMapOvr>
    <a:masterClrMapping/>
  </p:clrMapOvr>
  <p:transition/>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78668"/>
            <a:ext cx="7026275" cy="523220"/>
          </a:xfrm>
          <a:prstGeom prst="rect">
            <a:avLst/>
          </a:prstGeom>
        </p:spPr>
        <p:txBody>
          <a:bodyPr wrap="square">
            <a:spAutoFit/>
          </a:bodyPr>
          <a:lstStyle/>
          <a:p>
            <a:r>
              <a:rPr lang="zh-CN" altLang="en-US" sz="2800" b="1" dirty="0">
                <a:solidFill>
                  <a:srgbClr val="FF0000"/>
                </a:solidFill>
              </a:rPr>
              <a:t>分层操作系统</a:t>
            </a:r>
            <a:endParaRPr lang="zh-CN" altLang="en-US" sz="2800" b="1" dirty="0">
              <a:solidFill>
                <a:srgbClr val="FF0000"/>
              </a:solidFill>
            </a:endParaRPr>
          </a:p>
        </p:txBody>
      </p:sp>
      <p:pic>
        <p:nvPicPr>
          <p:cNvPr id="19" name="Picture 3"/>
          <p:cNvPicPr>
            <a:picLocks noChangeAspect="1" noChangeArrowheads="1"/>
          </p:cNvPicPr>
          <p:nvPr/>
        </p:nvPicPr>
        <p:blipFill>
          <a:blip r:embed="rId1">
            <a:extLst>
              <a:ext uri="{28A0092B-C50C-407E-A947-70E740481C1C}">
                <a14:useLocalDpi xmlns:a14="http://schemas.microsoft.com/office/drawing/2010/main" val="0"/>
              </a:ext>
            </a:extLst>
          </a:blip>
          <a:srcRect l="13089" t="708" r="13089" b="708"/>
          <a:stretch>
            <a:fillRect/>
          </a:stretch>
        </p:blipFill>
        <p:spPr bwMode="auto">
          <a:xfrm>
            <a:off x="3747215" y="1135178"/>
            <a:ext cx="5087691" cy="5095309"/>
          </a:xfrm>
          <a:prstGeom prst="ellipse">
            <a:avLst/>
          </a:prstGeom>
          <a:ln>
            <a:noFill/>
          </a:ln>
          <a:effectLst>
            <a:softEdge rad="112500"/>
          </a:effectLst>
          <a:extLst>
            <a:ext uri="{909E8E84-426E-40DD-AFC4-6F175D3DCCD1}">
              <a14:hiddenFill xmlns:a14="http://schemas.microsoft.com/office/drawing/2010/main">
                <a:solidFill>
                  <a:srgbClr val="FFFFFF"/>
                </a:solidFill>
              </a14:hiddenFill>
            </a:ext>
          </a:extLst>
        </p:spPr>
      </p:pic>
    </p:spTree>
  </p:cSld>
  <p:clrMapOvr>
    <a:masterClrMapping/>
  </p:clrMapOvr>
  <p:transition/>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16" name="picture 216"/>
          <p:cNvPicPr>
            <a:picLocks noChangeAspect="1"/>
          </p:cNvPicPr>
          <p:nvPr/>
        </p:nvPicPr>
        <p:blipFill>
          <a:blip r:embed="rId1"/>
          <a:stretch>
            <a:fillRect/>
          </a:stretch>
        </p:blipFill>
        <p:spPr>
          <a:xfrm rot="21600000">
            <a:off x="1373168" y="1867368"/>
            <a:ext cx="9435871" cy="4072374"/>
          </a:xfrm>
          <a:prstGeom prst="rect">
            <a:avLst/>
          </a:prstGeom>
        </p:spPr>
      </p:pic>
      <p:sp>
        <p:nvSpPr>
          <p:cNvPr id="218" name="textbox 218"/>
          <p:cNvSpPr/>
          <p:nvPr/>
        </p:nvSpPr>
        <p:spPr>
          <a:xfrm>
            <a:off x="1361440" y="913765"/>
            <a:ext cx="6856095" cy="564515"/>
          </a:xfrm>
          <a:prstGeom prst="rect">
            <a:avLst/>
          </a:prstGeom>
          <a:noFill/>
          <a:ln w="0" cap="flat">
            <a:noFill/>
            <a:prstDash val="solid"/>
            <a:miter lim="0"/>
          </a:ln>
        </p:spPr>
        <p:txBody>
          <a:bodyPr vert="horz" wrap="square" lIns="0" tIns="0" rIns="0" bIns="0"/>
          <a:lstStyle/>
          <a:p>
            <a:pPr algn="l" rtl="0" eaLnBrk="0">
              <a:lnSpc>
                <a:spcPct val="146000"/>
              </a:lnSpc>
            </a:pPr>
            <a:endParaRPr sz="180" dirty="0">
              <a:latin typeface="Arial" panose="020B0604020202090204"/>
              <a:ea typeface="Arial" panose="020B0604020202090204"/>
              <a:cs typeface="Arial" panose="020B0604020202090204"/>
            </a:endParaRPr>
          </a:p>
          <a:p>
            <a:pPr marL="193040" algn="l" rtl="0" eaLnBrk="0">
              <a:lnSpc>
                <a:spcPct val="90000"/>
              </a:lnSpc>
              <a:spcBef>
                <a:spcPts val="0"/>
              </a:spcBef>
              <a:tabLst>
                <a:tab pos="643255" algn="l"/>
              </a:tabLst>
            </a:pPr>
            <a:r>
              <a:rPr sz="3200" kern="0" spc="0" dirty="0">
                <a:solidFill>
                  <a:srgbClr val="BE384B">
                    <a:alpha val="100000"/>
                  </a:srgbClr>
                </a:solidFill>
                <a:latin typeface="微软雅黑" panose="020B0503020204020204" pitchFamily="34" charset="-122"/>
                <a:ea typeface="微软雅黑" panose="020B0503020204020204" pitchFamily="34" charset="-122"/>
                <a:cs typeface="微软雅黑" panose="020B0503020204020204" pitchFamily="34" charset="-122"/>
              </a:rPr>
              <a:t>	</a:t>
            </a:r>
            <a:r>
              <a:rPr sz="3200" b="1" kern="0" spc="-10" dirty="0">
                <a:solidFill>
                  <a:srgbClr val="BE384B">
                    <a:alpha val="100000"/>
                  </a:srgbClr>
                </a:solidFill>
                <a:latin typeface="微软雅黑" panose="020B0503020204020204" pitchFamily="34" charset="-122"/>
                <a:ea typeface="微软雅黑" panose="020B0503020204020204" pitchFamily="34" charset="-122"/>
                <a:cs typeface="微软雅黑" panose="020B0503020204020204" pitchFamily="34" charset="-122"/>
              </a:rPr>
              <a:t>操作系统</a:t>
            </a:r>
            <a:r>
              <a:rPr lang="zh-CN" sz="3200" b="1" kern="0" spc="-10" dirty="0">
                <a:solidFill>
                  <a:srgbClr val="BE384B">
                    <a:alpha val="100000"/>
                  </a:srgbClr>
                </a:solidFill>
                <a:latin typeface="微软雅黑" panose="020B0503020204020204" pitchFamily="34" charset="-122"/>
                <a:ea typeface="微软雅黑" panose="020B0503020204020204" pitchFamily="34" charset="-122"/>
                <a:cs typeface="微软雅黑" panose="020B0503020204020204" pitchFamily="34" charset="-122"/>
              </a:rPr>
              <a:t>内核</a:t>
            </a:r>
            <a:r>
              <a:rPr sz="3200" b="1" kern="0" spc="-10" dirty="0">
                <a:solidFill>
                  <a:srgbClr val="BE384B">
                    <a:alpha val="100000"/>
                  </a:srgbClr>
                </a:solidFill>
                <a:latin typeface="微软雅黑" panose="020B0503020204020204" pitchFamily="34" charset="-122"/>
                <a:ea typeface="微软雅黑" panose="020B0503020204020204" pitchFamily="34" charset="-122"/>
                <a:cs typeface="微软雅黑" panose="020B0503020204020204" pitchFamily="34" charset="-122"/>
              </a:rPr>
              <a:t>的架构及演进</a:t>
            </a:r>
            <a:endParaRPr sz="3200" b="1" kern="0" spc="-10" dirty="0">
              <a:solidFill>
                <a:srgbClr val="BE384B">
                  <a:alpha val="100000"/>
                </a:srgbClr>
              </a:solidFill>
              <a:latin typeface="微软雅黑" panose="020B0503020204020204" pitchFamily="34" charset="-122"/>
              <a:ea typeface="微软雅黑" panose="020B0503020204020204" pitchFamily="34" charset="-122"/>
              <a:cs typeface="微软雅黑" panose="020B0503020204020204" pitchFamily="34" charset="-122"/>
            </a:endParaRPr>
          </a:p>
        </p:txBody>
      </p:sp>
      <p:pic>
        <p:nvPicPr>
          <p:cNvPr id="220" name="picture 220"/>
          <p:cNvPicPr>
            <a:picLocks noChangeAspect="1"/>
          </p:cNvPicPr>
          <p:nvPr/>
        </p:nvPicPr>
        <p:blipFill>
          <a:blip r:embed="rId2"/>
          <a:stretch>
            <a:fillRect/>
          </a:stretch>
        </p:blipFill>
        <p:spPr>
          <a:xfrm rot="21600000">
            <a:off x="1373168" y="925321"/>
            <a:ext cx="163946" cy="495730"/>
          </a:xfrm>
          <a:prstGeom prst="rect">
            <a:avLst/>
          </a:prstGeom>
        </p:spPr>
      </p:pic>
      <p:sp>
        <p:nvSpPr>
          <p:cNvPr id="222" name="textbox 222"/>
          <p:cNvSpPr/>
          <p:nvPr/>
        </p:nvSpPr>
        <p:spPr>
          <a:xfrm>
            <a:off x="10071671" y="6036788"/>
            <a:ext cx="183186" cy="168210"/>
          </a:xfrm>
          <a:prstGeom prst="rect">
            <a:avLst/>
          </a:prstGeom>
          <a:noFill/>
          <a:ln w="0" cap="flat">
            <a:noFill/>
            <a:prstDash val="solid"/>
            <a:miter lim="0"/>
          </a:ln>
        </p:spPr>
        <p:txBody>
          <a:bodyPr vert="horz" wrap="square" lIns="0" tIns="0" rIns="0" bIns="0"/>
          <a:lstStyle/>
          <a:p>
            <a:pPr algn="l" rtl="0" eaLnBrk="0">
              <a:lnSpc>
                <a:spcPct val="81000"/>
              </a:lnSpc>
            </a:pPr>
            <a:endParaRPr sz="100" dirty="0">
              <a:latin typeface="Arial" panose="020B0604020202090204"/>
              <a:ea typeface="Arial" panose="020B0604020202090204"/>
              <a:cs typeface="Arial" panose="020B0604020202090204"/>
            </a:endParaRPr>
          </a:p>
          <a:p>
            <a:pPr marL="12700" algn="l" rtl="0" eaLnBrk="0">
              <a:lnSpc>
                <a:spcPct val="75000"/>
              </a:lnSpc>
            </a:pPr>
            <a:r>
              <a:rPr sz="1270" kern="0" spc="-30" dirty="0">
                <a:solidFill>
                  <a:srgbClr val="898989">
                    <a:alpha val="100000"/>
                  </a:srgbClr>
                </a:solidFill>
                <a:latin typeface="等线" panose="02010600030101010101" charset="-122"/>
                <a:ea typeface="等线" panose="02010600030101010101" charset="-122"/>
                <a:cs typeface="等线" panose="02010600030101010101" charset="-122"/>
              </a:rPr>
              <a:t>21</a:t>
            </a:r>
            <a:endParaRPr sz="1270" dirty="0">
              <a:latin typeface="等线" panose="02010600030101010101" charset="-122"/>
              <a:ea typeface="等线" panose="02010600030101010101" charset="-122"/>
              <a:cs typeface="等线" panose="02010600030101010101" charset="-122"/>
            </a:endParaRPr>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30" name="picture 230"/>
          <p:cNvPicPr>
            <a:picLocks noChangeAspect="1"/>
          </p:cNvPicPr>
          <p:nvPr/>
        </p:nvPicPr>
        <p:blipFill>
          <a:blip r:embed="rId1"/>
          <a:stretch>
            <a:fillRect/>
          </a:stretch>
        </p:blipFill>
        <p:spPr>
          <a:xfrm rot="21600000">
            <a:off x="4808221" y="3796736"/>
            <a:ext cx="2555603" cy="447926"/>
          </a:xfrm>
          <a:prstGeom prst="rect">
            <a:avLst/>
          </a:prstGeom>
        </p:spPr>
      </p:pic>
      <p:sp>
        <p:nvSpPr>
          <p:cNvPr id="232" name="rect 232"/>
          <p:cNvSpPr/>
          <p:nvPr/>
        </p:nvSpPr>
        <p:spPr>
          <a:xfrm>
            <a:off x="4827893" y="3795259"/>
            <a:ext cx="1164660" cy="349445"/>
          </a:xfrm>
          <a:prstGeom prst="rect">
            <a:avLst/>
          </a:prstGeom>
          <a:solidFill>
            <a:srgbClr val="32788E">
              <a:alpha val="100000"/>
            </a:srgbClr>
          </a:solidFill>
          <a:ln w="0" cap="flat">
            <a:noFill/>
            <a:prstDash val="solid"/>
            <a:miter lim="0"/>
          </a:ln>
        </p:spPr>
        <p:txBody>
          <a:bodyPr rtlCol="0"/>
          <a:lstStyle/>
          <a:p>
            <a:pPr algn="ctr"/>
            <a:endParaRPr lang="zh-CN" altLang="en-US" sz="1635"/>
          </a:p>
        </p:txBody>
      </p:sp>
      <p:sp>
        <p:nvSpPr>
          <p:cNvPr id="234" name="rect 234"/>
          <p:cNvSpPr/>
          <p:nvPr/>
        </p:nvSpPr>
        <p:spPr>
          <a:xfrm>
            <a:off x="6189652" y="3795259"/>
            <a:ext cx="1164659" cy="349445"/>
          </a:xfrm>
          <a:prstGeom prst="rect">
            <a:avLst/>
          </a:prstGeom>
          <a:solidFill>
            <a:srgbClr val="32788E">
              <a:alpha val="100000"/>
            </a:srgbClr>
          </a:solidFill>
          <a:ln w="0" cap="flat">
            <a:noFill/>
            <a:prstDash val="solid"/>
            <a:miter lim="0"/>
          </a:ln>
        </p:spPr>
        <p:txBody>
          <a:bodyPr rtlCol="0"/>
          <a:lstStyle/>
          <a:p>
            <a:pPr algn="ctr"/>
            <a:endParaRPr lang="zh-CN" altLang="en-US" sz="1635"/>
          </a:p>
        </p:txBody>
      </p:sp>
      <p:sp>
        <p:nvSpPr>
          <p:cNvPr id="236" name="textbox 236"/>
          <p:cNvSpPr/>
          <p:nvPr/>
        </p:nvSpPr>
        <p:spPr>
          <a:xfrm>
            <a:off x="1934884" y="840258"/>
            <a:ext cx="6812490" cy="3777229"/>
          </a:xfrm>
          <a:prstGeom prst="rect">
            <a:avLst/>
          </a:prstGeom>
          <a:noFill/>
          <a:ln w="0" cap="flat">
            <a:noFill/>
            <a:prstDash val="solid"/>
            <a:miter lim="0"/>
          </a:ln>
        </p:spPr>
        <p:txBody>
          <a:bodyPr vert="horz" wrap="square" lIns="0" tIns="0" rIns="0" bIns="0"/>
          <a:lstStyle/>
          <a:p>
            <a:pPr algn="l" rtl="0" eaLnBrk="0">
              <a:lnSpc>
                <a:spcPct val="83000"/>
              </a:lnSpc>
            </a:pPr>
            <a:endParaRPr sz="100" dirty="0">
              <a:latin typeface="Arial" panose="020B0604020202090204"/>
              <a:ea typeface="Arial" panose="020B0604020202090204"/>
              <a:cs typeface="Arial" panose="020B0604020202090204"/>
            </a:endParaRPr>
          </a:p>
          <a:p>
            <a:pPr marL="12700" algn="l" rtl="0" eaLnBrk="0">
              <a:lnSpc>
                <a:spcPts val="5415"/>
              </a:lnSpc>
            </a:pPr>
            <a:r>
              <a:rPr sz="3200" b="1" kern="0" spc="-80" dirty="0">
                <a:solidFill>
                  <a:srgbClr val="BE384B">
                    <a:alpha val="100000"/>
                  </a:srgbClr>
                </a:solidFill>
                <a:latin typeface="微软雅黑" panose="020B0503020204020204" pitchFamily="34" charset="-122"/>
                <a:ea typeface="微软雅黑" panose="020B0503020204020204" pitchFamily="34" charset="-122"/>
                <a:cs typeface="微软雅黑" panose="020B0503020204020204" pitchFamily="34" charset="-122"/>
              </a:rPr>
              <a:t>宏内核（ </a:t>
            </a:r>
            <a:r>
              <a:rPr sz="3200" b="1" kern="0" spc="-80" dirty="0">
                <a:solidFill>
                  <a:srgbClr val="BE384B">
                    <a:alpha val="100000"/>
                  </a:srgbClr>
                </a:solidFill>
                <a:latin typeface="Arial" panose="020B0604020202090204"/>
                <a:ea typeface="Arial" panose="020B0604020202090204"/>
                <a:cs typeface="Arial" panose="020B0604020202090204"/>
              </a:rPr>
              <a:t>Monolithic</a:t>
            </a:r>
            <a:r>
              <a:rPr sz="3200" b="1" kern="0" spc="340" dirty="0">
                <a:solidFill>
                  <a:srgbClr val="BE384B">
                    <a:alpha val="100000"/>
                  </a:srgbClr>
                </a:solidFill>
                <a:latin typeface="Arial" panose="020B0604020202090204"/>
                <a:ea typeface="Arial" panose="020B0604020202090204"/>
                <a:cs typeface="Arial" panose="020B0604020202090204"/>
              </a:rPr>
              <a:t> </a:t>
            </a:r>
            <a:r>
              <a:rPr sz="3200" b="1" kern="0" spc="-80" dirty="0">
                <a:solidFill>
                  <a:srgbClr val="BE384B">
                    <a:alpha val="100000"/>
                  </a:srgbClr>
                </a:solidFill>
                <a:latin typeface="Arial" panose="020B0604020202090204"/>
                <a:ea typeface="Arial" panose="020B0604020202090204"/>
                <a:cs typeface="Arial" panose="020B0604020202090204"/>
              </a:rPr>
              <a:t>Kernel </a:t>
            </a:r>
            <a:r>
              <a:rPr sz="3200" b="1" kern="0" spc="-80" dirty="0">
                <a:solidFill>
                  <a:srgbClr val="BE384B">
                    <a:alpha val="100000"/>
                  </a:srgbClr>
                </a:solidFill>
                <a:latin typeface="微软雅黑" panose="020B0503020204020204" pitchFamily="34" charset="-122"/>
                <a:ea typeface="微软雅黑" panose="020B0503020204020204" pitchFamily="34" charset="-122"/>
                <a:cs typeface="微软雅黑" panose="020B0503020204020204" pitchFamily="34" charset="-122"/>
              </a:rPr>
              <a:t>）</a:t>
            </a:r>
            <a:endParaRPr sz="3200" dirty="0">
              <a:latin typeface="微软雅黑" panose="020B0503020204020204" pitchFamily="34" charset="-122"/>
              <a:ea typeface="微软雅黑" panose="020B0503020204020204" pitchFamily="34" charset="-122"/>
              <a:cs typeface="微软雅黑" panose="020B0503020204020204" pitchFamily="34" charset="-122"/>
            </a:endParaRPr>
          </a:p>
          <a:p>
            <a:pPr algn="l" rtl="0" eaLnBrk="0">
              <a:lnSpc>
                <a:spcPct val="148000"/>
              </a:lnSpc>
            </a:pPr>
            <a:endParaRPr sz="905" dirty="0">
              <a:latin typeface="Arial" panose="020B0604020202090204"/>
              <a:ea typeface="Arial" panose="020B0604020202090204"/>
              <a:cs typeface="Arial" panose="020B0604020202090204"/>
            </a:endParaRPr>
          </a:p>
          <a:p>
            <a:pPr algn="l" rtl="0" eaLnBrk="0">
              <a:lnSpc>
                <a:spcPct val="149000"/>
              </a:lnSpc>
            </a:pPr>
            <a:endParaRPr sz="905" dirty="0">
              <a:latin typeface="Arial" panose="020B0604020202090204"/>
              <a:ea typeface="Arial" panose="020B0604020202090204"/>
              <a:cs typeface="Arial" panose="020B0604020202090204"/>
            </a:endParaRPr>
          </a:p>
          <a:p>
            <a:pPr marL="22860" algn="l" rtl="0" eaLnBrk="0">
              <a:lnSpc>
                <a:spcPct val="90000"/>
              </a:lnSpc>
              <a:spcBef>
                <a:spcPts val="820"/>
              </a:spcBef>
            </a:pPr>
            <a:r>
              <a:rPr sz="2450" kern="0" spc="10" dirty="0">
                <a:solidFill>
                  <a:srgbClr val="404040">
                    <a:alpha val="100000"/>
                  </a:srgbClr>
                </a:solidFill>
                <a:latin typeface="Arial" panose="020B0604020202090204"/>
                <a:ea typeface="Arial" panose="020B0604020202090204"/>
                <a:cs typeface="Arial" panose="020B0604020202090204"/>
              </a:rPr>
              <a:t>•</a:t>
            </a:r>
            <a:r>
              <a:rPr sz="2450" kern="0" spc="340" dirty="0">
                <a:solidFill>
                  <a:srgbClr val="404040">
                    <a:alpha val="100000"/>
                  </a:srgbClr>
                </a:solidFill>
                <a:latin typeface="Arial" panose="020B0604020202090204"/>
                <a:ea typeface="Arial" panose="020B0604020202090204"/>
                <a:cs typeface="Arial" panose="020B0604020202090204"/>
              </a:rPr>
              <a:t>  </a:t>
            </a:r>
            <a:r>
              <a:rPr sz="2450" b="1" kern="0" spc="10" dirty="0">
                <a:solidFill>
                  <a:srgbClr val="40404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整个系统分为内核与应用两层</a:t>
            </a:r>
            <a:endParaRPr sz="2450" dirty="0">
              <a:latin typeface="微软雅黑" panose="020B0503020204020204" pitchFamily="34" charset="-122"/>
              <a:ea typeface="微软雅黑" panose="020B0503020204020204" pitchFamily="34" charset="-122"/>
              <a:cs typeface="微软雅黑" panose="020B0503020204020204" pitchFamily="34" charset="-122"/>
            </a:endParaRPr>
          </a:p>
          <a:p>
            <a:pPr marL="524510" algn="l" rtl="0" eaLnBrk="0">
              <a:lnSpc>
                <a:spcPct val="90000"/>
              </a:lnSpc>
              <a:spcBef>
                <a:spcPts val="1310"/>
              </a:spcBef>
            </a:pPr>
            <a:r>
              <a:rPr sz="2085" kern="0" spc="-40" dirty="0">
                <a:solidFill>
                  <a:srgbClr val="404040">
                    <a:alpha val="100000"/>
                  </a:srgbClr>
                </a:solidFill>
                <a:latin typeface="Arial" panose="020B0604020202090204"/>
                <a:ea typeface="Arial" panose="020B0604020202090204"/>
                <a:cs typeface="Arial" panose="020B0604020202090204"/>
              </a:rPr>
              <a:t>–  </a:t>
            </a:r>
            <a:r>
              <a:rPr sz="2085" kern="0" spc="-40" dirty="0">
                <a:solidFill>
                  <a:srgbClr val="40404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内核：运行在特权级</a:t>
            </a:r>
            <a:r>
              <a:rPr sz="2085" kern="0" spc="-140" dirty="0">
                <a:solidFill>
                  <a:srgbClr val="40404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 </a:t>
            </a:r>
            <a:r>
              <a:rPr sz="2085" kern="0" spc="-40" dirty="0">
                <a:solidFill>
                  <a:srgbClr val="40404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，集</a:t>
            </a:r>
            <a:r>
              <a:rPr sz="2085" kern="0" spc="-50" dirty="0">
                <a:solidFill>
                  <a:srgbClr val="40404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中控制所有计算资源</a:t>
            </a:r>
            <a:endParaRPr sz="2085" dirty="0">
              <a:latin typeface="微软雅黑" panose="020B0503020204020204" pitchFamily="34" charset="-122"/>
              <a:ea typeface="微软雅黑" panose="020B0503020204020204" pitchFamily="34" charset="-122"/>
              <a:cs typeface="微软雅黑" panose="020B0503020204020204" pitchFamily="34" charset="-122"/>
            </a:endParaRPr>
          </a:p>
          <a:p>
            <a:pPr algn="r" rtl="0" eaLnBrk="0">
              <a:lnSpc>
                <a:spcPct val="90000"/>
              </a:lnSpc>
              <a:spcBef>
                <a:spcPts val="1430"/>
              </a:spcBef>
            </a:pPr>
            <a:r>
              <a:rPr sz="2085" kern="0" spc="-80" dirty="0">
                <a:solidFill>
                  <a:srgbClr val="404040">
                    <a:alpha val="100000"/>
                  </a:srgbClr>
                </a:solidFill>
                <a:latin typeface="Arial" panose="020B0604020202090204"/>
                <a:ea typeface="Arial" panose="020B0604020202090204"/>
                <a:cs typeface="Arial" panose="020B0604020202090204"/>
              </a:rPr>
              <a:t>–  </a:t>
            </a:r>
            <a:r>
              <a:rPr sz="2085" kern="0" spc="-80" dirty="0">
                <a:solidFill>
                  <a:srgbClr val="40404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应用</a:t>
            </a:r>
            <a:r>
              <a:rPr sz="2085" kern="0" spc="-70" dirty="0">
                <a:solidFill>
                  <a:srgbClr val="40404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：运行在非特权级 ，受内核管理 ，使用内核服</a:t>
            </a:r>
            <a:r>
              <a:rPr sz="2085" kern="0" spc="-20" dirty="0">
                <a:solidFill>
                  <a:srgbClr val="40404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务</a:t>
            </a:r>
            <a:endParaRPr sz="2085" dirty="0">
              <a:latin typeface="微软雅黑" panose="020B0503020204020204" pitchFamily="34" charset="-122"/>
              <a:ea typeface="微软雅黑" panose="020B0503020204020204" pitchFamily="34" charset="-122"/>
              <a:cs typeface="微软雅黑" panose="020B0503020204020204" pitchFamily="34" charset="-122"/>
            </a:endParaRPr>
          </a:p>
          <a:p>
            <a:pPr algn="l" rtl="0" eaLnBrk="0">
              <a:lnSpc>
                <a:spcPct val="110000"/>
              </a:lnSpc>
            </a:pPr>
            <a:endParaRPr sz="905" dirty="0">
              <a:latin typeface="Arial" panose="020B0604020202090204"/>
              <a:ea typeface="Arial" panose="020B0604020202090204"/>
              <a:cs typeface="Arial" panose="020B0604020202090204"/>
            </a:endParaRPr>
          </a:p>
          <a:p>
            <a:pPr algn="l" rtl="0" eaLnBrk="0">
              <a:lnSpc>
                <a:spcPct val="110000"/>
              </a:lnSpc>
            </a:pPr>
            <a:endParaRPr sz="905" dirty="0">
              <a:latin typeface="Arial" panose="020B0604020202090204"/>
              <a:ea typeface="Arial" panose="020B0604020202090204"/>
              <a:cs typeface="Arial" panose="020B0604020202090204"/>
            </a:endParaRPr>
          </a:p>
          <a:p>
            <a:pPr algn="l" rtl="0" eaLnBrk="0">
              <a:lnSpc>
                <a:spcPct val="110000"/>
              </a:lnSpc>
            </a:pPr>
            <a:endParaRPr sz="905" dirty="0">
              <a:latin typeface="Arial" panose="020B0604020202090204"/>
              <a:ea typeface="Arial" panose="020B0604020202090204"/>
              <a:cs typeface="Arial" panose="020B0604020202090204"/>
            </a:endParaRPr>
          </a:p>
          <a:p>
            <a:pPr algn="l" rtl="0" eaLnBrk="0">
              <a:lnSpc>
                <a:spcPct val="110000"/>
              </a:lnSpc>
            </a:pPr>
            <a:endParaRPr sz="905" dirty="0">
              <a:latin typeface="Arial" panose="020B0604020202090204"/>
              <a:ea typeface="Arial" panose="020B0604020202090204"/>
              <a:cs typeface="Arial" panose="020B0604020202090204"/>
            </a:endParaRPr>
          </a:p>
          <a:p>
            <a:pPr marL="3188970" algn="l" rtl="0" eaLnBrk="0">
              <a:lnSpc>
                <a:spcPct val="86000"/>
              </a:lnSpc>
              <a:spcBef>
                <a:spcPts val="545"/>
              </a:spcBef>
              <a:tabLst>
                <a:tab pos="3382645" algn="l"/>
              </a:tabLst>
            </a:pPr>
            <a:r>
              <a:rPr sz="1600" kern="0" spc="-20" dirty="0">
                <a:solidFill>
                  <a:srgbClr val="FFFFFF">
                    <a:alpha val="100000"/>
                  </a:srgbClr>
                </a:solidFill>
                <a:latin typeface="等线" panose="02010600030101010101" charset="-122"/>
                <a:ea typeface="等线" panose="02010600030101010101" charset="-122"/>
                <a:cs typeface="等线" panose="02010600030101010101" charset="-122"/>
              </a:rPr>
              <a:t>用户进程</a:t>
            </a:r>
            <a:r>
              <a:rPr sz="1600" kern="0" spc="20" dirty="0">
                <a:solidFill>
                  <a:srgbClr val="FFFFFF">
                    <a:alpha val="100000"/>
                  </a:srgbClr>
                </a:solidFill>
                <a:latin typeface="等线" panose="02010600030101010101" charset="-122"/>
                <a:ea typeface="等线" panose="02010600030101010101" charset="-122"/>
                <a:cs typeface="等线" panose="02010600030101010101" charset="-122"/>
              </a:rPr>
              <a:t>       </a:t>
            </a:r>
            <a:r>
              <a:rPr sz="1600" kern="0" spc="-20" dirty="0">
                <a:solidFill>
                  <a:srgbClr val="FFFFFF">
                    <a:alpha val="100000"/>
                  </a:srgbClr>
                </a:solidFill>
                <a:latin typeface="等线" panose="02010600030101010101" charset="-122"/>
                <a:ea typeface="等线" panose="02010600030101010101" charset="-122"/>
                <a:cs typeface="等线" panose="02010600030101010101" charset="-122"/>
              </a:rPr>
              <a:t>用户进程</a:t>
            </a:r>
            <a:r>
              <a:rPr sz="1600" kern="0" spc="10" dirty="0">
                <a:solidFill>
                  <a:srgbClr val="FFFFFF">
                    <a:alpha val="100000"/>
                  </a:srgbClr>
                </a:solidFill>
                <a:latin typeface="等线" panose="02010600030101010101" charset="-122"/>
                <a:ea typeface="等线" panose="02010600030101010101" charset="-122"/>
                <a:cs typeface="等线" panose="02010600030101010101" charset="-122"/>
              </a:rPr>
              <a:t>    </a:t>
            </a:r>
            <a:endParaRPr sz="1600" dirty="0">
              <a:latin typeface="等线" panose="02010600030101010101" charset="-122"/>
              <a:ea typeface="等线" panose="02010600030101010101" charset="-122"/>
              <a:cs typeface="等线" panose="02010600030101010101" charset="-122"/>
            </a:endParaRPr>
          </a:p>
          <a:p>
            <a:pPr algn="l" rtl="0" eaLnBrk="0">
              <a:lnSpc>
                <a:spcPct val="126000"/>
              </a:lnSpc>
            </a:pPr>
            <a:endParaRPr sz="905" dirty="0">
              <a:latin typeface="Arial" panose="020B0604020202090204"/>
              <a:ea typeface="Arial" panose="020B0604020202090204"/>
              <a:cs typeface="Arial" panose="020B0604020202090204"/>
            </a:endParaRPr>
          </a:p>
          <a:p>
            <a:pPr algn="l" rtl="0" eaLnBrk="0">
              <a:lnSpc>
                <a:spcPct val="113000"/>
              </a:lnSpc>
            </a:pPr>
            <a:endParaRPr sz="365" dirty="0">
              <a:latin typeface="Arial" panose="020B0604020202090204"/>
              <a:ea typeface="Arial" panose="020B0604020202090204"/>
              <a:cs typeface="Arial" panose="020B0604020202090204"/>
            </a:endParaRPr>
          </a:p>
          <a:p>
            <a:pPr marL="3963035" algn="l" rtl="0" eaLnBrk="0">
              <a:lnSpc>
                <a:spcPct val="78000"/>
              </a:lnSpc>
              <a:spcBef>
                <a:spcPts val="0"/>
              </a:spcBef>
              <a:tabLst>
                <a:tab pos="4199890" algn="l"/>
              </a:tabLst>
            </a:pPr>
            <a:r>
              <a:rPr sz="1635" kern="0" spc="0" dirty="0">
                <a:solidFill>
                  <a:srgbClr val="170D01">
                    <a:alpha val="100000"/>
                  </a:srgbClr>
                </a:solidFill>
                <a:latin typeface="等线" panose="02010600030101010101" charset="-122"/>
                <a:ea typeface="等线" panose="02010600030101010101" charset="-122"/>
                <a:cs typeface="等线" panose="02010600030101010101" charset="-122"/>
              </a:rPr>
              <a:t>	</a:t>
            </a:r>
            <a:r>
              <a:rPr sz="1635" kern="0" spc="-30" dirty="0">
                <a:solidFill>
                  <a:srgbClr val="170D01">
                    <a:alpha val="100000"/>
                  </a:srgbClr>
                </a:solidFill>
                <a:latin typeface="等线" panose="02010600030101010101" charset="-122"/>
                <a:ea typeface="等线" panose="02010600030101010101" charset="-122"/>
                <a:cs typeface="等线" panose="02010600030101010101" charset="-122"/>
              </a:rPr>
              <a:t>系统调用</a:t>
            </a:r>
            <a:r>
              <a:rPr sz="1635" kern="0" spc="0" dirty="0">
                <a:solidFill>
                  <a:srgbClr val="170D01">
                    <a:alpha val="100000"/>
                  </a:srgbClr>
                </a:solidFill>
                <a:latin typeface="等线" panose="02010600030101010101" charset="-122"/>
                <a:ea typeface="等线" panose="02010600030101010101" charset="-122"/>
                <a:cs typeface="等线" panose="02010600030101010101" charset="-122"/>
              </a:rPr>
              <a:t>   </a:t>
            </a:r>
            <a:endParaRPr sz="1635" dirty="0">
              <a:latin typeface="等线" panose="02010600030101010101" charset="-122"/>
              <a:ea typeface="等线" panose="02010600030101010101" charset="-122"/>
              <a:cs typeface="等线" panose="02010600030101010101" charset="-122"/>
            </a:endParaRPr>
          </a:p>
        </p:txBody>
      </p:sp>
      <p:sp>
        <p:nvSpPr>
          <p:cNvPr id="238" name="path 238"/>
          <p:cNvSpPr/>
          <p:nvPr/>
        </p:nvSpPr>
        <p:spPr>
          <a:xfrm>
            <a:off x="6686386" y="4224349"/>
            <a:ext cx="177619" cy="365717"/>
          </a:xfrm>
          <a:custGeom>
            <a:avLst/>
            <a:gdLst/>
            <a:ahLst/>
            <a:cxnLst/>
            <a:rect l="0" t="0" r="0" b="0"/>
            <a:pathLst>
              <a:path w="308" h="634">
                <a:moveTo>
                  <a:pt x="299" y="0"/>
                </a:moveTo>
                <a:lnTo>
                  <a:pt x="299" y="634"/>
                </a:lnTo>
                <a:moveTo>
                  <a:pt x="8" y="634"/>
                </a:moveTo>
                <a:lnTo>
                  <a:pt x="8" y="0"/>
                </a:lnTo>
              </a:path>
            </a:pathLst>
          </a:custGeom>
          <a:noFill/>
          <a:ln w="10836" cap="flat">
            <a:solidFill>
              <a:srgbClr val="7F7F7F"/>
            </a:solidFill>
            <a:prstDash val="solid"/>
            <a:miter lim="800000"/>
          </a:ln>
        </p:spPr>
        <p:txBody>
          <a:bodyPr rtlCol="0"/>
          <a:lstStyle/>
          <a:p>
            <a:pPr algn="ctr"/>
            <a:endParaRPr lang="zh-CN" altLang="en-US" sz="1635"/>
          </a:p>
        </p:txBody>
      </p:sp>
      <p:sp>
        <p:nvSpPr>
          <p:cNvPr id="240" name="path 240"/>
          <p:cNvSpPr/>
          <p:nvPr/>
        </p:nvSpPr>
        <p:spPr>
          <a:xfrm>
            <a:off x="5352712" y="4239746"/>
            <a:ext cx="177619" cy="365717"/>
          </a:xfrm>
          <a:custGeom>
            <a:avLst/>
            <a:gdLst/>
            <a:ahLst/>
            <a:cxnLst/>
            <a:rect l="0" t="0" r="0" b="0"/>
            <a:pathLst>
              <a:path w="308" h="634">
                <a:moveTo>
                  <a:pt x="299" y="0"/>
                </a:moveTo>
                <a:lnTo>
                  <a:pt x="299" y="634"/>
                </a:lnTo>
                <a:moveTo>
                  <a:pt x="8" y="634"/>
                </a:moveTo>
                <a:lnTo>
                  <a:pt x="8" y="0"/>
                </a:lnTo>
              </a:path>
            </a:pathLst>
          </a:custGeom>
          <a:noFill/>
          <a:ln w="10836" cap="flat">
            <a:solidFill>
              <a:srgbClr val="7F7F7F"/>
            </a:solidFill>
            <a:prstDash val="solid"/>
            <a:miter lim="800000"/>
          </a:ln>
        </p:spPr>
        <p:txBody>
          <a:bodyPr rtlCol="0"/>
          <a:lstStyle/>
          <a:p>
            <a:pPr algn="ctr"/>
            <a:endParaRPr lang="zh-CN" altLang="en-US" sz="1635"/>
          </a:p>
        </p:txBody>
      </p:sp>
      <p:sp>
        <p:nvSpPr>
          <p:cNvPr id="242" name="textbox 242"/>
          <p:cNvSpPr/>
          <p:nvPr/>
        </p:nvSpPr>
        <p:spPr>
          <a:xfrm>
            <a:off x="4808311" y="4723904"/>
            <a:ext cx="2555980" cy="1383121"/>
          </a:xfrm>
          <a:prstGeom prst="rect">
            <a:avLst/>
          </a:prstGeom>
          <a:solidFill>
            <a:srgbClr val="BE384B">
              <a:alpha val="100000"/>
            </a:srgbClr>
          </a:solidFill>
          <a:ln w="0" cap="flat">
            <a:noFill/>
            <a:prstDash val="solid"/>
            <a:miter lim="0"/>
          </a:ln>
        </p:spPr>
        <p:txBody>
          <a:bodyPr vert="horz" wrap="square" lIns="0" tIns="0" rIns="0" bIns="0"/>
          <a:lstStyle/>
          <a:p>
            <a:pPr algn="l" rtl="0" eaLnBrk="0">
              <a:lnSpc>
                <a:spcPct val="149000"/>
              </a:lnSpc>
            </a:pPr>
            <a:endParaRPr sz="905" dirty="0">
              <a:latin typeface="Arial" panose="020B0604020202090204"/>
              <a:ea typeface="Arial" panose="020B0604020202090204"/>
              <a:cs typeface="Arial" panose="020B0604020202090204"/>
            </a:endParaRPr>
          </a:p>
          <a:p>
            <a:pPr algn="l" rtl="0" eaLnBrk="0">
              <a:lnSpc>
                <a:spcPct val="7000"/>
              </a:lnSpc>
            </a:pPr>
            <a:endParaRPr sz="100" dirty="0">
              <a:latin typeface="Arial" panose="020B0604020202090204"/>
              <a:ea typeface="Arial" panose="020B0604020202090204"/>
              <a:cs typeface="Arial" panose="020B0604020202090204"/>
            </a:endParaRPr>
          </a:p>
          <a:p>
            <a:pPr marL="1212850" algn="l" rtl="0" eaLnBrk="0">
              <a:lnSpc>
                <a:spcPct val="85000"/>
              </a:lnSpc>
            </a:pPr>
            <a:r>
              <a:rPr sz="1635" kern="0" spc="-60" dirty="0">
                <a:solidFill>
                  <a:srgbClr val="FFFFFF">
                    <a:alpha val="100000"/>
                  </a:srgbClr>
                </a:solidFill>
                <a:latin typeface="等线" panose="02010600030101010101" charset="-122"/>
                <a:ea typeface="等线" panose="02010600030101010101" charset="-122"/>
                <a:cs typeface="等线" panose="02010600030101010101" charset="-122"/>
              </a:rPr>
              <a:t>内核</a:t>
            </a:r>
            <a:endParaRPr sz="1635" dirty="0">
              <a:latin typeface="等线" panose="02010600030101010101" charset="-122"/>
              <a:ea typeface="等线" panose="02010600030101010101" charset="-122"/>
              <a:cs typeface="等线" panose="02010600030101010101" charset="-122"/>
            </a:endParaRPr>
          </a:p>
          <a:p>
            <a:pPr marL="104775" indent="195580" algn="l" rtl="0" eaLnBrk="0">
              <a:lnSpc>
                <a:spcPct val="97000"/>
              </a:lnSpc>
              <a:spcBef>
                <a:spcPts val="315"/>
              </a:spcBef>
            </a:pPr>
            <a:r>
              <a:rPr sz="1635" kern="0" spc="-110" dirty="0">
                <a:solidFill>
                  <a:srgbClr val="FFFFFF">
                    <a:alpha val="100000"/>
                  </a:srgbClr>
                </a:solidFill>
                <a:latin typeface="等线" panose="02010600030101010101" charset="-122"/>
                <a:ea typeface="等线" panose="02010600030101010101" charset="-122"/>
                <a:cs typeface="等线" panose="02010600030101010101" charset="-122"/>
              </a:rPr>
              <a:t>整合了文件系统、内存</a:t>
            </a:r>
            <a:r>
              <a:rPr sz="1635" kern="0" spc="20" dirty="0">
                <a:solidFill>
                  <a:srgbClr val="FFFFFF">
                    <a:alpha val="100000"/>
                  </a:srgbClr>
                </a:solidFill>
                <a:latin typeface="等线" panose="02010600030101010101" charset="-122"/>
                <a:ea typeface="等线" panose="02010600030101010101" charset="-122"/>
                <a:cs typeface="等线" panose="02010600030101010101" charset="-122"/>
              </a:rPr>
              <a:t>   </a:t>
            </a:r>
            <a:r>
              <a:rPr sz="1635" kern="0" spc="130" dirty="0">
                <a:solidFill>
                  <a:srgbClr val="FFFFFF">
                    <a:alpha val="100000"/>
                  </a:srgbClr>
                </a:solidFill>
                <a:latin typeface="等线" panose="02010600030101010101" charset="-122"/>
                <a:ea typeface="等线" panose="02010600030101010101" charset="-122"/>
                <a:cs typeface="等线" panose="02010600030101010101" charset="-122"/>
              </a:rPr>
              <a:t>管理、设备驱动、进程</a:t>
            </a:r>
            <a:r>
              <a:rPr sz="1635" kern="0" spc="10" dirty="0">
                <a:solidFill>
                  <a:srgbClr val="FFFFFF">
                    <a:alpha val="100000"/>
                  </a:srgbClr>
                </a:solidFill>
                <a:latin typeface="等线" panose="02010600030101010101" charset="-122"/>
                <a:ea typeface="等线" panose="02010600030101010101" charset="-122"/>
                <a:cs typeface="等线" panose="02010600030101010101" charset="-122"/>
              </a:rPr>
              <a:t>     </a:t>
            </a:r>
            <a:r>
              <a:rPr sz="1635" kern="0" spc="-30" dirty="0">
                <a:solidFill>
                  <a:srgbClr val="FFFFFF">
                    <a:alpha val="100000"/>
                  </a:srgbClr>
                </a:solidFill>
                <a:latin typeface="等线" panose="02010600030101010101" charset="-122"/>
                <a:ea typeface="等线" panose="02010600030101010101" charset="-122"/>
                <a:cs typeface="等线" panose="02010600030101010101" charset="-122"/>
              </a:rPr>
              <a:t>调度、同步原语、</a:t>
            </a:r>
            <a:r>
              <a:rPr sz="1635" kern="0" spc="-250" dirty="0">
                <a:solidFill>
                  <a:srgbClr val="FFFFFF">
                    <a:alpha val="100000"/>
                  </a:srgbClr>
                </a:solidFill>
                <a:latin typeface="等线" panose="02010600030101010101" charset="-122"/>
                <a:ea typeface="等线" panose="02010600030101010101" charset="-122"/>
                <a:cs typeface="等线" panose="02010600030101010101" charset="-122"/>
              </a:rPr>
              <a:t> </a:t>
            </a:r>
            <a:r>
              <a:rPr sz="1635" kern="0" spc="-30" dirty="0">
                <a:solidFill>
                  <a:srgbClr val="FFFFFF">
                    <a:alpha val="100000"/>
                  </a:srgbClr>
                </a:solidFill>
                <a:latin typeface="等线" panose="02010600030101010101" charset="-122"/>
                <a:ea typeface="等线" panose="02010600030101010101" charset="-122"/>
                <a:cs typeface="等线" panose="02010600030101010101" charset="-122"/>
              </a:rPr>
              <a:t>IPC等）</a:t>
            </a:r>
            <a:endParaRPr sz="1635" dirty="0">
              <a:latin typeface="等线" panose="02010600030101010101" charset="-122"/>
              <a:ea typeface="等线" panose="02010600030101010101" charset="-122"/>
              <a:cs typeface="等线" panose="02010600030101010101" charset="-122"/>
            </a:endParaRPr>
          </a:p>
        </p:txBody>
      </p:sp>
      <p:sp>
        <p:nvSpPr>
          <p:cNvPr id="244" name="path 244"/>
          <p:cNvSpPr/>
          <p:nvPr/>
        </p:nvSpPr>
        <p:spPr>
          <a:xfrm>
            <a:off x="5271624" y="4585150"/>
            <a:ext cx="1677310" cy="104399"/>
          </a:xfrm>
          <a:custGeom>
            <a:avLst/>
            <a:gdLst/>
            <a:ahLst/>
            <a:cxnLst/>
            <a:rect l="0" t="0" r="0" b="0"/>
            <a:pathLst>
              <a:path w="2911" h="181">
                <a:moveTo>
                  <a:pt x="2762" y="8"/>
                </a:moveTo>
                <a:lnTo>
                  <a:pt x="2908" y="8"/>
                </a:lnTo>
                <a:lnTo>
                  <a:pt x="2616" y="146"/>
                </a:lnTo>
                <a:lnTo>
                  <a:pt x="2325" y="8"/>
                </a:lnTo>
                <a:lnTo>
                  <a:pt x="2471" y="8"/>
                </a:lnTo>
                <a:moveTo>
                  <a:pt x="440" y="35"/>
                </a:moveTo>
                <a:lnTo>
                  <a:pt x="586" y="35"/>
                </a:lnTo>
                <a:lnTo>
                  <a:pt x="294" y="173"/>
                </a:lnTo>
                <a:lnTo>
                  <a:pt x="3" y="35"/>
                </a:lnTo>
                <a:lnTo>
                  <a:pt x="149" y="35"/>
                </a:lnTo>
              </a:path>
            </a:pathLst>
          </a:custGeom>
          <a:noFill/>
          <a:ln w="10836" cap="flat">
            <a:solidFill>
              <a:srgbClr val="7F7F7F"/>
            </a:solidFill>
            <a:prstDash val="solid"/>
            <a:miter lim="800000"/>
          </a:ln>
        </p:spPr>
        <p:txBody>
          <a:bodyPr rtlCol="0"/>
          <a:lstStyle/>
          <a:p>
            <a:pPr algn="ctr"/>
            <a:endParaRPr lang="zh-CN" altLang="en-US" sz="1635"/>
          </a:p>
        </p:txBody>
      </p:sp>
      <p:pic>
        <p:nvPicPr>
          <p:cNvPr id="246" name="picture 246"/>
          <p:cNvPicPr>
            <a:picLocks noChangeAspect="1"/>
          </p:cNvPicPr>
          <p:nvPr/>
        </p:nvPicPr>
        <p:blipFill>
          <a:blip r:embed="rId2"/>
          <a:stretch>
            <a:fillRect/>
          </a:stretch>
        </p:blipFill>
        <p:spPr>
          <a:xfrm rot="21600000">
            <a:off x="1373168" y="925321"/>
            <a:ext cx="163946" cy="495730"/>
          </a:xfrm>
          <a:prstGeom prst="rect">
            <a:avLst/>
          </a:prstGeom>
        </p:spPr>
      </p:pic>
      <p:sp>
        <p:nvSpPr>
          <p:cNvPr id="248" name="textbox 248"/>
          <p:cNvSpPr/>
          <p:nvPr/>
        </p:nvSpPr>
        <p:spPr>
          <a:xfrm>
            <a:off x="10071671" y="6036788"/>
            <a:ext cx="183186" cy="168210"/>
          </a:xfrm>
          <a:prstGeom prst="rect">
            <a:avLst/>
          </a:prstGeom>
          <a:noFill/>
          <a:ln w="0" cap="flat">
            <a:noFill/>
            <a:prstDash val="solid"/>
            <a:miter lim="0"/>
          </a:ln>
        </p:spPr>
        <p:txBody>
          <a:bodyPr vert="horz" wrap="square" lIns="0" tIns="0" rIns="0" bIns="0"/>
          <a:lstStyle/>
          <a:p>
            <a:pPr algn="l" rtl="0" eaLnBrk="0">
              <a:lnSpc>
                <a:spcPct val="81000"/>
              </a:lnSpc>
            </a:pPr>
            <a:endParaRPr sz="100" dirty="0">
              <a:latin typeface="Arial" panose="020B0604020202090204"/>
              <a:ea typeface="Arial" panose="020B0604020202090204"/>
              <a:cs typeface="Arial" panose="020B0604020202090204"/>
            </a:endParaRPr>
          </a:p>
          <a:p>
            <a:pPr marL="12700" algn="l" rtl="0" eaLnBrk="0">
              <a:lnSpc>
                <a:spcPct val="75000"/>
              </a:lnSpc>
            </a:pPr>
            <a:r>
              <a:rPr sz="1270" kern="0" spc="-30" dirty="0">
                <a:solidFill>
                  <a:srgbClr val="898989">
                    <a:alpha val="100000"/>
                  </a:srgbClr>
                </a:solidFill>
                <a:latin typeface="等线" panose="02010600030101010101" charset="-122"/>
                <a:ea typeface="等线" panose="02010600030101010101" charset="-122"/>
                <a:cs typeface="等线" panose="02010600030101010101" charset="-122"/>
              </a:rPr>
              <a:t>23</a:t>
            </a:r>
            <a:endParaRPr sz="1270" dirty="0">
              <a:latin typeface="等线" panose="02010600030101010101" charset="-122"/>
              <a:ea typeface="等线" panose="02010600030101010101" charset="-122"/>
              <a:cs typeface="等线" panose="02010600030101010101" charset="-122"/>
            </a:endParaRPr>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0" name="textbox 250"/>
          <p:cNvSpPr/>
          <p:nvPr/>
        </p:nvSpPr>
        <p:spPr>
          <a:xfrm>
            <a:off x="1934884" y="945149"/>
            <a:ext cx="7325184" cy="4206394"/>
          </a:xfrm>
          <a:prstGeom prst="rect">
            <a:avLst/>
          </a:prstGeom>
          <a:noFill/>
          <a:ln w="0" cap="flat">
            <a:noFill/>
            <a:prstDash val="solid"/>
            <a:miter lim="0"/>
          </a:ln>
        </p:spPr>
        <p:txBody>
          <a:bodyPr vert="horz" wrap="square" lIns="0" tIns="0" rIns="0" bIns="0"/>
          <a:lstStyle/>
          <a:p>
            <a:pPr algn="l" rtl="0" eaLnBrk="0">
              <a:lnSpc>
                <a:spcPct val="67000"/>
              </a:lnSpc>
            </a:pPr>
            <a:endParaRPr sz="100" dirty="0">
              <a:latin typeface="Arial" panose="020B0604020202090204"/>
              <a:ea typeface="Arial" panose="020B0604020202090204"/>
              <a:cs typeface="Arial" panose="020B0604020202090204"/>
            </a:endParaRPr>
          </a:p>
          <a:p>
            <a:pPr marL="12700" algn="l" rtl="0" eaLnBrk="0">
              <a:lnSpc>
                <a:spcPct val="90000"/>
              </a:lnSpc>
            </a:pPr>
            <a:r>
              <a:rPr sz="3200" b="1" kern="0" spc="-20" dirty="0">
                <a:solidFill>
                  <a:srgbClr val="FF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宏内核的优缺点分析</a:t>
            </a:r>
            <a:endParaRPr sz="32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endParaRPr>
          </a:p>
          <a:p>
            <a:pPr algn="l" rtl="0" eaLnBrk="0">
              <a:lnSpc>
                <a:spcPct val="101000"/>
              </a:lnSpc>
            </a:pPr>
            <a:endParaRPr sz="905" dirty="0">
              <a:latin typeface="Arial" panose="020B0604020202090204"/>
              <a:ea typeface="Arial" panose="020B0604020202090204"/>
              <a:cs typeface="Arial" panose="020B0604020202090204"/>
            </a:endParaRPr>
          </a:p>
          <a:p>
            <a:pPr algn="l" rtl="0" eaLnBrk="0">
              <a:lnSpc>
                <a:spcPct val="102000"/>
              </a:lnSpc>
            </a:pPr>
            <a:endParaRPr sz="905" dirty="0">
              <a:latin typeface="Arial" panose="020B0604020202090204"/>
              <a:ea typeface="Arial" panose="020B0604020202090204"/>
              <a:cs typeface="Arial" panose="020B0604020202090204"/>
            </a:endParaRPr>
          </a:p>
          <a:p>
            <a:pPr algn="l" rtl="0" eaLnBrk="0">
              <a:lnSpc>
                <a:spcPct val="102000"/>
              </a:lnSpc>
            </a:pPr>
            <a:endParaRPr sz="905" dirty="0">
              <a:latin typeface="Arial" panose="020B0604020202090204"/>
              <a:ea typeface="Arial" panose="020B0604020202090204"/>
              <a:cs typeface="Arial" panose="020B0604020202090204"/>
            </a:endParaRPr>
          </a:p>
          <a:p>
            <a:pPr marL="22860" algn="l" rtl="0" eaLnBrk="0">
              <a:lnSpc>
                <a:spcPct val="90000"/>
              </a:lnSpc>
              <a:spcBef>
                <a:spcPts val="820"/>
              </a:spcBef>
            </a:pPr>
            <a:r>
              <a:rPr sz="2450" kern="0" spc="10" dirty="0">
                <a:solidFill>
                  <a:srgbClr val="404040">
                    <a:alpha val="100000"/>
                  </a:srgbClr>
                </a:solidFill>
                <a:latin typeface="Arial" panose="020B0604020202090204"/>
                <a:ea typeface="Arial" panose="020B0604020202090204"/>
                <a:cs typeface="Arial" panose="020B0604020202090204"/>
              </a:rPr>
              <a:t>•</a:t>
            </a:r>
            <a:r>
              <a:rPr sz="2450" kern="0" spc="340" dirty="0">
                <a:solidFill>
                  <a:srgbClr val="404040">
                    <a:alpha val="100000"/>
                  </a:srgbClr>
                </a:solidFill>
                <a:latin typeface="Arial" panose="020B0604020202090204"/>
                <a:ea typeface="Arial" panose="020B0604020202090204"/>
                <a:cs typeface="Arial" panose="020B0604020202090204"/>
              </a:rPr>
              <a:t>  </a:t>
            </a:r>
            <a:r>
              <a:rPr sz="2450" b="1" kern="0" spc="10" dirty="0">
                <a:solidFill>
                  <a:srgbClr val="40404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宏内核拥有丰富的沉淀和积累</a:t>
            </a:r>
            <a:endParaRPr sz="2450" dirty="0">
              <a:latin typeface="微软雅黑" panose="020B0503020204020204" pitchFamily="34" charset="-122"/>
              <a:ea typeface="微软雅黑" panose="020B0503020204020204" pitchFamily="34" charset="-122"/>
              <a:cs typeface="微软雅黑" panose="020B0503020204020204" pitchFamily="34" charset="-122"/>
            </a:endParaRPr>
          </a:p>
          <a:p>
            <a:pPr marL="524510" algn="l" rtl="0" eaLnBrk="0">
              <a:lnSpc>
                <a:spcPct val="90000"/>
              </a:lnSpc>
              <a:spcBef>
                <a:spcPts val="1310"/>
              </a:spcBef>
            </a:pPr>
            <a:r>
              <a:rPr sz="2085" kern="0" spc="-20" dirty="0">
                <a:solidFill>
                  <a:srgbClr val="404040">
                    <a:alpha val="100000"/>
                  </a:srgbClr>
                </a:solidFill>
                <a:latin typeface="Arial" panose="020B0604020202090204"/>
                <a:ea typeface="Arial" panose="020B0604020202090204"/>
                <a:cs typeface="Arial" panose="020B0604020202090204"/>
              </a:rPr>
              <a:t>–  </a:t>
            </a:r>
            <a:r>
              <a:rPr sz="2085" kern="0" spc="-20" dirty="0">
                <a:solidFill>
                  <a:srgbClr val="40404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拥有巨大的统一的社区和生态</a:t>
            </a:r>
            <a:endParaRPr sz="2085" dirty="0">
              <a:latin typeface="微软雅黑" panose="020B0503020204020204" pitchFamily="34" charset="-122"/>
              <a:ea typeface="微软雅黑" panose="020B0503020204020204" pitchFamily="34" charset="-122"/>
              <a:cs typeface="微软雅黑" panose="020B0503020204020204" pitchFamily="34" charset="-122"/>
            </a:endParaRPr>
          </a:p>
          <a:p>
            <a:pPr marL="524510" algn="l" rtl="0" eaLnBrk="0">
              <a:lnSpc>
                <a:spcPct val="90000"/>
              </a:lnSpc>
              <a:spcBef>
                <a:spcPts val="1430"/>
              </a:spcBef>
            </a:pPr>
            <a:r>
              <a:rPr sz="2085" kern="0" spc="-20" dirty="0">
                <a:solidFill>
                  <a:srgbClr val="404040">
                    <a:alpha val="100000"/>
                  </a:srgbClr>
                </a:solidFill>
                <a:latin typeface="Arial" panose="020B0604020202090204"/>
                <a:ea typeface="Arial" panose="020B0604020202090204"/>
                <a:cs typeface="Arial" panose="020B0604020202090204"/>
              </a:rPr>
              <a:t>–  </a:t>
            </a:r>
            <a:r>
              <a:rPr sz="2085" kern="0" spc="-20" dirty="0">
                <a:solidFill>
                  <a:srgbClr val="40404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针对不同场景优化了</a:t>
            </a:r>
            <a:r>
              <a:rPr sz="2085" kern="0" spc="-20" dirty="0">
                <a:solidFill>
                  <a:srgbClr val="404040">
                    <a:alpha val="100000"/>
                  </a:srgbClr>
                </a:solidFill>
                <a:latin typeface="Arial" panose="020B0604020202090204"/>
                <a:ea typeface="Arial" panose="020B0604020202090204"/>
                <a:cs typeface="Arial" panose="020B0604020202090204"/>
              </a:rPr>
              <a:t>30</a:t>
            </a:r>
            <a:r>
              <a:rPr sz="2085" kern="0" spc="-20" dirty="0">
                <a:solidFill>
                  <a:srgbClr val="40404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年</a:t>
            </a:r>
            <a:endParaRPr sz="2085" dirty="0">
              <a:latin typeface="微软雅黑" panose="020B0503020204020204" pitchFamily="34" charset="-122"/>
              <a:ea typeface="微软雅黑" panose="020B0503020204020204" pitchFamily="34" charset="-122"/>
              <a:cs typeface="微软雅黑" panose="020B0503020204020204" pitchFamily="34" charset="-122"/>
            </a:endParaRPr>
          </a:p>
          <a:p>
            <a:pPr algn="l" rtl="0" eaLnBrk="0">
              <a:lnSpc>
                <a:spcPct val="121000"/>
              </a:lnSpc>
            </a:pPr>
            <a:endParaRPr sz="905" dirty="0">
              <a:latin typeface="Arial" panose="020B0604020202090204"/>
              <a:ea typeface="Arial" panose="020B0604020202090204"/>
              <a:cs typeface="Arial" panose="020B0604020202090204"/>
            </a:endParaRPr>
          </a:p>
          <a:p>
            <a:pPr marL="22860" algn="l" rtl="0" eaLnBrk="0">
              <a:lnSpc>
                <a:spcPct val="90000"/>
              </a:lnSpc>
              <a:spcBef>
                <a:spcPts val="815"/>
              </a:spcBef>
            </a:pPr>
            <a:r>
              <a:rPr sz="2450" kern="0" spc="0" dirty="0">
                <a:solidFill>
                  <a:srgbClr val="404040">
                    <a:alpha val="100000"/>
                  </a:srgbClr>
                </a:solidFill>
                <a:latin typeface="Arial" panose="020B0604020202090204"/>
                <a:ea typeface="Arial" panose="020B0604020202090204"/>
                <a:cs typeface="Arial" panose="020B0604020202090204"/>
              </a:rPr>
              <a:t>•</a:t>
            </a:r>
            <a:r>
              <a:rPr sz="2450" kern="0" spc="350" dirty="0">
                <a:solidFill>
                  <a:srgbClr val="404040">
                    <a:alpha val="100000"/>
                  </a:srgbClr>
                </a:solidFill>
                <a:latin typeface="Arial" panose="020B0604020202090204"/>
                <a:ea typeface="Arial" panose="020B0604020202090204"/>
                <a:cs typeface="Arial" panose="020B0604020202090204"/>
              </a:rPr>
              <a:t>  </a:t>
            </a:r>
            <a:r>
              <a:rPr sz="2450" b="1" kern="0" spc="0" dirty="0">
                <a:solidFill>
                  <a:srgbClr val="40404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宏内核的结构性缺陷</a:t>
            </a:r>
            <a:endParaRPr sz="2450" dirty="0">
              <a:latin typeface="微软雅黑" panose="020B0503020204020204" pitchFamily="34" charset="-122"/>
              <a:ea typeface="微软雅黑" panose="020B0503020204020204" pitchFamily="34" charset="-122"/>
              <a:cs typeface="微软雅黑" panose="020B0503020204020204" pitchFamily="34" charset="-122"/>
            </a:endParaRPr>
          </a:p>
          <a:p>
            <a:pPr marL="524510" algn="l" rtl="0" eaLnBrk="0">
              <a:lnSpc>
                <a:spcPct val="90000"/>
              </a:lnSpc>
              <a:spcBef>
                <a:spcPts val="1430"/>
              </a:spcBef>
            </a:pPr>
            <a:r>
              <a:rPr sz="2085" kern="0" spc="-40" dirty="0">
                <a:solidFill>
                  <a:srgbClr val="404040">
                    <a:alpha val="100000"/>
                  </a:srgbClr>
                </a:solidFill>
                <a:latin typeface="Arial" panose="020B0604020202090204"/>
                <a:ea typeface="Arial" panose="020B0604020202090204"/>
                <a:cs typeface="Arial" panose="020B0604020202090204"/>
              </a:rPr>
              <a:t>–  </a:t>
            </a:r>
            <a:r>
              <a:rPr sz="2085" kern="0" spc="-40" dirty="0">
                <a:solidFill>
                  <a:srgbClr val="40404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安全性与可靠性问题</a:t>
            </a:r>
            <a:r>
              <a:rPr sz="2085" kern="0" spc="-130" dirty="0">
                <a:solidFill>
                  <a:srgbClr val="40404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 </a:t>
            </a:r>
            <a:r>
              <a:rPr sz="2085" kern="0" spc="-40" dirty="0">
                <a:solidFill>
                  <a:srgbClr val="40404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：模块之间没有很强</a:t>
            </a:r>
            <a:r>
              <a:rPr sz="2085" kern="0" spc="-50" dirty="0">
                <a:solidFill>
                  <a:srgbClr val="40404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的隔离机制</a:t>
            </a:r>
            <a:endParaRPr sz="2085" dirty="0">
              <a:latin typeface="微软雅黑" panose="020B0503020204020204" pitchFamily="34" charset="-122"/>
              <a:ea typeface="微软雅黑" panose="020B0503020204020204" pitchFamily="34" charset="-122"/>
              <a:cs typeface="微软雅黑" panose="020B0503020204020204" pitchFamily="34" charset="-122"/>
            </a:endParaRPr>
          </a:p>
          <a:p>
            <a:pPr marL="524510" algn="l" rtl="0" eaLnBrk="0">
              <a:lnSpc>
                <a:spcPct val="90000"/>
              </a:lnSpc>
              <a:spcBef>
                <a:spcPts val="1330"/>
              </a:spcBef>
            </a:pPr>
            <a:r>
              <a:rPr sz="2085" kern="0" spc="-20" dirty="0">
                <a:solidFill>
                  <a:srgbClr val="404040">
                    <a:alpha val="100000"/>
                  </a:srgbClr>
                </a:solidFill>
                <a:latin typeface="Arial" panose="020B0604020202090204"/>
                <a:ea typeface="Arial" panose="020B0604020202090204"/>
                <a:cs typeface="Arial" panose="020B0604020202090204"/>
              </a:rPr>
              <a:t>–  </a:t>
            </a:r>
            <a:r>
              <a:rPr sz="2085" kern="0" spc="-20" dirty="0">
                <a:solidFill>
                  <a:srgbClr val="40404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实时性支持：系统太复杂导致无法做最坏情况时延</a:t>
            </a:r>
            <a:r>
              <a:rPr sz="2085" kern="0" spc="-30" dirty="0">
                <a:solidFill>
                  <a:srgbClr val="40404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分析</a:t>
            </a:r>
            <a:endParaRPr sz="2085" dirty="0">
              <a:latin typeface="微软雅黑" panose="020B0503020204020204" pitchFamily="34" charset="-122"/>
              <a:ea typeface="微软雅黑" panose="020B0503020204020204" pitchFamily="34" charset="-122"/>
              <a:cs typeface="微软雅黑" panose="020B0503020204020204" pitchFamily="34" charset="-122"/>
            </a:endParaRPr>
          </a:p>
          <a:p>
            <a:pPr algn="l" rtl="0" eaLnBrk="0">
              <a:lnSpc>
                <a:spcPct val="106000"/>
              </a:lnSpc>
            </a:pPr>
            <a:endParaRPr sz="1000" dirty="0">
              <a:latin typeface="Arial" panose="020B0604020202090204"/>
              <a:ea typeface="Arial" panose="020B0604020202090204"/>
              <a:cs typeface="Arial" panose="020B0604020202090204"/>
            </a:endParaRPr>
          </a:p>
          <a:p>
            <a:pPr algn="r" rtl="0" eaLnBrk="0">
              <a:lnSpc>
                <a:spcPct val="90000"/>
              </a:lnSpc>
              <a:spcBef>
                <a:spcPts val="5"/>
              </a:spcBef>
            </a:pPr>
            <a:r>
              <a:rPr sz="2085" kern="0" spc="-30" dirty="0">
                <a:solidFill>
                  <a:srgbClr val="404040">
                    <a:alpha val="100000"/>
                  </a:srgbClr>
                </a:solidFill>
                <a:latin typeface="Arial" panose="020B0604020202090204"/>
                <a:ea typeface="Arial" panose="020B0604020202090204"/>
                <a:cs typeface="Arial" panose="020B0604020202090204"/>
              </a:rPr>
              <a:t>–  </a:t>
            </a:r>
            <a:r>
              <a:rPr sz="2085" kern="0" spc="-30" dirty="0">
                <a:solidFill>
                  <a:srgbClr val="40404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系统过于庞大而</a:t>
            </a:r>
            <a:r>
              <a:rPr sz="2085" kern="0" spc="-40" dirty="0">
                <a:solidFill>
                  <a:srgbClr val="40404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阻碍了创新</a:t>
            </a:r>
            <a:r>
              <a:rPr sz="2085" kern="0" spc="-140" dirty="0">
                <a:solidFill>
                  <a:srgbClr val="40404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 </a:t>
            </a:r>
            <a:r>
              <a:rPr sz="2085" kern="0" spc="-40" dirty="0">
                <a:solidFill>
                  <a:srgbClr val="40404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a:t>
            </a:r>
            <a:r>
              <a:rPr sz="2085" kern="0" spc="-40" dirty="0">
                <a:solidFill>
                  <a:srgbClr val="404040">
                    <a:alpha val="100000"/>
                  </a:srgbClr>
                </a:solidFill>
                <a:latin typeface="Arial" panose="020B0604020202090204"/>
                <a:ea typeface="Arial" panose="020B0604020202090204"/>
                <a:cs typeface="Arial" panose="020B0604020202090204"/>
              </a:rPr>
              <a:t>Linux</a:t>
            </a:r>
            <a:r>
              <a:rPr sz="2085" kern="0" spc="-40" dirty="0">
                <a:solidFill>
                  <a:srgbClr val="40404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代码行数已经过</a:t>
            </a:r>
            <a:r>
              <a:rPr sz="2085" kern="0" spc="-40" dirty="0">
                <a:solidFill>
                  <a:srgbClr val="404040">
                    <a:alpha val="100000"/>
                  </a:srgbClr>
                </a:solidFill>
                <a:latin typeface="Arial" panose="020B0604020202090204"/>
                <a:ea typeface="Arial" panose="020B0604020202090204"/>
                <a:cs typeface="Arial" panose="020B0604020202090204"/>
              </a:rPr>
              <a:t>2</a:t>
            </a:r>
            <a:r>
              <a:rPr sz="2085" kern="0" spc="-40" dirty="0">
                <a:solidFill>
                  <a:srgbClr val="40404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千万</a:t>
            </a:r>
            <a:endParaRPr sz="2085" dirty="0">
              <a:latin typeface="微软雅黑" panose="020B0503020204020204" pitchFamily="34" charset="-122"/>
              <a:ea typeface="微软雅黑" panose="020B0503020204020204" pitchFamily="34" charset="-122"/>
              <a:cs typeface="微软雅黑" panose="020B0503020204020204" pitchFamily="34" charset="-122"/>
            </a:endParaRPr>
          </a:p>
        </p:txBody>
      </p:sp>
      <p:pic>
        <p:nvPicPr>
          <p:cNvPr id="252" name="picture 252"/>
          <p:cNvPicPr>
            <a:picLocks noChangeAspect="1"/>
          </p:cNvPicPr>
          <p:nvPr/>
        </p:nvPicPr>
        <p:blipFill>
          <a:blip r:embed="rId1"/>
          <a:stretch>
            <a:fillRect/>
          </a:stretch>
        </p:blipFill>
        <p:spPr>
          <a:xfrm rot="21600000">
            <a:off x="1373168" y="925321"/>
            <a:ext cx="163946" cy="495730"/>
          </a:xfrm>
          <a:prstGeom prst="rect">
            <a:avLst/>
          </a:prstGeom>
        </p:spPr>
      </p:pic>
      <p:sp>
        <p:nvSpPr>
          <p:cNvPr id="254" name="textbox 254"/>
          <p:cNvSpPr/>
          <p:nvPr/>
        </p:nvSpPr>
        <p:spPr>
          <a:xfrm>
            <a:off x="10071671" y="6036788"/>
            <a:ext cx="183186" cy="168210"/>
          </a:xfrm>
          <a:prstGeom prst="rect">
            <a:avLst/>
          </a:prstGeom>
          <a:noFill/>
          <a:ln w="0" cap="flat">
            <a:noFill/>
            <a:prstDash val="solid"/>
            <a:miter lim="0"/>
          </a:ln>
        </p:spPr>
        <p:txBody>
          <a:bodyPr vert="horz" wrap="square" lIns="0" tIns="0" rIns="0" bIns="0"/>
          <a:lstStyle/>
          <a:p>
            <a:pPr algn="l" rtl="0" eaLnBrk="0">
              <a:lnSpc>
                <a:spcPct val="81000"/>
              </a:lnSpc>
            </a:pPr>
            <a:endParaRPr sz="100" dirty="0">
              <a:latin typeface="Arial" panose="020B0604020202090204"/>
              <a:ea typeface="Arial" panose="020B0604020202090204"/>
              <a:cs typeface="Arial" panose="020B0604020202090204"/>
            </a:endParaRPr>
          </a:p>
          <a:p>
            <a:pPr marL="12700" algn="l" rtl="0" eaLnBrk="0">
              <a:lnSpc>
                <a:spcPct val="75000"/>
              </a:lnSpc>
            </a:pPr>
            <a:r>
              <a:rPr sz="1270" kern="0" spc="-30" dirty="0">
                <a:solidFill>
                  <a:srgbClr val="898989">
                    <a:alpha val="100000"/>
                  </a:srgbClr>
                </a:solidFill>
                <a:latin typeface="等线" panose="02010600030101010101" charset="-122"/>
                <a:ea typeface="等线" panose="02010600030101010101" charset="-122"/>
                <a:cs typeface="等线" panose="02010600030101010101" charset="-122"/>
              </a:rPr>
              <a:t>24</a:t>
            </a:r>
            <a:endParaRPr sz="1270" dirty="0">
              <a:latin typeface="等线" panose="02010600030101010101" charset="-122"/>
              <a:ea typeface="等线" panose="02010600030101010101" charset="-122"/>
              <a:cs typeface="等线" panose="02010600030101010101" charset="-122"/>
            </a:endParaRPr>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 name="textbox 256"/>
          <p:cNvSpPr/>
          <p:nvPr/>
        </p:nvSpPr>
        <p:spPr>
          <a:xfrm>
            <a:off x="1934845" y="942975"/>
            <a:ext cx="9077325" cy="5343525"/>
          </a:xfrm>
          <a:prstGeom prst="rect">
            <a:avLst/>
          </a:prstGeom>
          <a:noFill/>
          <a:ln w="0" cap="flat">
            <a:noFill/>
            <a:prstDash val="solid"/>
            <a:miter lim="0"/>
          </a:ln>
        </p:spPr>
        <p:txBody>
          <a:bodyPr vert="horz" wrap="square" lIns="0" tIns="0" rIns="0" bIns="0"/>
          <a:lstStyle/>
          <a:p>
            <a:pPr algn="l" rtl="0" eaLnBrk="0">
              <a:lnSpc>
                <a:spcPct val="84000"/>
              </a:lnSpc>
            </a:pPr>
            <a:endParaRPr sz="100" dirty="0">
              <a:latin typeface="Arial" panose="020B0604020202090204"/>
              <a:ea typeface="Arial" panose="020B0604020202090204"/>
              <a:cs typeface="Arial" panose="020B0604020202090204"/>
            </a:endParaRPr>
          </a:p>
          <a:p>
            <a:pPr marL="12700" algn="l" rtl="0" eaLnBrk="0">
              <a:lnSpc>
                <a:spcPct val="90000"/>
              </a:lnSpc>
            </a:pPr>
            <a:r>
              <a:rPr sz="3200" b="1" kern="0" spc="-10" dirty="0">
                <a:solidFill>
                  <a:srgbClr val="BE384B">
                    <a:alpha val="100000"/>
                  </a:srgbClr>
                </a:solidFill>
                <a:latin typeface="微软雅黑" panose="020B0503020204020204" pitchFamily="34" charset="-122"/>
                <a:ea typeface="微软雅黑" panose="020B0503020204020204" pitchFamily="34" charset="-122"/>
                <a:cs typeface="微软雅黑" panose="020B0503020204020204" pitchFamily="34" charset="-122"/>
              </a:rPr>
              <a:t>宏内核难以满足的场</a:t>
            </a:r>
            <a:r>
              <a:rPr sz="3200" b="1" kern="0" spc="-20" dirty="0">
                <a:solidFill>
                  <a:srgbClr val="BE384B">
                    <a:alpha val="100000"/>
                  </a:srgbClr>
                </a:solidFill>
                <a:latin typeface="微软雅黑" panose="020B0503020204020204" pitchFamily="34" charset="-122"/>
                <a:ea typeface="微软雅黑" panose="020B0503020204020204" pitchFamily="34" charset="-122"/>
                <a:cs typeface="微软雅黑" panose="020B0503020204020204" pitchFamily="34" charset="-122"/>
              </a:rPr>
              <a:t>景</a:t>
            </a:r>
            <a:endParaRPr sz="3200" dirty="0">
              <a:latin typeface="微软雅黑" panose="020B0503020204020204" pitchFamily="34" charset="-122"/>
              <a:ea typeface="微软雅黑" panose="020B0503020204020204" pitchFamily="34" charset="-122"/>
              <a:cs typeface="微软雅黑" panose="020B0503020204020204" pitchFamily="34" charset="-122"/>
            </a:endParaRPr>
          </a:p>
          <a:p>
            <a:pPr algn="l" rtl="0" eaLnBrk="0">
              <a:lnSpc>
                <a:spcPct val="138000"/>
              </a:lnSpc>
            </a:pPr>
            <a:endParaRPr sz="905" dirty="0">
              <a:latin typeface="Arial" panose="020B0604020202090204"/>
              <a:ea typeface="Arial" panose="020B0604020202090204"/>
              <a:cs typeface="Arial" panose="020B0604020202090204"/>
            </a:endParaRPr>
          </a:p>
          <a:p>
            <a:pPr algn="l" rtl="0" eaLnBrk="0">
              <a:lnSpc>
                <a:spcPct val="139000"/>
              </a:lnSpc>
            </a:pPr>
            <a:endParaRPr sz="905" dirty="0">
              <a:latin typeface="Arial" panose="020B0604020202090204"/>
              <a:ea typeface="Arial" panose="020B0604020202090204"/>
              <a:cs typeface="Arial" panose="020B0604020202090204"/>
            </a:endParaRPr>
          </a:p>
          <a:p>
            <a:pPr marL="19685" algn="l" rtl="0" eaLnBrk="0">
              <a:lnSpc>
                <a:spcPct val="90000"/>
              </a:lnSpc>
              <a:spcBef>
                <a:spcPts val="665"/>
              </a:spcBef>
            </a:pPr>
            <a:r>
              <a:rPr sz="1995" kern="0" spc="-40" dirty="0">
                <a:solidFill>
                  <a:srgbClr val="404040">
                    <a:alpha val="100000"/>
                  </a:srgbClr>
                </a:solidFill>
                <a:latin typeface="Arial" panose="020B0604020202090204"/>
                <a:ea typeface="Arial" panose="020B0604020202090204"/>
                <a:cs typeface="Arial" panose="020B0604020202090204"/>
              </a:rPr>
              <a:t>•   </a:t>
            </a:r>
            <a:r>
              <a:rPr sz="2400" kern="0" spc="-40" dirty="0">
                <a:solidFill>
                  <a:srgbClr val="404040">
                    <a:alpha val="100000"/>
                  </a:srgbClr>
                </a:solidFill>
                <a:latin typeface="+mn-ea"/>
                <a:cs typeface="+mn-ea"/>
              </a:rPr>
              <a:t> </a:t>
            </a:r>
            <a:r>
              <a:rPr sz="2400" b="1" kern="0" spc="-40" dirty="0">
                <a:solidFill>
                  <a:srgbClr val="404040">
                    <a:alpha val="100000"/>
                  </a:srgbClr>
                </a:solidFill>
                <a:latin typeface="+mn-ea"/>
                <a:cs typeface="+mn-ea"/>
              </a:rPr>
              <a:t>向上向下的扩展</a:t>
            </a:r>
            <a:endParaRPr sz="2400" dirty="0">
              <a:latin typeface="+mn-ea"/>
              <a:cs typeface="+mn-ea"/>
            </a:endParaRPr>
          </a:p>
          <a:p>
            <a:pPr marL="524510" algn="l" rtl="0" eaLnBrk="0">
              <a:lnSpc>
                <a:spcPts val="2590"/>
              </a:lnSpc>
              <a:spcBef>
                <a:spcPts val="310"/>
              </a:spcBef>
            </a:pPr>
            <a:r>
              <a:rPr kern="0" spc="30" dirty="0">
                <a:solidFill>
                  <a:srgbClr val="404040">
                    <a:alpha val="100000"/>
                  </a:srgbClr>
                </a:solidFill>
                <a:latin typeface="+mn-ea"/>
                <a:cs typeface="+mn-ea"/>
              </a:rPr>
              <a:t>–</a:t>
            </a:r>
            <a:r>
              <a:rPr kern="0" spc="260" dirty="0">
                <a:solidFill>
                  <a:srgbClr val="404040">
                    <a:alpha val="100000"/>
                  </a:srgbClr>
                </a:solidFill>
                <a:latin typeface="+mn-ea"/>
                <a:cs typeface="+mn-ea"/>
              </a:rPr>
              <a:t>  </a:t>
            </a:r>
            <a:r>
              <a:rPr kern="0" spc="30" dirty="0">
                <a:solidFill>
                  <a:srgbClr val="404040">
                    <a:alpha val="100000"/>
                  </a:srgbClr>
                </a:solidFill>
                <a:latin typeface="+mn-ea"/>
                <a:cs typeface="+mn-ea"/>
              </a:rPr>
              <a:t>很难去剪裁</a:t>
            </a:r>
            <a:r>
              <a:rPr kern="0" spc="30" dirty="0">
                <a:solidFill>
                  <a:srgbClr val="404040">
                    <a:alpha val="100000"/>
                  </a:srgbClr>
                </a:solidFill>
                <a:latin typeface="+mn-ea"/>
                <a:cs typeface="+mn-ea"/>
              </a:rPr>
              <a:t>/扩展一个宏内核系统支持从</a:t>
            </a:r>
            <a:r>
              <a:rPr kern="0" spc="0" dirty="0">
                <a:solidFill>
                  <a:srgbClr val="404040">
                    <a:alpha val="100000"/>
                  </a:srgbClr>
                </a:solidFill>
                <a:latin typeface="+mn-ea"/>
                <a:cs typeface="+mn-ea"/>
              </a:rPr>
              <a:t>KB</a:t>
            </a:r>
            <a:r>
              <a:rPr kern="0" spc="30" dirty="0">
                <a:solidFill>
                  <a:srgbClr val="404040">
                    <a:alpha val="100000"/>
                  </a:srgbClr>
                </a:solidFill>
                <a:latin typeface="+mn-ea"/>
                <a:cs typeface="+mn-ea"/>
              </a:rPr>
              <a:t>级别到</a:t>
            </a:r>
            <a:r>
              <a:rPr kern="0" spc="0" dirty="0">
                <a:solidFill>
                  <a:srgbClr val="404040">
                    <a:alpha val="100000"/>
                  </a:srgbClr>
                </a:solidFill>
                <a:latin typeface="+mn-ea"/>
                <a:cs typeface="+mn-ea"/>
              </a:rPr>
              <a:t>TB</a:t>
            </a:r>
            <a:r>
              <a:rPr kern="0" spc="30" dirty="0">
                <a:solidFill>
                  <a:srgbClr val="404040">
                    <a:alpha val="100000"/>
                  </a:srgbClr>
                </a:solidFill>
                <a:latin typeface="+mn-ea"/>
                <a:cs typeface="+mn-ea"/>
              </a:rPr>
              <a:t>级别的场景</a:t>
            </a:r>
            <a:endParaRPr dirty="0">
              <a:latin typeface="+mn-ea"/>
              <a:cs typeface="+mn-ea"/>
            </a:endParaRPr>
          </a:p>
          <a:p>
            <a:pPr marL="19685" algn="l" rtl="0" eaLnBrk="0">
              <a:lnSpc>
                <a:spcPct val="89000"/>
              </a:lnSpc>
              <a:spcBef>
                <a:spcPts val="1470"/>
              </a:spcBef>
            </a:pPr>
            <a:r>
              <a:rPr sz="2400" kern="0" spc="-50" dirty="0">
                <a:solidFill>
                  <a:srgbClr val="404040">
                    <a:alpha val="100000"/>
                  </a:srgbClr>
                </a:solidFill>
                <a:latin typeface="+mn-ea"/>
                <a:cs typeface="+mn-ea"/>
              </a:rPr>
              <a:t>•</a:t>
            </a:r>
            <a:r>
              <a:rPr sz="2400" kern="0" spc="160" dirty="0">
                <a:solidFill>
                  <a:srgbClr val="404040">
                    <a:alpha val="100000"/>
                  </a:srgbClr>
                </a:solidFill>
                <a:latin typeface="+mn-ea"/>
                <a:cs typeface="+mn-ea"/>
              </a:rPr>
              <a:t>   </a:t>
            </a:r>
            <a:r>
              <a:rPr sz="2400" b="1" kern="0" spc="-50" dirty="0">
                <a:solidFill>
                  <a:srgbClr val="404040">
                    <a:alpha val="100000"/>
                  </a:srgbClr>
                </a:solidFill>
                <a:latin typeface="+mn-ea"/>
                <a:cs typeface="+mn-ea"/>
              </a:rPr>
              <a:t>硬件异构性</a:t>
            </a:r>
            <a:endParaRPr sz="2400" dirty="0">
              <a:latin typeface="+mn-ea"/>
              <a:cs typeface="+mn-ea"/>
            </a:endParaRPr>
          </a:p>
          <a:p>
            <a:pPr marL="524510" algn="l" rtl="0" eaLnBrk="0">
              <a:lnSpc>
                <a:spcPct val="90000"/>
              </a:lnSpc>
              <a:spcBef>
                <a:spcPts val="755"/>
              </a:spcBef>
            </a:pPr>
            <a:r>
              <a:rPr kern="0" spc="30" dirty="0">
                <a:solidFill>
                  <a:srgbClr val="404040">
                    <a:alpha val="100000"/>
                  </a:srgbClr>
                </a:solidFill>
                <a:latin typeface="+mn-ea"/>
                <a:cs typeface="+mn-ea"/>
              </a:rPr>
              <a:t>–</a:t>
            </a:r>
            <a:r>
              <a:rPr kern="0" spc="230" dirty="0">
                <a:solidFill>
                  <a:srgbClr val="404040">
                    <a:alpha val="100000"/>
                  </a:srgbClr>
                </a:solidFill>
                <a:latin typeface="+mn-ea"/>
                <a:cs typeface="+mn-ea"/>
              </a:rPr>
              <a:t>  </a:t>
            </a:r>
            <a:r>
              <a:rPr kern="0" spc="30" dirty="0">
                <a:solidFill>
                  <a:srgbClr val="404040">
                    <a:alpha val="100000"/>
                  </a:srgbClr>
                </a:solidFill>
                <a:latin typeface="+mn-ea"/>
                <a:cs typeface="+mn-ea"/>
              </a:rPr>
              <a:t>很难长期支持一些定制化的方式去解决一些特</a:t>
            </a:r>
            <a:r>
              <a:rPr kern="0" spc="20" dirty="0">
                <a:solidFill>
                  <a:srgbClr val="404040">
                    <a:alpha val="100000"/>
                  </a:srgbClr>
                </a:solidFill>
                <a:latin typeface="+mn-ea"/>
                <a:cs typeface="+mn-ea"/>
              </a:rPr>
              <a:t>定问题</a:t>
            </a:r>
            <a:endParaRPr dirty="0">
              <a:latin typeface="+mn-ea"/>
              <a:cs typeface="+mn-ea"/>
            </a:endParaRPr>
          </a:p>
          <a:p>
            <a:pPr marL="19685" algn="l" rtl="0" eaLnBrk="0">
              <a:lnSpc>
                <a:spcPct val="90000"/>
              </a:lnSpc>
              <a:spcBef>
                <a:spcPts val="1610"/>
              </a:spcBef>
            </a:pPr>
            <a:r>
              <a:rPr sz="2400" kern="0" spc="-50" dirty="0">
                <a:solidFill>
                  <a:srgbClr val="404040">
                    <a:alpha val="100000"/>
                  </a:srgbClr>
                </a:solidFill>
                <a:latin typeface="+mn-ea"/>
                <a:cs typeface="+mn-ea"/>
              </a:rPr>
              <a:t>•</a:t>
            </a:r>
            <a:r>
              <a:rPr sz="2400" kern="0" spc="160" dirty="0">
                <a:solidFill>
                  <a:srgbClr val="404040">
                    <a:alpha val="100000"/>
                  </a:srgbClr>
                </a:solidFill>
                <a:latin typeface="+mn-ea"/>
                <a:cs typeface="+mn-ea"/>
              </a:rPr>
              <a:t>   </a:t>
            </a:r>
            <a:r>
              <a:rPr sz="2400" b="1" kern="0" spc="-50" dirty="0">
                <a:solidFill>
                  <a:srgbClr val="404040">
                    <a:alpha val="100000"/>
                  </a:srgbClr>
                </a:solidFill>
                <a:latin typeface="+mn-ea"/>
                <a:cs typeface="+mn-ea"/>
              </a:rPr>
              <a:t>功能安全</a:t>
            </a:r>
            <a:endParaRPr sz="2400" dirty="0">
              <a:latin typeface="+mn-ea"/>
              <a:cs typeface="+mn-ea"/>
            </a:endParaRPr>
          </a:p>
          <a:p>
            <a:pPr marL="524510" algn="l" rtl="0" eaLnBrk="0">
              <a:lnSpc>
                <a:spcPts val="2455"/>
              </a:lnSpc>
              <a:spcBef>
                <a:spcPts val="310"/>
              </a:spcBef>
            </a:pPr>
            <a:r>
              <a:rPr kern="0" spc="-10" dirty="0">
                <a:solidFill>
                  <a:srgbClr val="404040">
                    <a:alpha val="100000"/>
                  </a:srgbClr>
                </a:solidFill>
                <a:latin typeface="+mn-ea"/>
                <a:cs typeface="+mn-ea"/>
              </a:rPr>
              <a:t>–</a:t>
            </a:r>
            <a:r>
              <a:rPr kern="0" spc="250" dirty="0">
                <a:solidFill>
                  <a:srgbClr val="404040">
                    <a:alpha val="100000"/>
                  </a:srgbClr>
                </a:solidFill>
                <a:latin typeface="+mn-ea"/>
                <a:cs typeface="+mn-ea"/>
              </a:rPr>
              <a:t>  </a:t>
            </a:r>
            <a:r>
              <a:rPr kern="0" spc="-10" dirty="0">
                <a:solidFill>
                  <a:srgbClr val="404040">
                    <a:alpha val="100000"/>
                  </a:srgbClr>
                </a:solidFill>
                <a:latin typeface="+mn-ea"/>
                <a:cs typeface="+mn-ea"/>
              </a:rPr>
              <a:t>Linux无法通过汽车安全完整性认证（ </a:t>
            </a:r>
            <a:r>
              <a:rPr kern="0" spc="-10" dirty="0">
                <a:solidFill>
                  <a:srgbClr val="404040">
                    <a:alpha val="100000"/>
                  </a:srgbClr>
                </a:solidFill>
                <a:latin typeface="+mn-ea"/>
                <a:cs typeface="+mn-ea"/>
              </a:rPr>
              <a:t>ASIL-D ）</a:t>
            </a:r>
            <a:endParaRPr dirty="0">
              <a:latin typeface="+mn-ea"/>
              <a:cs typeface="+mn-ea"/>
            </a:endParaRPr>
          </a:p>
          <a:p>
            <a:pPr marL="19685" algn="l" rtl="0" eaLnBrk="0">
              <a:lnSpc>
                <a:spcPct val="90000"/>
              </a:lnSpc>
              <a:spcBef>
                <a:spcPts val="1555"/>
              </a:spcBef>
            </a:pPr>
            <a:r>
              <a:rPr sz="2400" kern="0" spc="-50" dirty="0">
                <a:solidFill>
                  <a:srgbClr val="404040">
                    <a:alpha val="100000"/>
                  </a:srgbClr>
                </a:solidFill>
                <a:latin typeface="+mn-ea"/>
                <a:cs typeface="+mn-ea"/>
              </a:rPr>
              <a:t>•</a:t>
            </a:r>
            <a:r>
              <a:rPr sz="2400" kern="0" spc="160" dirty="0">
                <a:solidFill>
                  <a:srgbClr val="404040">
                    <a:alpha val="100000"/>
                  </a:srgbClr>
                </a:solidFill>
                <a:latin typeface="+mn-ea"/>
                <a:cs typeface="+mn-ea"/>
              </a:rPr>
              <a:t>   </a:t>
            </a:r>
            <a:r>
              <a:rPr sz="2400" b="1" kern="0" spc="-50" dirty="0">
                <a:solidFill>
                  <a:srgbClr val="404040">
                    <a:alpha val="100000"/>
                  </a:srgbClr>
                </a:solidFill>
                <a:latin typeface="+mn-ea"/>
                <a:cs typeface="+mn-ea"/>
              </a:rPr>
              <a:t>信息安全</a:t>
            </a:r>
            <a:endParaRPr sz="2400" dirty="0">
              <a:latin typeface="+mn-ea"/>
              <a:cs typeface="+mn-ea"/>
            </a:endParaRPr>
          </a:p>
          <a:p>
            <a:pPr marL="524510" algn="l" rtl="0" eaLnBrk="0">
              <a:lnSpc>
                <a:spcPts val="2455"/>
              </a:lnSpc>
              <a:spcBef>
                <a:spcPts val="410"/>
              </a:spcBef>
            </a:pPr>
            <a:r>
              <a:rPr kern="0" spc="-10" dirty="0">
                <a:solidFill>
                  <a:srgbClr val="404040">
                    <a:alpha val="100000"/>
                  </a:srgbClr>
                </a:solidFill>
                <a:latin typeface="+mn-ea"/>
                <a:cs typeface="+mn-ea"/>
              </a:rPr>
              <a:t>–</a:t>
            </a:r>
            <a:r>
              <a:rPr kern="0" spc="260" dirty="0">
                <a:solidFill>
                  <a:srgbClr val="404040">
                    <a:alpha val="100000"/>
                  </a:srgbClr>
                </a:solidFill>
                <a:latin typeface="+mn-ea"/>
                <a:cs typeface="+mn-ea"/>
              </a:rPr>
              <a:t>  </a:t>
            </a:r>
            <a:r>
              <a:rPr kern="0" spc="-10" dirty="0">
                <a:solidFill>
                  <a:srgbClr val="404040">
                    <a:alpha val="100000"/>
                  </a:srgbClr>
                </a:solidFill>
                <a:latin typeface="+mn-ea"/>
                <a:cs typeface="+mn-ea"/>
              </a:rPr>
              <a:t>单点错误会导致整个系统出错， 而现在有数百个安全问题（ </a:t>
            </a:r>
            <a:r>
              <a:rPr kern="0" spc="-10" dirty="0">
                <a:solidFill>
                  <a:srgbClr val="404040">
                    <a:alpha val="100000"/>
                  </a:srgbClr>
                </a:solidFill>
                <a:latin typeface="+mn-ea"/>
                <a:cs typeface="+mn-ea"/>
              </a:rPr>
              <a:t>CVE ）</a:t>
            </a:r>
            <a:endParaRPr dirty="0">
              <a:latin typeface="+mn-ea"/>
              <a:cs typeface="+mn-ea"/>
            </a:endParaRPr>
          </a:p>
          <a:p>
            <a:pPr marL="19685" algn="l" rtl="0" eaLnBrk="0">
              <a:lnSpc>
                <a:spcPct val="90000"/>
              </a:lnSpc>
              <a:spcBef>
                <a:spcPts val="1575"/>
              </a:spcBef>
            </a:pPr>
            <a:r>
              <a:rPr sz="2400" kern="0" spc="-50" dirty="0">
                <a:solidFill>
                  <a:srgbClr val="404040">
                    <a:alpha val="100000"/>
                  </a:srgbClr>
                </a:solidFill>
                <a:latin typeface="+mn-ea"/>
                <a:cs typeface="+mn-ea"/>
              </a:rPr>
              <a:t>•</a:t>
            </a:r>
            <a:r>
              <a:rPr sz="2400" kern="0" spc="160" dirty="0">
                <a:solidFill>
                  <a:srgbClr val="404040">
                    <a:alpha val="100000"/>
                  </a:srgbClr>
                </a:solidFill>
                <a:latin typeface="+mn-ea"/>
                <a:cs typeface="+mn-ea"/>
              </a:rPr>
              <a:t>   </a:t>
            </a:r>
            <a:r>
              <a:rPr sz="2400" b="1" kern="0" spc="-50" dirty="0">
                <a:solidFill>
                  <a:srgbClr val="404040">
                    <a:alpha val="100000"/>
                  </a:srgbClr>
                </a:solidFill>
                <a:latin typeface="+mn-ea"/>
                <a:cs typeface="+mn-ea"/>
              </a:rPr>
              <a:t>确定性时延</a:t>
            </a:r>
            <a:endParaRPr sz="2400" b="1" kern="0" spc="-50" dirty="0">
              <a:solidFill>
                <a:srgbClr val="404040">
                  <a:alpha val="100000"/>
                </a:srgbClr>
              </a:solidFill>
              <a:latin typeface="+mn-ea"/>
              <a:cs typeface="+mn-ea"/>
            </a:endParaRPr>
          </a:p>
          <a:p>
            <a:pPr marL="19685" indent="457200" algn="l" rtl="0" eaLnBrk="0">
              <a:lnSpc>
                <a:spcPct val="90000"/>
              </a:lnSpc>
              <a:spcBef>
                <a:spcPts val="1575"/>
              </a:spcBef>
            </a:pPr>
            <a:r>
              <a:rPr kern="0" spc="10" dirty="0">
                <a:solidFill>
                  <a:srgbClr val="404040">
                    <a:alpha val="100000"/>
                  </a:srgbClr>
                </a:solidFill>
                <a:latin typeface="+mn-ea"/>
                <a:cs typeface="+mn-ea"/>
              </a:rPr>
              <a:t>–   </a:t>
            </a:r>
            <a:r>
              <a:rPr kern="0" spc="0" dirty="0">
                <a:solidFill>
                  <a:srgbClr val="404040">
                    <a:alpha val="100000"/>
                  </a:srgbClr>
                </a:solidFill>
                <a:latin typeface="+mn-ea"/>
                <a:cs typeface="+mn-ea"/>
              </a:rPr>
              <a:t>Linux</a:t>
            </a:r>
            <a:r>
              <a:rPr kern="0" spc="10" dirty="0">
                <a:solidFill>
                  <a:srgbClr val="404040">
                    <a:alpha val="100000"/>
                  </a:srgbClr>
                </a:solidFill>
                <a:latin typeface="+mn-ea"/>
                <a:cs typeface="+mn-ea"/>
              </a:rPr>
              <a:t>花费</a:t>
            </a:r>
            <a:r>
              <a:rPr kern="0" spc="10" dirty="0">
                <a:solidFill>
                  <a:srgbClr val="404040">
                    <a:alpha val="100000"/>
                  </a:srgbClr>
                </a:solidFill>
                <a:latin typeface="+mn-ea"/>
                <a:cs typeface="+mn-ea"/>
              </a:rPr>
              <a:t>10+年合并实时补丁 ，目前依然不确定是否能支持确定性</a:t>
            </a:r>
            <a:r>
              <a:rPr kern="0" spc="0" dirty="0">
                <a:solidFill>
                  <a:srgbClr val="404040">
                    <a:alpha val="100000"/>
                  </a:srgbClr>
                </a:solidFill>
                <a:latin typeface="+mn-ea"/>
                <a:cs typeface="+mn-ea"/>
              </a:rPr>
              <a:t>时延</a:t>
            </a:r>
            <a:endParaRPr kern="0" spc="0" dirty="0">
              <a:solidFill>
                <a:srgbClr val="404040">
                  <a:alpha val="100000"/>
                </a:srgbClr>
              </a:solidFill>
              <a:latin typeface="+mn-ea"/>
              <a:cs typeface="+mn-ea"/>
            </a:endParaRPr>
          </a:p>
        </p:txBody>
      </p:sp>
      <p:pic>
        <p:nvPicPr>
          <p:cNvPr id="258" name="picture 258"/>
          <p:cNvPicPr>
            <a:picLocks noChangeAspect="1"/>
          </p:cNvPicPr>
          <p:nvPr/>
        </p:nvPicPr>
        <p:blipFill>
          <a:blip r:embed="rId1"/>
          <a:stretch>
            <a:fillRect/>
          </a:stretch>
        </p:blipFill>
        <p:spPr>
          <a:xfrm rot="21600000">
            <a:off x="1373168" y="925321"/>
            <a:ext cx="163946" cy="495730"/>
          </a:xfrm>
          <a:prstGeom prst="rect">
            <a:avLst/>
          </a:prstGeom>
        </p:spPr>
      </p:pic>
      <p:sp>
        <p:nvSpPr>
          <p:cNvPr id="260" name="textbox 260"/>
          <p:cNvSpPr/>
          <p:nvPr/>
        </p:nvSpPr>
        <p:spPr>
          <a:xfrm>
            <a:off x="10071671" y="6036788"/>
            <a:ext cx="183186" cy="168210"/>
          </a:xfrm>
          <a:prstGeom prst="rect">
            <a:avLst/>
          </a:prstGeom>
          <a:noFill/>
          <a:ln w="0" cap="flat">
            <a:noFill/>
            <a:prstDash val="solid"/>
            <a:miter lim="0"/>
          </a:ln>
        </p:spPr>
        <p:txBody>
          <a:bodyPr vert="horz" wrap="square" lIns="0" tIns="0" rIns="0" bIns="0"/>
          <a:lstStyle/>
          <a:p>
            <a:pPr algn="l" rtl="0" eaLnBrk="0">
              <a:lnSpc>
                <a:spcPct val="81000"/>
              </a:lnSpc>
            </a:pPr>
            <a:endParaRPr sz="100" dirty="0">
              <a:latin typeface="Arial" panose="020B0604020202090204"/>
              <a:ea typeface="Arial" panose="020B0604020202090204"/>
              <a:cs typeface="Arial" panose="020B0604020202090204"/>
            </a:endParaRPr>
          </a:p>
          <a:p>
            <a:pPr marL="12700" algn="l" rtl="0" eaLnBrk="0">
              <a:lnSpc>
                <a:spcPct val="75000"/>
              </a:lnSpc>
            </a:pPr>
            <a:r>
              <a:rPr sz="1270" kern="0" spc="-30" dirty="0">
                <a:solidFill>
                  <a:srgbClr val="898989">
                    <a:alpha val="100000"/>
                  </a:srgbClr>
                </a:solidFill>
                <a:latin typeface="等线" panose="02010600030101010101" charset="-122"/>
                <a:ea typeface="等线" panose="02010600030101010101" charset="-122"/>
                <a:cs typeface="等线" panose="02010600030101010101" charset="-122"/>
              </a:rPr>
              <a:t>25</a:t>
            </a:r>
            <a:endParaRPr sz="1270" dirty="0">
              <a:latin typeface="等线" panose="02010600030101010101" charset="-122"/>
              <a:ea typeface="等线" panose="02010600030101010101" charset="-122"/>
              <a:cs typeface="等线" panose="02010600030101010101" charset="-122"/>
            </a:endParaRPr>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68" name="picture 268"/>
          <p:cNvPicPr>
            <a:picLocks noChangeAspect="1"/>
          </p:cNvPicPr>
          <p:nvPr/>
        </p:nvPicPr>
        <p:blipFill>
          <a:blip r:embed="rId1"/>
          <a:stretch>
            <a:fillRect/>
          </a:stretch>
        </p:blipFill>
        <p:spPr>
          <a:xfrm rot="21600000">
            <a:off x="3900067" y="3845315"/>
            <a:ext cx="3046564" cy="2723336"/>
          </a:xfrm>
          <a:prstGeom prst="rect">
            <a:avLst/>
          </a:prstGeom>
        </p:spPr>
      </p:pic>
      <p:sp>
        <p:nvSpPr>
          <p:cNvPr id="270" name="textbox 270"/>
          <p:cNvSpPr/>
          <p:nvPr/>
        </p:nvSpPr>
        <p:spPr>
          <a:xfrm>
            <a:off x="1944370" y="1970405"/>
            <a:ext cx="7818755" cy="1667510"/>
          </a:xfrm>
          <a:prstGeom prst="rect">
            <a:avLst/>
          </a:prstGeom>
          <a:noFill/>
          <a:ln w="0" cap="flat">
            <a:noFill/>
            <a:prstDash val="solid"/>
            <a:miter lim="0"/>
          </a:ln>
        </p:spPr>
        <p:txBody>
          <a:bodyPr vert="horz" wrap="square" lIns="0" tIns="0" rIns="0" bIns="0"/>
          <a:lstStyle/>
          <a:p>
            <a:pPr algn="l" rtl="0" eaLnBrk="0">
              <a:lnSpc>
                <a:spcPct val="72000"/>
              </a:lnSpc>
            </a:pPr>
            <a:endParaRPr sz="100" dirty="0">
              <a:latin typeface="Arial" panose="020B0604020202090204"/>
              <a:ea typeface="Arial" panose="020B0604020202090204"/>
              <a:cs typeface="Arial" panose="020B0604020202090204"/>
            </a:endParaRPr>
          </a:p>
          <a:p>
            <a:pPr marL="12700" algn="l" rtl="0" eaLnBrk="0">
              <a:lnSpc>
                <a:spcPct val="90000"/>
              </a:lnSpc>
            </a:pPr>
            <a:r>
              <a:rPr sz="2450" kern="0" spc="10" dirty="0">
                <a:solidFill>
                  <a:srgbClr val="404040">
                    <a:alpha val="100000"/>
                  </a:srgbClr>
                </a:solidFill>
                <a:latin typeface="Arial" panose="020B0604020202090204"/>
                <a:ea typeface="Arial" panose="020B0604020202090204"/>
                <a:cs typeface="Arial" panose="020B0604020202090204"/>
              </a:rPr>
              <a:t>•</a:t>
            </a:r>
            <a:r>
              <a:rPr sz="2450" kern="0" spc="330" dirty="0">
                <a:solidFill>
                  <a:srgbClr val="404040">
                    <a:alpha val="100000"/>
                  </a:srgbClr>
                </a:solidFill>
                <a:latin typeface="Arial" panose="020B0604020202090204"/>
                <a:ea typeface="Arial" panose="020B0604020202090204"/>
                <a:cs typeface="Arial" panose="020B0604020202090204"/>
              </a:rPr>
              <a:t>  </a:t>
            </a:r>
            <a:r>
              <a:rPr sz="2450" b="1" kern="0" spc="10" dirty="0">
                <a:solidFill>
                  <a:srgbClr val="40404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设计原则：最小化内核功能</a:t>
            </a:r>
            <a:endParaRPr sz="2450" b="1" kern="0" spc="10" dirty="0">
              <a:solidFill>
                <a:srgbClr val="404040">
                  <a:alpha val="100000"/>
                </a:srgbClr>
              </a:solidFill>
              <a:latin typeface="微软雅黑" panose="020B0503020204020204" pitchFamily="34" charset="-122"/>
              <a:ea typeface="微软雅黑" panose="020B0503020204020204" pitchFamily="34" charset="-122"/>
              <a:cs typeface="微软雅黑" panose="020B0503020204020204" pitchFamily="34" charset="-122"/>
            </a:endParaRPr>
          </a:p>
          <a:p>
            <a:pPr marL="12700" algn="l" rtl="0" eaLnBrk="0">
              <a:lnSpc>
                <a:spcPct val="90000"/>
              </a:lnSpc>
            </a:pPr>
            <a:endParaRPr sz="2450" b="1" kern="0" spc="10" dirty="0">
              <a:solidFill>
                <a:srgbClr val="404040">
                  <a:alpha val="100000"/>
                </a:srgbClr>
              </a:solidFill>
              <a:latin typeface="微软雅黑" panose="020B0503020204020204" pitchFamily="34" charset="-122"/>
              <a:ea typeface="微软雅黑" panose="020B0503020204020204" pitchFamily="34" charset="-122"/>
              <a:cs typeface="微软雅黑" panose="020B0503020204020204" pitchFamily="34" charset="-122"/>
            </a:endParaRPr>
          </a:p>
          <a:p>
            <a:pPr marL="12700" algn="l" rtl="0" eaLnBrk="0">
              <a:lnSpc>
                <a:spcPct val="150000"/>
              </a:lnSpc>
            </a:pPr>
            <a:r>
              <a:rPr sz="2000" kern="0" spc="-90" dirty="0">
                <a:solidFill>
                  <a:srgbClr val="404040">
                    <a:alpha val="100000"/>
                  </a:srgbClr>
                </a:solidFill>
                <a:latin typeface="Arial" panose="020B0604020202090204"/>
                <a:ea typeface="Arial" panose="020B0604020202090204"/>
                <a:cs typeface="Arial" panose="020B0604020202090204"/>
              </a:rPr>
              <a:t>–  </a:t>
            </a:r>
            <a:r>
              <a:rPr sz="2000" kern="0" spc="-90" dirty="0">
                <a:solidFill>
                  <a:srgbClr val="40404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将操作系统功能移到用户态，称为</a:t>
            </a:r>
            <a:r>
              <a:rPr sz="2000" kern="0" spc="-90" dirty="0">
                <a:solidFill>
                  <a:srgbClr val="404040">
                    <a:alpha val="100000"/>
                  </a:srgbClr>
                </a:solidFill>
                <a:latin typeface="Arial" panose="020B0604020202090204"/>
                <a:ea typeface="Arial" panose="020B0604020202090204"/>
                <a:cs typeface="Arial" panose="020B0604020202090204"/>
              </a:rPr>
              <a:t>"</a:t>
            </a:r>
            <a:r>
              <a:rPr sz="2000" kern="0" spc="-90" dirty="0">
                <a:solidFill>
                  <a:srgbClr val="40404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服务</a:t>
            </a:r>
            <a:r>
              <a:rPr sz="2000" kern="0" spc="-90" dirty="0">
                <a:solidFill>
                  <a:srgbClr val="404040">
                    <a:alpha val="100000"/>
                  </a:srgbClr>
                </a:solidFill>
                <a:latin typeface="Arial" panose="020B0604020202090204"/>
                <a:ea typeface="Arial" panose="020B0604020202090204"/>
                <a:cs typeface="Arial" panose="020B0604020202090204"/>
              </a:rPr>
              <a:t>"</a:t>
            </a:r>
            <a:r>
              <a:rPr sz="2000" kern="0" spc="-90" dirty="0">
                <a:solidFill>
                  <a:srgbClr val="40404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 </a:t>
            </a:r>
            <a:r>
              <a:rPr sz="2000" kern="0" spc="-90" dirty="0">
                <a:solidFill>
                  <a:srgbClr val="404040">
                    <a:alpha val="100000"/>
                  </a:srgbClr>
                </a:solidFill>
                <a:latin typeface="Arial" panose="020B0604020202090204"/>
                <a:ea typeface="Arial" panose="020B0604020202090204"/>
                <a:cs typeface="Arial" panose="020B0604020202090204"/>
              </a:rPr>
              <a:t>Server </a:t>
            </a:r>
            <a:r>
              <a:rPr sz="2000" kern="0" spc="-90" dirty="0">
                <a:solidFill>
                  <a:srgbClr val="40404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a:t>
            </a:r>
            <a:endParaRPr sz="2000" dirty="0">
              <a:latin typeface="微软雅黑" panose="020B0503020204020204" pitchFamily="34" charset="-122"/>
              <a:ea typeface="微软雅黑" panose="020B0503020204020204" pitchFamily="34" charset="-122"/>
              <a:cs typeface="微软雅黑" panose="020B0503020204020204" pitchFamily="34" charset="-122"/>
            </a:endParaRPr>
          </a:p>
          <a:p>
            <a:pPr algn="l" rtl="0" eaLnBrk="0">
              <a:lnSpc>
                <a:spcPct val="150000"/>
              </a:lnSpc>
            </a:pPr>
            <a:r>
              <a:rPr sz="2000" kern="0" spc="-20" dirty="0">
                <a:solidFill>
                  <a:srgbClr val="404040">
                    <a:alpha val="100000"/>
                  </a:srgbClr>
                </a:solidFill>
                <a:latin typeface="Arial" panose="020B0604020202090204"/>
                <a:ea typeface="Arial" panose="020B0604020202090204"/>
                <a:cs typeface="Arial" panose="020B0604020202090204"/>
              </a:rPr>
              <a:t>–  </a:t>
            </a:r>
            <a:r>
              <a:rPr sz="2000" kern="0" spc="-20" dirty="0">
                <a:solidFill>
                  <a:srgbClr val="40404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在用户模块之间，使用消息传递机制通信</a:t>
            </a:r>
            <a:endParaRPr sz="2000" kern="0" spc="-20" dirty="0">
              <a:solidFill>
                <a:srgbClr val="404040">
                  <a:alpha val="100000"/>
                </a:srgbClr>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272" name="textbox 272"/>
          <p:cNvSpPr/>
          <p:nvPr/>
        </p:nvSpPr>
        <p:spPr>
          <a:xfrm>
            <a:off x="1929688" y="944677"/>
            <a:ext cx="3796239" cy="531704"/>
          </a:xfrm>
          <a:prstGeom prst="rect">
            <a:avLst/>
          </a:prstGeom>
          <a:noFill/>
          <a:ln w="0" cap="flat">
            <a:noFill/>
            <a:prstDash val="solid"/>
            <a:miter lim="0"/>
          </a:ln>
        </p:spPr>
        <p:txBody>
          <a:bodyPr vert="horz" wrap="square" lIns="0" tIns="0" rIns="0" bIns="0"/>
          <a:lstStyle/>
          <a:p>
            <a:pPr algn="l" rtl="0" eaLnBrk="0">
              <a:lnSpc>
                <a:spcPct val="70000"/>
              </a:lnSpc>
            </a:pPr>
            <a:endParaRPr sz="100" dirty="0">
              <a:latin typeface="Arial" panose="020B0604020202090204"/>
              <a:ea typeface="Arial" panose="020B0604020202090204"/>
              <a:cs typeface="Arial" panose="020B0604020202090204"/>
            </a:endParaRPr>
          </a:p>
          <a:p>
            <a:pPr marL="12700" algn="l" rtl="0" eaLnBrk="0">
              <a:lnSpc>
                <a:spcPct val="90000"/>
              </a:lnSpc>
            </a:pPr>
            <a:r>
              <a:rPr sz="3200" b="1" kern="0" spc="-10" dirty="0">
                <a:solidFill>
                  <a:srgbClr val="BE384B">
                    <a:alpha val="100000"/>
                  </a:srgbClr>
                </a:solidFill>
                <a:latin typeface="微软雅黑" panose="020B0503020204020204" pitchFamily="34" charset="-122"/>
                <a:ea typeface="微软雅黑" panose="020B0503020204020204" pitchFamily="34" charset="-122"/>
                <a:cs typeface="微软雅黑" panose="020B0503020204020204" pitchFamily="34" charset="-122"/>
              </a:rPr>
              <a:t>微内核的系统架构</a:t>
            </a:r>
            <a:endParaRPr sz="3200" b="1" kern="0" spc="-10" dirty="0">
              <a:solidFill>
                <a:srgbClr val="BE384B">
                  <a:alpha val="100000"/>
                </a:srgbClr>
              </a:solidFill>
              <a:latin typeface="微软雅黑" panose="020B0503020204020204" pitchFamily="34" charset="-122"/>
              <a:ea typeface="微软雅黑" panose="020B0503020204020204" pitchFamily="34" charset="-122"/>
              <a:cs typeface="微软雅黑" panose="020B0503020204020204" pitchFamily="34" charset="-122"/>
            </a:endParaRPr>
          </a:p>
        </p:txBody>
      </p:sp>
      <p:pic>
        <p:nvPicPr>
          <p:cNvPr id="274" name="picture 274"/>
          <p:cNvPicPr>
            <a:picLocks noChangeAspect="1"/>
          </p:cNvPicPr>
          <p:nvPr/>
        </p:nvPicPr>
        <p:blipFill>
          <a:blip r:embed="rId2"/>
          <a:stretch>
            <a:fillRect/>
          </a:stretch>
        </p:blipFill>
        <p:spPr>
          <a:xfrm rot="21600000">
            <a:off x="1373168" y="925321"/>
            <a:ext cx="163946" cy="495730"/>
          </a:xfrm>
          <a:prstGeom prst="rect">
            <a:avLst/>
          </a:prstGeom>
        </p:spPr>
      </p:pic>
      <p:sp>
        <p:nvSpPr>
          <p:cNvPr id="276" name="textbox 276"/>
          <p:cNvSpPr/>
          <p:nvPr/>
        </p:nvSpPr>
        <p:spPr>
          <a:xfrm>
            <a:off x="10071671" y="6036788"/>
            <a:ext cx="183186" cy="168210"/>
          </a:xfrm>
          <a:prstGeom prst="rect">
            <a:avLst/>
          </a:prstGeom>
          <a:noFill/>
          <a:ln w="0" cap="flat">
            <a:noFill/>
            <a:prstDash val="solid"/>
            <a:miter lim="0"/>
          </a:ln>
        </p:spPr>
        <p:txBody>
          <a:bodyPr vert="horz" wrap="square" lIns="0" tIns="0" rIns="0" bIns="0"/>
          <a:lstStyle/>
          <a:p>
            <a:pPr algn="l" rtl="0" eaLnBrk="0">
              <a:lnSpc>
                <a:spcPct val="81000"/>
              </a:lnSpc>
            </a:pPr>
            <a:endParaRPr sz="100" dirty="0">
              <a:latin typeface="Arial" panose="020B0604020202090204"/>
              <a:ea typeface="Arial" panose="020B0604020202090204"/>
              <a:cs typeface="Arial" panose="020B0604020202090204"/>
            </a:endParaRPr>
          </a:p>
          <a:p>
            <a:pPr marL="12700" algn="l" rtl="0" eaLnBrk="0">
              <a:lnSpc>
                <a:spcPct val="75000"/>
              </a:lnSpc>
            </a:pPr>
            <a:r>
              <a:rPr sz="1270" kern="0" spc="-30" dirty="0">
                <a:solidFill>
                  <a:srgbClr val="898989">
                    <a:alpha val="100000"/>
                  </a:srgbClr>
                </a:solidFill>
                <a:latin typeface="等线" panose="02010600030101010101" charset="-122"/>
                <a:ea typeface="等线" panose="02010600030101010101" charset="-122"/>
                <a:cs typeface="等线" panose="02010600030101010101" charset="-122"/>
              </a:rPr>
              <a:t>27</a:t>
            </a:r>
            <a:endParaRPr sz="1270" dirty="0">
              <a:latin typeface="等线" panose="02010600030101010101" charset="-122"/>
              <a:ea typeface="等线" panose="02010600030101010101" charset="-122"/>
              <a:cs typeface="等线" panose="02010600030101010101" charset="-122"/>
            </a:endParaRPr>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78" name="table 278"/>
          <p:cNvGraphicFramePr>
            <a:graphicFrameLocks noGrp="1"/>
          </p:cNvGraphicFramePr>
          <p:nvPr/>
        </p:nvGraphicFramePr>
        <p:xfrm>
          <a:off x="2879594" y="5466663"/>
          <a:ext cx="1660525" cy="520700"/>
        </p:xfrm>
        <a:graphic>
          <a:graphicData uri="http://schemas.openxmlformats.org/drawingml/2006/table">
            <a:tbl>
              <a:tblPr>
                <a:solidFill>
                  <a:srgbClr val="BFBFBF"/>
                </a:solidFill>
              </a:tblPr>
              <a:tblGrid>
                <a:gridCol w="1660525"/>
              </a:tblGrid>
              <a:tr h="520700">
                <a:tc>
                  <a:txBody>
                    <a:bodyPr/>
                    <a:lstStyle/>
                    <a:p>
                      <a:pPr algn="l" rtl="0" eaLnBrk="0">
                        <a:lnSpc>
                          <a:spcPct val="121000"/>
                        </a:lnSpc>
                      </a:pPr>
                      <a:endParaRPr sz="905" dirty="0">
                        <a:latin typeface="Arial" panose="020B0604020202090204"/>
                        <a:ea typeface="Arial" panose="020B0604020202090204"/>
                        <a:cs typeface="Arial" panose="020B0604020202090204"/>
                      </a:endParaRPr>
                    </a:p>
                    <a:p>
                      <a:pPr marL="655955" algn="l" rtl="0" eaLnBrk="0">
                        <a:lnSpc>
                          <a:spcPct val="80000"/>
                        </a:lnSpc>
                        <a:spcBef>
                          <a:spcPts val="5"/>
                        </a:spcBef>
                      </a:pPr>
                      <a:r>
                        <a:rPr sz="2085" kern="0" spc="-50" dirty="0">
                          <a:solidFill>
                            <a:srgbClr val="000000">
                              <a:alpha val="100000"/>
                            </a:srgbClr>
                          </a:solidFill>
                          <a:latin typeface="Arial" panose="020B0604020202090204"/>
                          <a:ea typeface="Arial" panose="020B0604020202090204"/>
                          <a:cs typeface="Arial" panose="020B0604020202090204"/>
                        </a:rPr>
                        <a:t>Disk</a:t>
                      </a:r>
                      <a:endParaRPr sz="2085" dirty="0">
                        <a:latin typeface="Arial" panose="020B0604020202090204"/>
                        <a:ea typeface="Arial" panose="020B0604020202090204"/>
                        <a:cs typeface="Arial" panose="020B0604020202090204"/>
                      </a:endParaRPr>
                    </a:p>
                  </a:txBody>
                  <a:tcPr marL="0" marR="0" marT="0" marB="0" vert="horz">
                    <a:lnL w="28575" cap="flat" cmpd="sng" algn="ctr">
                      <a:solidFill>
                        <a:srgbClr val="8C8C8C"/>
                      </a:solidFill>
                      <a:prstDash val="solid"/>
                      <a:round/>
                      <a:headEnd type="none" w="med" len="med"/>
                      <a:tailEnd type="none" w="med" len="med"/>
                    </a:lnL>
                    <a:lnR w="28575" cap="flat" cmpd="sng" algn="ctr">
                      <a:solidFill>
                        <a:srgbClr val="8C8C8C"/>
                      </a:solidFill>
                      <a:prstDash val="solid"/>
                      <a:round/>
                      <a:headEnd type="none" w="med" len="med"/>
                      <a:tailEnd type="none" w="med" len="med"/>
                    </a:lnR>
                    <a:lnT w="28575" cap="flat" cmpd="sng" algn="ctr">
                      <a:solidFill>
                        <a:srgbClr val="8C8C8C"/>
                      </a:solidFill>
                      <a:prstDash val="solid"/>
                      <a:round/>
                      <a:headEnd type="none" w="med" len="med"/>
                      <a:tailEnd type="none" w="med" len="med"/>
                    </a:lnT>
                    <a:lnB w="28575" cap="flat" cmpd="sng" algn="ctr">
                      <a:solidFill>
                        <a:srgbClr val="8C8C8C"/>
                      </a:solidFill>
                      <a:prstDash val="solid"/>
                      <a:round/>
                      <a:headEnd type="none" w="med" len="med"/>
                      <a:tailEnd type="none" w="med" len="med"/>
                    </a:lnB>
                    <a:solidFill>
                      <a:srgbClr val="BFBFBF"/>
                    </a:solidFill>
                  </a:tcPr>
                </a:tc>
              </a:tr>
            </a:tbl>
          </a:graphicData>
        </a:graphic>
      </p:graphicFrame>
      <p:graphicFrame>
        <p:nvGraphicFramePr>
          <p:cNvPr id="280" name="table 280"/>
          <p:cNvGraphicFramePr>
            <a:graphicFrameLocks noGrp="1"/>
          </p:cNvGraphicFramePr>
          <p:nvPr/>
        </p:nvGraphicFramePr>
        <p:xfrm>
          <a:off x="2879594" y="1995822"/>
          <a:ext cx="1660525" cy="546100"/>
        </p:xfrm>
        <a:graphic>
          <a:graphicData uri="http://schemas.openxmlformats.org/drawingml/2006/table">
            <a:tbl>
              <a:tblPr>
                <a:solidFill>
                  <a:srgbClr val="C8FFC9"/>
                </a:solidFill>
              </a:tblPr>
              <a:tblGrid>
                <a:gridCol w="1660525"/>
              </a:tblGrid>
              <a:tr h="546100">
                <a:tc>
                  <a:txBody>
                    <a:bodyPr/>
                    <a:lstStyle/>
                    <a:p>
                      <a:pPr algn="l" rtl="0" eaLnBrk="0">
                        <a:lnSpc>
                          <a:spcPct val="141000"/>
                        </a:lnSpc>
                      </a:pPr>
                      <a:endParaRPr sz="905" dirty="0">
                        <a:latin typeface="Arial" panose="020B0604020202090204"/>
                        <a:ea typeface="Arial" panose="020B0604020202090204"/>
                        <a:cs typeface="Arial" panose="020B0604020202090204"/>
                      </a:endParaRPr>
                    </a:p>
                    <a:p>
                      <a:pPr algn="l" rtl="0" eaLnBrk="0">
                        <a:lnSpc>
                          <a:spcPct val="10000"/>
                        </a:lnSpc>
                      </a:pPr>
                      <a:endParaRPr sz="100" dirty="0">
                        <a:latin typeface="Arial" panose="020B0604020202090204"/>
                        <a:ea typeface="Arial" panose="020B0604020202090204"/>
                        <a:cs typeface="Arial" panose="020B0604020202090204"/>
                      </a:endParaRPr>
                    </a:p>
                    <a:p>
                      <a:pPr marL="279400" algn="l" rtl="0" eaLnBrk="0">
                        <a:lnSpc>
                          <a:spcPct val="80000"/>
                        </a:lnSpc>
                      </a:pPr>
                      <a:r>
                        <a:rPr sz="1815" kern="0" spc="10" dirty="0">
                          <a:solidFill>
                            <a:srgbClr val="000000">
                              <a:alpha val="100000"/>
                            </a:srgbClr>
                          </a:solidFill>
                          <a:latin typeface="Arial" panose="020B0604020202090204"/>
                          <a:ea typeface="Arial" panose="020B0604020202090204"/>
                          <a:cs typeface="Arial" panose="020B0604020202090204"/>
                        </a:rPr>
                        <a:t>Application</a:t>
                      </a:r>
                      <a:endParaRPr sz="1815" dirty="0">
                        <a:latin typeface="Arial" panose="020B0604020202090204"/>
                        <a:ea typeface="Arial" panose="020B0604020202090204"/>
                        <a:cs typeface="Arial" panose="020B0604020202090204"/>
                      </a:endParaRPr>
                    </a:p>
                  </a:txBody>
                  <a:tcPr marL="0" marR="0" marT="0" marB="0" vert="horz">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solidFill>
                      <a:srgbClr val="C8FFC9"/>
                    </a:solidFill>
                  </a:tcPr>
                </a:tc>
              </a:tr>
            </a:tbl>
          </a:graphicData>
        </a:graphic>
      </p:graphicFrame>
      <p:pic>
        <p:nvPicPr>
          <p:cNvPr id="282" name="picture 282"/>
          <p:cNvPicPr>
            <a:picLocks noChangeAspect="1"/>
          </p:cNvPicPr>
          <p:nvPr/>
        </p:nvPicPr>
        <p:blipFill>
          <a:blip r:embed="rId1"/>
          <a:stretch>
            <a:fillRect/>
          </a:stretch>
        </p:blipFill>
        <p:spPr>
          <a:xfrm rot="21600000">
            <a:off x="2878586" y="2821170"/>
            <a:ext cx="1662167" cy="2478221"/>
          </a:xfrm>
          <a:prstGeom prst="rect">
            <a:avLst/>
          </a:prstGeom>
        </p:spPr>
      </p:pic>
      <p:grpSp>
        <p:nvGrpSpPr>
          <p:cNvPr id="4" name="group 4"/>
          <p:cNvGrpSpPr/>
          <p:nvPr/>
        </p:nvGrpSpPr>
        <p:grpSpPr>
          <a:xfrm rot="21600000">
            <a:off x="2887784" y="2529202"/>
            <a:ext cx="1644570" cy="2950569"/>
            <a:chOff x="0" y="0"/>
            <a:chExt cx="1812834" cy="3252456"/>
          </a:xfrm>
        </p:grpSpPr>
        <p:sp>
          <p:nvSpPr>
            <p:cNvPr id="284" name="rect 284"/>
            <p:cNvSpPr/>
            <p:nvPr/>
          </p:nvSpPr>
          <p:spPr>
            <a:xfrm>
              <a:off x="5417" y="313949"/>
              <a:ext cx="1802000" cy="2689892"/>
            </a:xfrm>
            <a:prstGeom prst="rect">
              <a:avLst/>
            </a:prstGeom>
            <a:solidFill>
              <a:srgbClr val="FFB8B9">
                <a:alpha val="100000"/>
              </a:srgbClr>
            </a:solidFill>
            <a:ln w="0" cap="flat">
              <a:noFill/>
              <a:prstDash val="solid"/>
              <a:miter lim="0"/>
            </a:ln>
          </p:spPr>
          <p:txBody>
            <a:bodyPr rtlCol="0"/>
            <a:lstStyle/>
            <a:p>
              <a:pPr algn="ctr"/>
              <a:endParaRPr lang="zh-CN" altLang="en-US" sz="1635"/>
            </a:p>
          </p:txBody>
        </p:sp>
        <p:pic>
          <p:nvPicPr>
            <p:cNvPr id="286" name="picture 286"/>
            <p:cNvPicPr>
              <a:picLocks noChangeAspect="1"/>
            </p:cNvPicPr>
            <p:nvPr/>
          </p:nvPicPr>
          <p:blipFill>
            <a:blip r:embed="rId2"/>
            <a:stretch>
              <a:fillRect/>
            </a:stretch>
          </p:blipFill>
          <p:spPr>
            <a:xfrm rot="21600000">
              <a:off x="0" y="308530"/>
              <a:ext cx="1812834" cy="2700730"/>
            </a:xfrm>
            <a:prstGeom prst="rect">
              <a:avLst/>
            </a:prstGeom>
          </p:spPr>
        </p:pic>
        <p:sp>
          <p:nvSpPr>
            <p:cNvPr id="288" name="textbox 288"/>
            <p:cNvSpPr/>
            <p:nvPr/>
          </p:nvSpPr>
          <p:spPr>
            <a:xfrm>
              <a:off x="471759" y="717178"/>
              <a:ext cx="875664" cy="2548254"/>
            </a:xfrm>
            <a:prstGeom prst="rect">
              <a:avLst/>
            </a:prstGeom>
            <a:noFill/>
            <a:ln w="0" cap="flat">
              <a:noFill/>
              <a:prstDash val="solid"/>
              <a:miter lim="0"/>
            </a:ln>
          </p:spPr>
          <p:txBody>
            <a:bodyPr vert="horz" wrap="square" lIns="0" tIns="0" rIns="0" bIns="0"/>
            <a:lstStyle/>
            <a:p>
              <a:pPr algn="l" rtl="0" eaLnBrk="0">
                <a:lnSpc>
                  <a:spcPct val="76000"/>
                </a:lnSpc>
              </a:pPr>
              <a:endParaRPr sz="100" dirty="0">
                <a:latin typeface="Arial" panose="020B0604020202090204"/>
                <a:ea typeface="Arial" panose="020B0604020202090204"/>
                <a:cs typeface="Arial" panose="020B0604020202090204"/>
              </a:endParaRPr>
            </a:p>
            <a:p>
              <a:pPr marL="245745" algn="l" rtl="0" eaLnBrk="0">
                <a:lnSpc>
                  <a:spcPct val="80000"/>
                </a:lnSpc>
              </a:pPr>
              <a:r>
                <a:rPr sz="1815" kern="0" spc="-40" dirty="0">
                  <a:solidFill>
                    <a:srgbClr val="000000">
                      <a:alpha val="100000"/>
                    </a:srgbClr>
                  </a:solidFill>
                  <a:latin typeface="Arial" panose="020B0604020202090204"/>
                  <a:ea typeface="Arial" panose="020B0604020202090204"/>
                  <a:cs typeface="Arial" panose="020B0604020202090204"/>
                </a:rPr>
                <a:t>File</a:t>
              </a:r>
              <a:endParaRPr sz="1815" dirty="0">
                <a:latin typeface="Arial" panose="020B0604020202090204"/>
                <a:ea typeface="Arial" panose="020B0604020202090204"/>
                <a:cs typeface="Arial" panose="020B0604020202090204"/>
              </a:endParaRPr>
            </a:p>
            <a:p>
              <a:pPr marL="12700" algn="l" rtl="0" eaLnBrk="0">
                <a:lnSpc>
                  <a:spcPct val="81000"/>
                </a:lnSpc>
                <a:spcBef>
                  <a:spcPts val="550"/>
                </a:spcBef>
              </a:pPr>
              <a:r>
                <a:rPr sz="1815" kern="0" spc="0" dirty="0">
                  <a:solidFill>
                    <a:srgbClr val="000000">
                      <a:alpha val="100000"/>
                    </a:srgbClr>
                  </a:solidFill>
                  <a:latin typeface="Arial" panose="020B0604020202090204"/>
                  <a:ea typeface="Arial" panose="020B0604020202090204"/>
                  <a:cs typeface="Arial" panose="020B0604020202090204"/>
                </a:rPr>
                <a:t>System</a:t>
              </a:r>
              <a:endParaRPr sz="1815" dirty="0">
                <a:latin typeface="Arial" panose="020B0604020202090204"/>
                <a:ea typeface="Arial" panose="020B0604020202090204"/>
                <a:cs typeface="Arial" panose="020B0604020202090204"/>
              </a:endParaRPr>
            </a:p>
            <a:p>
              <a:pPr algn="l" rtl="0" eaLnBrk="0">
                <a:lnSpc>
                  <a:spcPct val="109000"/>
                </a:lnSpc>
              </a:pPr>
              <a:endParaRPr sz="905" dirty="0">
                <a:latin typeface="Arial" panose="020B0604020202090204"/>
                <a:ea typeface="Arial" panose="020B0604020202090204"/>
                <a:cs typeface="Arial" panose="020B0604020202090204"/>
              </a:endParaRPr>
            </a:p>
            <a:p>
              <a:pPr algn="l" rtl="0" eaLnBrk="0">
                <a:lnSpc>
                  <a:spcPct val="109000"/>
                </a:lnSpc>
              </a:pPr>
              <a:endParaRPr sz="905" dirty="0">
                <a:latin typeface="Arial" panose="020B0604020202090204"/>
                <a:ea typeface="Arial" panose="020B0604020202090204"/>
                <a:cs typeface="Arial" panose="020B0604020202090204"/>
              </a:endParaRPr>
            </a:p>
            <a:p>
              <a:pPr algn="l" rtl="0" eaLnBrk="0">
                <a:lnSpc>
                  <a:spcPct val="109000"/>
                </a:lnSpc>
              </a:pPr>
              <a:endParaRPr sz="905" dirty="0">
                <a:latin typeface="Arial" panose="020B0604020202090204"/>
                <a:ea typeface="Arial" panose="020B0604020202090204"/>
                <a:cs typeface="Arial" panose="020B0604020202090204"/>
              </a:endParaRPr>
            </a:p>
            <a:p>
              <a:pPr algn="l" rtl="0" eaLnBrk="0">
                <a:lnSpc>
                  <a:spcPct val="109000"/>
                </a:lnSpc>
              </a:pPr>
              <a:endParaRPr sz="905" dirty="0">
                <a:latin typeface="Arial" panose="020B0604020202090204"/>
                <a:ea typeface="Arial" panose="020B0604020202090204"/>
                <a:cs typeface="Arial" panose="020B0604020202090204"/>
              </a:endParaRPr>
            </a:p>
            <a:p>
              <a:pPr marL="107315" indent="93345" algn="l" rtl="0" eaLnBrk="0">
                <a:lnSpc>
                  <a:spcPct val="104000"/>
                </a:lnSpc>
                <a:spcBef>
                  <a:spcPts val="600"/>
                </a:spcBef>
              </a:pPr>
              <a:r>
                <a:rPr sz="1815" kern="0" spc="-30" dirty="0">
                  <a:solidFill>
                    <a:srgbClr val="000000">
                      <a:alpha val="100000"/>
                    </a:srgbClr>
                  </a:solidFill>
                  <a:latin typeface="Arial" panose="020B0604020202090204"/>
                  <a:ea typeface="Arial" panose="020B0604020202090204"/>
                  <a:cs typeface="Arial" panose="020B0604020202090204"/>
                </a:rPr>
                <a:t>Disk</a:t>
              </a:r>
              <a:r>
                <a:rPr sz="1815" kern="0" spc="0" dirty="0">
                  <a:solidFill>
                    <a:srgbClr val="000000">
                      <a:alpha val="100000"/>
                    </a:srgbClr>
                  </a:solidFill>
                  <a:latin typeface="Arial" panose="020B0604020202090204"/>
                  <a:ea typeface="Arial" panose="020B0604020202090204"/>
                  <a:cs typeface="Arial" panose="020B0604020202090204"/>
                </a:rPr>
                <a:t>   </a:t>
              </a:r>
              <a:r>
                <a:rPr sz="1815" kern="0" spc="-10" dirty="0">
                  <a:solidFill>
                    <a:srgbClr val="000000">
                      <a:alpha val="100000"/>
                    </a:srgbClr>
                  </a:solidFill>
                  <a:latin typeface="Arial" panose="020B0604020202090204"/>
                  <a:ea typeface="Arial" panose="020B0604020202090204"/>
                  <a:cs typeface="Arial" panose="020B0604020202090204"/>
                </a:rPr>
                <a:t>Driver</a:t>
              </a:r>
              <a:endParaRPr sz="1815" dirty="0">
                <a:latin typeface="Arial" panose="020B0604020202090204"/>
                <a:ea typeface="Arial" panose="020B0604020202090204"/>
                <a:cs typeface="Arial" panose="020B0604020202090204"/>
              </a:endParaRPr>
            </a:p>
            <a:p>
              <a:pPr marL="128270" algn="l" rtl="0" eaLnBrk="0">
                <a:lnSpc>
                  <a:spcPct val="84000"/>
                </a:lnSpc>
                <a:spcBef>
                  <a:spcPts val="400"/>
                </a:spcBef>
              </a:pPr>
              <a:endParaRPr sz="3810" dirty="0">
                <a:latin typeface="Arial" panose="020B0604020202090204"/>
                <a:ea typeface="Arial" panose="020B0604020202090204"/>
                <a:cs typeface="Arial" panose="020B0604020202090204"/>
              </a:endParaRPr>
            </a:p>
          </p:txBody>
        </p:sp>
        <p:pic>
          <p:nvPicPr>
            <p:cNvPr id="290" name="picture 290"/>
            <p:cNvPicPr>
              <a:picLocks noChangeAspect="1"/>
            </p:cNvPicPr>
            <p:nvPr/>
          </p:nvPicPr>
          <p:blipFill>
            <a:blip r:embed="rId3"/>
            <a:stretch>
              <a:fillRect/>
            </a:stretch>
          </p:blipFill>
          <p:spPr>
            <a:xfrm rot="21600000">
              <a:off x="1005227" y="1313962"/>
              <a:ext cx="131471" cy="1933620"/>
            </a:xfrm>
            <a:prstGeom prst="rect">
              <a:avLst/>
            </a:prstGeom>
          </p:spPr>
        </p:pic>
        <p:pic>
          <p:nvPicPr>
            <p:cNvPr id="292" name="picture 292"/>
            <p:cNvPicPr>
              <a:picLocks noChangeAspect="1"/>
            </p:cNvPicPr>
            <p:nvPr/>
          </p:nvPicPr>
          <p:blipFill>
            <a:blip r:embed="rId4"/>
            <a:stretch>
              <a:fillRect/>
            </a:stretch>
          </p:blipFill>
          <p:spPr>
            <a:xfrm rot="21600000">
              <a:off x="595682" y="1319078"/>
              <a:ext cx="130016" cy="654386"/>
            </a:xfrm>
            <a:prstGeom prst="rect">
              <a:avLst/>
            </a:prstGeom>
          </p:spPr>
        </p:pic>
        <p:pic>
          <p:nvPicPr>
            <p:cNvPr id="294" name="picture 294"/>
            <p:cNvPicPr>
              <a:picLocks noChangeAspect="1"/>
            </p:cNvPicPr>
            <p:nvPr/>
          </p:nvPicPr>
          <p:blipFill>
            <a:blip r:embed="rId5"/>
            <a:stretch>
              <a:fillRect/>
            </a:stretch>
          </p:blipFill>
          <p:spPr>
            <a:xfrm rot="21600000">
              <a:off x="595682" y="0"/>
              <a:ext cx="130016" cy="617666"/>
            </a:xfrm>
            <a:prstGeom prst="rect">
              <a:avLst/>
            </a:prstGeom>
          </p:spPr>
        </p:pic>
      </p:grpSp>
      <p:grpSp>
        <p:nvGrpSpPr>
          <p:cNvPr id="6" name="group 6"/>
          <p:cNvGrpSpPr/>
          <p:nvPr/>
        </p:nvGrpSpPr>
        <p:grpSpPr>
          <a:xfrm rot="21600000">
            <a:off x="5491241" y="3947896"/>
            <a:ext cx="4342248" cy="619019"/>
            <a:chOff x="0" y="0"/>
            <a:chExt cx="4786524" cy="682354"/>
          </a:xfrm>
        </p:grpSpPr>
        <p:pic>
          <p:nvPicPr>
            <p:cNvPr id="296" name="picture 296"/>
            <p:cNvPicPr>
              <a:picLocks noChangeAspect="1"/>
            </p:cNvPicPr>
            <p:nvPr/>
          </p:nvPicPr>
          <p:blipFill>
            <a:blip r:embed="rId6"/>
            <a:stretch>
              <a:fillRect/>
            </a:stretch>
          </p:blipFill>
          <p:spPr>
            <a:xfrm rot="21600000">
              <a:off x="0" y="0"/>
              <a:ext cx="4786524" cy="682354"/>
            </a:xfrm>
            <a:prstGeom prst="rect">
              <a:avLst/>
            </a:prstGeom>
          </p:spPr>
        </p:pic>
        <p:sp>
          <p:nvSpPr>
            <p:cNvPr id="298" name="textbox 298"/>
            <p:cNvSpPr/>
            <p:nvPr/>
          </p:nvSpPr>
          <p:spPr>
            <a:xfrm>
              <a:off x="-12700" y="-12700"/>
              <a:ext cx="4812029" cy="765809"/>
            </a:xfrm>
            <a:prstGeom prst="rect">
              <a:avLst/>
            </a:prstGeom>
            <a:noFill/>
            <a:ln w="0" cap="flat">
              <a:noFill/>
              <a:prstDash val="solid"/>
              <a:miter lim="0"/>
            </a:ln>
          </p:spPr>
          <p:txBody>
            <a:bodyPr vert="horz" wrap="square" lIns="0" tIns="0" rIns="0" bIns="0"/>
            <a:lstStyle/>
            <a:p>
              <a:pPr algn="l" rtl="0" eaLnBrk="0">
                <a:lnSpc>
                  <a:spcPct val="166000"/>
                </a:lnSpc>
              </a:pPr>
              <a:endParaRPr sz="905" dirty="0">
                <a:latin typeface="Arial" panose="020B0604020202090204"/>
                <a:ea typeface="Arial" panose="020B0604020202090204"/>
                <a:cs typeface="Arial" panose="020B0604020202090204"/>
              </a:endParaRPr>
            </a:p>
            <a:p>
              <a:pPr marL="1752600" algn="l" rtl="0" eaLnBrk="0">
                <a:lnSpc>
                  <a:spcPct val="80000"/>
                </a:lnSpc>
                <a:spcBef>
                  <a:spcPts val="5"/>
                </a:spcBef>
              </a:pPr>
              <a:r>
                <a:rPr lang="zh-CN" sz="1815" dirty="0">
                  <a:latin typeface="Arial" panose="020B0604020202090204"/>
                  <a:ea typeface="宋体" pitchFamily="2" charset="-122"/>
                  <a:cs typeface="Arial" panose="020B0604020202090204"/>
                </a:rPr>
                <a:t>微内核</a:t>
              </a:r>
              <a:endParaRPr lang="zh-CN" sz="1815" dirty="0">
                <a:latin typeface="Arial" panose="020B0604020202090204"/>
                <a:ea typeface="宋体" pitchFamily="2" charset="-122"/>
                <a:cs typeface="Arial" panose="020B0604020202090204"/>
              </a:endParaRPr>
            </a:p>
          </p:txBody>
        </p:sp>
      </p:grpSp>
      <p:sp>
        <p:nvSpPr>
          <p:cNvPr id="300" name="textbox 300"/>
          <p:cNvSpPr/>
          <p:nvPr/>
        </p:nvSpPr>
        <p:spPr>
          <a:xfrm>
            <a:off x="1935357" y="946567"/>
            <a:ext cx="3318684" cy="529400"/>
          </a:xfrm>
          <a:prstGeom prst="rect">
            <a:avLst/>
          </a:prstGeom>
          <a:noFill/>
          <a:ln w="0" cap="flat">
            <a:noFill/>
            <a:prstDash val="solid"/>
            <a:miter lim="0"/>
          </a:ln>
        </p:spPr>
        <p:txBody>
          <a:bodyPr vert="horz" wrap="square" lIns="0" tIns="0" rIns="0" bIns="0"/>
          <a:lstStyle/>
          <a:p>
            <a:pPr algn="l" rtl="0" eaLnBrk="0">
              <a:lnSpc>
                <a:spcPct val="97000"/>
              </a:lnSpc>
            </a:pPr>
            <a:endParaRPr sz="100" dirty="0">
              <a:latin typeface="Arial" panose="020B0604020202090204"/>
              <a:ea typeface="Arial" panose="020B0604020202090204"/>
              <a:cs typeface="Arial" panose="020B0604020202090204"/>
            </a:endParaRPr>
          </a:p>
          <a:p>
            <a:pPr marL="12700" algn="l" rtl="0" eaLnBrk="0">
              <a:lnSpc>
                <a:spcPct val="89000"/>
              </a:lnSpc>
            </a:pPr>
            <a:r>
              <a:rPr sz="3200" b="1" kern="0" spc="-20" dirty="0">
                <a:solidFill>
                  <a:srgbClr val="BE384B">
                    <a:alpha val="100000"/>
                  </a:srgbClr>
                </a:solidFill>
                <a:latin typeface="微软雅黑" panose="020B0503020204020204" pitchFamily="34" charset="-122"/>
                <a:ea typeface="微软雅黑" panose="020B0503020204020204" pitchFamily="34" charset="-122"/>
                <a:cs typeface="微软雅黑" panose="020B0503020204020204" pitchFamily="34" charset="-122"/>
              </a:rPr>
              <a:t>例：文件的创建</a:t>
            </a:r>
            <a:endParaRPr sz="3200" b="1" kern="0" spc="-20" dirty="0">
              <a:solidFill>
                <a:srgbClr val="BE384B">
                  <a:alpha val="100000"/>
                </a:srgbClr>
              </a:solidFill>
              <a:latin typeface="微软雅黑" panose="020B0503020204020204" pitchFamily="34" charset="-122"/>
              <a:ea typeface="微软雅黑" panose="020B0503020204020204" pitchFamily="34" charset="-122"/>
              <a:cs typeface="微软雅黑" panose="020B0503020204020204" pitchFamily="34" charset="-122"/>
            </a:endParaRPr>
          </a:p>
        </p:txBody>
      </p:sp>
      <p:graphicFrame>
        <p:nvGraphicFramePr>
          <p:cNvPr id="302" name="table 302"/>
          <p:cNvGraphicFramePr>
            <a:graphicFrameLocks noGrp="1"/>
          </p:cNvGraphicFramePr>
          <p:nvPr/>
        </p:nvGraphicFramePr>
        <p:xfrm>
          <a:off x="8459030" y="2730548"/>
          <a:ext cx="1363345" cy="662305"/>
        </p:xfrm>
        <a:graphic>
          <a:graphicData uri="http://schemas.openxmlformats.org/drawingml/2006/table">
            <a:tbl>
              <a:tblPr/>
              <a:tblGrid>
                <a:gridCol w="1363345"/>
              </a:tblGrid>
              <a:tr h="662305">
                <a:tc>
                  <a:txBody>
                    <a:bodyPr/>
                    <a:lstStyle/>
                    <a:p>
                      <a:pPr algn="l" rtl="0" eaLnBrk="0">
                        <a:lnSpc>
                          <a:spcPct val="104000"/>
                        </a:lnSpc>
                      </a:pPr>
                      <a:endParaRPr sz="725" dirty="0">
                        <a:latin typeface="Arial" panose="020B0604020202090204"/>
                        <a:ea typeface="Arial" panose="020B0604020202090204"/>
                        <a:cs typeface="Arial" panose="020B0604020202090204"/>
                      </a:endParaRPr>
                    </a:p>
                    <a:p>
                      <a:pPr marL="518160" algn="l" rtl="0" eaLnBrk="0">
                        <a:lnSpc>
                          <a:spcPts val="1455"/>
                        </a:lnSpc>
                        <a:spcBef>
                          <a:spcPts val="0"/>
                        </a:spcBef>
                      </a:pPr>
                      <a:r>
                        <a:rPr sz="1815" kern="0" spc="-30" dirty="0">
                          <a:solidFill>
                            <a:srgbClr val="000000">
                              <a:alpha val="100000"/>
                            </a:srgbClr>
                          </a:solidFill>
                          <a:latin typeface="Arial" panose="020B0604020202090204"/>
                          <a:ea typeface="Arial" panose="020B0604020202090204"/>
                          <a:cs typeface="Arial" panose="020B0604020202090204"/>
                        </a:rPr>
                        <a:t>Disk</a:t>
                      </a:r>
                      <a:endParaRPr sz="1815" dirty="0">
                        <a:latin typeface="Arial" panose="020B0604020202090204"/>
                        <a:ea typeface="Arial" panose="020B0604020202090204"/>
                        <a:cs typeface="Arial" panose="020B0604020202090204"/>
                      </a:endParaRPr>
                    </a:p>
                    <a:p>
                      <a:pPr marL="424180" algn="l" rtl="0" eaLnBrk="0">
                        <a:lnSpc>
                          <a:spcPts val="2495"/>
                        </a:lnSpc>
                      </a:pPr>
                      <a:r>
                        <a:rPr sz="1815" kern="0" spc="-10" dirty="0">
                          <a:solidFill>
                            <a:srgbClr val="000000">
                              <a:alpha val="100000"/>
                            </a:srgbClr>
                          </a:solidFill>
                          <a:latin typeface="Arial" panose="020B0604020202090204"/>
                          <a:ea typeface="Arial" panose="020B0604020202090204"/>
                          <a:cs typeface="Arial" panose="020B0604020202090204"/>
                        </a:rPr>
                        <a:t>Driver</a:t>
                      </a:r>
                      <a:endParaRPr sz="1815" dirty="0">
                        <a:latin typeface="Arial" panose="020B0604020202090204"/>
                        <a:ea typeface="Arial" panose="020B0604020202090204"/>
                        <a:cs typeface="Arial" panose="020B0604020202090204"/>
                      </a:endParaRPr>
                    </a:p>
                  </a:txBody>
                  <a:tcPr marL="0" marR="0" marT="0" marB="0" vert="horz">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r>
            </a:tbl>
          </a:graphicData>
        </a:graphic>
      </p:graphicFrame>
      <p:graphicFrame>
        <p:nvGraphicFramePr>
          <p:cNvPr id="304" name="table 304"/>
          <p:cNvGraphicFramePr>
            <a:graphicFrameLocks noGrp="1"/>
          </p:cNvGraphicFramePr>
          <p:nvPr/>
        </p:nvGraphicFramePr>
        <p:xfrm>
          <a:off x="6824289" y="2730548"/>
          <a:ext cx="1363345" cy="662305"/>
        </p:xfrm>
        <a:graphic>
          <a:graphicData uri="http://schemas.openxmlformats.org/drawingml/2006/table">
            <a:tbl>
              <a:tblPr/>
              <a:tblGrid>
                <a:gridCol w="1363345"/>
              </a:tblGrid>
              <a:tr h="662305">
                <a:tc>
                  <a:txBody>
                    <a:bodyPr/>
                    <a:lstStyle/>
                    <a:p>
                      <a:pPr algn="l" rtl="0" eaLnBrk="0">
                        <a:lnSpc>
                          <a:spcPct val="103000"/>
                        </a:lnSpc>
                      </a:pPr>
                      <a:endParaRPr sz="725" dirty="0">
                        <a:latin typeface="Arial" panose="020B0604020202090204"/>
                        <a:ea typeface="Arial" panose="020B0604020202090204"/>
                        <a:cs typeface="Arial" panose="020B0604020202090204"/>
                      </a:endParaRPr>
                    </a:p>
                    <a:p>
                      <a:pPr marL="562610" algn="l" rtl="0" eaLnBrk="0">
                        <a:lnSpc>
                          <a:spcPct val="80000"/>
                        </a:lnSpc>
                        <a:spcBef>
                          <a:spcPts val="0"/>
                        </a:spcBef>
                      </a:pPr>
                      <a:r>
                        <a:rPr sz="1815" kern="0" spc="-40" dirty="0">
                          <a:solidFill>
                            <a:srgbClr val="000000">
                              <a:alpha val="100000"/>
                            </a:srgbClr>
                          </a:solidFill>
                          <a:latin typeface="Arial" panose="020B0604020202090204"/>
                          <a:ea typeface="Arial" panose="020B0604020202090204"/>
                          <a:cs typeface="Arial" panose="020B0604020202090204"/>
                        </a:rPr>
                        <a:t>File</a:t>
                      </a:r>
                      <a:endParaRPr sz="1815" dirty="0">
                        <a:latin typeface="Arial" panose="020B0604020202090204"/>
                        <a:ea typeface="Arial" panose="020B0604020202090204"/>
                        <a:cs typeface="Arial" panose="020B0604020202090204"/>
                      </a:endParaRPr>
                    </a:p>
                    <a:p>
                      <a:pPr marL="329565" algn="l" rtl="0" eaLnBrk="0">
                        <a:lnSpc>
                          <a:spcPct val="81000"/>
                        </a:lnSpc>
                        <a:spcBef>
                          <a:spcPts val="550"/>
                        </a:spcBef>
                      </a:pPr>
                      <a:r>
                        <a:rPr sz="1815" kern="0" spc="0" dirty="0">
                          <a:solidFill>
                            <a:srgbClr val="000000">
                              <a:alpha val="100000"/>
                            </a:srgbClr>
                          </a:solidFill>
                          <a:latin typeface="Arial" panose="020B0604020202090204"/>
                          <a:ea typeface="Arial" panose="020B0604020202090204"/>
                          <a:cs typeface="Arial" panose="020B0604020202090204"/>
                        </a:rPr>
                        <a:t>System</a:t>
                      </a:r>
                      <a:endParaRPr sz="1815" dirty="0">
                        <a:latin typeface="Arial" panose="020B0604020202090204"/>
                        <a:ea typeface="Arial" panose="020B0604020202090204"/>
                        <a:cs typeface="Arial" panose="020B0604020202090204"/>
                      </a:endParaRPr>
                    </a:p>
                  </a:txBody>
                  <a:tcPr marL="0" marR="0" marT="0" marB="0" vert="horz">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r>
            </a:tbl>
          </a:graphicData>
        </a:graphic>
      </p:graphicFrame>
      <p:graphicFrame>
        <p:nvGraphicFramePr>
          <p:cNvPr id="306" name="table 306"/>
          <p:cNvGraphicFramePr>
            <a:graphicFrameLocks noGrp="1"/>
          </p:cNvGraphicFramePr>
          <p:nvPr/>
        </p:nvGraphicFramePr>
        <p:xfrm>
          <a:off x="8310418" y="4993326"/>
          <a:ext cx="1660525" cy="520700"/>
        </p:xfrm>
        <a:graphic>
          <a:graphicData uri="http://schemas.openxmlformats.org/drawingml/2006/table">
            <a:tbl>
              <a:tblPr>
                <a:solidFill>
                  <a:srgbClr val="BFBFBF"/>
                </a:solidFill>
              </a:tblPr>
              <a:tblGrid>
                <a:gridCol w="1660525"/>
              </a:tblGrid>
              <a:tr h="520700">
                <a:tc>
                  <a:txBody>
                    <a:bodyPr/>
                    <a:lstStyle/>
                    <a:p>
                      <a:pPr algn="l" rtl="0" eaLnBrk="0">
                        <a:lnSpc>
                          <a:spcPct val="119000"/>
                        </a:lnSpc>
                      </a:pPr>
                      <a:endParaRPr sz="905" dirty="0">
                        <a:latin typeface="Arial" panose="020B0604020202090204"/>
                        <a:ea typeface="Arial" panose="020B0604020202090204"/>
                        <a:cs typeface="Arial" panose="020B0604020202090204"/>
                      </a:endParaRPr>
                    </a:p>
                    <a:p>
                      <a:pPr algn="l" rtl="0" eaLnBrk="0">
                        <a:lnSpc>
                          <a:spcPct val="9000"/>
                        </a:lnSpc>
                      </a:pPr>
                      <a:endParaRPr sz="100" dirty="0">
                        <a:latin typeface="Arial" panose="020B0604020202090204"/>
                        <a:ea typeface="Arial" panose="020B0604020202090204"/>
                        <a:cs typeface="Arial" panose="020B0604020202090204"/>
                      </a:endParaRPr>
                    </a:p>
                    <a:p>
                      <a:pPr marL="655955" algn="l" rtl="0" eaLnBrk="0">
                        <a:lnSpc>
                          <a:spcPct val="80000"/>
                        </a:lnSpc>
                      </a:pPr>
                      <a:r>
                        <a:rPr sz="2085" kern="0" spc="-50" dirty="0">
                          <a:solidFill>
                            <a:srgbClr val="000000">
                              <a:alpha val="100000"/>
                            </a:srgbClr>
                          </a:solidFill>
                          <a:latin typeface="Arial" panose="020B0604020202090204"/>
                          <a:ea typeface="Arial" panose="020B0604020202090204"/>
                          <a:cs typeface="Arial" panose="020B0604020202090204"/>
                        </a:rPr>
                        <a:t>Disk</a:t>
                      </a:r>
                      <a:endParaRPr sz="2085" dirty="0">
                        <a:latin typeface="Arial" panose="020B0604020202090204"/>
                        <a:ea typeface="Arial" panose="020B0604020202090204"/>
                        <a:cs typeface="Arial" panose="020B0604020202090204"/>
                      </a:endParaRPr>
                    </a:p>
                  </a:txBody>
                  <a:tcPr marL="0" marR="0" marT="0" marB="0" vert="horz">
                    <a:lnL w="28575" cap="flat" cmpd="sng" algn="ctr">
                      <a:solidFill>
                        <a:srgbClr val="8C8C8C"/>
                      </a:solidFill>
                      <a:prstDash val="solid"/>
                      <a:round/>
                      <a:headEnd type="none" w="med" len="med"/>
                      <a:tailEnd type="none" w="med" len="med"/>
                    </a:lnL>
                    <a:lnR w="28575" cap="flat" cmpd="sng" algn="ctr">
                      <a:solidFill>
                        <a:srgbClr val="8C8C8C"/>
                      </a:solidFill>
                      <a:prstDash val="solid"/>
                      <a:round/>
                      <a:headEnd type="none" w="med" len="med"/>
                      <a:tailEnd type="none" w="med" len="med"/>
                    </a:lnR>
                    <a:lnT w="28575" cap="flat" cmpd="sng" algn="ctr">
                      <a:solidFill>
                        <a:srgbClr val="8C8C8C"/>
                      </a:solidFill>
                      <a:prstDash val="solid"/>
                      <a:round/>
                      <a:headEnd type="none" w="med" len="med"/>
                      <a:tailEnd type="none" w="med" len="med"/>
                    </a:lnT>
                    <a:lnB w="28575" cap="flat" cmpd="sng" algn="ctr">
                      <a:solidFill>
                        <a:srgbClr val="8C8C8C"/>
                      </a:solidFill>
                      <a:prstDash val="solid"/>
                      <a:round/>
                      <a:headEnd type="none" w="med" len="med"/>
                      <a:tailEnd type="none" w="med" len="med"/>
                    </a:lnB>
                    <a:solidFill>
                      <a:srgbClr val="BFBFBF"/>
                    </a:solidFill>
                  </a:tcPr>
                </a:tc>
              </a:tr>
            </a:tbl>
          </a:graphicData>
        </a:graphic>
      </p:graphicFrame>
      <p:graphicFrame>
        <p:nvGraphicFramePr>
          <p:cNvPr id="308" name="table 308"/>
          <p:cNvGraphicFramePr>
            <a:graphicFrameLocks noGrp="1"/>
          </p:cNvGraphicFramePr>
          <p:nvPr/>
        </p:nvGraphicFramePr>
        <p:xfrm>
          <a:off x="5501401" y="2725908"/>
          <a:ext cx="976630" cy="662305"/>
        </p:xfrm>
        <a:graphic>
          <a:graphicData uri="http://schemas.openxmlformats.org/drawingml/2006/table">
            <a:tbl>
              <a:tblPr>
                <a:solidFill>
                  <a:srgbClr val="C8FFC9"/>
                </a:solidFill>
              </a:tblPr>
              <a:tblGrid>
                <a:gridCol w="976630"/>
              </a:tblGrid>
              <a:tr h="662305">
                <a:tc>
                  <a:txBody>
                    <a:bodyPr/>
                    <a:lstStyle/>
                    <a:p>
                      <a:pPr algn="l" rtl="0" eaLnBrk="0">
                        <a:lnSpc>
                          <a:spcPct val="183000"/>
                        </a:lnSpc>
                      </a:pPr>
                      <a:endParaRPr sz="905" dirty="0">
                        <a:latin typeface="Arial" panose="020B0604020202090204"/>
                        <a:ea typeface="Arial" panose="020B0604020202090204"/>
                        <a:cs typeface="Arial" panose="020B0604020202090204"/>
                      </a:endParaRPr>
                    </a:p>
                    <a:p>
                      <a:pPr algn="l" rtl="0" eaLnBrk="0">
                        <a:lnSpc>
                          <a:spcPct val="9000"/>
                        </a:lnSpc>
                      </a:pPr>
                      <a:endParaRPr sz="100" dirty="0">
                        <a:latin typeface="Arial" panose="020B0604020202090204"/>
                        <a:ea typeface="Arial" panose="020B0604020202090204"/>
                        <a:cs typeface="Arial" panose="020B0604020202090204"/>
                      </a:endParaRPr>
                    </a:p>
                    <a:p>
                      <a:pPr marL="307340" algn="l" rtl="0" eaLnBrk="0">
                        <a:lnSpc>
                          <a:spcPct val="80000"/>
                        </a:lnSpc>
                      </a:pPr>
                      <a:r>
                        <a:rPr sz="1815" kern="0" spc="10" dirty="0">
                          <a:solidFill>
                            <a:srgbClr val="000000">
                              <a:alpha val="100000"/>
                            </a:srgbClr>
                          </a:solidFill>
                          <a:latin typeface="Arial" panose="020B0604020202090204"/>
                          <a:ea typeface="Arial" panose="020B0604020202090204"/>
                          <a:cs typeface="Arial" panose="020B0604020202090204"/>
                        </a:rPr>
                        <a:t>App</a:t>
                      </a:r>
                      <a:endParaRPr sz="1815" dirty="0">
                        <a:latin typeface="Arial" panose="020B0604020202090204"/>
                        <a:ea typeface="Arial" panose="020B0604020202090204"/>
                        <a:cs typeface="Arial" panose="020B0604020202090204"/>
                      </a:endParaRPr>
                    </a:p>
                  </a:txBody>
                  <a:tcPr marL="0" marR="0" marT="0" marB="0" vert="horz">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solidFill>
                      <a:srgbClr val="C8FFC9"/>
                    </a:solidFill>
                  </a:tcPr>
                </a:tc>
              </a:tr>
            </a:tbl>
          </a:graphicData>
        </a:graphic>
      </p:graphicFrame>
      <p:pic>
        <p:nvPicPr>
          <p:cNvPr id="310" name="picture 310"/>
          <p:cNvPicPr>
            <a:picLocks noChangeAspect="1"/>
          </p:cNvPicPr>
          <p:nvPr/>
        </p:nvPicPr>
        <p:blipFill>
          <a:blip r:embed="rId7"/>
          <a:stretch>
            <a:fillRect/>
          </a:stretch>
        </p:blipFill>
        <p:spPr>
          <a:xfrm rot="21600000">
            <a:off x="9245163" y="3375324"/>
            <a:ext cx="266561" cy="1631110"/>
          </a:xfrm>
          <a:prstGeom prst="rect">
            <a:avLst/>
          </a:prstGeom>
        </p:spPr>
      </p:pic>
      <p:pic>
        <p:nvPicPr>
          <p:cNvPr id="312" name="picture 312"/>
          <p:cNvPicPr>
            <a:picLocks noChangeAspect="1"/>
          </p:cNvPicPr>
          <p:nvPr/>
        </p:nvPicPr>
        <p:blipFill>
          <a:blip r:embed="rId8"/>
          <a:stretch>
            <a:fillRect/>
          </a:stretch>
        </p:blipFill>
        <p:spPr>
          <a:xfrm rot="21600000">
            <a:off x="9553062" y="3392475"/>
            <a:ext cx="117948" cy="1613959"/>
          </a:xfrm>
          <a:prstGeom prst="rect">
            <a:avLst/>
          </a:prstGeom>
        </p:spPr>
      </p:pic>
      <p:pic>
        <p:nvPicPr>
          <p:cNvPr id="314" name="picture 314"/>
          <p:cNvPicPr>
            <a:picLocks noChangeAspect="1"/>
          </p:cNvPicPr>
          <p:nvPr/>
        </p:nvPicPr>
        <p:blipFill>
          <a:blip r:embed="rId9"/>
          <a:stretch>
            <a:fillRect/>
          </a:stretch>
        </p:blipFill>
        <p:spPr>
          <a:xfrm rot="21600000">
            <a:off x="7872655" y="3375324"/>
            <a:ext cx="227244" cy="719393"/>
          </a:xfrm>
          <a:prstGeom prst="rect">
            <a:avLst/>
          </a:prstGeom>
        </p:spPr>
      </p:pic>
      <p:pic>
        <p:nvPicPr>
          <p:cNvPr id="316" name="picture 316"/>
          <p:cNvPicPr>
            <a:picLocks noChangeAspect="1"/>
          </p:cNvPicPr>
          <p:nvPr/>
        </p:nvPicPr>
        <p:blipFill>
          <a:blip r:embed="rId10"/>
          <a:stretch>
            <a:fillRect/>
          </a:stretch>
        </p:blipFill>
        <p:spPr>
          <a:xfrm rot="21600000">
            <a:off x="7164582" y="3375324"/>
            <a:ext cx="117948" cy="719392"/>
          </a:xfrm>
          <a:prstGeom prst="rect">
            <a:avLst/>
          </a:prstGeom>
        </p:spPr>
      </p:pic>
      <p:pic>
        <p:nvPicPr>
          <p:cNvPr id="318" name="picture 318"/>
          <p:cNvPicPr>
            <a:picLocks noChangeAspect="1"/>
          </p:cNvPicPr>
          <p:nvPr/>
        </p:nvPicPr>
        <p:blipFill>
          <a:blip r:embed="rId11"/>
          <a:stretch>
            <a:fillRect/>
          </a:stretch>
        </p:blipFill>
        <p:spPr>
          <a:xfrm rot="21600000">
            <a:off x="1373168" y="925321"/>
            <a:ext cx="163946" cy="495730"/>
          </a:xfrm>
          <a:prstGeom prst="rect">
            <a:avLst/>
          </a:prstGeom>
        </p:spPr>
      </p:pic>
      <p:pic>
        <p:nvPicPr>
          <p:cNvPr id="320" name="picture 320"/>
          <p:cNvPicPr>
            <a:picLocks noChangeAspect="1"/>
          </p:cNvPicPr>
          <p:nvPr/>
        </p:nvPicPr>
        <p:blipFill>
          <a:blip r:embed="rId12"/>
          <a:stretch>
            <a:fillRect/>
          </a:stretch>
        </p:blipFill>
        <p:spPr>
          <a:xfrm rot="21600000">
            <a:off x="6124291" y="3322294"/>
            <a:ext cx="117948" cy="688119"/>
          </a:xfrm>
          <a:prstGeom prst="rect">
            <a:avLst/>
          </a:prstGeom>
        </p:spPr>
      </p:pic>
      <p:pic>
        <p:nvPicPr>
          <p:cNvPr id="322" name="picture 322"/>
          <p:cNvPicPr>
            <a:picLocks noChangeAspect="1"/>
          </p:cNvPicPr>
          <p:nvPr/>
        </p:nvPicPr>
        <p:blipFill>
          <a:blip r:embed="rId13"/>
          <a:stretch>
            <a:fillRect/>
          </a:stretch>
        </p:blipFill>
        <p:spPr>
          <a:xfrm rot="21600000">
            <a:off x="3799708" y="2524562"/>
            <a:ext cx="117948" cy="560336"/>
          </a:xfrm>
          <a:prstGeom prst="rect">
            <a:avLst/>
          </a:prstGeom>
        </p:spPr>
      </p:pic>
      <p:sp>
        <p:nvSpPr>
          <p:cNvPr id="324" name="path 324"/>
          <p:cNvSpPr/>
          <p:nvPr/>
        </p:nvSpPr>
        <p:spPr>
          <a:xfrm>
            <a:off x="5792075" y="3332699"/>
            <a:ext cx="39316" cy="762018"/>
          </a:xfrm>
          <a:custGeom>
            <a:avLst/>
            <a:gdLst/>
            <a:ahLst/>
            <a:cxnLst/>
            <a:rect l="0" t="0" r="0" b="0"/>
            <a:pathLst>
              <a:path w="68" h="1322">
                <a:moveTo>
                  <a:pt x="34" y="0"/>
                </a:moveTo>
                <a:lnTo>
                  <a:pt x="34" y="1322"/>
                </a:lnTo>
              </a:path>
            </a:pathLst>
          </a:custGeom>
          <a:noFill/>
          <a:ln w="43344" cap="flat">
            <a:solidFill>
              <a:srgbClr val="0070C0"/>
            </a:solidFill>
            <a:prstDash val="solid"/>
            <a:round/>
          </a:ln>
        </p:spPr>
        <p:txBody>
          <a:bodyPr rtlCol="0"/>
          <a:lstStyle/>
          <a:p>
            <a:pPr algn="ctr"/>
            <a:endParaRPr lang="zh-CN" altLang="en-US" sz="1635"/>
          </a:p>
        </p:txBody>
      </p:sp>
      <p:sp>
        <p:nvSpPr>
          <p:cNvPr id="326" name="path 326"/>
          <p:cNvSpPr/>
          <p:nvPr/>
        </p:nvSpPr>
        <p:spPr>
          <a:xfrm>
            <a:off x="8838640" y="3399747"/>
            <a:ext cx="39316" cy="627918"/>
          </a:xfrm>
          <a:custGeom>
            <a:avLst/>
            <a:gdLst/>
            <a:ahLst/>
            <a:cxnLst/>
            <a:rect l="0" t="0" r="0" b="0"/>
            <a:pathLst>
              <a:path w="68" h="1090">
                <a:moveTo>
                  <a:pt x="34" y="0"/>
                </a:moveTo>
                <a:lnTo>
                  <a:pt x="34" y="1090"/>
                </a:lnTo>
              </a:path>
            </a:pathLst>
          </a:custGeom>
          <a:noFill/>
          <a:ln w="43344" cap="flat">
            <a:solidFill>
              <a:srgbClr val="0070C0"/>
            </a:solidFill>
            <a:prstDash val="solid"/>
            <a:round/>
          </a:ln>
        </p:spPr>
        <p:txBody>
          <a:bodyPr rtlCol="0"/>
          <a:lstStyle/>
          <a:p>
            <a:pPr algn="ctr"/>
            <a:endParaRPr lang="zh-CN" altLang="en-US" sz="1635"/>
          </a:p>
        </p:txBody>
      </p:sp>
      <p:sp>
        <p:nvSpPr>
          <p:cNvPr id="328" name="path 328"/>
          <p:cNvSpPr/>
          <p:nvPr/>
        </p:nvSpPr>
        <p:spPr>
          <a:xfrm>
            <a:off x="6980978" y="3392475"/>
            <a:ext cx="39316" cy="627918"/>
          </a:xfrm>
          <a:custGeom>
            <a:avLst/>
            <a:gdLst/>
            <a:ahLst/>
            <a:cxnLst/>
            <a:rect l="0" t="0" r="0" b="0"/>
            <a:pathLst>
              <a:path w="68" h="1090">
                <a:moveTo>
                  <a:pt x="34" y="0"/>
                </a:moveTo>
                <a:lnTo>
                  <a:pt x="34" y="1090"/>
                </a:lnTo>
              </a:path>
            </a:pathLst>
          </a:custGeom>
          <a:noFill/>
          <a:ln w="43344" cap="flat">
            <a:solidFill>
              <a:srgbClr val="0070C0"/>
            </a:solidFill>
            <a:prstDash val="solid"/>
            <a:round/>
          </a:ln>
        </p:spPr>
        <p:txBody>
          <a:bodyPr rtlCol="0"/>
          <a:lstStyle/>
          <a:p>
            <a:pPr algn="ctr"/>
            <a:endParaRPr lang="zh-CN" altLang="en-US" sz="1635"/>
          </a:p>
        </p:txBody>
      </p:sp>
      <p:sp>
        <p:nvSpPr>
          <p:cNvPr id="330" name="textbox 330"/>
          <p:cNvSpPr/>
          <p:nvPr/>
        </p:nvSpPr>
        <p:spPr>
          <a:xfrm>
            <a:off x="10071671" y="6036788"/>
            <a:ext cx="183186" cy="168210"/>
          </a:xfrm>
          <a:prstGeom prst="rect">
            <a:avLst/>
          </a:prstGeom>
          <a:noFill/>
          <a:ln w="0" cap="flat">
            <a:noFill/>
            <a:prstDash val="solid"/>
            <a:miter lim="0"/>
          </a:ln>
        </p:spPr>
        <p:txBody>
          <a:bodyPr vert="horz" wrap="square" lIns="0" tIns="0" rIns="0" bIns="0"/>
          <a:lstStyle/>
          <a:p>
            <a:pPr algn="l" rtl="0" eaLnBrk="0">
              <a:lnSpc>
                <a:spcPct val="81000"/>
              </a:lnSpc>
            </a:pPr>
            <a:endParaRPr sz="100" dirty="0">
              <a:latin typeface="Arial" panose="020B0604020202090204"/>
              <a:ea typeface="Arial" panose="020B0604020202090204"/>
              <a:cs typeface="Arial" panose="020B0604020202090204"/>
            </a:endParaRPr>
          </a:p>
          <a:p>
            <a:pPr marL="12700" algn="l" rtl="0" eaLnBrk="0">
              <a:lnSpc>
                <a:spcPct val="75000"/>
              </a:lnSpc>
            </a:pPr>
            <a:r>
              <a:rPr sz="1270" kern="0" spc="-30" dirty="0">
                <a:solidFill>
                  <a:srgbClr val="898989">
                    <a:alpha val="100000"/>
                  </a:srgbClr>
                </a:solidFill>
                <a:latin typeface="等线" panose="02010600030101010101" charset="-122"/>
                <a:ea typeface="等线" panose="02010600030101010101" charset="-122"/>
                <a:cs typeface="等线" panose="02010600030101010101" charset="-122"/>
              </a:rPr>
              <a:t>28</a:t>
            </a:r>
            <a:endParaRPr sz="1270" dirty="0">
              <a:latin typeface="等线" panose="02010600030101010101" charset="-122"/>
              <a:ea typeface="等线" panose="02010600030101010101" charset="-122"/>
              <a:cs typeface="等线" panose="02010600030101010101" charset="-122"/>
            </a:endParaRPr>
          </a:p>
        </p:txBody>
      </p:sp>
      <p:pic>
        <p:nvPicPr>
          <p:cNvPr id="2" name="picture 292"/>
          <p:cNvPicPr>
            <a:picLocks noChangeAspect="1"/>
          </p:cNvPicPr>
          <p:nvPr/>
        </p:nvPicPr>
        <p:blipFill>
          <a:blip r:embed="rId4"/>
          <a:stretch>
            <a:fillRect/>
          </a:stretch>
        </p:blipFill>
        <p:spPr>
          <a:xfrm rot="43200000">
            <a:off x="3427541" y="4898056"/>
            <a:ext cx="117948" cy="593647"/>
          </a:xfrm>
          <a:prstGeom prst="rect">
            <a:avLst/>
          </a:prstGeom>
        </p:spPr>
      </p:pic>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4" name="textbox 444"/>
          <p:cNvSpPr/>
          <p:nvPr/>
        </p:nvSpPr>
        <p:spPr>
          <a:xfrm>
            <a:off x="1372870" y="944880"/>
            <a:ext cx="9538335" cy="4604385"/>
          </a:xfrm>
          <a:prstGeom prst="rect">
            <a:avLst/>
          </a:prstGeom>
          <a:noFill/>
          <a:ln w="0" cap="flat">
            <a:noFill/>
            <a:prstDash val="solid"/>
            <a:miter lim="0"/>
          </a:ln>
        </p:spPr>
        <p:txBody>
          <a:bodyPr vert="horz" wrap="square" lIns="0" tIns="0" rIns="0" bIns="0"/>
          <a:lstStyle/>
          <a:p>
            <a:pPr algn="l" rtl="0" eaLnBrk="0">
              <a:lnSpc>
                <a:spcPct val="67000"/>
              </a:lnSpc>
            </a:pPr>
            <a:endParaRPr sz="100" dirty="0">
              <a:latin typeface="Arial" panose="020B0604020202090204"/>
              <a:ea typeface="Arial" panose="020B0604020202090204"/>
              <a:cs typeface="Arial" panose="020B0604020202090204"/>
            </a:endParaRPr>
          </a:p>
          <a:p>
            <a:pPr marL="12700" algn="l" rtl="0" eaLnBrk="0">
              <a:lnSpc>
                <a:spcPct val="90000"/>
              </a:lnSpc>
            </a:pPr>
            <a:r>
              <a:rPr sz="3200" b="1" kern="0" spc="-10" dirty="0">
                <a:solidFill>
                  <a:srgbClr val="BE384B">
                    <a:alpha val="100000"/>
                  </a:srgbClr>
                </a:solidFill>
                <a:latin typeface="微软雅黑" panose="020B0503020204020204" pitchFamily="34" charset="-122"/>
                <a:ea typeface="微软雅黑" panose="020B0503020204020204" pitchFamily="34" charset="-122"/>
                <a:cs typeface="微软雅黑" panose="020B0503020204020204" pitchFamily="34" charset="-122"/>
              </a:rPr>
              <a:t>微内核的优缺点分析</a:t>
            </a:r>
            <a:endParaRPr sz="3200" dirty="0">
              <a:latin typeface="微软雅黑" panose="020B0503020204020204" pitchFamily="34" charset="-122"/>
              <a:ea typeface="微软雅黑" panose="020B0503020204020204" pitchFamily="34" charset="-122"/>
              <a:cs typeface="微软雅黑" panose="020B0503020204020204" pitchFamily="34" charset="-122"/>
            </a:endParaRPr>
          </a:p>
          <a:p>
            <a:pPr algn="l" rtl="0" eaLnBrk="0">
              <a:lnSpc>
                <a:spcPct val="102000"/>
              </a:lnSpc>
            </a:pPr>
            <a:endParaRPr sz="905" dirty="0">
              <a:latin typeface="Arial" panose="020B0604020202090204"/>
              <a:ea typeface="Arial" panose="020B0604020202090204"/>
              <a:cs typeface="Arial" panose="020B0604020202090204"/>
            </a:endParaRPr>
          </a:p>
          <a:p>
            <a:pPr algn="l" rtl="0" eaLnBrk="0">
              <a:lnSpc>
                <a:spcPct val="103000"/>
              </a:lnSpc>
            </a:pPr>
            <a:endParaRPr sz="905" dirty="0">
              <a:latin typeface="Arial" panose="020B0604020202090204"/>
              <a:ea typeface="Arial" panose="020B0604020202090204"/>
              <a:cs typeface="Arial" panose="020B0604020202090204"/>
            </a:endParaRPr>
          </a:p>
          <a:p>
            <a:pPr algn="l" rtl="0" eaLnBrk="0">
              <a:lnSpc>
                <a:spcPct val="103000"/>
              </a:lnSpc>
            </a:pPr>
            <a:endParaRPr sz="905" dirty="0">
              <a:latin typeface="Arial" panose="020B0604020202090204"/>
              <a:ea typeface="Arial" panose="020B0604020202090204"/>
              <a:cs typeface="Arial" panose="020B0604020202090204"/>
            </a:endParaRPr>
          </a:p>
          <a:p>
            <a:pPr marL="28575" algn="l" rtl="0" eaLnBrk="0">
              <a:lnSpc>
                <a:spcPct val="89000"/>
              </a:lnSpc>
              <a:spcBef>
                <a:spcPts val="815"/>
              </a:spcBef>
            </a:pPr>
            <a:r>
              <a:rPr sz="2450" kern="0" spc="-60" dirty="0">
                <a:solidFill>
                  <a:srgbClr val="404040">
                    <a:alpha val="100000"/>
                  </a:srgbClr>
                </a:solidFill>
                <a:latin typeface="Arial" panose="020B0604020202090204"/>
                <a:ea typeface="Arial" panose="020B0604020202090204"/>
                <a:cs typeface="Arial" panose="020B0604020202090204"/>
              </a:rPr>
              <a:t>•</a:t>
            </a:r>
            <a:r>
              <a:rPr sz="2450" kern="0" spc="330" dirty="0">
                <a:solidFill>
                  <a:srgbClr val="404040">
                    <a:alpha val="100000"/>
                  </a:srgbClr>
                </a:solidFill>
                <a:latin typeface="Arial" panose="020B0604020202090204"/>
                <a:ea typeface="Arial" panose="020B0604020202090204"/>
                <a:cs typeface="Arial" panose="020B0604020202090204"/>
              </a:rPr>
              <a:t>  </a:t>
            </a:r>
            <a:r>
              <a:rPr sz="2450" b="1" kern="0" spc="-60" dirty="0">
                <a:solidFill>
                  <a:srgbClr val="40404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优点</a:t>
            </a:r>
            <a:endParaRPr sz="2450" dirty="0">
              <a:latin typeface="微软雅黑" panose="020B0503020204020204" pitchFamily="34" charset="-122"/>
              <a:ea typeface="微软雅黑" panose="020B0503020204020204" pitchFamily="34" charset="-122"/>
              <a:cs typeface="微软雅黑" panose="020B0503020204020204" pitchFamily="34" charset="-122"/>
            </a:endParaRPr>
          </a:p>
          <a:p>
            <a:pPr marL="530225" algn="l" rtl="0" eaLnBrk="0">
              <a:lnSpc>
                <a:spcPct val="90000"/>
              </a:lnSpc>
              <a:spcBef>
                <a:spcPts val="1310"/>
              </a:spcBef>
            </a:pPr>
            <a:r>
              <a:rPr sz="2400" kern="0" spc="-40" dirty="0">
                <a:solidFill>
                  <a:srgbClr val="404040">
                    <a:alpha val="100000"/>
                  </a:srgbClr>
                </a:solidFill>
                <a:latin typeface="Arial" panose="020B0604020202090204"/>
                <a:ea typeface="Arial" panose="020B0604020202090204"/>
                <a:cs typeface="Arial" panose="020B0604020202090204"/>
              </a:rPr>
              <a:t>–  </a:t>
            </a:r>
            <a:r>
              <a:rPr sz="2400" kern="0" spc="-40" dirty="0">
                <a:solidFill>
                  <a:srgbClr val="40404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易于扩展</a:t>
            </a:r>
            <a:r>
              <a:rPr sz="2400" kern="0" spc="-140" dirty="0">
                <a:solidFill>
                  <a:srgbClr val="40404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 </a:t>
            </a:r>
            <a:r>
              <a:rPr sz="2400" kern="0" spc="-40" dirty="0">
                <a:solidFill>
                  <a:srgbClr val="40404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：直接添加一个用户进程即可为操作系统增加服务</a:t>
            </a:r>
            <a:endParaRPr sz="2400" dirty="0">
              <a:latin typeface="微软雅黑" panose="020B0503020204020204" pitchFamily="34" charset="-122"/>
              <a:ea typeface="微软雅黑" panose="020B0503020204020204" pitchFamily="34" charset="-122"/>
              <a:cs typeface="微软雅黑" panose="020B0503020204020204" pitchFamily="34" charset="-122"/>
            </a:endParaRPr>
          </a:p>
          <a:p>
            <a:pPr marL="530225" algn="l" rtl="0" eaLnBrk="0">
              <a:lnSpc>
                <a:spcPct val="90000"/>
              </a:lnSpc>
              <a:spcBef>
                <a:spcPts val="1430"/>
              </a:spcBef>
            </a:pPr>
            <a:r>
              <a:rPr sz="2400" kern="0" spc="-50" dirty="0">
                <a:solidFill>
                  <a:srgbClr val="404040">
                    <a:alpha val="100000"/>
                  </a:srgbClr>
                </a:solidFill>
                <a:latin typeface="Arial" panose="020B0604020202090204"/>
                <a:ea typeface="Arial" panose="020B0604020202090204"/>
                <a:cs typeface="Arial" panose="020B0604020202090204"/>
              </a:rPr>
              <a:t>–  </a:t>
            </a:r>
            <a:r>
              <a:rPr sz="2400" kern="0" spc="-50" dirty="0">
                <a:solidFill>
                  <a:srgbClr val="40404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易于移植</a:t>
            </a:r>
            <a:r>
              <a:rPr sz="2400" kern="0" spc="-70" dirty="0">
                <a:solidFill>
                  <a:srgbClr val="40404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 </a:t>
            </a:r>
            <a:r>
              <a:rPr sz="2400" kern="0" spc="-50" dirty="0">
                <a:solidFill>
                  <a:srgbClr val="40404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：大部分模块与底层硬件无关</a:t>
            </a:r>
            <a:endParaRPr sz="2400" dirty="0">
              <a:latin typeface="微软雅黑" panose="020B0503020204020204" pitchFamily="34" charset="-122"/>
              <a:ea typeface="微软雅黑" panose="020B0503020204020204" pitchFamily="34" charset="-122"/>
              <a:cs typeface="微软雅黑" panose="020B0503020204020204" pitchFamily="34" charset="-122"/>
            </a:endParaRPr>
          </a:p>
          <a:p>
            <a:pPr marL="530225" algn="l" rtl="0" eaLnBrk="0">
              <a:lnSpc>
                <a:spcPct val="90000"/>
              </a:lnSpc>
              <a:spcBef>
                <a:spcPts val="1310"/>
              </a:spcBef>
            </a:pPr>
            <a:r>
              <a:rPr sz="2400" kern="0" spc="-40" dirty="0">
                <a:solidFill>
                  <a:srgbClr val="404040">
                    <a:alpha val="100000"/>
                  </a:srgbClr>
                </a:solidFill>
                <a:latin typeface="Arial" panose="020B0604020202090204"/>
                <a:ea typeface="Arial" panose="020B0604020202090204"/>
                <a:cs typeface="Arial" panose="020B0604020202090204"/>
              </a:rPr>
              <a:t>–  </a:t>
            </a:r>
            <a:r>
              <a:rPr sz="2400" kern="0" spc="-40" dirty="0">
                <a:solidFill>
                  <a:srgbClr val="40404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更加可靠</a:t>
            </a:r>
            <a:r>
              <a:rPr sz="2400" kern="0" spc="-140" dirty="0">
                <a:solidFill>
                  <a:srgbClr val="40404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 </a:t>
            </a:r>
            <a:r>
              <a:rPr sz="2400" kern="0" spc="-40" dirty="0">
                <a:solidFill>
                  <a:srgbClr val="40404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：在内核模式运</a:t>
            </a:r>
            <a:r>
              <a:rPr sz="2400" kern="0" spc="-50" dirty="0">
                <a:solidFill>
                  <a:srgbClr val="40404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行的代码量大大减少</a:t>
            </a:r>
            <a:endParaRPr sz="2400" dirty="0">
              <a:latin typeface="微软雅黑" panose="020B0503020204020204" pitchFamily="34" charset="-122"/>
              <a:ea typeface="微软雅黑" panose="020B0503020204020204" pitchFamily="34" charset="-122"/>
              <a:cs typeface="微软雅黑" panose="020B0503020204020204" pitchFamily="34" charset="-122"/>
            </a:endParaRPr>
          </a:p>
          <a:p>
            <a:pPr marL="530225" algn="l" rtl="0" eaLnBrk="0">
              <a:lnSpc>
                <a:spcPct val="90000"/>
              </a:lnSpc>
              <a:spcBef>
                <a:spcPts val="1330"/>
              </a:spcBef>
            </a:pPr>
            <a:r>
              <a:rPr sz="2400" kern="0" spc="-20" dirty="0">
                <a:solidFill>
                  <a:srgbClr val="404040">
                    <a:alpha val="100000"/>
                  </a:srgbClr>
                </a:solidFill>
                <a:latin typeface="Arial" panose="020B0604020202090204"/>
                <a:ea typeface="Arial" panose="020B0604020202090204"/>
                <a:cs typeface="Arial" panose="020B0604020202090204"/>
              </a:rPr>
              <a:t>–  </a:t>
            </a:r>
            <a:r>
              <a:rPr sz="2400" kern="0" spc="-20" dirty="0">
                <a:solidFill>
                  <a:srgbClr val="40404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更加安全：即使存在漏洞，服务与服务之间存在进程</a:t>
            </a:r>
            <a:r>
              <a:rPr sz="2400" kern="0" spc="-30" dirty="0">
                <a:solidFill>
                  <a:srgbClr val="40404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粒度隔离</a:t>
            </a:r>
            <a:endParaRPr sz="2400" dirty="0">
              <a:latin typeface="微软雅黑" panose="020B0503020204020204" pitchFamily="34" charset="-122"/>
              <a:ea typeface="微软雅黑" panose="020B0503020204020204" pitchFamily="34" charset="-122"/>
              <a:cs typeface="微软雅黑" panose="020B0503020204020204" pitchFamily="34" charset="-122"/>
            </a:endParaRPr>
          </a:p>
          <a:p>
            <a:pPr marL="530225" algn="l" rtl="0" eaLnBrk="0">
              <a:lnSpc>
                <a:spcPct val="90000"/>
              </a:lnSpc>
              <a:spcBef>
                <a:spcPts val="1310"/>
              </a:spcBef>
            </a:pPr>
            <a:r>
              <a:rPr sz="2400" kern="0" spc="-40" dirty="0">
                <a:solidFill>
                  <a:srgbClr val="404040">
                    <a:alpha val="100000"/>
                  </a:srgbClr>
                </a:solidFill>
                <a:latin typeface="Arial" panose="020B0604020202090204"/>
                <a:ea typeface="Arial" panose="020B0604020202090204"/>
                <a:cs typeface="Arial" panose="020B0604020202090204"/>
              </a:rPr>
              <a:t>–  </a:t>
            </a:r>
            <a:r>
              <a:rPr sz="2400" kern="0" spc="-40" dirty="0">
                <a:solidFill>
                  <a:srgbClr val="40404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更加健壮</a:t>
            </a:r>
            <a:r>
              <a:rPr sz="2400" kern="0" spc="-140" dirty="0">
                <a:solidFill>
                  <a:srgbClr val="40404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 </a:t>
            </a:r>
            <a:r>
              <a:rPr sz="2400" kern="0" spc="-40" dirty="0">
                <a:solidFill>
                  <a:srgbClr val="40404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：单个模块出现问题不会影</a:t>
            </a:r>
            <a:r>
              <a:rPr sz="2400" kern="0" spc="-50" dirty="0">
                <a:solidFill>
                  <a:srgbClr val="40404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响到系统整体</a:t>
            </a:r>
            <a:endParaRPr sz="2400" dirty="0">
              <a:latin typeface="微软雅黑" panose="020B0503020204020204" pitchFamily="34" charset="-122"/>
              <a:ea typeface="微软雅黑" panose="020B0503020204020204" pitchFamily="34" charset="-122"/>
              <a:cs typeface="微软雅黑" panose="020B0503020204020204" pitchFamily="34" charset="-122"/>
            </a:endParaRPr>
          </a:p>
          <a:p>
            <a:pPr algn="l" rtl="0" eaLnBrk="0">
              <a:lnSpc>
                <a:spcPct val="112000"/>
              </a:lnSpc>
            </a:pPr>
            <a:endParaRPr sz="905" dirty="0">
              <a:latin typeface="Arial" panose="020B0604020202090204"/>
              <a:ea typeface="Arial" panose="020B0604020202090204"/>
              <a:cs typeface="Arial" panose="020B0604020202090204"/>
            </a:endParaRPr>
          </a:p>
          <a:p>
            <a:pPr algn="l" rtl="0" eaLnBrk="0">
              <a:lnSpc>
                <a:spcPct val="112000"/>
              </a:lnSpc>
            </a:pPr>
            <a:endParaRPr sz="905" dirty="0">
              <a:latin typeface="Arial" panose="020B0604020202090204"/>
              <a:ea typeface="Arial" panose="020B0604020202090204"/>
              <a:cs typeface="Arial" panose="020B0604020202090204"/>
            </a:endParaRPr>
          </a:p>
          <a:p>
            <a:pPr algn="l" rtl="0" eaLnBrk="0">
              <a:lnSpc>
                <a:spcPct val="113000"/>
              </a:lnSpc>
            </a:pPr>
            <a:endParaRPr sz="905" dirty="0">
              <a:latin typeface="Arial" panose="020B0604020202090204"/>
              <a:ea typeface="Arial" panose="020B0604020202090204"/>
              <a:cs typeface="Arial" panose="020B0604020202090204"/>
            </a:endParaRPr>
          </a:p>
          <a:p>
            <a:pPr algn="l" rtl="0" eaLnBrk="0">
              <a:lnSpc>
                <a:spcPct val="113000"/>
              </a:lnSpc>
            </a:pPr>
            <a:endParaRPr sz="905" dirty="0">
              <a:latin typeface="Arial" panose="020B0604020202090204"/>
              <a:ea typeface="Arial" panose="020B0604020202090204"/>
              <a:cs typeface="Arial" panose="020B0604020202090204"/>
            </a:endParaRPr>
          </a:p>
          <a:p>
            <a:pPr algn="l" rtl="0" eaLnBrk="0">
              <a:lnSpc>
                <a:spcPct val="105000"/>
              </a:lnSpc>
            </a:pPr>
            <a:endParaRPr sz="2270" dirty="0">
              <a:latin typeface="微软雅黑" panose="020B0503020204020204" pitchFamily="34" charset="-122"/>
              <a:ea typeface="微软雅黑" panose="020B0503020204020204" pitchFamily="34" charset="-122"/>
              <a:cs typeface="微软雅黑" panose="020B0503020204020204" pitchFamily="34" charset="-122"/>
            </a:endParaRPr>
          </a:p>
        </p:txBody>
      </p:sp>
      <p:pic>
        <p:nvPicPr>
          <p:cNvPr id="446" name="picture 446"/>
          <p:cNvPicPr>
            <a:picLocks noChangeAspect="1"/>
          </p:cNvPicPr>
          <p:nvPr/>
        </p:nvPicPr>
        <p:blipFill>
          <a:blip r:embed="rId1"/>
          <a:stretch>
            <a:fillRect/>
          </a:stretch>
        </p:blipFill>
        <p:spPr>
          <a:xfrm rot="21600000">
            <a:off x="898188" y="925321"/>
            <a:ext cx="163946" cy="495730"/>
          </a:xfrm>
          <a:prstGeom prst="rect">
            <a:avLst/>
          </a:prstGeom>
        </p:spPr>
      </p:pic>
      <p:sp>
        <p:nvSpPr>
          <p:cNvPr id="448" name="textbox 448"/>
          <p:cNvSpPr/>
          <p:nvPr/>
        </p:nvSpPr>
        <p:spPr>
          <a:xfrm>
            <a:off x="10066509" y="6036788"/>
            <a:ext cx="188372" cy="168210"/>
          </a:xfrm>
          <a:prstGeom prst="rect">
            <a:avLst/>
          </a:prstGeom>
          <a:noFill/>
          <a:ln w="0" cap="flat">
            <a:noFill/>
            <a:prstDash val="solid"/>
            <a:miter lim="0"/>
          </a:ln>
        </p:spPr>
        <p:txBody>
          <a:bodyPr vert="horz" wrap="square" lIns="0" tIns="0" rIns="0" bIns="0"/>
          <a:lstStyle/>
          <a:p>
            <a:pPr algn="l" rtl="0" eaLnBrk="0">
              <a:lnSpc>
                <a:spcPct val="81000"/>
              </a:lnSpc>
            </a:pPr>
            <a:endParaRPr sz="100" dirty="0">
              <a:latin typeface="Arial" panose="020B0604020202090204"/>
              <a:ea typeface="Arial" panose="020B0604020202090204"/>
              <a:cs typeface="Arial" panose="020B0604020202090204"/>
            </a:endParaRPr>
          </a:p>
          <a:p>
            <a:pPr marL="12700" algn="l" rtl="0" eaLnBrk="0">
              <a:lnSpc>
                <a:spcPct val="75000"/>
              </a:lnSpc>
            </a:pPr>
            <a:r>
              <a:rPr sz="1270" kern="0" spc="-20" dirty="0">
                <a:solidFill>
                  <a:srgbClr val="898989">
                    <a:alpha val="100000"/>
                  </a:srgbClr>
                </a:solidFill>
                <a:latin typeface="等线" panose="02010600030101010101" charset="-122"/>
                <a:ea typeface="等线" panose="02010600030101010101" charset="-122"/>
                <a:cs typeface="等线" panose="02010600030101010101" charset="-122"/>
              </a:rPr>
              <a:t>40</a:t>
            </a:r>
            <a:endParaRPr sz="1270" dirty="0">
              <a:latin typeface="等线" panose="02010600030101010101" charset="-122"/>
              <a:ea typeface="等线" panose="02010600030101010101" charset="-122"/>
              <a:cs typeface="等线" panose="02010600030101010101" charset="-122"/>
            </a:endParaRPr>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 name="textbox 450"/>
          <p:cNvSpPr/>
          <p:nvPr/>
        </p:nvSpPr>
        <p:spPr>
          <a:xfrm>
            <a:off x="1929688" y="945149"/>
            <a:ext cx="7605727" cy="2707484"/>
          </a:xfrm>
          <a:prstGeom prst="rect">
            <a:avLst/>
          </a:prstGeom>
          <a:noFill/>
          <a:ln w="0" cap="flat">
            <a:noFill/>
            <a:prstDash val="solid"/>
            <a:miter lim="0"/>
          </a:ln>
        </p:spPr>
        <p:txBody>
          <a:bodyPr vert="horz" wrap="square" lIns="0" tIns="0" rIns="0" bIns="0"/>
          <a:lstStyle/>
          <a:p>
            <a:pPr algn="l" rtl="0" eaLnBrk="0">
              <a:lnSpc>
                <a:spcPct val="67000"/>
              </a:lnSpc>
            </a:pPr>
            <a:endParaRPr sz="100" dirty="0">
              <a:latin typeface="Arial" panose="020B0604020202090204"/>
              <a:ea typeface="Arial" panose="020B0604020202090204"/>
              <a:cs typeface="Arial" panose="020B0604020202090204"/>
            </a:endParaRPr>
          </a:p>
          <a:p>
            <a:pPr marL="12700" algn="l" rtl="0" eaLnBrk="0">
              <a:lnSpc>
                <a:spcPct val="90000"/>
              </a:lnSpc>
            </a:pPr>
            <a:r>
              <a:rPr sz="3200" b="1" kern="0" spc="-10" dirty="0">
                <a:solidFill>
                  <a:srgbClr val="BE384B">
                    <a:alpha val="100000"/>
                  </a:srgbClr>
                </a:solidFill>
                <a:latin typeface="微软雅黑" panose="020B0503020204020204" pitchFamily="34" charset="-122"/>
                <a:ea typeface="微软雅黑" panose="020B0503020204020204" pitchFamily="34" charset="-122"/>
                <a:cs typeface="微软雅黑" panose="020B0503020204020204" pitchFamily="34" charset="-122"/>
              </a:rPr>
              <a:t>微内核的优缺点分析</a:t>
            </a:r>
            <a:endParaRPr sz="3200" dirty="0">
              <a:latin typeface="微软雅黑" panose="020B0503020204020204" pitchFamily="34" charset="-122"/>
              <a:ea typeface="微软雅黑" panose="020B0503020204020204" pitchFamily="34" charset="-122"/>
              <a:cs typeface="微软雅黑" panose="020B0503020204020204" pitchFamily="34" charset="-122"/>
            </a:endParaRPr>
          </a:p>
          <a:p>
            <a:pPr algn="l" rtl="0" eaLnBrk="0">
              <a:lnSpc>
                <a:spcPct val="102000"/>
              </a:lnSpc>
            </a:pPr>
            <a:endParaRPr sz="905" dirty="0">
              <a:latin typeface="Arial" panose="020B0604020202090204"/>
              <a:ea typeface="Arial" panose="020B0604020202090204"/>
              <a:cs typeface="Arial" panose="020B0604020202090204"/>
            </a:endParaRPr>
          </a:p>
          <a:p>
            <a:pPr algn="l" rtl="0" eaLnBrk="0">
              <a:lnSpc>
                <a:spcPct val="103000"/>
              </a:lnSpc>
            </a:pPr>
            <a:endParaRPr sz="905" dirty="0">
              <a:latin typeface="Arial" panose="020B0604020202090204"/>
              <a:ea typeface="Arial" panose="020B0604020202090204"/>
              <a:cs typeface="Arial" panose="020B0604020202090204"/>
            </a:endParaRPr>
          </a:p>
          <a:p>
            <a:pPr algn="l" rtl="0" eaLnBrk="0">
              <a:lnSpc>
                <a:spcPct val="103000"/>
              </a:lnSpc>
            </a:pPr>
            <a:endParaRPr sz="905" dirty="0">
              <a:latin typeface="Arial" panose="020B0604020202090204"/>
              <a:ea typeface="Arial" panose="020B0604020202090204"/>
              <a:cs typeface="Arial" panose="020B0604020202090204"/>
            </a:endParaRPr>
          </a:p>
          <a:p>
            <a:pPr marL="28575" algn="l" rtl="0" eaLnBrk="0">
              <a:lnSpc>
                <a:spcPct val="89000"/>
              </a:lnSpc>
              <a:spcBef>
                <a:spcPts val="815"/>
              </a:spcBef>
            </a:pPr>
            <a:r>
              <a:rPr sz="2450" kern="0" spc="-60" dirty="0">
                <a:solidFill>
                  <a:srgbClr val="404040">
                    <a:alpha val="100000"/>
                  </a:srgbClr>
                </a:solidFill>
                <a:latin typeface="Arial" panose="020B0604020202090204"/>
                <a:ea typeface="Arial" panose="020B0604020202090204"/>
                <a:cs typeface="Arial" panose="020B0604020202090204"/>
              </a:rPr>
              <a:t>•</a:t>
            </a:r>
            <a:r>
              <a:rPr sz="2450" kern="0" spc="340" dirty="0">
                <a:solidFill>
                  <a:srgbClr val="404040">
                    <a:alpha val="100000"/>
                  </a:srgbClr>
                </a:solidFill>
                <a:latin typeface="Arial" panose="020B0604020202090204"/>
                <a:ea typeface="Arial" panose="020B0604020202090204"/>
                <a:cs typeface="Arial" panose="020B0604020202090204"/>
              </a:rPr>
              <a:t>  </a:t>
            </a:r>
            <a:r>
              <a:rPr sz="2450" b="1" kern="0" spc="-60" dirty="0">
                <a:solidFill>
                  <a:srgbClr val="40404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缺点</a:t>
            </a:r>
            <a:endParaRPr sz="2450" dirty="0">
              <a:latin typeface="微软雅黑" panose="020B0503020204020204" pitchFamily="34" charset="-122"/>
              <a:ea typeface="微软雅黑" panose="020B0503020204020204" pitchFamily="34" charset="-122"/>
              <a:cs typeface="微软雅黑" panose="020B0503020204020204" pitchFamily="34" charset="-122"/>
            </a:endParaRPr>
          </a:p>
          <a:p>
            <a:pPr algn="r" rtl="0" eaLnBrk="0">
              <a:lnSpc>
                <a:spcPct val="90000"/>
              </a:lnSpc>
              <a:spcBef>
                <a:spcPts val="1310"/>
              </a:spcBef>
            </a:pPr>
            <a:r>
              <a:rPr sz="2085" kern="0" spc="-40" dirty="0">
                <a:solidFill>
                  <a:srgbClr val="404040">
                    <a:alpha val="100000"/>
                  </a:srgbClr>
                </a:solidFill>
                <a:latin typeface="Arial" panose="020B0604020202090204"/>
                <a:ea typeface="Arial" panose="020B0604020202090204"/>
                <a:cs typeface="Arial" panose="020B0604020202090204"/>
              </a:rPr>
              <a:t>–  </a:t>
            </a:r>
            <a:r>
              <a:rPr sz="2085" kern="0" spc="-40" dirty="0">
                <a:solidFill>
                  <a:srgbClr val="40404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性能较差</a:t>
            </a:r>
            <a:r>
              <a:rPr sz="2085" kern="0" spc="-140" dirty="0">
                <a:solidFill>
                  <a:srgbClr val="40404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 </a:t>
            </a:r>
            <a:r>
              <a:rPr sz="2085" kern="0" spc="-40" dirty="0">
                <a:solidFill>
                  <a:srgbClr val="40404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：内核中的模块交互由函数调用变成了进程间通信</a:t>
            </a:r>
            <a:endParaRPr sz="2085" dirty="0">
              <a:latin typeface="微软雅黑" panose="020B0503020204020204" pitchFamily="34" charset="-122"/>
              <a:ea typeface="微软雅黑" panose="020B0503020204020204" pitchFamily="34" charset="-122"/>
              <a:cs typeface="微软雅黑" panose="020B0503020204020204" pitchFamily="34" charset="-122"/>
            </a:endParaRPr>
          </a:p>
          <a:p>
            <a:pPr marL="530225" algn="l" rtl="0" eaLnBrk="0">
              <a:lnSpc>
                <a:spcPct val="90000"/>
              </a:lnSpc>
              <a:spcBef>
                <a:spcPts val="1430"/>
              </a:spcBef>
            </a:pPr>
            <a:r>
              <a:rPr sz="2085" kern="0" spc="-40" dirty="0">
                <a:solidFill>
                  <a:srgbClr val="404040">
                    <a:alpha val="100000"/>
                  </a:srgbClr>
                </a:solidFill>
                <a:latin typeface="Arial" panose="020B0604020202090204"/>
                <a:ea typeface="Arial" panose="020B0604020202090204"/>
                <a:cs typeface="Arial" panose="020B0604020202090204"/>
              </a:rPr>
              <a:t>–  </a:t>
            </a:r>
            <a:r>
              <a:rPr sz="2085" kern="0" spc="-40" dirty="0">
                <a:solidFill>
                  <a:srgbClr val="40404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生态欠缺</a:t>
            </a:r>
            <a:r>
              <a:rPr sz="2085" kern="0" spc="-60" dirty="0">
                <a:solidFill>
                  <a:srgbClr val="40404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 </a:t>
            </a:r>
            <a:r>
              <a:rPr sz="2085" kern="0" spc="-40" dirty="0">
                <a:solidFill>
                  <a:srgbClr val="40404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：尚未形成像</a:t>
            </a:r>
            <a:r>
              <a:rPr sz="2085" kern="0" spc="-40" dirty="0">
                <a:solidFill>
                  <a:srgbClr val="404040">
                    <a:alpha val="100000"/>
                  </a:srgbClr>
                </a:solidFill>
                <a:latin typeface="Arial" panose="020B0604020202090204"/>
                <a:ea typeface="Arial" panose="020B0604020202090204"/>
                <a:cs typeface="Arial" panose="020B0604020202090204"/>
              </a:rPr>
              <a:t>Linux</a:t>
            </a:r>
            <a:r>
              <a:rPr sz="2085" kern="0" spc="-40" dirty="0">
                <a:solidFill>
                  <a:srgbClr val="40404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一样具有广泛开发者的社区</a:t>
            </a:r>
            <a:endParaRPr sz="2085" dirty="0">
              <a:latin typeface="微软雅黑" panose="020B0503020204020204" pitchFamily="34" charset="-122"/>
              <a:ea typeface="微软雅黑" panose="020B0503020204020204" pitchFamily="34" charset="-122"/>
              <a:cs typeface="微软雅黑" panose="020B0503020204020204" pitchFamily="34" charset="-122"/>
            </a:endParaRPr>
          </a:p>
          <a:p>
            <a:pPr algn="l" rtl="0" eaLnBrk="0">
              <a:lnSpc>
                <a:spcPct val="109000"/>
              </a:lnSpc>
            </a:pPr>
            <a:endParaRPr sz="905" dirty="0">
              <a:latin typeface="Arial" panose="020B0604020202090204"/>
              <a:ea typeface="Arial" panose="020B0604020202090204"/>
              <a:cs typeface="Arial" panose="020B0604020202090204"/>
            </a:endParaRPr>
          </a:p>
          <a:p>
            <a:pPr marL="530225" algn="l" rtl="0" eaLnBrk="0">
              <a:lnSpc>
                <a:spcPct val="90000"/>
              </a:lnSpc>
            </a:pPr>
            <a:endParaRPr sz="2085" dirty="0">
              <a:latin typeface="微软雅黑" panose="020B0503020204020204" pitchFamily="34" charset="-122"/>
              <a:ea typeface="微软雅黑" panose="020B0503020204020204" pitchFamily="34" charset="-122"/>
              <a:cs typeface="微软雅黑" panose="020B0503020204020204" pitchFamily="34" charset="-122"/>
            </a:endParaRPr>
          </a:p>
        </p:txBody>
      </p:sp>
      <p:graphicFrame>
        <p:nvGraphicFramePr>
          <p:cNvPr id="452" name="table 452"/>
          <p:cNvGraphicFramePr>
            <a:graphicFrameLocks noGrp="1"/>
          </p:cNvGraphicFramePr>
          <p:nvPr/>
        </p:nvGraphicFramePr>
        <p:xfrm>
          <a:off x="5234539" y="4585696"/>
          <a:ext cx="2538730" cy="949325"/>
        </p:xfrm>
        <a:graphic>
          <a:graphicData uri="http://schemas.openxmlformats.org/drawingml/2006/table">
            <a:tbl>
              <a:tblPr/>
              <a:tblGrid>
                <a:gridCol w="840105"/>
                <a:gridCol w="858520"/>
                <a:gridCol w="840105"/>
              </a:tblGrid>
              <a:tr h="530860">
                <a:tc>
                  <a:txBody>
                    <a:bodyPr/>
                    <a:lstStyle/>
                    <a:p>
                      <a:pPr algn="l" rtl="0" eaLnBrk="0">
                        <a:lnSpc>
                          <a:spcPct val="101000"/>
                        </a:lnSpc>
                      </a:pPr>
                      <a:endParaRPr sz="455" dirty="0">
                        <a:latin typeface="Arial" panose="020B0604020202090204"/>
                        <a:ea typeface="Arial" panose="020B0604020202090204"/>
                        <a:cs typeface="Arial" panose="020B0604020202090204"/>
                      </a:endParaRPr>
                    </a:p>
                    <a:p>
                      <a:pPr marL="208915" algn="l" rtl="0" eaLnBrk="0">
                        <a:lnSpc>
                          <a:spcPct val="90000"/>
                        </a:lnSpc>
                        <a:spcBef>
                          <a:spcPts val="0"/>
                        </a:spcBef>
                      </a:pPr>
                      <a:r>
                        <a:rPr sz="1270" kern="0" spc="-30" dirty="0">
                          <a:solidFill>
                            <a:srgbClr val="40404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服务</a:t>
                      </a:r>
                      <a:r>
                        <a:rPr sz="1270" kern="0" spc="-30" dirty="0">
                          <a:solidFill>
                            <a:srgbClr val="404040">
                              <a:alpha val="100000"/>
                            </a:srgbClr>
                          </a:solidFill>
                          <a:latin typeface="Arial" panose="020B0604020202090204"/>
                          <a:ea typeface="Arial" panose="020B0604020202090204"/>
                          <a:cs typeface="Arial" panose="020B0604020202090204"/>
                        </a:rPr>
                        <a:t>-A</a:t>
                      </a:r>
                      <a:endParaRPr sz="1270" dirty="0">
                        <a:latin typeface="Arial" panose="020B0604020202090204"/>
                        <a:ea typeface="Arial" panose="020B0604020202090204"/>
                        <a:cs typeface="Arial" panose="020B0604020202090204"/>
                      </a:endParaRPr>
                    </a:p>
                  </a:txBody>
                  <a:tcPr marL="0" marR="0" marT="0" marB="0" vert="horz">
                    <a:lnL w="9525" cap="flat" cmpd="sng" algn="ctr">
                      <a:solidFill>
                        <a:srgbClr val="BBBBBB"/>
                      </a:solidFill>
                      <a:prstDash val="solid"/>
                      <a:round/>
                      <a:headEnd type="none" w="med" len="med"/>
                      <a:tailEnd type="none" w="med" len="med"/>
                    </a:lnL>
                    <a:lnR w="9525" cap="flat" cmpd="sng" algn="ctr">
                      <a:solidFill>
                        <a:srgbClr val="BBBBBB"/>
                      </a:solidFill>
                      <a:prstDash val="solid"/>
                      <a:round/>
                      <a:headEnd type="none" w="med" len="med"/>
                      <a:tailEnd type="none" w="med" len="med"/>
                    </a:lnR>
                    <a:lnT w="9525" cap="flat" cmpd="sng" algn="ctr">
                      <a:solidFill>
                        <a:srgbClr val="BBBBBB"/>
                      </a:solidFill>
                      <a:prstDash val="solid"/>
                      <a:round/>
                      <a:headEnd type="none" w="med" len="med"/>
                      <a:tailEnd type="none" w="med" len="med"/>
                    </a:lnT>
                    <a:lnB w="9525" cap="flat" cmpd="sng" algn="ctr">
                      <a:solidFill>
                        <a:srgbClr val="BBBBBB"/>
                      </a:solidFill>
                      <a:prstDash val="solid"/>
                      <a:round/>
                      <a:headEnd type="none" w="med" len="med"/>
                      <a:tailEnd type="none" w="med" len="med"/>
                    </a:lnB>
                    <a:solidFill>
                      <a:srgbClr val="F2F2F2"/>
                    </a:solidFill>
                  </a:tcPr>
                </a:tc>
                <a:tc>
                  <a:txBody>
                    <a:bodyPr/>
                    <a:lstStyle/>
                    <a:p>
                      <a:pPr algn="l" rtl="0" eaLnBrk="0">
                        <a:lnSpc>
                          <a:spcPct val="116000"/>
                        </a:lnSpc>
                      </a:pPr>
                      <a:endParaRPr sz="270" dirty="0">
                        <a:latin typeface="Arial" panose="020B0604020202090204"/>
                        <a:ea typeface="Arial" panose="020B0604020202090204"/>
                        <a:cs typeface="Arial" panose="020B0604020202090204"/>
                      </a:endParaRPr>
                    </a:p>
                    <a:p>
                      <a:pPr marL="238125" indent="-3810" algn="l" rtl="0" eaLnBrk="0">
                        <a:lnSpc>
                          <a:spcPct val="102000"/>
                        </a:lnSpc>
                        <a:spcBef>
                          <a:spcPts val="5"/>
                        </a:spcBef>
                      </a:pPr>
                      <a:r>
                        <a:rPr sz="1270" b="1" kern="0" spc="-40" dirty="0">
                          <a:solidFill>
                            <a:srgbClr val="BE384B">
                              <a:alpha val="100000"/>
                            </a:srgbClr>
                          </a:solidFill>
                          <a:latin typeface="Arial" panose="020B0604020202090204"/>
                          <a:ea typeface="Arial" panose="020B0604020202090204"/>
                          <a:cs typeface="Arial" panose="020B0604020202090204"/>
                        </a:rPr>
                        <a:t>~4500</a:t>
                      </a:r>
                      <a:r>
                        <a:rPr sz="1270" b="1" kern="0" spc="0" dirty="0">
                          <a:solidFill>
                            <a:srgbClr val="BE384B">
                              <a:alpha val="100000"/>
                            </a:srgbClr>
                          </a:solidFill>
                          <a:latin typeface="Arial" panose="020B0604020202090204"/>
                          <a:ea typeface="Arial" panose="020B0604020202090204"/>
                          <a:cs typeface="Arial" panose="020B0604020202090204"/>
                        </a:rPr>
                        <a:t>     </a:t>
                      </a:r>
                      <a:r>
                        <a:rPr sz="1270" b="1" kern="0" spc="-40" dirty="0">
                          <a:solidFill>
                            <a:srgbClr val="BE384B">
                              <a:alpha val="100000"/>
                            </a:srgbClr>
                          </a:solidFill>
                          <a:latin typeface="Arial" panose="020B0604020202090204"/>
                          <a:ea typeface="Arial" panose="020B0604020202090204"/>
                          <a:cs typeface="Arial" panose="020B0604020202090204"/>
                        </a:rPr>
                        <a:t>cycles</a:t>
                      </a:r>
                      <a:endParaRPr sz="1270" dirty="0">
                        <a:latin typeface="Arial" panose="020B0604020202090204"/>
                        <a:ea typeface="Arial" panose="020B0604020202090204"/>
                        <a:cs typeface="Arial" panose="020B0604020202090204"/>
                      </a:endParaRPr>
                    </a:p>
                  </a:txBody>
                  <a:tcPr marL="0" marR="0" marT="0" marB="0" vert="horz">
                    <a:lnL w="9525" cap="flat" cmpd="sng" algn="ctr">
                      <a:solidFill>
                        <a:srgbClr val="BBBBBB"/>
                      </a:solidFill>
                      <a:prstDash val="solid"/>
                      <a:round/>
                      <a:headEnd type="none" w="med" len="med"/>
                      <a:tailEnd type="none" w="med" len="med"/>
                    </a:lnL>
                    <a:lnR w="9525" cap="flat" cmpd="sng" algn="ctr">
                      <a:solidFill>
                        <a:srgbClr val="BBBBBB"/>
                      </a:solidFill>
                      <a:prstDash val="solid"/>
                      <a:round/>
                      <a:headEnd type="none" w="med" len="med"/>
                      <a:tailEnd type="none" w="med" len="med"/>
                    </a:lnR>
                    <a:lnT>
                      <a:noFill/>
                    </a:lnT>
                    <a:lnB w="9525" cap="flat" cmpd="sng" algn="ctr">
                      <a:solidFill>
                        <a:srgbClr val="BBBBBB"/>
                      </a:solidFill>
                      <a:prstDash val="solid"/>
                      <a:round/>
                      <a:headEnd type="none" w="med" len="med"/>
                      <a:tailEnd type="none" w="med" len="med"/>
                    </a:lnB>
                  </a:tcPr>
                </a:tc>
                <a:tc>
                  <a:txBody>
                    <a:bodyPr/>
                    <a:lstStyle/>
                    <a:p>
                      <a:pPr algn="l" rtl="0" eaLnBrk="0">
                        <a:lnSpc>
                          <a:spcPct val="121000"/>
                        </a:lnSpc>
                      </a:pPr>
                      <a:endParaRPr sz="365" dirty="0">
                        <a:latin typeface="Arial" panose="020B0604020202090204"/>
                        <a:ea typeface="Arial" panose="020B0604020202090204"/>
                        <a:cs typeface="Arial" panose="020B0604020202090204"/>
                      </a:endParaRPr>
                    </a:p>
                    <a:p>
                      <a:pPr marL="203835" algn="l" rtl="0" eaLnBrk="0">
                        <a:lnSpc>
                          <a:spcPct val="90000"/>
                        </a:lnSpc>
                        <a:spcBef>
                          <a:spcPts val="5"/>
                        </a:spcBef>
                      </a:pPr>
                      <a:r>
                        <a:rPr sz="1270" kern="0" spc="-30" dirty="0">
                          <a:solidFill>
                            <a:srgbClr val="40404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服务</a:t>
                      </a:r>
                      <a:r>
                        <a:rPr sz="1270" kern="0" spc="-30" dirty="0">
                          <a:solidFill>
                            <a:srgbClr val="404040">
                              <a:alpha val="100000"/>
                            </a:srgbClr>
                          </a:solidFill>
                          <a:latin typeface="Arial" panose="020B0604020202090204"/>
                          <a:ea typeface="Arial" panose="020B0604020202090204"/>
                          <a:cs typeface="Arial" panose="020B0604020202090204"/>
                        </a:rPr>
                        <a:t>-B</a:t>
                      </a:r>
                      <a:endParaRPr sz="1270" dirty="0">
                        <a:latin typeface="Arial" panose="020B0604020202090204"/>
                        <a:ea typeface="Arial" panose="020B0604020202090204"/>
                        <a:cs typeface="Arial" panose="020B0604020202090204"/>
                      </a:endParaRPr>
                    </a:p>
                  </a:txBody>
                  <a:tcPr marL="0" marR="0" marT="0" marB="0" vert="horz">
                    <a:lnL w="9525" cap="flat" cmpd="sng" algn="ctr">
                      <a:solidFill>
                        <a:srgbClr val="BBBBBB"/>
                      </a:solidFill>
                      <a:prstDash val="solid"/>
                      <a:round/>
                      <a:headEnd type="none" w="med" len="med"/>
                      <a:tailEnd type="none" w="med" len="med"/>
                    </a:lnL>
                    <a:lnR w="9525" cap="flat" cmpd="sng" algn="ctr">
                      <a:solidFill>
                        <a:srgbClr val="BBBBBB"/>
                      </a:solidFill>
                      <a:prstDash val="solid"/>
                      <a:round/>
                      <a:headEnd type="none" w="med" len="med"/>
                      <a:tailEnd type="none" w="med" len="med"/>
                    </a:lnR>
                    <a:lnT w="9525" cap="flat" cmpd="sng" algn="ctr">
                      <a:solidFill>
                        <a:srgbClr val="BBBBBB"/>
                      </a:solidFill>
                      <a:prstDash val="solid"/>
                      <a:round/>
                      <a:headEnd type="none" w="med" len="med"/>
                      <a:tailEnd type="none" w="med" len="med"/>
                    </a:lnT>
                    <a:lnB w="9525" cap="flat" cmpd="sng" algn="ctr">
                      <a:solidFill>
                        <a:srgbClr val="BBBBBB"/>
                      </a:solidFill>
                      <a:prstDash val="solid"/>
                      <a:round/>
                      <a:headEnd type="none" w="med" len="med"/>
                      <a:tailEnd type="none" w="med" len="med"/>
                    </a:lnB>
                    <a:solidFill>
                      <a:srgbClr val="F2F2F2"/>
                    </a:solidFill>
                  </a:tcPr>
                </a:tc>
              </a:tr>
              <a:tr h="418465">
                <a:tc gridSpan="3">
                  <a:txBody>
                    <a:bodyPr/>
                    <a:lstStyle/>
                    <a:p>
                      <a:pPr algn="l" rtl="0" eaLnBrk="0">
                        <a:lnSpc>
                          <a:spcPct val="156000"/>
                        </a:lnSpc>
                      </a:pPr>
                      <a:endParaRPr sz="905" dirty="0">
                        <a:latin typeface="Arial" panose="020B0604020202090204"/>
                        <a:ea typeface="Arial" panose="020B0604020202090204"/>
                        <a:cs typeface="Arial" panose="020B0604020202090204"/>
                      </a:endParaRPr>
                    </a:p>
                    <a:p>
                      <a:pPr marL="1158875" algn="l" rtl="0" eaLnBrk="0">
                        <a:lnSpc>
                          <a:spcPct val="90000"/>
                        </a:lnSpc>
                        <a:spcBef>
                          <a:spcPts val="5"/>
                        </a:spcBef>
                      </a:pPr>
                      <a:r>
                        <a:rPr sz="1270" kern="0" spc="-30" dirty="0">
                          <a:solidFill>
                            <a:srgbClr val="40404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微内核</a:t>
                      </a:r>
                      <a:endParaRPr sz="1270" dirty="0">
                        <a:latin typeface="微软雅黑" panose="020B0503020204020204" pitchFamily="34" charset="-122"/>
                        <a:ea typeface="微软雅黑" panose="020B0503020204020204" pitchFamily="34" charset="-122"/>
                        <a:cs typeface="微软雅黑" panose="020B0503020204020204" pitchFamily="34" charset="-122"/>
                      </a:endParaRPr>
                    </a:p>
                  </a:txBody>
                  <a:tcPr marL="0" marR="0" marT="0" marB="0" vert="horz">
                    <a:lnL w="9525" cap="flat" cmpd="sng" algn="ctr">
                      <a:solidFill>
                        <a:srgbClr val="BBBBBB"/>
                      </a:solidFill>
                      <a:prstDash val="solid"/>
                      <a:round/>
                      <a:headEnd type="none" w="med" len="med"/>
                      <a:tailEnd type="none" w="med" len="med"/>
                    </a:lnL>
                    <a:lnR w="9525" cap="flat" cmpd="sng" algn="ctr">
                      <a:solidFill>
                        <a:srgbClr val="BBBBBB"/>
                      </a:solidFill>
                      <a:prstDash val="solid"/>
                      <a:round/>
                      <a:headEnd type="none" w="med" len="med"/>
                      <a:tailEnd type="none" w="med" len="med"/>
                    </a:lnR>
                    <a:lnT w="9525" cap="flat" cmpd="sng" algn="ctr">
                      <a:solidFill>
                        <a:srgbClr val="BBBBBB"/>
                      </a:solidFill>
                      <a:prstDash val="solid"/>
                      <a:round/>
                      <a:headEnd type="none" w="med" len="med"/>
                      <a:tailEnd type="none" w="med" len="med"/>
                    </a:lnT>
                    <a:lnB w="9525" cap="flat" cmpd="sng" algn="ctr">
                      <a:solidFill>
                        <a:srgbClr val="BBBBBB"/>
                      </a:solidFill>
                      <a:prstDash val="solid"/>
                      <a:round/>
                      <a:headEnd type="none" w="med" len="med"/>
                      <a:tailEnd type="none" w="med" len="med"/>
                    </a:lnB>
                    <a:solidFill>
                      <a:srgbClr val="F2F2F2"/>
                    </a:solidFill>
                  </a:tcPr>
                </a:tc>
                <a:tc hMerge="1">
                  <a:tcPr marL="0" marR="0" marT="0" marB="0" vert="horz">
                    <a:lnL w="9525" cap="flat" cmpd="sng" algn="ctr">
                      <a:solidFill>
                        <a:srgbClr val="BBBBBB"/>
                      </a:solidFill>
                      <a:prstDash val="solid"/>
                      <a:round/>
                      <a:headEnd type="none" w="med" len="med"/>
                      <a:tailEnd type="none" w="med" len="med"/>
                    </a:lnL>
                    <a:lnR w="9525" cap="flat" cmpd="sng" algn="ctr">
                      <a:solidFill>
                        <a:srgbClr val="BBBBBB"/>
                      </a:solidFill>
                      <a:prstDash val="solid"/>
                      <a:round/>
                      <a:headEnd type="none" w="med" len="med"/>
                      <a:tailEnd type="none" w="med" len="med"/>
                    </a:lnR>
                    <a:lnT w="9525" cap="flat" cmpd="sng" algn="ctr">
                      <a:solidFill>
                        <a:srgbClr val="BBBBBB"/>
                      </a:solidFill>
                      <a:prstDash val="solid"/>
                      <a:round/>
                      <a:headEnd type="none" w="med" len="med"/>
                      <a:tailEnd type="none" w="med" len="med"/>
                    </a:lnT>
                    <a:lnB w="9525" cap="flat" cmpd="sng" algn="ctr">
                      <a:solidFill>
                        <a:srgbClr val="BBBBBB"/>
                      </a:solidFill>
                      <a:prstDash val="solid"/>
                      <a:round/>
                      <a:headEnd type="none" w="med" len="med"/>
                      <a:tailEnd type="none" w="med" len="med"/>
                    </a:lnB>
                    <a:solidFill>
                      <a:srgbClr val="F2F2F2"/>
                    </a:solidFill>
                  </a:tcPr>
                </a:tc>
                <a:tc hMerge="1">
                  <a:tcPr marL="0" marR="0" marT="0" marB="0" vert="horz">
                    <a:lnL w="9525" cap="flat" cmpd="sng" algn="ctr">
                      <a:solidFill>
                        <a:srgbClr val="BBBBBB"/>
                      </a:solidFill>
                      <a:prstDash val="solid"/>
                      <a:round/>
                      <a:headEnd type="none" w="med" len="med"/>
                      <a:tailEnd type="none" w="med" len="med"/>
                    </a:lnL>
                    <a:lnR w="9525" cap="flat" cmpd="sng" algn="ctr">
                      <a:solidFill>
                        <a:srgbClr val="BBBBBB"/>
                      </a:solidFill>
                      <a:prstDash val="solid"/>
                      <a:round/>
                      <a:headEnd type="none" w="med" len="med"/>
                      <a:tailEnd type="none" w="med" len="med"/>
                    </a:lnR>
                    <a:lnT w="9525" cap="flat" cmpd="sng" algn="ctr">
                      <a:solidFill>
                        <a:srgbClr val="BBBBBB"/>
                      </a:solidFill>
                      <a:prstDash val="solid"/>
                      <a:round/>
                      <a:headEnd type="none" w="med" len="med"/>
                      <a:tailEnd type="none" w="med" len="med"/>
                    </a:lnT>
                    <a:lnB w="9525" cap="flat" cmpd="sng" algn="ctr">
                      <a:solidFill>
                        <a:srgbClr val="BBBBBB"/>
                      </a:solidFill>
                      <a:prstDash val="solid"/>
                      <a:round/>
                      <a:headEnd type="none" w="med" len="med"/>
                      <a:tailEnd type="none" w="med" len="med"/>
                    </a:lnB>
                    <a:solidFill>
                      <a:srgbClr val="F2F2F2"/>
                    </a:solidFill>
                  </a:tcPr>
                </a:tc>
              </a:tr>
            </a:tbl>
          </a:graphicData>
        </a:graphic>
      </p:graphicFrame>
      <p:graphicFrame>
        <p:nvGraphicFramePr>
          <p:cNvPr id="454" name="table 454"/>
          <p:cNvGraphicFramePr>
            <a:graphicFrameLocks noGrp="1"/>
          </p:cNvGraphicFramePr>
          <p:nvPr/>
        </p:nvGraphicFramePr>
        <p:xfrm>
          <a:off x="2702921" y="4587728"/>
          <a:ext cx="1903730" cy="967105"/>
        </p:xfrm>
        <a:graphic>
          <a:graphicData uri="http://schemas.openxmlformats.org/drawingml/2006/table">
            <a:tbl>
              <a:tblPr>
                <a:solidFill>
                  <a:srgbClr val="F2F2F2"/>
                </a:solidFill>
              </a:tblPr>
              <a:tblGrid>
                <a:gridCol w="1903730"/>
              </a:tblGrid>
              <a:tr h="967105">
                <a:tc>
                  <a:txBody>
                    <a:bodyPr/>
                    <a:lstStyle/>
                    <a:p>
                      <a:pPr algn="l" rtl="0" eaLnBrk="0">
                        <a:lnSpc>
                          <a:spcPct val="107000"/>
                        </a:lnSpc>
                      </a:pPr>
                      <a:endParaRPr sz="905" dirty="0">
                        <a:latin typeface="Arial" panose="020B0604020202090204"/>
                        <a:ea typeface="Arial" panose="020B0604020202090204"/>
                        <a:cs typeface="Arial" panose="020B0604020202090204"/>
                      </a:endParaRPr>
                    </a:p>
                    <a:p>
                      <a:pPr algn="l" rtl="0" eaLnBrk="0">
                        <a:lnSpc>
                          <a:spcPct val="107000"/>
                        </a:lnSpc>
                      </a:pPr>
                      <a:endParaRPr sz="905" dirty="0">
                        <a:latin typeface="Arial" panose="020B0604020202090204"/>
                        <a:ea typeface="Arial" panose="020B0604020202090204"/>
                        <a:cs typeface="Arial" panose="020B0604020202090204"/>
                      </a:endParaRPr>
                    </a:p>
                    <a:p>
                      <a:pPr algn="l" rtl="0" eaLnBrk="0">
                        <a:lnSpc>
                          <a:spcPct val="107000"/>
                        </a:lnSpc>
                      </a:pPr>
                      <a:endParaRPr sz="905" dirty="0">
                        <a:latin typeface="Arial" panose="020B0604020202090204"/>
                        <a:ea typeface="Arial" panose="020B0604020202090204"/>
                        <a:cs typeface="Arial" panose="020B0604020202090204"/>
                      </a:endParaRPr>
                    </a:p>
                    <a:p>
                      <a:pPr algn="l" rtl="0" eaLnBrk="0">
                        <a:lnSpc>
                          <a:spcPct val="108000"/>
                        </a:lnSpc>
                      </a:pPr>
                      <a:endParaRPr sz="905" dirty="0">
                        <a:latin typeface="Arial" panose="020B0604020202090204"/>
                        <a:ea typeface="Arial" panose="020B0604020202090204"/>
                        <a:cs typeface="Arial" panose="020B0604020202090204"/>
                      </a:endParaRPr>
                    </a:p>
                    <a:p>
                      <a:pPr algn="l" rtl="0" eaLnBrk="0">
                        <a:lnSpc>
                          <a:spcPct val="108000"/>
                        </a:lnSpc>
                      </a:pPr>
                      <a:endParaRPr sz="905" dirty="0">
                        <a:latin typeface="Arial" panose="020B0604020202090204"/>
                        <a:ea typeface="Arial" panose="020B0604020202090204"/>
                        <a:cs typeface="Arial" panose="020B0604020202090204"/>
                      </a:endParaRPr>
                    </a:p>
                    <a:p>
                      <a:pPr marL="791210" algn="l" rtl="0" eaLnBrk="0">
                        <a:lnSpc>
                          <a:spcPct val="90000"/>
                        </a:lnSpc>
                        <a:spcBef>
                          <a:spcPts val="5"/>
                        </a:spcBef>
                      </a:pPr>
                      <a:r>
                        <a:rPr sz="1270" kern="0" spc="-30" dirty="0">
                          <a:solidFill>
                            <a:srgbClr val="40404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宏内核</a:t>
                      </a:r>
                      <a:endParaRPr sz="1270" dirty="0">
                        <a:latin typeface="微软雅黑" panose="020B0503020204020204" pitchFamily="34" charset="-122"/>
                        <a:ea typeface="微软雅黑" panose="020B0503020204020204" pitchFamily="34" charset="-122"/>
                        <a:cs typeface="微软雅黑" panose="020B0503020204020204" pitchFamily="34" charset="-122"/>
                      </a:endParaRPr>
                    </a:p>
                  </a:txBody>
                  <a:tcPr marL="0" marR="0" marT="0" marB="0" vert="horz">
                    <a:lnL w="9525" cap="flat" cmpd="sng" algn="ctr">
                      <a:solidFill>
                        <a:srgbClr val="BBBBBB"/>
                      </a:solidFill>
                      <a:prstDash val="solid"/>
                      <a:round/>
                      <a:headEnd type="none" w="med" len="med"/>
                      <a:tailEnd type="none" w="med" len="med"/>
                    </a:lnL>
                    <a:lnR w="9525" cap="flat" cmpd="sng" algn="ctr">
                      <a:solidFill>
                        <a:srgbClr val="BBBBBB"/>
                      </a:solidFill>
                      <a:prstDash val="solid"/>
                      <a:round/>
                      <a:headEnd type="none" w="med" len="med"/>
                      <a:tailEnd type="none" w="med" len="med"/>
                    </a:lnR>
                    <a:lnT w="9525" cap="flat" cmpd="sng" algn="ctr">
                      <a:solidFill>
                        <a:srgbClr val="BBBBBB"/>
                      </a:solidFill>
                      <a:prstDash val="solid"/>
                      <a:round/>
                      <a:headEnd type="none" w="med" len="med"/>
                      <a:tailEnd type="none" w="med" len="med"/>
                    </a:lnT>
                    <a:lnB w="9525" cap="flat" cmpd="sng" algn="ctr">
                      <a:solidFill>
                        <a:srgbClr val="BBBBBB"/>
                      </a:solidFill>
                      <a:prstDash val="solid"/>
                      <a:round/>
                      <a:headEnd type="none" w="med" len="med"/>
                      <a:tailEnd type="none" w="med" len="med"/>
                    </a:lnB>
                    <a:solidFill>
                      <a:srgbClr val="F2F2F2"/>
                    </a:solidFill>
                  </a:tcPr>
                </a:tc>
              </a:tr>
            </a:tbl>
          </a:graphicData>
        </a:graphic>
      </p:graphicFrame>
      <p:pic>
        <p:nvPicPr>
          <p:cNvPr id="462" name="picture 462"/>
          <p:cNvPicPr>
            <a:picLocks noChangeAspect="1"/>
          </p:cNvPicPr>
          <p:nvPr/>
        </p:nvPicPr>
        <p:blipFill>
          <a:blip r:embed="rId1"/>
          <a:stretch>
            <a:fillRect/>
          </a:stretch>
        </p:blipFill>
        <p:spPr>
          <a:xfrm rot="21600000">
            <a:off x="2991575" y="5031602"/>
            <a:ext cx="1357554" cy="241303"/>
          </a:xfrm>
          <a:prstGeom prst="rect">
            <a:avLst/>
          </a:prstGeom>
        </p:spPr>
      </p:pic>
      <p:sp>
        <p:nvSpPr>
          <p:cNvPr id="464" name="textbox 464"/>
          <p:cNvSpPr/>
          <p:nvPr/>
        </p:nvSpPr>
        <p:spPr>
          <a:xfrm>
            <a:off x="2890985" y="4865312"/>
            <a:ext cx="1550755" cy="250010"/>
          </a:xfrm>
          <a:prstGeom prst="rect">
            <a:avLst/>
          </a:prstGeom>
          <a:noFill/>
          <a:ln w="0" cap="flat">
            <a:noFill/>
            <a:prstDash val="solid"/>
            <a:miter lim="0"/>
          </a:ln>
        </p:spPr>
        <p:txBody>
          <a:bodyPr vert="horz" wrap="square" lIns="0" tIns="0" rIns="0" bIns="0"/>
          <a:lstStyle/>
          <a:p>
            <a:pPr algn="l" rtl="0" eaLnBrk="0">
              <a:lnSpc>
                <a:spcPct val="100000"/>
              </a:lnSpc>
            </a:pPr>
            <a:endParaRPr sz="545" dirty="0">
              <a:latin typeface="Arial" panose="020B0604020202090204"/>
              <a:ea typeface="Arial" panose="020B0604020202090204"/>
              <a:cs typeface="Arial" panose="020B0604020202090204"/>
            </a:endParaRPr>
          </a:p>
          <a:p>
            <a:pPr marL="205105" algn="l" rtl="0" eaLnBrk="0">
              <a:lnSpc>
                <a:spcPct val="80000"/>
              </a:lnSpc>
              <a:spcBef>
                <a:spcPts val="5"/>
              </a:spcBef>
              <a:tabLst>
                <a:tab pos="432435" algn="l"/>
              </a:tabLst>
            </a:pPr>
            <a:r>
              <a:rPr sz="1270" kern="0" spc="0" dirty="0">
                <a:solidFill>
                  <a:srgbClr val="BE384B">
                    <a:alpha val="100000"/>
                  </a:srgbClr>
                </a:solidFill>
                <a:latin typeface="Arial" panose="020B0604020202090204"/>
                <a:ea typeface="Arial" panose="020B0604020202090204"/>
                <a:cs typeface="Arial" panose="020B0604020202090204"/>
              </a:rPr>
              <a:t>	</a:t>
            </a:r>
            <a:r>
              <a:rPr sz="1270" b="1" kern="0" spc="-30" dirty="0">
                <a:solidFill>
                  <a:srgbClr val="BE384B">
                    <a:alpha val="100000"/>
                  </a:srgbClr>
                </a:solidFill>
                <a:latin typeface="Arial" panose="020B0604020202090204"/>
                <a:ea typeface="Arial" panose="020B0604020202090204"/>
                <a:cs typeface="Arial" panose="020B0604020202090204"/>
              </a:rPr>
              <a:t>~30 cycles</a:t>
            </a:r>
            <a:r>
              <a:rPr sz="1270" b="1" kern="0" spc="0" dirty="0">
                <a:solidFill>
                  <a:srgbClr val="BE384B">
                    <a:alpha val="100000"/>
                  </a:srgbClr>
                </a:solidFill>
                <a:latin typeface="Arial" panose="020B0604020202090204"/>
                <a:ea typeface="Arial" panose="020B0604020202090204"/>
                <a:cs typeface="Arial" panose="020B0604020202090204"/>
              </a:rPr>
              <a:t>     </a:t>
            </a:r>
            <a:endParaRPr sz="1270" dirty="0">
              <a:latin typeface="Arial" panose="020B0604020202090204"/>
              <a:ea typeface="Arial" panose="020B0604020202090204"/>
              <a:cs typeface="Arial" panose="020B0604020202090204"/>
            </a:endParaRPr>
          </a:p>
        </p:txBody>
      </p:sp>
      <p:pic>
        <p:nvPicPr>
          <p:cNvPr id="466" name="picture 466"/>
          <p:cNvPicPr>
            <a:picLocks noChangeAspect="1"/>
          </p:cNvPicPr>
          <p:nvPr/>
        </p:nvPicPr>
        <p:blipFill>
          <a:blip r:embed="rId2"/>
          <a:stretch>
            <a:fillRect/>
          </a:stretch>
        </p:blipFill>
        <p:spPr>
          <a:xfrm rot="21600000">
            <a:off x="4248194" y="4876833"/>
            <a:ext cx="174823" cy="174866"/>
          </a:xfrm>
          <a:prstGeom prst="rect">
            <a:avLst/>
          </a:prstGeom>
        </p:spPr>
      </p:pic>
      <p:pic>
        <p:nvPicPr>
          <p:cNvPr id="468" name="picture 468"/>
          <p:cNvPicPr>
            <a:picLocks noChangeAspect="1"/>
          </p:cNvPicPr>
          <p:nvPr/>
        </p:nvPicPr>
        <p:blipFill>
          <a:blip r:embed="rId3"/>
          <a:stretch>
            <a:fillRect/>
          </a:stretch>
        </p:blipFill>
        <p:spPr>
          <a:xfrm rot="21600000">
            <a:off x="2902506" y="4876833"/>
            <a:ext cx="174823" cy="174866"/>
          </a:xfrm>
          <a:prstGeom prst="rect">
            <a:avLst/>
          </a:prstGeom>
        </p:spPr>
      </p:pic>
      <p:sp>
        <p:nvSpPr>
          <p:cNvPr id="470" name="path 470"/>
          <p:cNvSpPr/>
          <p:nvPr/>
        </p:nvSpPr>
        <p:spPr>
          <a:xfrm>
            <a:off x="5239454" y="5053339"/>
            <a:ext cx="835583" cy="9831"/>
          </a:xfrm>
          <a:custGeom>
            <a:avLst/>
            <a:gdLst/>
            <a:ahLst/>
            <a:cxnLst/>
            <a:rect l="0" t="0" r="0" b="0"/>
            <a:pathLst>
              <a:path w="1450" h="17">
                <a:moveTo>
                  <a:pt x="1450" y="8"/>
                </a:moveTo>
                <a:lnTo>
                  <a:pt x="0" y="8"/>
                </a:lnTo>
              </a:path>
            </a:pathLst>
          </a:custGeom>
          <a:noFill/>
          <a:ln w="10836" cap="flat">
            <a:solidFill>
              <a:srgbClr val="BBBBBB"/>
            </a:solidFill>
            <a:prstDash val="solid"/>
            <a:round/>
          </a:ln>
        </p:spPr>
        <p:txBody>
          <a:bodyPr rtlCol="0"/>
          <a:lstStyle/>
          <a:p>
            <a:pPr algn="ctr"/>
            <a:endParaRPr lang="zh-CN" altLang="en-US" sz="1635"/>
          </a:p>
        </p:txBody>
      </p:sp>
      <p:sp>
        <p:nvSpPr>
          <p:cNvPr id="472" name="path 472"/>
          <p:cNvSpPr/>
          <p:nvPr/>
        </p:nvSpPr>
        <p:spPr>
          <a:xfrm>
            <a:off x="6933429" y="5068075"/>
            <a:ext cx="835583" cy="9831"/>
          </a:xfrm>
          <a:custGeom>
            <a:avLst/>
            <a:gdLst/>
            <a:ahLst/>
            <a:cxnLst/>
            <a:rect l="0" t="0" r="0" b="0"/>
            <a:pathLst>
              <a:path w="1450" h="17">
                <a:moveTo>
                  <a:pt x="1450" y="8"/>
                </a:moveTo>
                <a:lnTo>
                  <a:pt x="0" y="8"/>
                </a:lnTo>
              </a:path>
            </a:pathLst>
          </a:custGeom>
          <a:noFill/>
          <a:ln w="10836" cap="flat">
            <a:solidFill>
              <a:srgbClr val="BBBBBB"/>
            </a:solidFill>
            <a:prstDash val="solid"/>
            <a:round/>
          </a:ln>
        </p:spPr>
        <p:txBody>
          <a:bodyPr rtlCol="0"/>
          <a:lstStyle/>
          <a:p>
            <a:pPr algn="ctr"/>
            <a:endParaRPr lang="zh-CN" altLang="en-US" sz="1635"/>
          </a:p>
        </p:txBody>
      </p:sp>
      <p:pic>
        <p:nvPicPr>
          <p:cNvPr id="474" name="picture 474"/>
          <p:cNvPicPr>
            <a:picLocks noChangeAspect="1"/>
          </p:cNvPicPr>
          <p:nvPr/>
        </p:nvPicPr>
        <p:blipFill>
          <a:blip r:embed="rId4"/>
          <a:stretch>
            <a:fillRect/>
          </a:stretch>
        </p:blipFill>
        <p:spPr>
          <a:xfrm rot="21600000">
            <a:off x="7102221" y="4889943"/>
            <a:ext cx="174823" cy="174866"/>
          </a:xfrm>
          <a:prstGeom prst="rect">
            <a:avLst/>
          </a:prstGeom>
        </p:spPr>
      </p:pic>
      <p:pic>
        <p:nvPicPr>
          <p:cNvPr id="476" name="picture 476"/>
          <p:cNvPicPr>
            <a:picLocks noChangeAspect="1"/>
          </p:cNvPicPr>
          <p:nvPr/>
        </p:nvPicPr>
        <p:blipFill>
          <a:blip r:embed="rId5"/>
          <a:stretch>
            <a:fillRect/>
          </a:stretch>
        </p:blipFill>
        <p:spPr>
          <a:xfrm rot="21600000">
            <a:off x="5749562" y="4889943"/>
            <a:ext cx="174823" cy="174866"/>
          </a:xfrm>
          <a:prstGeom prst="rect">
            <a:avLst/>
          </a:prstGeom>
        </p:spPr>
      </p:pic>
      <p:pic>
        <p:nvPicPr>
          <p:cNvPr id="478" name="picture 478"/>
          <p:cNvPicPr>
            <a:picLocks noChangeAspect="1"/>
          </p:cNvPicPr>
          <p:nvPr/>
        </p:nvPicPr>
        <p:blipFill>
          <a:blip r:embed="rId6"/>
          <a:stretch>
            <a:fillRect/>
          </a:stretch>
        </p:blipFill>
        <p:spPr>
          <a:xfrm rot="21600000">
            <a:off x="5838630" y="5044711"/>
            <a:ext cx="1357554" cy="241302"/>
          </a:xfrm>
          <a:prstGeom prst="rect">
            <a:avLst/>
          </a:prstGeom>
        </p:spPr>
      </p:pic>
      <p:sp>
        <p:nvSpPr>
          <p:cNvPr id="480" name="textbox 480"/>
          <p:cNvSpPr/>
          <p:nvPr/>
        </p:nvSpPr>
        <p:spPr>
          <a:xfrm>
            <a:off x="5861609" y="4294147"/>
            <a:ext cx="1297287" cy="221207"/>
          </a:xfrm>
          <a:prstGeom prst="rect">
            <a:avLst/>
          </a:prstGeom>
          <a:noFill/>
          <a:ln w="0" cap="flat">
            <a:noFill/>
            <a:prstDash val="solid"/>
            <a:miter lim="0"/>
          </a:ln>
        </p:spPr>
        <p:txBody>
          <a:bodyPr vert="horz" wrap="square" lIns="0" tIns="0" rIns="0" bIns="0"/>
          <a:lstStyle/>
          <a:p>
            <a:pPr algn="l" rtl="0" eaLnBrk="0">
              <a:lnSpc>
                <a:spcPct val="76000"/>
              </a:lnSpc>
            </a:pPr>
            <a:endParaRPr sz="100" dirty="0">
              <a:latin typeface="Arial" panose="020B0604020202090204"/>
              <a:ea typeface="Arial" panose="020B0604020202090204"/>
              <a:cs typeface="Arial" panose="020B0604020202090204"/>
            </a:endParaRPr>
          </a:p>
          <a:p>
            <a:pPr marL="12700" algn="l" rtl="0" eaLnBrk="0">
              <a:lnSpc>
                <a:spcPct val="90000"/>
              </a:lnSpc>
            </a:pPr>
            <a:r>
              <a:rPr sz="1450" b="1" kern="0" spc="-20" dirty="0">
                <a:solidFill>
                  <a:srgbClr val="BE384B">
                    <a:alpha val="100000"/>
                  </a:srgbClr>
                </a:solidFill>
                <a:latin typeface="微软雅黑" panose="020B0503020204020204" pitchFamily="34" charset="-122"/>
                <a:ea typeface="微软雅黑" panose="020B0503020204020204" pitchFamily="34" charset="-122"/>
                <a:cs typeface="微软雅黑" panose="020B0503020204020204" pitchFamily="34" charset="-122"/>
              </a:rPr>
              <a:t>同步进程间调用</a:t>
            </a:r>
            <a:endParaRPr sz="1450" dirty="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482" name="textbox 482"/>
          <p:cNvSpPr/>
          <p:nvPr/>
        </p:nvSpPr>
        <p:spPr>
          <a:xfrm>
            <a:off x="3289121" y="4299677"/>
            <a:ext cx="745421" cy="221207"/>
          </a:xfrm>
          <a:prstGeom prst="rect">
            <a:avLst/>
          </a:prstGeom>
          <a:noFill/>
          <a:ln w="0" cap="flat">
            <a:noFill/>
            <a:prstDash val="solid"/>
            <a:miter lim="0"/>
          </a:ln>
        </p:spPr>
        <p:txBody>
          <a:bodyPr vert="horz" wrap="square" lIns="0" tIns="0" rIns="0" bIns="0"/>
          <a:lstStyle/>
          <a:p>
            <a:pPr algn="l" rtl="0" eaLnBrk="0">
              <a:lnSpc>
                <a:spcPct val="76000"/>
              </a:lnSpc>
            </a:pPr>
            <a:endParaRPr sz="100" dirty="0">
              <a:latin typeface="Arial" panose="020B0604020202090204"/>
              <a:ea typeface="Arial" panose="020B0604020202090204"/>
              <a:cs typeface="Arial" panose="020B0604020202090204"/>
            </a:endParaRPr>
          </a:p>
          <a:p>
            <a:pPr marL="12700" algn="l" rtl="0" eaLnBrk="0">
              <a:lnSpc>
                <a:spcPct val="90000"/>
              </a:lnSpc>
            </a:pPr>
            <a:r>
              <a:rPr sz="1450" b="1" kern="0" spc="-40" dirty="0">
                <a:solidFill>
                  <a:srgbClr val="BE384B">
                    <a:alpha val="100000"/>
                  </a:srgbClr>
                </a:solidFill>
                <a:latin typeface="微软雅黑" panose="020B0503020204020204" pitchFamily="34" charset="-122"/>
                <a:ea typeface="微软雅黑" panose="020B0503020204020204" pitchFamily="34" charset="-122"/>
                <a:cs typeface="微软雅黑" panose="020B0503020204020204" pitchFamily="34" charset="-122"/>
              </a:rPr>
              <a:t>函数调用</a:t>
            </a:r>
            <a:endParaRPr sz="1450" dirty="0">
              <a:latin typeface="微软雅黑" panose="020B0503020204020204" pitchFamily="34" charset="-122"/>
              <a:ea typeface="微软雅黑" panose="020B0503020204020204" pitchFamily="34" charset="-122"/>
              <a:cs typeface="微软雅黑" panose="020B0503020204020204" pitchFamily="34" charset="-122"/>
            </a:endParaRPr>
          </a:p>
        </p:txBody>
      </p:sp>
      <p:pic>
        <p:nvPicPr>
          <p:cNvPr id="484" name="picture 484"/>
          <p:cNvPicPr>
            <a:picLocks noChangeAspect="1"/>
          </p:cNvPicPr>
          <p:nvPr/>
        </p:nvPicPr>
        <p:blipFill>
          <a:blip r:embed="rId7"/>
          <a:stretch>
            <a:fillRect/>
          </a:stretch>
        </p:blipFill>
        <p:spPr>
          <a:xfrm rot="21600000">
            <a:off x="1373168" y="925321"/>
            <a:ext cx="163946" cy="495730"/>
          </a:xfrm>
          <a:prstGeom prst="rect">
            <a:avLst/>
          </a:prstGeom>
        </p:spPr>
      </p:pic>
      <p:sp>
        <p:nvSpPr>
          <p:cNvPr id="486" name="textbox 486"/>
          <p:cNvSpPr/>
          <p:nvPr/>
        </p:nvSpPr>
        <p:spPr>
          <a:xfrm>
            <a:off x="10066509" y="6038402"/>
            <a:ext cx="188372" cy="166481"/>
          </a:xfrm>
          <a:prstGeom prst="rect">
            <a:avLst/>
          </a:prstGeom>
          <a:noFill/>
          <a:ln w="0" cap="flat">
            <a:noFill/>
            <a:prstDash val="solid"/>
            <a:miter lim="0"/>
          </a:ln>
        </p:spPr>
        <p:txBody>
          <a:bodyPr vert="horz" wrap="square" lIns="0" tIns="0" rIns="0" bIns="0"/>
          <a:lstStyle/>
          <a:p>
            <a:pPr algn="l" rtl="0" eaLnBrk="0">
              <a:lnSpc>
                <a:spcPct val="84000"/>
              </a:lnSpc>
            </a:pPr>
            <a:endParaRPr sz="100" dirty="0">
              <a:latin typeface="Arial" panose="020B0604020202090204"/>
              <a:ea typeface="Arial" panose="020B0604020202090204"/>
              <a:cs typeface="Arial" panose="020B0604020202090204"/>
            </a:endParaRPr>
          </a:p>
          <a:p>
            <a:pPr marL="12700" algn="l" rtl="0" eaLnBrk="0">
              <a:lnSpc>
                <a:spcPct val="74000"/>
              </a:lnSpc>
            </a:pPr>
            <a:r>
              <a:rPr sz="1270" kern="0" spc="-20" dirty="0">
                <a:solidFill>
                  <a:srgbClr val="898989">
                    <a:alpha val="100000"/>
                  </a:srgbClr>
                </a:solidFill>
                <a:latin typeface="等线" panose="02010600030101010101" charset="-122"/>
                <a:ea typeface="等线" panose="02010600030101010101" charset="-122"/>
                <a:cs typeface="等线" panose="02010600030101010101" charset="-122"/>
              </a:rPr>
              <a:t>41</a:t>
            </a:r>
            <a:endParaRPr sz="1270" dirty="0">
              <a:latin typeface="等线" panose="02010600030101010101" charset="-122"/>
              <a:ea typeface="等线" panose="02010600030101010101" charset="-122"/>
              <a:cs typeface="等线" panose="02010600030101010101" charset="-122"/>
            </a:endParaRPr>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8" name="textbox 488"/>
          <p:cNvSpPr/>
          <p:nvPr/>
        </p:nvSpPr>
        <p:spPr>
          <a:xfrm>
            <a:off x="1361647" y="913800"/>
            <a:ext cx="7633376" cy="2738591"/>
          </a:xfrm>
          <a:prstGeom prst="rect">
            <a:avLst/>
          </a:prstGeom>
          <a:noFill/>
          <a:ln w="0" cap="flat">
            <a:noFill/>
            <a:prstDash val="solid"/>
            <a:miter lim="0"/>
          </a:ln>
        </p:spPr>
        <p:txBody>
          <a:bodyPr vert="horz" wrap="square" lIns="0" tIns="0" rIns="0" bIns="0"/>
          <a:lstStyle/>
          <a:p>
            <a:pPr algn="l" rtl="0" eaLnBrk="0">
              <a:lnSpc>
                <a:spcPct val="146000"/>
              </a:lnSpc>
            </a:pPr>
            <a:endParaRPr sz="180" dirty="0">
              <a:latin typeface="Arial" panose="020B0604020202090204"/>
              <a:ea typeface="Arial" panose="020B0604020202090204"/>
              <a:cs typeface="Arial" panose="020B0604020202090204"/>
            </a:endParaRPr>
          </a:p>
          <a:p>
            <a:pPr marL="193040" algn="l" rtl="0" eaLnBrk="0">
              <a:lnSpc>
                <a:spcPct val="90000"/>
              </a:lnSpc>
              <a:spcBef>
                <a:spcPts val="0"/>
              </a:spcBef>
              <a:tabLst>
                <a:tab pos="643890" algn="l"/>
              </a:tabLst>
            </a:pPr>
            <a:r>
              <a:rPr sz="3200" kern="0" spc="0" dirty="0">
                <a:solidFill>
                  <a:srgbClr val="BE384B">
                    <a:alpha val="100000"/>
                  </a:srgbClr>
                </a:solidFill>
                <a:latin typeface="微软雅黑" panose="020B0503020204020204" pitchFamily="34" charset="-122"/>
                <a:ea typeface="微软雅黑" panose="020B0503020204020204" pitchFamily="34" charset="-122"/>
                <a:cs typeface="微软雅黑" panose="020B0503020204020204" pitchFamily="34" charset="-122"/>
              </a:rPr>
              <a:t>	</a:t>
            </a:r>
            <a:r>
              <a:rPr sz="3200" b="1" kern="0" spc="-20" dirty="0">
                <a:solidFill>
                  <a:srgbClr val="BE384B">
                    <a:alpha val="100000"/>
                  </a:srgbClr>
                </a:solidFill>
                <a:latin typeface="微软雅黑" panose="020B0503020204020204" pitchFamily="34" charset="-122"/>
                <a:ea typeface="微软雅黑" panose="020B0503020204020204" pitchFamily="34" charset="-122"/>
                <a:cs typeface="微软雅黑" panose="020B0503020204020204" pitchFamily="34" charset="-122"/>
              </a:rPr>
              <a:t>混合内核架构</a:t>
            </a:r>
            <a:endParaRPr sz="3200" dirty="0">
              <a:latin typeface="微软雅黑" panose="020B0503020204020204" pitchFamily="34" charset="-122"/>
              <a:ea typeface="微软雅黑" panose="020B0503020204020204" pitchFamily="34" charset="-122"/>
              <a:cs typeface="微软雅黑" panose="020B0503020204020204" pitchFamily="34" charset="-122"/>
            </a:endParaRPr>
          </a:p>
          <a:p>
            <a:pPr algn="l" rtl="0" eaLnBrk="0">
              <a:lnSpc>
                <a:spcPct val="101000"/>
              </a:lnSpc>
            </a:pPr>
            <a:endParaRPr sz="905" dirty="0">
              <a:latin typeface="Arial" panose="020B0604020202090204"/>
              <a:ea typeface="Arial" panose="020B0604020202090204"/>
              <a:cs typeface="Arial" panose="020B0604020202090204"/>
            </a:endParaRPr>
          </a:p>
          <a:p>
            <a:pPr algn="l" rtl="0" eaLnBrk="0">
              <a:lnSpc>
                <a:spcPct val="102000"/>
              </a:lnSpc>
            </a:pPr>
            <a:endParaRPr sz="905" dirty="0">
              <a:latin typeface="Arial" panose="020B0604020202090204"/>
              <a:ea typeface="Arial" panose="020B0604020202090204"/>
              <a:cs typeface="Arial" panose="020B0604020202090204"/>
            </a:endParaRPr>
          </a:p>
          <a:p>
            <a:pPr algn="l" rtl="0" eaLnBrk="0">
              <a:lnSpc>
                <a:spcPct val="102000"/>
              </a:lnSpc>
            </a:pPr>
            <a:endParaRPr sz="905" dirty="0">
              <a:latin typeface="Arial" panose="020B0604020202090204"/>
              <a:ea typeface="Arial" panose="020B0604020202090204"/>
              <a:cs typeface="Arial" panose="020B0604020202090204"/>
            </a:endParaRPr>
          </a:p>
          <a:p>
            <a:pPr marL="654685" algn="l" rtl="0" eaLnBrk="0">
              <a:lnSpc>
                <a:spcPct val="90000"/>
              </a:lnSpc>
              <a:spcBef>
                <a:spcPts val="820"/>
              </a:spcBef>
            </a:pPr>
            <a:r>
              <a:rPr sz="2450" kern="0" spc="0" dirty="0">
                <a:solidFill>
                  <a:srgbClr val="404040">
                    <a:alpha val="100000"/>
                  </a:srgbClr>
                </a:solidFill>
                <a:latin typeface="Arial" panose="020B0604020202090204"/>
                <a:ea typeface="Arial" panose="020B0604020202090204"/>
                <a:cs typeface="Arial" panose="020B0604020202090204"/>
              </a:rPr>
              <a:t>•</a:t>
            </a:r>
            <a:r>
              <a:rPr sz="2450" kern="0" spc="360" dirty="0">
                <a:solidFill>
                  <a:srgbClr val="404040">
                    <a:alpha val="100000"/>
                  </a:srgbClr>
                </a:solidFill>
                <a:latin typeface="Arial" panose="020B0604020202090204"/>
                <a:ea typeface="Arial" panose="020B0604020202090204"/>
                <a:cs typeface="Arial" panose="020B0604020202090204"/>
              </a:rPr>
              <a:t>  </a:t>
            </a:r>
            <a:r>
              <a:rPr sz="2450" b="1" kern="0" spc="0" dirty="0">
                <a:solidFill>
                  <a:srgbClr val="40404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宏内核与微内核的结合</a:t>
            </a:r>
            <a:endParaRPr sz="2450" dirty="0">
              <a:latin typeface="微软雅黑" panose="020B0503020204020204" pitchFamily="34" charset="-122"/>
              <a:ea typeface="微软雅黑" panose="020B0503020204020204" pitchFamily="34" charset="-122"/>
              <a:cs typeface="微软雅黑" panose="020B0503020204020204" pitchFamily="34" charset="-122"/>
            </a:endParaRPr>
          </a:p>
          <a:p>
            <a:pPr marL="1156335" algn="l" rtl="0" eaLnBrk="0">
              <a:lnSpc>
                <a:spcPct val="90000"/>
              </a:lnSpc>
              <a:spcBef>
                <a:spcPts val="1310"/>
              </a:spcBef>
            </a:pPr>
            <a:r>
              <a:rPr sz="2085" kern="0" spc="-20" dirty="0">
                <a:solidFill>
                  <a:srgbClr val="404040">
                    <a:alpha val="100000"/>
                  </a:srgbClr>
                </a:solidFill>
                <a:latin typeface="Arial" panose="020B0604020202090204"/>
                <a:ea typeface="Arial" panose="020B0604020202090204"/>
                <a:cs typeface="Arial" panose="020B0604020202090204"/>
              </a:rPr>
              <a:t>–  </a:t>
            </a:r>
            <a:r>
              <a:rPr sz="2085" kern="0" spc="-20" dirty="0">
                <a:solidFill>
                  <a:srgbClr val="40404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将需要性能的模块重新放回内核态</a:t>
            </a:r>
            <a:endParaRPr sz="2085" dirty="0">
              <a:latin typeface="微软雅黑" panose="020B0503020204020204" pitchFamily="34" charset="-122"/>
              <a:ea typeface="微软雅黑" panose="020B0503020204020204" pitchFamily="34" charset="-122"/>
              <a:cs typeface="微软雅黑" panose="020B0503020204020204" pitchFamily="34" charset="-122"/>
            </a:endParaRPr>
          </a:p>
          <a:p>
            <a:pPr marL="1156335" algn="l" rtl="0" eaLnBrk="0">
              <a:lnSpc>
                <a:spcPts val="3135"/>
              </a:lnSpc>
              <a:spcBef>
                <a:spcPts val="970"/>
              </a:spcBef>
            </a:pPr>
            <a:r>
              <a:rPr sz="2085" kern="0" spc="-40" dirty="0">
                <a:solidFill>
                  <a:srgbClr val="404040">
                    <a:alpha val="100000"/>
                  </a:srgbClr>
                </a:solidFill>
                <a:latin typeface="Arial" panose="020B0604020202090204"/>
                <a:ea typeface="Arial" panose="020B0604020202090204"/>
                <a:cs typeface="Arial" panose="020B0604020202090204"/>
              </a:rPr>
              <a:t>–  macOS / iOS </a:t>
            </a:r>
            <a:r>
              <a:rPr sz="2085" kern="0" spc="-40" dirty="0">
                <a:solidFill>
                  <a:srgbClr val="40404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a:t>
            </a:r>
            <a:r>
              <a:rPr sz="2085" kern="0" spc="-40" dirty="0">
                <a:solidFill>
                  <a:srgbClr val="404040">
                    <a:alpha val="100000"/>
                  </a:srgbClr>
                </a:solidFill>
                <a:latin typeface="Arial" panose="020B0604020202090204"/>
                <a:ea typeface="Arial" panose="020B0604020202090204"/>
                <a:cs typeface="Arial" panose="020B0604020202090204"/>
              </a:rPr>
              <a:t>Mach</a:t>
            </a:r>
            <a:r>
              <a:rPr sz="2085" kern="0" spc="-40" dirty="0">
                <a:solidFill>
                  <a:srgbClr val="40404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微内核 </a:t>
            </a:r>
            <a:r>
              <a:rPr sz="2085" kern="0" spc="-40" dirty="0">
                <a:solidFill>
                  <a:srgbClr val="404040">
                    <a:alpha val="100000"/>
                  </a:srgbClr>
                </a:solidFill>
                <a:latin typeface="Arial" panose="020B0604020202090204"/>
                <a:ea typeface="Arial" panose="020B0604020202090204"/>
                <a:cs typeface="Arial" panose="020B0604020202090204"/>
              </a:rPr>
              <a:t>+</a:t>
            </a:r>
            <a:r>
              <a:rPr sz="2085" kern="0" spc="130" dirty="0">
                <a:solidFill>
                  <a:srgbClr val="404040">
                    <a:alpha val="100000"/>
                  </a:srgbClr>
                </a:solidFill>
                <a:latin typeface="Arial" panose="020B0604020202090204"/>
                <a:ea typeface="Arial" panose="020B0604020202090204"/>
                <a:cs typeface="Arial" panose="020B0604020202090204"/>
              </a:rPr>
              <a:t> </a:t>
            </a:r>
            <a:r>
              <a:rPr sz="2085" kern="0" spc="-40" dirty="0">
                <a:solidFill>
                  <a:srgbClr val="404040">
                    <a:alpha val="100000"/>
                  </a:srgbClr>
                </a:solidFill>
                <a:latin typeface="Arial" panose="020B0604020202090204"/>
                <a:ea typeface="Arial" panose="020B0604020202090204"/>
                <a:cs typeface="Arial" panose="020B0604020202090204"/>
              </a:rPr>
              <a:t>BSD 4.3</a:t>
            </a:r>
            <a:r>
              <a:rPr sz="2085" kern="0" spc="100" dirty="0">
                <a:solidFill>
                  <a:srgbClr val="404040">
                    <a:alpha val="100000"/>
                  </a:srgbClr>
                </a:solidFill>
                <a:latin typeface="Arial" panose="020B0604020202090204"/>
                <a:ea typeface="Arial" panose="020B0604020202090204"/>
                <a:cs typeface="Arial" panose="020B0604020202090204"/>
              </a:rPr>
              <a:t> </a:t>
            </a:r>
            <a:r>
              <a:rPr sz="2085" kern="0" spc="-40" dirty="0">
                <a:solidFill>
                  <a:srgbClr val="404040">
                    <a:alpha val="100000"/>
                  </a:srgbClr>
                </a:solidFill>
                <a:latin typeface="Arial" panose="020B0604020202090204"/>
                <a:ea typeface="Arial" panose="020B0604020202090204"/>
                <a:cs typeface="Arial" panose="020B0604020202090204"/>
              </a:rPr>
              <a:t>+ </a:t>
            </a:r>
            <a:r>
              <a:rPr sz="2085" kern="0" spc="-40" dirty="0">
                <a:solidFill>
                  <a:srgbClr val="40404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系统框</a:t>
            </a:r>
            <a:r>
              <a:rPr sz="2085" kern="0" spc="-50" dirty="0">
                <a:solidFill>
                  <a:srgbClr val="40404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架</a:t>
            </a:r>
            <a:endParaRPr sz="2085" dirty="0">
              <a:latin typeface="微软雅黑" panose="020B0503020204020204" pitchFamily="34" charset="-122"/>
              <a:ea typeface="微软雅黑" panose="020B0503020204020204" pitchFamily="34" charset="-122"/>
              <a:cs typeface="微软雅黑" panose="020B0503020204020204" pitchFamily="34" charset="-122"/>
            </a:endParaRPr>
          </a:p>
          <a:p>
            <a:pPr algn="l" rtl="0" eaLnBrk="0">
              <a:lnSpc>
                <a:spcPct val="102000"/>
              </a:lnSpc>
            </a:pPr>
            <a:endParaRPr sz="815" dirty="0">
              <a:latin typeface="Arial" panose="020B0604020202090204"/>
              <a:ea typeface="Arial" panose="020B0604020202090204"/>
              <a:cs typeface="Arial" panose="020B0604020202090204"/>
            </a:endParaRPr>
          </a:p>
          <a:p>
            <a:pPr algn="l" rtl="0" eaLnBrk="0">
              <a:lnSpc>
                <a:spcPct val="7000"/>
              </a:lnSpc>
            </a:pPr>
            <a:endParaRPr sz="100" dirty="0">
              <a:latin typeface="Arial" panose="020B0604020202090204"/>
              <a:ea typeface="Arial" panose="020B0604020202090204"/>
              <a:cs typeface="Arial" panose="020B0604020202090204"/>
            </a:endParaRPr>
          </a:p>
          <a:p>
            <a:pPr algn="r" rtl="0" eaLnBrk="0">
              <a:lnSpc>
                <a:spcPct val="90000"/>
              </a:lnSpc>
            </a:pPr>
            <a:r>
              <a:rPr sz="2085" kern="0" spc="-50" dirty="0">
                <a:solidFill>
                  <a:srgbClr val="404040">
                    <a:alpha val="100000"/>
                  </a:srgbClr>
                </a:solidFill>
                <a:latin typeface="Arial" panose="020B0604020202090204"/>
                <a:ea typeface="Arial" panose="020B0604020202090204"/>
                <a:cs typeface="Arial" panose="020B0604020202090204"/>
              </a:rPr>
              <a:t>–  Windows</a:t>
            </a:r>
            <a:r>
              <a:rPr sz="2085" kern="0" spc="180" dirty="0">
                <a:solidFill>
                  <a:srgbClr val="404040">
                    <a:alpha val="100000"/>
                  </a:srgbClr>
                </a:solidFill>
                <a:latin typeface="Arial" panose="020B0604020202090204"/>
                <a:ea typeface="Arial" panose="020B0604020202090204"/>
                <a:cs typeface="Arial" panose="020B0604020202090204"/>
              </a:rPr>
              <a:t> </a:t>
            </a:r>
            <a:r>
              <a:rPr sz="2085" kern="0" spc="-50" dirty="0">
                <a:solidFill>
                  <a:srgbClr val="404040">
                    <a:alpha val="100000"/>
                  </a:srgbClr>
                </a:solidFill>
                <a:latin typeface="Arial" panose="020B0604020202090204"/>
                <a:ea typeface="Arial" panose="020B0604020202090204"/>
                <a:cs typeface="Arial" panose="020B0604020202090204"/>
              </a:rPr>
              <a:t>NT </a:t>
            </a:r>
            <a:r>
              <a:rPr sz="2085" kern="0" spc="-50" dirty="0">
                <a:solidFill>
                  <a:srgbClr val="40404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：微内核 </a:t>
            </a:r>
            <a:r>
              <a:rPr sz="2085" kern="0" spc="-50" dirty="0">
                <a:solidFill>
                  <a:srgbClr val="404040">
                    <a:alpha val="100000"/>
                  </a:srgbClr>
                </a:solidFill>
                <a:latin typeface="Arial" panose="020B0604020202090204"/>
                <a:ea typeface="Arial" panose="020B0604020202090204"/>
                <a:cs typeface="Arial" panose="020B0604020202090204"/>
              </a:rPr>
              <a:t>+</a:t>
            </a:r>
            <a:r>
              <a:rPr sz="2085" kern="0" spc="190" dirty="0">
                <a:solidFill>
                  <a:srgbClr val="404040">
                    <a:alpha val="100000"/>
                  </a:srgbClr>
                </a:solidFill>
                <a:latin typeface="Arial" panose="020B0604020202090204"/>
                <a:ea typeface="Arial" panose="020B0604020202090204"/>
                <a:cs typeface="Arial" panose="020B0604020202090204"/>
              </a:rPr>
              <a:t> </a:t>
            </a:r>
            <a:r>
              <a:rPr sz="2085" kern="0" spc="-50" dirty="0">
                <a:solidFill>
                  <a:srgbClr val="40404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内核态的系统服务 </a:t>
            </a:r>
            <a:r>
              <a:rPr sz="2085" kern="0" spc="-50" dirty="0">
                <a:solidFill>
                  <a:srgbClr val="404040">
                    <a:alpha val="100000"/>
                  </a:srgbClr>
                </a:solidFill>
                <a:latin typeface="Arial" panose="020B0604020202090204"/>
                <a:ea typeface="Arial" panose="020B0604020202090204"/>
                <a:cs typeface="Arial" panose="020B0604020202090204"/>
              </a:rPr>
              <a:t>+ </a:t>
            </a:r>
            <a:r>
              <a:rPr sz="2085" kern="0" spc="-50" dirty="0">
                <a:solidFill>
                  <a:srgbClr val="40404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系统框架</a:t>
            </a:r>
            <a:endParaRPr sz="2085" dirty="0">
              <a:latin typeface="微软雅黑" panose="020B0503020204020204" pitchFamily="34" charset="-122"/>
              <a:ea typeface="微软雅黑" panose="020B0503020204020204" pitchFamily="34" charset="-122"/>
              <a:cs typeface="微软雅黑" panose="020B0503020204020204" pitchFamily="34" charset="-122"/>
            </a:endParaRPr>
          </a:p>
        </p:txBody>
      </p:sp>
      <p:pic>
        <p:nvPicPr>
          <p:cNvPr id="490" name="picture 490"/>
          <p:cNvPicPr>
            <a:picLocks noChangeAspect="1"/>
          </p:cNvPicPr>
          <p:nvPr/>
        </p:nvPicPr>
        <p:blipFill>
          <a:blip r:embed="rId1"/>
          <a:stretch>
            <a:fillRect/>
          </a:stretch>
        </p:blipFill>
        <p:spPr>
          <a:xfrm rot="21600000">
            <a:off x="1373168" y="925321"/>
            <a:ext cx="163946" cy="495730"/>
          </a:xfrm>
          <a:prstGeom prst="rect">
            <a:avLst/>
          </a:prstGeom>
        </p:spPr>
      </p:pic>
      <p:pic>
        <p:nvPicPr>
          <p:cNvPr id="492" name="picture 492"/>
          <p:cNvPicPr>
            <a:picLocks noChangeAspect="1"/>
          </p:cNvPicPr>
          <p:nvPr/>
        </p:nvPicPr>
        <p:blipFill>
          <a:blip r:embed="rId2"/>
          <a:stretch>
            <a:fillRect/>
          </a:stretch>
        </p:blipFill>
        <p:spPr>
          <a:xfrm rot="21600000">
            <a:off x="2524394" y="3925653"/>
            <a:ext cx="7133419" cy="2138347"/>
          </a:xfrm>
          <a:prstGeom prst="rect">
            <a:avLst/>
          </a:prstGeom>
        </p:spPr>
      </p:pic>
      <p:sp>
        <p:nvSpPr>
          <p:cNvPr id="494" name="textbox 494"/>
          <p:cNvSpPr/>
          <p:nvPr/>
        </p:nvSpPr>
        <p:spPr>
          <a:xfrm>
            <a:off x="4980424" y="6095292"/>
            <a:ext cx="2237418" cy="243673"/>
          </a:xfrm>
          <a:prstGeom prst="rect">
            <a:avLst/>
          </a:prstGeom>
          <a:noFill/>
          <a:ln w="0" cap="flat">
            <a:noFill/>
            <a:prstDash val="solid"/>
            <a:miter lim="0"/>
          </a:ln>
        </p:spPr>
        <p:txBody>
          <a:bodyPr vert="horz" wrap="square" lIns="0" tIns="0" rIns="0" bIns="0"/>
          <a:lstStyle/>
          <a:p>
            <a:pPr algn="l" rtl="0" eaLnBrk="0">
              <a:lnSpc>
                <a:spcPct val="86000"/>
              </a:lnSpc>
            </a:pPr>
            <a:endParaRPr sz="100" dirty="0">
              <a:latin typeface="Arial" panose="020B0604020202090204"/>
              <a:ea typeface="Arial" panose="020B0604020202090204"/>
              <a:cs typeface="Arial" panose="020B0604020202090204"/>
            </a:endParaRPr>
          </a:p>
          <a:p>
            <a:pPr marL="12700" algn="l" rtl="0" eaLnBrk="0">
              <a:lnSpc>
                <a:spcPct val="116000"/>
              </a:lnSpc>
            </a:pPr>
            <a:r>
              <a:rPr sz="1180" u="sng" kern="0" spc="-20" dirty="0">
                <a:solidFill>
                  <a:srgbClr val="B4B4B4">
                    <a:alpha val="100000"/>
                  </a:srgbClr>
                </a:solidFill>
                <a:latin typeface="Arial" panose="020B0604020202090204"/>
                <a:ea typeface="Arial" panose="020B0604020202090204"/>
                <a:cs typeface="Arial" panose="020B0604020202090204"/>
                <a:hlinkClick r:id="rId3">
                  <a:extLst>
                    <a:ext uri="{DAF060AB-1E55-43B9-8AAB-6FB025537F2F}">
                      <wpsdc:hlinkClr xmlns:wpsdc="http://www.wps.cn/officeDocument/2017/drawingmlCustomData" val="B4B4B4"/>
                      <wpsdc:folHlinkClr xmlns:wpsdc="http://www.wps.cn/officeDocument/2017/drawingmlCustomData" val="B4B4B4"/>
                      <wpsdc:hlinkUnderline xmlns:wpsdc="http://www.wps.cn/officeDocument/2017/drawingmlCustomData" val="0"/>
                    </a:ext>
                  </a:extLst>
                </a:hlinkClick>
              </a:rPr>
              <a:t>https://zh.wikiped</a:t>
            </a:r>
            <a:r>
              <a:rPr sz="1180" u="sng" kern="0" spc="-30" dirty="0">
                <a:solidFill>
                  <a:srgbClr val="B4B4B4">
                    <a:alpha val="100000"/>
                  </a:srgbClr>
                </a:solidFill>
                <a:latin typeface="Arial" panose="020B0604020202090204"/>
                <a:ea typeface="Arial" panose="020B0604020202090204"/>
                <a:cs typeface="Arial" panose="020B0604020202090204"/>
                <a:hlinkClick r:id="rId3">
                  <a:extLst>
                    <a:ext uri="{DAF060AB-1E55-43B9-8AAB-6FB025537F2F}">
                      <wpsdc:hlinkClr xmlns:wpsdc="http://www.wps.cn/officeDocument/2017/drawingmlCustomData" val="B4B4B4"/>
                      <wpsdc:folHlinkClr xmlns:wpsdc="http://www.wps.cn/officeDocument/2017/drawingmlCustomData" val="B4B4B4"/>
                      <wpsdc:hlinkUnderline xmlns:wpsdc="http://www.wps.cn/officeDocument/2017/drawingmlCustomData" val="0"/>
                    </a:ext>
                  </a:extLst>
                </a:hlinkClick>
              </a:rPr>
              <a:t>ia.org/wiki/</a:t>
            </a:r>
            <a:r>
              <a:rPr sz="1180" u="sng" kern="0" spc="-30" dirty="0">
                <a:solidFill>
                  <a:srgbClr val="B4B4B4">
                    <a:alpha val="100000"/>
                  </a:srgbClr>
                </a:solidFill>
                <a:latin typeface="微软雅黑" panose="020B0503020204020204" pitchFamily="34" charset="-122"/>
                <a:ea typeface="微软雅黑" panose="020B0503020204020204" pitchFamily="34" charset="-122"/>
                <a:cs typeface="微软雅黑" panose="020B0503020204020204" pitchFamily="34" charset="-122"/>
                <a:hlinkClick r:id="rId3">
                  <a:extLst>
                    <a:ext uri="{DAF060AB-1E55-43B9-8AAB-6FB025537F2F}">
                      <wpsdc:hlinkClr xmlns:wpsdc="http://www.wps.cn/officeDocument/2017/drawingmlCustomData" val="B4B4B4"/>
                      <wpsdc:folHlinkClr xmlns:wpsdc="http://www.wps.cn/officeDocument/2017/drawingmlCustomData" val="B4B4B4"/>
                      <wpsdc:hlinkUnderline xmlns:wpsdc="http://www.wps.cn/officeDocument/2017/drawingmlCustomData" val="0"/>
                    </a:ext>
                  </a:extLst>
                </a:hlinkClick>
              </a:rPr>
              <a:t>微内核</a:t>
            </a:r>
            <a:endParaRPr sz="1180" dirty="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496" name="textbox 496"/>
          <p:cNvSpPr/>
          <p:nvPr/>
        </p:nvSpPr>
        <p:spPr>
          <a:xfrm>
            <a:off x="10066509" y="6036788"/>
            <a:ext cx="188372" cy="168210"/>
          </a:xfrm>
          <a:prstGeom prst="rect">
            <a:avLst/>
          </a:prstGeom>
          <a:noFill/>
          <a:ln w="0" cap="flat">
            <a:noFill/>
            <a:prstDash val="solid"/>
            <a:miter lim="0"/>
          </a:ln>
        </p:spPr>
        <p:txBody>
          <a:bodyPr vert="horz" wrap="square" lIns="0" tIns="0" rIns="0" bIns="0"/>
          <a:lstStyle/>
          <a:p>
            <a:pPr algn="l" rtl="0" eaLnBrk="0">
              <a:lnSpc>
                <a:spcPct val="81000"/>
              </a:lnSpc>
            </a:pPr>
            <a:endParaRPr sz="100" dirty="0">
              <a:latin typeface="Arial" panose="020B0604020202090204"/>
              <a:ea typeface="Arial" panose="020B0604020202090204"/>
              <a:cs typeface="Arial" panose="020B0604020202090204"/>
            </a:endParaRPr>
          </a:p>
          <a:p>
            <a:pPr marL="12700" algn="l" rtl="0" eaLnBrk="0">
              <a:lnSpc>
                <a:spcPct val="75000"/>
              </a:lnSpc>
            </a:pPr>
            <a:r>
              <a:rPr sz="1270" kern="0" spc="-20" dirty="0">
                <a:solidFill>
                  <a:srgbClr val="898989">
                    <a:alpha val="100000"/>
                  </a:srgbClr>
                </a:solidFill>
                <a:latin typeface="等线" panose="02010600030101010101" charset="-122"/>
                <a:ea typeface="等线" panose="02010600030101010101" charset="-122"/>
                <a:cs typeface="等线" panose="02010600030101010101" charset="-122"/>
              </a:rPr>
              <a:t>42</a:t>
            </a:r>
            <a:endParaRPr sz="1270" dirty="0">
              <a:latin typeface="等线" panose="02010600030101010101" charset="-122"/>
              <a:ea typeface="等线" panose="02010600030101010101" charset="-122"/>
              <a:cs typeface="等线" panose="02010600030101010101" charset="-122"/>
            </a:endParaRPr>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78668"/>
            <a:ext cx="7026275" cy="523220"/>
          </a:xfrm>
          <a:prstGeom prst="rect">
            <a:avLst/>
          </a:prstGeom>
        </p:spPr>
        <p:txBody>
          <a:bodyPr wrap="square">
            <a:spAutoFit/>
          </a:bodyPr>
          <a:lstStyle/>
          <a:p>
            <a:r>
              <a:rPr lang="zh-CN" altLang="en-US" sz="2800" b="1" dirty="0">
                <a:solidFill>
                  <a:srgbClr val="FF0000"/>
                </a:solidFill>
              </a:rPr>
              <a:t>外核结构</a:t>
            </a:r>
            <a:endParaRPr lang="zh-CN" altLang="en-US" sz="2800" b="1" dirty="0">
              <a:solidFill>
                <a:srgbClr val="FF0000"/>
              </a:solidFill>
            </a:endParaRPr>
          </a:p>
        </p:txBody>
      </p:sp>
      <p:sp>
        <p:nvSpPr>
          <p:cNvPr id="7" name="内容占位符 2"/>
          <p:cNvSpPr txBox="1"/>
          <p:nvPr/>
        </p:nvSpPr>
        <p:spPr>
          <a:xfrm>
            <a:off x="1475122" y="1620491"/>
            <a:ext cx="4468969" cy="3003026"/>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9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9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9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9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9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marL="0" indent="0">
              <a:lnSpc>
                <a:spcPct val="120000"/>
              </a:lnSpc>
              <a:spcBef>
                <a:spcPts val="0"/>
              </a:spcBef>
              <a:buNone/>
            </a:pPr>
            <a:r>
              <a:rPr lang="zh-CN" altLang="en-US" sz="2400" dirty="0">
                <a:solidFill>
                  <a:srgbClr val="FF0000"/>
                </a:solidFill>
              </a:rPr>
              <a:t>基本思想</a:t>
            </a:r>
            <a:r>
              <a:rPr lang="zh-CN" altLang="en-US" sz="2400" dirty="0"/>
              <a:t>：</a:t>
            </a:r>
            <a:r>
              <a:rPr lang="zh-CN" altLang="zh-CN" sz="2400" dirty="0"/>
              <a:t>内核不提供传统</a:t>
            </a:r>
            <a:r>
              <a:rPr lang="en-US" altLang="zh-CN" sz="2400" dirty="0"/>
              <a:t>OS</a:t>
            </a:r>
            <a:r>
              <a:rPr lang="zh-CN" altLang="zh-CN" sz="2400" dirty="0"/>
              <a:t>中的进程、虚拟存储器等抽象，而是专注于物理资源的隔离（保护）与复用。</a:t>
            </a:r>
            <a:endParaRPr lang="en-US" altLang="zh-CN" sz="2400" dirty="0"/>
          </a:p>
          <a:p>
            <a:pPr marL="342900" lvl="1" indent="-342900">
              <a:lnSpc>
                <a:spcPct val="150000"/>
              </a:lnSpc>
              <a:spcBef>
                <a:spcPts val="300"/>
              </a:spcBef>
              <a:buClr>
                <a:srgbClr val="E71101"/>
              </a:buClr>
              <a:buSzPct val="60000"/>
              <a:buFont typeface="Wingdings" panose="05000000000000000000" pitchFamily="2" charset="2"/>
              <a:buChar char="n"/>
              <a:defRPr/>
            </a:pPr>
            <a:r>
              <a:rPr lang="zh-CN" altLang="en-US" sz="2200" dirty="0">
                <a:solidFill>
                  <a:schemeClr val="tx1">
                    <a:lumMod val="65000"/>
                    <a:lumOff val="35000"/>
                  </a:schemeClr>
                </a:solidFill>
              </a:rPr>
              <a:t>内核非常小，负责保护系统资源；</a:t>
            </a:r>
            <a:endParaRPr lang="zh-CN" altLang="en-US" sz="2200" dirty="0">
              <a:solidFill>
                <a:schemeClr val="tx1">
                  <a:lumMod val="65000"/>
                  <a:lumOff val="35000"/>
                </a:schemeClr>
              </a:solidFill>
            </a:endParaRPr>
          </a:p>
          <a:p>
            <a:pPr marL="342900" lvl="1" indent="-342900">
              <a:lnSpc>
                <a:spcPct val="150000"/>
              </a:lnSpc>
              <a:spcBef>
                <a:spcPts val="300"/>
              </a:spcBef>
              <a:buClr>
                <a:srgbClr val="E71101"/>
              </a:buClr>
              <a:buSzPct val="60000"/>
              <a:buFont typeface="Wingdings" panose="05000000000000000000" pitchFamily="2" charset="2"/>
              <a:buChar char="n"/>
              <a:defRPr/>
            </a:pPr>
            <a:r>
              <a:rPr lang="zh-CN" altLang="en-US" sz="2200" dirty="0">
                <a:solidFill>
                  <a:schemeClr val="tx1">
                    <a:lumMod val="65000"/>
                    <a:lumOff val="35000"/>
                  </a:schemeClr>
                </a:solidFill>
              </a:rPr>
              <a:t>应用程序管理硬件资源。</a:t>
            </a:r>
            <a:endParaRPr lang="zh-CN" altLang="en-US" sz="2200" dirty="0">
              <a:solidFill>
                <a:schemeClr val="tx1">
                  <a:lumMod val="65000"/>
                  <a:lumOff val="35000"/>
                </a:schemeClr>
              </a:solidFill>
            </a:endParaRPr>
          </a:p>
        </p:txBody>
      </p:sp>
      <p:grpSp>
        <p:nvGrpSpPr>
          <p:cNvPr id="2" name="组合 1"/>
          <p:cNvGrpSpPr/>
          <p:nvPr/>
        </p:nvGrpSpPr>
        <p:grpSpPr>
          <a:xfrm>
            <a:off x="589878" y="1775039"/>
            <a:ext cx="712277" cy="418475"/>
            <a:chOff x="673100" y="2982961"/>
            <a:chExt cx="1597850" cy="938764"/>
          </a:xfrm>
        </p:grpSpPr>
        <p:sp>
          <p:nvSpPr>
            <p:cNvPr id="11" name="ïsḷîde"/>
            <p:cNvSpPr/>
            <p:nvPr/>
          </p:nvSpPr>
          <p:spPr bwMode="auto">
            <a:xfrm>
              <a:off x="673100" y="2982961"/>
              <a:ext cx="1597850" cy="938764"/>
            </a:xfrm>
            <a:prstGeom prst="hexagon">
              <a:avLst/>
            </a:prstGeom>
            <a:solidFill>
              <a:schemeClr val="accent1"/>
            </a:solidFill>
            <a:ln w="19050">
              <a:noFill/>
              <a:round/>
            </a:ln>
          </p:spPr>
          <p:txBody>
            <a:bodyPr wrap="square" lIns="91440" tIns="45720" rIns="91440" bIns="45720" anchor="ctr">
              <a:normAutofit fontScale="47500" lnSpcReduction="20000"/>
            </a:bodyPr>
            <a:lstStyle/>
            <a:p>
              <a:pPr algn="ctr"/>
              <a:endParaRPr lang="en-US" altLang="zh-CN" sz="3200" dirty="0">
                <a:solidFill>
                  <a:schemeClr val="bg1">
                    <a:lumMod val="100000"/>
                  </a:schemeClr>
                </a:solidFill>
                <a:latin typeface="Impact" panose="020B0806030902050204" pitchFamily="34" charset="0"/>
              </a:endParaRPr>
            </a:p>
          </p:txBody>
        </p:sp>
        <p:sp>
          <p:nvSpPr>
            <p:cNvPr id="12" name="iṥḻíḓê"/>
            <p:cNvSpPr/>
            <p:nvPr/>
          </p:nvSpPr>
          <p:spPr bwMode="auto">
            <a:xfrm>
              <a:off x="1212384" y="3153135"/>
              <a:ext cx="567411" cy="566350"/>
            </a:xfrm>
            <a:custGeom>
              <a:avLst/>
              <a:gdLst>
                <a:gd name="connsiteX0" fmla="*/ 290910 w 605702"/>
                <a:gd name="connsiteY0" fmla="*/ 156336 h 604568"/>
                <a:gd name="connsiteX1" fmla="*/ 335849 w 605702"/>
                <a:gd name="connsiteY1" fmla="*/ 164992 h 604568"/>
                <a:gd name="connsiteX2" fmla="*/ 288310 w 605702"/>
                <a:gd name="connsiteY2" fmla="*/ 212456 h 604568"/>
                <a:gd name="connsiteX3" fmla="*/ 203632 w 605702"/>
                <a:gd name="connsiteY3" fmla="*/ 244717 h 604568"/>
                <a:gd name="connsiteX4" fmla="*/ 203632 w 605702"/>
                <a:gd name="connsiteY4" fmla="*/ 401388 h 604568"/>
                <a:gd name="connsiteX5" fmla="*/ 360547 w 605702"/>
                <a:gd name="connsiteY5" fmla="*/ 401388 h 604568"/>
                <a:gd name="connsiteX6" fmla="*/ 392859 w 605702"/>
                <a:gd name="connsiteY6" fmla="*/ 316749 h 604568"/>
                <a:gd name="connsiteX7" fmla="*/ 440397 w 605702"/>
                <a:gd name="connsiteY7" fmla="*/ 269284 h 604568"/>
                <a:gd name="connsiteX8" fmla="*/ 400287 w 605702"/>
                <a:gd name="connsiteY8" fmla="*/ 441065 h 604568"/>
                <a:gd name="connsiteX9" fmla="*/ 163892 w 605702"/>
                <a:gd name="connsiteY9" fmla="*/ 441065 h 604568"/>
                <a:gd name="connsiteX10" fmla="*/ 163892 w 605702"/>
                <a:gd name="connsiteY10" fmla="*/ 205040 h 604568"/>
                <a:gd name="connsiteX11" fmla="*/ 290910 w 605702"/>
                <a:gd name="connsiteY11" fmla="*/ 156336 h 604568"/>
                <a:gd name="connsiteX12" fmla="*/ 246542 w 605702"/>
                <a:gd name="connsiteY12" fmla="*/ 43775 h 604568"/>
                <a:gd name="connsiteX13" fmla="*/ 422196 w 605702"/>
                <a:gd name="connsiteY13" fmla="*/ 78723 h 604568"/>
                <a:gd name="connsiteX14" fmla="*/ 376794 w 605702"/>
                <a:gd name="connsiteY14" fmla="*/ 124054 h 604568"/>
                <a:gd name="connsiteX15" fmla="*/ 126109 w 605702"/>
                <a:gd name="connsiteY15" fmla="*/ 167345 h 604568"/>
                <a:gd name="connsiteX16" fmla="*/ 126109 w 605702"/>
                <a:gd name="connsiteY16" fmla="*/ 478820 h 604568"/>
                <a:gd name="connsiteX17" fmla="*/ 438073 w 605702"/>
                <a:gd name="connsiteY17" fmla="*/ 478820 h 604568"/>
                <a:gd name="connsiteX18" fmla="*/ 481432 w 605702"/>
                <a:gd name="connsiteY18" fmla="*/ 228527 h 604568"/>
                <a:gd name="connsiteX19" fmla="*/ 526741 w 605702"/>
                <a:gd name="connsiteY19" fmla="*/ 183011 h 604568"/>
                <a:gd name="connsiteX20" fmla="*/ 481432 w 605702"/>
                <a:gd name="connsiteY20" fmla="*/ 522111 h 604568"/>
                <a:gd name="connsiteX21" fmla="*/ 82657 w 605702"/>
                <a:gd name="connsiteY21" fmla="*/ 522111 h 604568"/>
                <a:gd name="connsiteX22" fmla="*/ 82657 w 605702"/>
                <a:gd name="connsiteY22" fmla="*/ 123961 h 604568"/>
                <a:gd name="connsiteX23" fmla="*/ 246542 w 605702"/>
                <a:gd name="connsiteY23" fmla="*/ 43775 h 604568"/>
                <a:gd name="connsiteX24" fmla="*/ 536061 w 605702"/>
                <a:gd name="connsiteY24" fmla="*/ 0 h 604568"/>
                <a:gd name="connsiteX25" fmla="*/ 544232 w 605702"/>
                <a:gd name="connsiteY25" fmla="*/ 61368 h 604568"/>
                <a:gd name="connsiteX26" fmla="*/ 605702 w 605702"/>
                <a:gd name="connsiteY26" fmla="*/ 69526 h 604568"/>
                <a:gd name="connsiteX27" fmla="*/ 524361 w 605702"/>
                <a:gd name="connsiteY27" fmla="*/ 150732 h 604568"/>
                <a:gd name="connsiteX28" fmla="*/ 498361 w 605702"/>
                <a:gd name="connsiteY28" fmla="*/ 147302 h 604568"/>
                <a:gd name="connsiteX29" fmla="*/ 337721 w 605702"/>
                <a:gd name="connsiteY29" fmla="*/ 307767 h 604568"/>
                <a:gd name="connsiteX30" fmla="*/ 339764 w 605702"/>
                <a:gd name="connsiteY30" fmla="*/ 323063 h 604568"/>
                <a:gd name="connsiteX31" fmla="*/ 282101 w 605702"/>
                <a:gd name="connsiteY31" fmla="*/ 380630 h 604568"/>
                <a:gd name="connsiteX32" fmla="*/ 224437 w 605702"/>
                <a:gd name="connsiteY32" fmla="*/ 323063 h 604568"/>
                <a:gd name="connsiteX33" fmla="*/ 282101 w 605702"/>
                <a:gd name="connsiteY33" fmla="*/ 265495 h 604568"/>
                <a:gd name="connsiteX34" fmla="*/ 297422 w 605702"/>
                <a:gd name="connsiteY34" fmla="*/ 267535 h 604568"/>
                <a:gd name="connsiteX35" fmla="*/ 458155 w 605702"/>
                <a:gd name="connsiteY35" fmla="*/ 107162 h 604568"/>
                <a:gd name="connsiteX36" fmla="*/ 454719 w 605702"/>
                <a:gd name="connsiteY36" fmla="*/ 81206 h 6045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605702" h="604568">
                  <a:moveTo>
                    <a:pt x="290910" y="156336"/>
                  </a:moveTo>
                  <a:cubicBezTo>
                    <a:pt x="306137" y="157147"/>
                    <a:pt x="321272" y="160032"/>
                    <a:pt x="335849" y="164992"/>
                  </a:cubicBezTo>
                  <a:lnTo>
                    <a:pt x="288310" y="212456"/>
                  </a:lnTo>
                  <a:cubicBezTo>
                    <a:pt x="257856" y="210695"/>
                    <a:pt x="226844" y="221449"/>
                    <a:pt x="203632" y="244717"/>
                  </a:cubicBezTo>
                  <a:cubicBezTo>
                    <a:pt x="160271" y="287918"/>
                    <a:pt x="160271" y="358187"/>
                    <a:pt x="203632" y="401388"/>
                  </a:cubicBezTo>
                  <a:cubicBezTo>
                    <a:pt x="246900" y="444680"/>
                    <a:pt x="317279" y="444680"/>
                    <a:pt x="360547" y="401388"/>
                  </a:cubicBezTo>
                  <a:cubicBezTo>
                    <a:pt x="383852" y="378211"/>
                    <a:pt x="394623" y="347156"/>
                    <a:pt x="392859" y="316749"/>
                  </a:cubicBezTo>
                  <a:lnTo>
                    <a:pt x="440397" y="269284"/>
                  </a:lnTo>
                  <a:cubicBezTo>
                    <a:pt x="460267" y="327595"/>
                    <a:pt x="446897" y="394620"/>
                    <a:pt x="400287" y="441065"/>
                  </a:cubicBezTo>
                  <a:cubicBezTo>
                    <a:pt x="335106" y="506236"/>
                    <a:pt x="229073" y="506236"/>
                    <a:pt x="163892" y="441065"/>
                  </a:cubicBezTo>
                  <a:cubicBezTo>
                    <a:pt x="98619" y="375987"/>
                    <a:pt x="98619" y="270118"/>
                    <a:pt x="163892" y="205040"/>
                  </a:cubicBezTo>
                  <a:cubicBezTo>
                    <a:pt x="198711" y="170137"/>
                    <a:pt x="245228" y="153902"/>
                    <a:pt x="290910" y="156336"/>
                  </a:cubicBezTo>
                  <a:close/>
                  <a:moveTo>
                    <a:pt x="246542" y="43775"/>
                  </a:moveTo>
                  <a:cubicBezTo>
                    <a:pt x="306463" y="36243"/>
                    <a:pt x="368345" y="47900"/>
                    <a:pt x="422196" y="78723"/>
                  </a:cubicBezTo>
                  <a:lnTo>
                    <a:pt x="376794" y="124054"/>
                  </a:lnTo>
                  <a:cubicBezTo>
                    <a:pt x="294811" y="85305"/>
                    <a:pt x="193980" y="99581"/>
                    <a:pt x="126109" y="167345"/>
                  </a:cubicBezTo>
                  <a:cubicBezTo>
                    <a:pt x="39948" y="253371"/>
                    <a:pt x="39948" y="392793"/>
                    <a:pt x="126109" y="478820"/>
                  </a:cubicBezTo>
                  <a:cubicBezTo>
                    <a:pt x="212271" y="564846"/>
                    <a:pt x="351912" y="564846"/>
                    <a:pt x="438073" y="478820"/>
                  </a:cubicBezTo>
                  <a:cubicBezTo>
                    <a:pt x="505944" y="411055"/>
                    <a:pt x="520428" y="310382"/>
                    <a:pt x="481432" y="228527"/>
                  </a:cubicBezTo>
                  <a:lnTo>
                    <a:pt x="526741" y="183011"/>
                  </a:lnTo>
                  <a:cubicBezTo>
                    <a:pt x="588484" y="290544"/>
                    <a:pt x="573350" y="430244"/>
                    <a:pt x="481432" y="522111"/>
                  </a:cubicBezTo>
                  <a:cubicBezTo>
                    <a:pt x="371316" y="632054"/>
                    <a:pt x="192866" y="632054"/>
                    <a:pt x="82657" y="522111"/>
                  </a:cubicBezTo>
                  <a:cubicBezTo>
                    <a:pt x="-27552" y="412168"/>
                    <a:pt x="-27552" y="233997"/>
                    <a:pt x="82657" y="123961"/>
                  </a:cubicBezTo>
                  <a:cubicBezTo>
                    <a:pt x="128662" y="78028"/>
                    <a:pt x="186622" y="51307"/>
                    <a:pt x="246542" y="43775"/>
                  </a:cubicBezTo>
                  <a:close/>
                  <a:moveTo>
                    <a:pt x="536061" y="0"/>
                  </a:moveTo>
                  <a:lnTo>
                    <a:pt x="544232" y="61368"/>
                  </a:lnTo>
                  <a:lnTo>
                    <a:pt x="605702" y="69526"/>
                  </a:lnTo>
                  <a:lnTo>
                    <a:pt x="524361" y="150732"/>
                  </a:lnTo>
                  <a:lnTo>
                    <a:pt x="498361" y="147302"/>
                  </a:lnTo>
                  <a:lnTo>
                    <a:pt x="337721" y="307767"/>
                  </a:lnTo>
                  <a:cubicBezTo>
                    <a:pt x="339021" y="312588"/>
                    <a:pt x="339764" y="317779"/>
                    <a:pt x="339764" y="323063"/>
                  </a:cubicBezTo>
                  <a:cubicBezTo>
                    <a:pt x="339764" y="354859"/>
                    <a:pt x="313950" y="380630"/>
                    <a:pt x="282101" y="380630"/>
                  </a:cubicBezTo>
                  <a:cubicBezTo>
                    <a:pt x="250251" y="380630"/>
                    <a:pt x="224437" y="354859"/>
                    <a:pt x="224437" y="323063"/>
                  </a:cubicBezTo>
                  <a:cubicBezTo>
                    <a:pt x="224437" y="291266"/>
                    <a:pt x="250251" y="265495"/>
                    <a:pt x="282101" y="265495"/>
                  </a:cubicBezTo>
                  <a:cubicBezTo>
                    <a:pt x="287393" y="265495"/>
                    <a:pt x="292500" y="266237"/>
                    <a:pt x="297422" y="267535"/>
                  </a:cubicBezTo>
                  <a:lnTo>
                    <a:pt x="458155" y="107162"/>
                  </a:lnTo>
                  <a:lnTo>
                    <a:pt x="454719" y="81206"/>
                  </a:lnTo>
                  <a:close/>
                </a:path>
              </a:pathLst>
            </a:custGeom>
            <a:solidFill>
              <a:schemeClr val="bg1"/>
            </a:solidFill>
            <a:ln>
              <a:noFill/>
            </a:ln>
          </p:spPr>
          <p:txBody>
            <a:bodyPr wrap="square" lIns="91440" tIns="45720" rIns="91440" bIns="45720">
              <a:normAutofit fontScale="70000" lnSpcReduction="20000"/>
            </a:bodyPr>
            <a:lstStyle/>
            <a:p>
              <a:endParaRPr lang="zh-CN" altLang="en-US"/>
            </a:p>
          </p:txBody>
        </p:sp>
      </p:grpSp>
      <p:grpSp>
        <p:nvGrpSpPr>
          <p:cNvPr id="13" name="组合 12"/>
          <p:cNvGrpSpPr/>
          <p:nvPr/>
        </p:nvGrpSpPr>
        <p:grpSpPr>
          <a:xfrm>
            <a:off x="654272" y="4893976"/>
            <a:ext cx="712277" cy="418475"/>
            <a:chOff x="673100" y="2982961"/>
            <a:chExt cx="1597850" cy="938764"/>
          </a:xfrm>
        </p:grpSpPr>
        <p:sp>
          <p:nvSpPr>
            <p:cNvPr id="14" name="ïsḷîde"/>
            <p:cNvSpPr/>
            <p:nvPr/>
          </p:nvSpPr>
          <p:spPr bwMode="auto">
            <a:xfrm>
              <a:off x="673100" y="2982961"/>
              <a:ext cx="1597850" cy="938764"/>
            </a:xfrm>
            <a:prstGeom prst="hexagon">
              <a:avLst/>
            </a:prstGeom>
            <a:solidFill>
              <a:schemeClr val="accent1"/>
            </a:solidFill>
            <a:ln w="19050">
              <a:noFill/>
              <a:round/>
            </a:ln>
          </p:spPr>
          <p:txBody>
            <a:bodyPr wrap="square" lIns="91440" tIns="45720" rIns="91440" bIns="45720" anchor="ctr">
              <a:normAutofit fontScale="47500" lnSpcReduction="20000"/>
            </a:bodyPr>
            <a:lstStyle/>
            <a:p>
              <a:pPr algn="ctr"/>
              <a:endParaRPr lang="en-US" altLang="zh-CN" sz="3200" dirty="0">
                <a:solidFill>
                  <a:schemeClr val="bg1">
                    <a:lumMod val="100000"/>
                  </a:schemeClr>
                </a:solidFill>
                <a:latin typeface="Impact" panose="020B0806030902050204" pitchFamily="34" charset="0"/>
              </a:endParaRPr>
            </a:p>
          </p:txBody>
        </p:sp>
        <p:sp>
          <p:nvSpPr>
            <p:cNvPr id="15" name="iṥḻíḓê"/>
            <p:cNvSpPr/>
            <p:nvPr/>
          </p:nvSpPr>
          <p:spPr bwMode="auto">
            <a:xfrm>
              <a:off x="1212384" y="3153135"/>
              <a:ext cx="567411" cy="566350"/>
            </a:xfrm>
            <a:custGeom>
              <a:avLst/>
              <a:gdLst>
                <a:gd name="connsiteX0" fmla="*/ 290910 w 605702"/>
                <a:gd name="connsiteY0" fmla="*/ 156336 h 604568"/>
                <a:gd name="connsiteX1" fmla="*/ 335849 w 605702"/>
                <a:gd name="connsiteY1" fmla="*/ 164992 h 604568"/>
                <a:gd name="connsiteX2" fmla="*/ 288310 w 605702"/>
                <a:gd name="connsiteY2" fmla="*/ 212456 h 604568"/>
                <a:gd name="connsiteX3" fmla="*/ 203632 w 605702"/>
                <a:gd name="connsiteY3" fmla="*/ 244717 h 604568"/>
                <a:gd name="connsiteX4" fmla="*/ 203632 w 605702"/>
                <a:gd name="connsiteY4" fmla="*/ 401388 h 604568"/>
                <a:gd name="connsiteX5" fmla="*/ 360547 w 605702"/>
                <a:gd name="connsiteY5" fmla="*/ 401388 h 604568"/>
                <a:gd name="connsiteX6" fmla="*/ 392859 w 605702"/>
                <a:gd name="connsiteY6" fmla="*/ 316749 h 604568"/>
                <a:gd name="connsiteX7" fmla="*/ 440397 w 605702"/>
                <a:gd name="connsiteY7" fmla="*/ 269284 h 604568"/>
                <a:gd name="connsiteX8" fmla="*/ 400287 w 605702"/>
                <a:gd name="connsiteY8" fmla="*/ 441065 h 604568"/>
                <a:gd name="connsiteX9" fmla="*/ 163892 w 605702"/>
                <a:gd name="connsiteY9" fmla="*/ 441065 h 604568"/>
                <a:gd name="connsiteX10" fmla="*/ 163892 w 605702"/>
                <a:gd name="connsiteY10" fmla="*/ 205040 h 604568"/>
                <a:gd name="connsiteX11" fmla="*/ 290910 w 605702"/>
                <a:gd name="connsiteY11" fmla="*/ 156336 h 604568"/>
                <a:gd name="connsiteX12" fmla="*/ 246542 w 605702"/>
                <a:gd name="connsiteY12" fmla="*/ 43775 h 604568"/>
                <a:gd name="connsiteX13" fmla="*/ 422196 w 605702"/>
                <a:gd name="connsiteY13" fmla="*/ 78723 h 604568"/>
                <a:gd name="connsiteX14" fmla="*/ 376794 w 605702"/>
                <a:gd name="connsiteY14" fmla="*/ 124054 h 604568"/>
                <a:gd name="connsiteX15" fmla="*/ 126109 w 605702"/>
                <a:gd name="connsiteY15" fmla="*/ 167345 h 604568"/>
                <a:gd name="connsiteX16" fmla="*/ 126109 w 605702"/>
                <a:gd name="connsiteY16" fmla="*/ 478820 h 604568"/>
                <a:gd name="connsiteX17" fmla="*/ 438073 w 605702"/>
                <a:gd name="connsiteY17" fmla="*/ 478820 h 604568"/>
                <a:gd name="connsiteX18" fmla="*/ 481432 w 605702"/>
                <a:gd name="connsiteY18" fmla="*/ 228527 h 604568"/>
                <a:gd name="connsiteX19" fmla="*/ 526741 w 605702"/>
                <a:gd name="connsiteY19" fmla="*/ 183011 h 604568"/>
                <a:gd name="connsiteX20" fmla="*/ 481432 w 605702"/>
                <a:gd name="connsiteY20" fmla="*/ 522111 h 604568"/>
                <a:gd name="connsiteX21" fmla="*/ 82657 w 605702"/>
                <a:gd name="connsiteY21" fmla="*/ 522111 h 604568"/>
                <a:gd name="connsiteX22" fmla="*/ 82657 w 605702"/>
                <a:gd name="connsiteY22" fmla="*/ 123961 h 604568"/>
                <a:gd name="connsiteX23" fmla="*/ 246542 w 605702"/>
                <a:gd name="connsiteY23" fmla="*/ 43775 h 604568"/>
                <a:gd name="connsiteX24" fmla="*/ 536061 w 605702"/>
                <a:gd name="connsiteY24" fmla="*/ 0 h 604568"/>
                <a:gd name="connsiteX25" fmla="*/ 544232 w 605702"/>
                <a:gd name="connsiteY25" fmla="*/ 61368 h 604568"/>
                <a:gd name="connsiteX26" fmla="*/ 605702 w 605702"/>
                <a:gd name="connsiteY26" fmla="*/ 69526 h 604568"/>
                <a:gd name="connsiteX27" fmla="*/ 524361 w 605702"/>
                <a:gd name="connsiteY27" fmla="*/ 150732 h 604568"/>
                <a:gd name="connsiteX28" fmla="*/ 498361 w 605702"/>
                <a:gd name="connsiteY28" fmla="*/ 147302 h 604568"/>
                <a:gd name="connsiteX29" fmla="*/ 337721 w 605702"/>
                <a:gd name="connsiteY29" fmla="*/ 307767 h 604568"/>
                <a:gd name="connsiteX30" fmla="*/ 339764 w 605702"/>
                <a:gd name="connsiteY30" fmla="*/ 323063 h 604568"/>
                <a:gd name="connsiteX31" fmla="*/ 282101 w 605702"/>
                <a:gd name="connsiteY31" fmla="*/ 380630 h 604568"/>
                <a:gd name="connsiteX32" fmla="*/ 224437 w 605702"/>
                <a:gd name="connsiteY32" fmla="*/ 323063 h 604568"/>
                <a:gd name="connsiteX33" fmla="*/ 282101 w 605702"/>
                <a:gd name="connsiteY33" fmla="*/ 265495 h 604568"/>
                <a:gd name="connsiteX34" fmla="*/ 297422 w 605702"/>
                <a:gd name="connsiteY34" fmla="*/ 267535 h 604568"/>
                <a:gd name="connsiteX35" fmla="*/ 458155 w 605702"/>
                <a:gd name="connsiteY35" fmla="*/ 107162 h 604568"/>
                <a:gd name="connsiteX36" fmla="*/ 454719 w 605702"/>
                <a:gd name="connsiteY36" fmla="*/ 81206 h 6045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605702" h="604568">
                  <a:moveTo>
                    <a:pt x="290910" y="156336"/>
                  </a:moveTo>
                  <a:cubicBezTo>
                    <a:pt x="306137" y="157147"/>
                    <a:pt x="321272" y="160032"/>
                    <a:pt x="335849" y="164992"/>
                  </a:cubicBezTo>
                  <a:lnTo>
                    <a:pt x="288310" y="212456"/>
                  </a:lnTo>
                  <a:cubicBezTo>
                    <a:pt x="257856" y="210695"/>
                    <a:pt x="226844" y="221449"/>
                    <a:pt x="203632" y="244717"/>
                  </a:cubicBezTo>
                  <a:cubicBezTo>
                    <a:pt x="160271" y="287918"/>
                    <a:pt x="160271" y="358187"/>
                    <a:pt x="203632" y="401388"/>
                  </a:cubicBezTo>
                  <a:cubicBezTo>
                    <a:pt x="246900" y="444680"/>
                    <a:pt x="317279" y="444680"/>
                    <a:pt x="360547" y="401388"/>
                  </a:cubicBezTo>
                  <a:cubicBezTo>
                    <a:pt x="383852" y="378211"/>
                    <a:pt x="394623" y="347156"/>
                    <a:pt x="392859" y="316749"/>
                  </a:cubicBezTo>
                  <a:lnTo>
                    <a:pt x="440397" y="269284"/>
                  </a:lnTo>
                  <a:cubicBezTo>
                    <a:pt x="460267" y="327595"/>
                    <a:pt x="446897" y="394620"/>
                    <a:pt x="400287" y="441065"/>
                  </a:cubicBezTo>
                  <a:cubicBezTo>
                    <a:pt x="335106" y="506236"/>
                    <a:pt x="229073" y="506236"/>
                    <a:pt x="163892" y="441065"/>
                  </a:cubicBezTo>
                  <a:cubicBezTo>
                    <a:pt x="98619" y="375987"/>
                    <a:pt x="98619" y="270118"/>
                    <a:pt x="163892" y="205040"/>
                  </a:cubicBezTo>
                  <a:cubicBezTo>
                    <a:pt x="198711" y="170137"/>
                    <a:pt x="245228" y="153902"/>
                    <a:pt x="290910" y="156336"/>
                  </a:cubicBezTo>
                  <a:close/>
                  <a:moveTo>
                    <a:pt x="246542" y="43775"/>
                  </a:moveTo>
                  <a:cubicBezTo>
                    <a:pt x="306463" y="36243"/>
                    <a:pt x="368345" y="47900"/>
                    <a:pt x="422196" y="78723"/>
                  </a:cubicBezTo>
                  <a:lnTo>
                    <a:pt x="376794" y="124054"/>
                  </a:lnTo>
                  <a:cubicBezTo>
                    <a:pt x="294811" y="85305"/>
                    <a:pt x="193980" y="99581"/>
                    <a:pt x="126109" y="167345"/>
                  </a:cubicBezTo>
                  <a:cubicBezTo>
                    <a:pt x="39948" y="253371"/>
                    <a:pt x="39948" y="392793"/>
                    <a:pt x="126109" y="478820"/>
                  </a:cubicBezTo>
                  <a:cubicBezTo>
                    <a:pt x="212271" y="564846"/>
                    <a:pt x="351912" y="564846"/>
                    <a:pt x="438073" y="478820"/>
                  </a:cubicBezTo>
                  <a:cubicBezTo>
                    <a:pt x="505944" y="411055"/>
                    <a:pt x="520428" y="310382"/>
                    <a:pt x="481432" y="228527"/>
                  </a:cubicBezTo>
                  <a:lnTo>
                    <a:pt x="526741" y="183011"/>
                  </a:lnTo>
                  <a:cubicBezTo>
                    <a:pt x="588484" y="290544"/>
                    <a:pt x="573350" y="430244"/>
                    <a:pt x="481432" y="522111"/>
                  </a:cubicBezTo>
                  <a:cubicBezTo>
                    <a:pt x="371316" y="632054"/>
                    <a:pt x="192866" y="632054"/>
                    <a:pt x="82657" y="522111"/>
                  </a:cubicBezTo>
                  <a:cubicBezTo>
                    <a:pt x="-27552" y="412168"/>
                    <a:pt x="-27552" y="233997"/>
                    <a:pt x="82657" y="123961"/>
                  </a:cubicBezTo>
                  <a:cubicBezTo>
                    <a:pt x="128662" y="78028"/>
                    <a:pt x="186622" y="51307"/>
                    <a:pt x="246542" y="43775"/>
                  </a:cubicBezTo>
                  <a:close/>
                  <a:moveTo>
                    <a:pt x="536061" y="0"/>
                  </a:moveTo>
                  <a:lnTo>
                    <a:pt x="544232" y="61368"/>
                  </a:lnTo>
                  <a:lnTo>
                    <a:pt x="605702" y="69526"/>
                  </a:lnTo>
                  <a:lnTo>
                    <a:pt x="524361" y="150732"/>
                  </a:lnTo>
                  <a:lnTo>
                    <a:pt x="498361" y="147302"/>
                  </a:lnTo>
                  <a:lnTo>
                    <a:pt x="337721" y="307767"/>
                  </a:lnTo>
                  <a:cubicBezTo>
                    <a:pt x="339021" y="312588"/>
                    <a:pt x="339764" y="317779"/>
                    <a:pt x="339764" y="323063"/>
                  </a:cubicBezTo>
                  <a:cubicBezTo>
                    <a:pt x="339764" y="354859"/>
                    <a:pt x="313950" y="380630"/>
                    <a:pt x="282101" y="380630"/>
                  </a:cubicBezTo>
                  <a:cubicBezTo>
                    <a:pt x="250251" y="380630"/>
                    <a:pt x="224437" y="354859"/>
                    <a:pt x="224437" y="323063"/>
                  </a:cubicBezTo>
                  <a:cubicBezTo>
                    <a:pt x="224437" y="291266"/>
                    <a:pt x="250251" y="265495"/>
                    <a:pt x="282101" y="265495"/>
                  </a:cubicBezTo>
                  <a:cubicBezTo>
                    <a:pt x="287393" y="265495"/>
                    <a:pt x="292500" y="266237"/>
                    <a:pt x="297422" y="267535"/>
                  </a:cubicBezTo>
                  <a:lnTo>
                    <a:pt x="458155" y="107162"/>
                  </a:lnTo>
                  <a:lnTo>
                    <a:pt x="454719" y="81206"/>
                  </a:lnTo>
                  <a:close/>
                </a:path>
              </a:pathLst>
            </a:custGeom>
            <a:solidFill>
              <a:schemeClr val="bg1"/>
            </a:solidFill>
            <a:ln>
              <a:noFill/>
            </a:ln>
          </p:spPr>
          <p:txBody>
            <a:bodyPr wrap="square" lIns="91440" tIns="45720" rIns="91440" bIns="45720">
              <a:normAutofit fontScale="70000" lnSpcReduction="20000"/>
            </a:bodyPr>
            <a:lstStyle/>
            <a:p>
              <a:endParaRPr lang="zh-CN" altLang="en-US"/>
            </a:p>
          </p:txBody>
        </p:sp>
      </p:grpSp>
      <p:sp>
        <p:nvSpPr>
          <p:cNvPr id="16" name="内容占位符 2"/>
          <p:cNvSpPr txBox="1"/>
          <p:nvPr/>
        </p:nvSpPr>
        <p:spPr>
          <a:xfrm>
            <a:off x="1475122" y="4891728"/>
            <a:ext cx="3013657" cy="510876"/>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9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9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9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9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9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marL="0" indent="0">
              <a:buNone/>
            </a:pPr>
            <a:r>
              <a:rPr lang="zh-CN" altLang="en-US" sz="2400" dirty="0">
                <a:solidFill>
                  <a:srgbClr val="0000FF"/>
                </a:solidFill>
              </a:rPr>
              <a:t>实例</a:t>
            </a:r>
            <a:r>
              <a:rPr lang="zh-CN" altLang="en-US" sz="2400" dirty="0"/>
              <a:t>：</a:t>
            </a:r>
            <a:r>
              <a:rPr lang="en-US" altLang="zh-CN" sz="2400" dirty="0"/>
              <a:t>Aegis</a:t>
            </a:r>
            <a:r>
              <a:rPr lang="zh-CN" altLang="zh-CN" sz="2400" dirty="0"/>
              <a:t>系统。</a:t>
            </a:r>
            <a:endParaRPr lang="zh-CN" altLang="en-US" sz="2400" dirty="0"/>
          </a:p>
        </p:txBody>
      </p:sp>
      <p:pic>
        <p:nvPicPr>
          <p:cNvPr id="17" name="图片 16"/>
          <p:cNvPicPr>
            <a:picLocks noChangeAspect="1"/>
          </p:cNvPicPr>
          <p:nvPr/>
        </p:nvPicPr>
        <p:blipFill>
          <a:blip r:embed="rId1"/>
          <a:stretch>
            <a:fillRect/>
          </a:stretch>
        </p:blipFill>
        <p:spPr>
          <a:xfrm>
            <a:off x="6271606" y="1612630"/>
            <a:ext cx="5744210" cy="3905885"/>
          </a:xfrm>
          <a:prstGeom prst="rect">
            <a:avLst/>
          </a:prstGeom>
        </p:spPr>
      </p:pic>
    </p:spTree>
  </p:cSld>
  <p:clrMapOvr>
    <a:masterClrMapping/>
  </p:clrMapOvr>
  <p:transition/>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文本占位符 13"/>
          <p:cNvSpPr txBox="1"/>
          <p:nvPr/>
        </p:nvSpPr>
        <p:spPr>
          <a:xfrm>
            <a:off x="669925" y="5602927"/>
            <a:ext cx="10850563" cy="296271"/>
          </a:xfrm>
          <a:prstGeom prst="rect">
            <a:avLst/>
          </a:prstGeom>
        </p:spPr>
        <p:txBody>
          <a:bodyPr vert="horz" anchor="ctr">
            <a:noAutofit/>
          </a:bodyPr>
          <a:lstStyle>
            <a:lvl1pPr marL="0" indent="0" algn="r" defTabSz="914400" rtl="0" eaLnBrk="1" latinLnBrk="0" hangingPunct="1">
              <a:lnSpc>
                <a:spcPct val="90000"/>
              </a:lnSpc>
              <a:spcBef>
                <a:spcPts val="1000"/>
              </a:spcBef>
              <a:buFont typeface="Arial" panose="020B0604020202090204" pitchFamily="34" charset="0"/>
              <a:buNone/>
              <a:defRPr sz="1500" b="0" kern="1200">
                <a:solidFill>
                  <a:schemeClr val="bg1"/>
                </a:solidFill>
                <a:latin typeface="+mn-lt"/>
                <a:ea typeface="+mn-ea"/>
                <a:cs typeface="+mn-cs"/>
              </a:defRPr>
            </a:lvl1pPr>
            <a:lvl2pPr marL="457200" indent="0" algn="l"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90204" pitchFamily="34" charset="0"/>
              <a:buNone/>
              <a:defRPr sz="1400"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90204" pitchFamily="34" charset="0"/>
              <a:buNone/>
              <a:defRPr sz="12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90204" pitchFamily="34" charset="0"/>
              <a:buNone/>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r>
              <a:rPr lang="en-US" altLang="zh-CN"/>
              <a:t>Date</a:t>
            </a:r>
            <a:endParaRPr lang="zh-CN" altLang="en-US" dirty="0"/>
          </a:p>
        </p:txBody>
      </p:sp>
      <p:sp>
        <p:nvSpPr>
          <p:cNvPr id="20" name="矩形 19"/>
          <p:cNvSpPr/>
          <p:nvPr/>
        </p:nvSpPr>
        <p:spPr>
          <a:xfrm>
            <a:off x="771525" y="257830"/>
            <a:ext cx="1980029" cy="523220"/>
          </a:xfrm>
          <a:prstGeom prst="rect">
            <a:avLst/>
          </a:prstGeom>
        </p:spPr>
        <p:txBody>
          <a:bodyPr wrap="none">
            <a:spAutoFit/>
          </a:bodyPr>
          <a:lstStyle/>
          <a:p>
            <a:r>
              <a:rPr lang="zh-CN" altLang="en-US" sz="2800" b="1" dirty="0">
                <a:solidFill>
                  <a:srgbClr val="FF0000"/>
                </a:solidFill>
              </a:rPr>
              <a:t>内容导航：</a:t>
            </a:r>
            <a:endParaRPr lang="zh-CN" altLang="en-US" sz="2800" b="1" dirty="0">
              <a:solidFill>
                <a:srgbClr val="FF0000"/>
              </a:solidFill>
            </a:endParaRPr>
          </a:p>
        </p:txBody>
      </p:sp>
      <p:sp>
        <p:nvSpPr>
          <p:cNvPr id="22" name="矩形 21"/>
          <p:cNvSpPr/>
          <p:nvPr/>
        </p:nvSpPr>
        <p:spPr>
          <a:xfrm>
            <a:off x="1696469" y="1737498"/>
            <a:ext cx="4500146" cy="461665"/>
          </a:xfrm>
          <a:prstGeom prst="rect">
            <a:avLst/>
          </a:prstGeom>
        </p:spPr>
        <p:txBody>
          <a:bodyPr wrap="square">
            <a:spAutoFit/>
          </a:bodyPr>
          <a:lstStyle/>
          <a:p>
            <a:r>
              <a:rPr lang="en-US" altLang="zh-CN" sz="2400" dirty="0">
                <a:solidFill>
                  <a:srgbClr val="00005C"/>
                </a:solidFill>
                <a:latin typeface="+mj-ea"/>
                <a:ea typeface="+mj-ea"/>
              </a:rPr>
              <a:t>1.1 </a:t>
            </a:r>
            <a:r>
              <a:rPr lang="zh-CN" altLang="en-US" sz="2400" dirty="0">
                <a:solidFill>
                  <a:srgbClr val="00005C"/>
                </a:solidFill>
                <a:latin typeface="+mj-ea"/>
                <a:ea typeface="+mj-ea"/>
              </a:rPr>
              <a:t>操作系统的目标和作用</a:t>
            </a:r>
            <a:endParaRPr lang="en-US" altLang="zh-CN" sz="2400" dirty="0">
              <a:solidFill>
                <a:srgbClr val="00005C"/>
              </a:solidFill>
              <a:latin typeface="+mj-ea"/>
              <a:ea typeface="+mj-ea"/>
            </a:endParaRPr>
          </a:p>
        </p:txBody>
      </p:sp>
      <p:sp>
        <p:nvSpPr>
          <p:cNvPr id="23" name="矩形 22"/>
          <p:cNvSpPr/>
          <p:nvPr/>
        </p:nvSpPr>
        <p:spPr>
          <a:xfrm>
            <a:off x="1696469" y="2375673"/>
            <a:ext cx="3682150" cy="461665"/>
          </a:xfrm>
          <a:prstGeom prst="rect">
            <a:avLst/>
          </a:prstGeom>
        </p:spPr>
        <p:txBody>
          <a:bodyPr wrap="square">
            <a:spAutoFit/>
          </a:bodyPr>
          <a:lstStyle/>
          <a:p>
            <a:r>
              <a:rPr lang="en-US" altLang="zh-CN" sz="2400" dirty="0">
                <a:latin typeface="+mj-ea"/>
              </a:rPr>
              <a:t>1.2 </a:t>
            </a:r>
            <a:r>
              <a:rPr lang="zh-CN" altLang="en-US" sz="2400" dirty="0">
                <a:latin typeface="+mj-ea"/>
              </a:rPr>
              <a:t>操作系统的发展过程</a:t>
            </a:r>
            <a:endParaRPr lang="en-US" altLang="zh-CN" sz="2400" dirty="0">
              <a:latin typeface="+mj-ea"/>
            </a:endParaRPr>
          </a:p>
        </p:txBody>
      </p:sp>
      <p:sp>
        <p:nvSpPr>
          <p:cNvPr id="24" name="矩形 23"/>
          <p:cNvSpPr/>
          <p:nvPr/>
        </p:nvSpPr>
        <p:spPr>
          <a:xfrm>
            <a:off x="1696468" y="2994798"/>
            <a:ext cx="3488967" cy="461665"/>
          </a:xfrm>
          <a:prstGeom prst="rect">
            <a:avLst/>
          </a:prstGeom>
        </p:spPr>
        <p:txBody>
          <a:bodyPr wrap="square">
            <a:spAutoFit/>
          </a:bodyPr>
          <a:lstStyle/>
          <a:p>
            <a:r>
              <a:rPr lang="en-US" altLang="zh-CN" sz="2400" dirty="0">
                <a:latin typeface="+mj-ea"/>
              </a:rPr>
              <a:t>1.3 </a:t>
            </a:r>
            <a:r>
              <a:rPr lang="zh-CN" altLang="en-US" sz="2400" dirty="0">
                <a:latin typeface="+mj-ea"/>
              </a:rPr>
              <a:t>操作系统的基本特征</a:t>
            </a:r>
            <a:endParaRPr lang="en-US" altLang="zh-CN" sz="2400" dirty="0">
              <a:latin typeface="+mj-ea"/>
            </a:endParaRPr>
          </a:p>
        </p:txBody>
      </p:sp>
      <p:sp>
        <p:nvSpPr>
          <p:cNvPr id="25" name="矩形 24"/>
          <p:cNvSpPr/>
          <p:nvPr/>
        </p:nvSpPr>
        <p:spPr>
          <a:xfrm>
            <a:off x="1696468" y="3613923"/>
            <a:ext cx="3488967" cy="461665"/>
          </a:xfrm>
          <a:prstGeom prst="rect">
            <a:avLst/>
          </a:prstGeom>
        </p:spPr>
        <p:txBody>
          <a:bodyPr wrap="square">
            <a:spAutoFit/>
          </a:bodyPr>
          <a:lstStyle/>
          <a:p>
            <a:r>
              <a:rPr lang="en-US" altLang="zh-CN" sz="2400" dirty="0">
                <a:latin typeface="+mj-ea"/>
              </a:rPr>
              <a:t>1.4 </a:t>
            </a:r>
            <a:r>
              <a:rPr lang="zh-CN" altLang="en-US" sz="2400" dirty="0">
                <a:latin typeface="+mj-ea"/>
              </a:rPr>
              <a:t>操作系统的运行环境</a:t>
            </a:r>
            <a:endParaRPr lang="zh-CN" altLang="en-US" sz="2400" dirty="0">
              <a:latin typeface="+mj-ea"/>
            </a:endParaRPr>
          </a:p>
        </p:txBody>
      </p:sp>
      <p:sp>
        <p:nvSpPr>
          <p:cNvPr id="27" name="矩形 26"/>
          <p:cNvSpPr/>
          <p:nvPr/>
        </p:nvSpPr>
        <p:spPr>
          <a:xfrm>
            <a:off x="1696469" y="4233048"/>
            <a:ext cx="3905342" cy="461665"/>
          </a:xfrm>
          <a:prstGeom prst="rect">
            <a:avLst/>
          </a:prstGeom>
        </p:spPr>
        <p:txBody>
          <a:bodyPr wrap="square">
            <a:spAutoFit/>
          </a:bodyPr>
          <a:lstStyle/>
          <a:p>
            <a:r>
              <a:rPr lang="en-US" altLang="zh-CN" sz="2400" dirty="0">
                <a:latin typeface="+mj-ea"/>
              </a:rPr>
              <a:t>1.5 </a:t>
            </a:r>
            <a:r>
              <a:rPr lang="zh-CN" altLang="en-US" sz="2400" dirty="0">
                <a:latin typeface="+mj-ea"/>
              </a:rPr>
              <a:t>操作系统的主要功能</a:t>
            </a:r>
            <a:endParaRPr lang="zh-CN" altLang="en-US" sz="2400" dirty="0">
              <a:latin typeface="+mj-ea"/>
            </a:endParaRPr>
          </a:p>
        </p:txBody>
      </p:sp>
      <p:sp>
        <p:nvSpPr>
          <p:cNvPr id="28" name="矩形 27"/>
          <p:cNvSpPr/>
          <p:nvPr/>
        </p:nvSpPr>
        <p:spPr>
          <a:xfrm>
            <a:off x="1696468" y="4852173"/>
            <a:ext cx="3682151" cy="461665"/>
          </a:xfrm>
          <a:prstGeom prst="rect">
            <a:avLst/>
          </a:prstGeom>
        </p:spPr>
        <p:txBody>
          <a:bodyPr wrap="square">
            <a:spAutoFit/>
          </a:bodyPr>
          <a:lstStyle/>
          <a:p>
            <a:r>
              <a:rPr lang="en-US" altLang="zh-CN" sz="2400" dirty="0">
                <a:latin typeface="+mj-ea"/>
              </a:rPr>
              <a:t>1.6 </a:t>
            </a:r>
            <a:r>
              <a:rPr lang="zh-CN" altLang="en-US" sz="2400" dirty="0">
                <a:latin typeface="+mj-ea"/>
              </a:rPr>
              <a:t>操作系统的结构设计</a:t>
            </a:r>
            <a:endParaRPr lang="zh-CN" altLang="en-US" sz="2400" dirty="0">
              <a:latin typeface="+mj-ea"/>
            </a:endParaRPr>
          </a:p>
        </p:txBody>
      </p:sp>
      <p:sp>
        <p:nvSpPr>
          <p:cNvPr id="29" name="矩形 28"/>
          <p:cNvSpPr/>
          <p:nvPr/>
        </p:nvSpPr>
        <p:spPr>
          <a:xfrm>
            <a:off x="1696469" y="5471298"/>
            <a:ext cx="2587446" cy="461665"/>
          </a:xfrm>
          <a:prstGeom prst="rect">
            <a:avLst/>
          </a:prstGeom>
        </p:spPr>
        <p:txBody>
          <a:bodyPr wrap="square">
            <a:spAutoFit/>
          </a:bodyPr>
          <a:lstStyle/>
          <a:p>
            <a:r>
              <a:rPr lang="en-US" altLang="zh-CN" sz="2400" b="1" dirty="0">
                <a:solidFill>
                  <a:srgbClr val="0000FF"/>
                </a:solidFill>
                <a:latin typeface="+mj-ea"/>
              </a:rPr>
              <a:t>1.7 </a:t>
            </a:r>
            <a:r>
              <a:rPr lang="zh-CN" altLang="en-US" sz="2400" b="1" dirty="0">
                <a:solidFill>
                  <a:srgbClr val="0000FF"/>
                </a:solidFill>
                <a:latin typeface="+mj-ea"/>
              </a:rPr>
              <a:t>系统调用</a:t>
            </a:r>
            <a:endParaRPr lang="zh-CN" altLang="en-US" sz="2400" b="1" dirty="0">
              <a:solidFill>
                <a:srgbClr val="0000FF"/>
              </a:solidFill>
              <a:latin typeface="+mj-ea"/>
            </a:endParaRPr>
          </a:p>
        </p:txBody>
      </p:sp>
      <p:sp>
        <p:nvSpPr>
          <p:cNvPr id="3" name="矩形 2"/>
          <p:cNvSpPr/>
          <p:nvPr/>
        </p:nvSpPr>
        <p:spPr>
          <a:xfrm>
            <a:off x="7395099" y="2386337"/>
            <a:ext cx="4262705" cy="646331"/>
          </a:xfrm>
          <a:prstGeom prst="rect">
            <a:avLst/>
          </a:prstGeom>
        </p:spPr>
        <p:txBody>
          <a:bodyPr wrap="none">
            <a:spAutoFit/>
          </a:bodyPr>
          <a:lstStyle/>
          <a:p>
            <a:r>
              <a:rPr lang="zh-CN" altLang="en-US" sz="3600" dirty="0">
                <a:solidFill>
                  <a:srgbClr val="000000"/>
                </a:solidFill>
              </a:rPr>
              <a:t>第</a:t>
            </a:r>
            <a:r>
              <a:rPr lang="en-US" altLang="zh-CN" sz="3600" dirty="0">
                <a:solidFill>
                  <a:srgbClr val="000000"/>
                </a:solidFill>
              </a:rPr>
              <a:t>1</a:t>
            </a:r>
            <a:r>
              <a:rPr lang="zh-CN" altLang="en-US" sz="3600" dirty="0">
                <a:solidFill>
                  <a:srgbClr val="000000"/>
                </a:solidFill>
              </a:rPr>
              <a:t>章 操作系统引论</a:t>
            </a:r>
            <a:endParaRPr lang="zh-CN" altLang="en-US" sz="3600" dirty="0"/>
          </a:p>
        </p:txBody>
      </p:sp>
      <p:cxnSp>
        <p:nvCxnSpPr>
          <p:cNvPr id="5" name="直接连接符 4"/>
          <p:cNvCxnSpPr/>
          <p:nvPr/>
        </p:nvCxnSpPr>
        <p:spPr>
          <a:xfrm>
            <a:off x="7421733" y="3190471"/>
            <a:ext cx="4125389" cy="0"/>
          </a:xfrm>
          <a:prstGeom prst="line">
            <a:avLst/>
          </a:prstGeom>
        </p:spPr>
        <p:style>
          <a:lnRef idx="1">
            <a:schemeClr val="accent1"/>
          </a:lnRef>
          <a:fillRef idx="0">
            <a:schemeClr val="accent1"/>
          </a:fillRef>
          <a:effectRef idx="0">
            <a:schemeClr val="accent1"/>
          </a:effectRef>
          <a:fontRef idx="minor">
            <a:schemeClr val="tx1"/>
          </a:fontRef>
        </p:style>
      </p:cxnSp>
      <p:sp>
        <p:nvSpPr>
          <p:cNvPr id="8" name="矩形 7"/>
          <p:cNvSpPr/>
          <p:nvPr/>
        </p:nvSpPr>
        <p:spPr>
          <a:xfrm>
            <a:off x="-9526" y="6375042"/>
            <a:ext cx="12201526" cy="48295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30" name="图片 29"/>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244475" y="261476"/>
            <a:ext cx="527050" cy="527050"/>
          </a:xfrm>
          <a:prstGeom prst="rect">
            <a:avLst/>
          </a:prstGeom>
        </p:spPr>
      </p:pic>
      <p:pic>
        <p:nvPicPr>
          <p:cNvPr id="31" name="图片 30"/>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1169418" y="1700488"/>
            <a:ext cx="527050" cy="527050"/>
          </a:xfrm>
          <a:prstGeom prst="rect">
            <a:avLst/>
          </a:prstGeom>
          <a:ln>
            <a:noFill/>
          </a:ln>
          <a:effectLst>
            <a:softEdge rad="0"/>
          </a:effectLst>
        </p:spPr>
      </p:pic>
      <p:pic>
        <p:nvPicPr>
          <p:cNvPr id="32" name="图片 31"/>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1169418" y="2285628"/>
            <a:ext cx="527050" cy="527050"/>
          </a:xfrm>
          <a:prstGeom prst="rect">
            <a:avLst/>
          </a:prstGeom>
          <a:ln>
            <a:noFill/>
          </a:ln>
          <a:effectLst>
            <a:softEdge rad="0"/>
          </a:effectLst>
        </p:spPr>
      </p:pic>
      <p:pic>
        <p:nvPicPr>
          <p:cNvPr id="40" name="图片 39"/>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1169418" y="2941097"/>
            <a:ext cx="527050" cy="527050"/>
          </a:xfrm>
          <a:prstGeom prst="rect">
            <a:avLst/>
          </a:prstGeom>
          <a:ln>
            <a:noFill/>
          </a:ln>
          <a:effectLst>
            <a:softEdge rad="0"/>
          </a:effectLst>
        </p:spPr>
      </p:pic>
      <p:pic>
        <p:nvPicPr>
          <p:cNvPr id="41" name="图片 40"/>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1169418" y="3559570"/>
            <a:ext cx="527050" cy="527050"/>
          </a:xfrm>
          <a:prstGeom prst="rect">
            <a:avLst/>
          </a:prstGeom>
          <a:ln>
            <a:noFill/>
          </a:ln>
          <a:effectLst>
            <a:softEdge rad="0"/>
          </a:effectLst>
        </p:spPr>
      </p:pic>
      <p:pic>
        <p:nvPicPr>
          <p:cNvPr id="42" name="图片 41"/>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1169418" y="4185650"/>
            <a:ext cx="527050" cy="527050"/>
          </a:xfrm>
          <a:prstGeom prst="rect">
            <a:avLst/>
          </a:prstGeom>
          <a:ln>
            <a:noFill/>
          </a:ln>
          <a:effectLst>
            <a:softEdge rad="0"/>
          </a:effectLst>
        </p:spPr>
      </p:pic>
      <p:pic>
        <p:nvPicPr>
          <p:cNvPr id="43" name="图片 42"/>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1169418" y="4823363"/>
            <a:ext cx="527050" cy="527050"/>
          </a:xfrm>
          <a:prstGeom prst="rect">
            <a:avLst/>
          </a:prstGeom>
          <a:ln>
            <a:noFill/>
          </a:ln>
          <a:effectLst>
            <a:softEdge rad="0"/>
          </a:effectLst>
        </p:spPr>
      </p:pic>
      <p:pic>
        <p:nvPicPr>
          <p:cNvPr id="44" name="图片 43"/>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1169418" y="5424080"/>
            <a:ext cx="527050" cy="527050"/>
          </a:xfrm>
          <a:prstGeom prst="rect">
            <a:avLst/>
          </a:prstGeom>
          <a:ln>
            <a:noFill/>
          </a:ln>
          <a:effectLst>
            <a:softEdge rad="0"/>
          </a:effectLst>
        </p:spPr>
      </p:pic>
    </p:spTree>
  </p:cSld>
  <p:clrMapOvr>
    <a:masterClrMapping/>
  </p:clrMapOvr>
  <p:transition/>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2" name="textbox 592"/>
          <p:cNvSpPr/>
          <p:nvPr/>
        </p:nvSpPr>
        <p:spPr>
          <a:xfrm>
            <a:off x="1260475" y="424815"/>
            <a:ext cx="9547860" cy="4735195"/>
          </a:xfrm>
          <a:prstGeom prst="rect">
            <a:avLst/>
          </a:prstGeom>
          <a:noFill/>
          <a:ln w="0" cap="flat">
            <a:noFill/>
            <a:prstDash val="solid"/>
            <a:miter lim="0"/>
          </a:ln>
        </p:spPr>
        <p:txBody>
          <a:bodyPr vert="horz" wrap="square" lIns="0" tIns="0" rIns="0" bIns="0"/>
          <a:lstStyle/>
          <a:p>
            <a:pPr algn="l" rtl="0" eaLnBrk="0">
              <a:lnSpc>
                <a:spcPct val="83000"/>
              </a:lnSpc>
            </a:pPr>
            <a:r>
              <a:rPr sz="2800" b="1" kern="0" spc="-80" dirty="0">
                <a:solidFill>
                  <a:srgbClr val="FF0000">
                    <a:alpha val="100000"/>
                  </a:srgbClr>
                </a:solidFill>
                <a:latin typeface="+mn-ea"/>
                <a:cs typeface="+mn-ea"/>
              </a:rPr>
              <a:t>系统调用（ Sysca</a:t>
            </a:r>
            <a:r>
              <a:rPr sz="2800" b="1" kern="0" spc="-90" dirty="0">
                <a:solidFill>
                  <a:srgbClr val="FF0000">
                    <a:alpha val="100000"/>
                  </a:srgbClr>
                </a:solidFill>
                <a:latin typeface="+mn-ea"/>
                <a:cs typeface="+mn-ea"/>
              </a:rPr>
              <a:t>ll ）</a:t>
            </a:r>
            <a:endParaRPr sz="2800" dirty="0">
              <a:solidFill>
                <a:srgbClr val="FF0000"/>
              </a:solidFill>
              <a:latin typeface="+mn-ea"/>
              <a:cs typeface="+mn-ea"/>
            </a:endParaRPr>
          </a:p>
          <a:p>
            <a:pPr algn="l" rtl="0" eaLnBrk="0">
              <a:lnSpc>
                <a:spcPct val="128000"/>
              </a:lnSpc>
            </a:pPr>
            <a:endParaRPr sz="2400" dirty="0">
              <a:latin typeface="+mn-ea"/>
              <a:cs typeface="+mn-ea"/>
            </a:endParaRPr>
          </a:p>
          <a:p>
            <a:pPr indent="457200" algn="l" rtl="0" eaLnBrk="0">
              <a:lnSpc>
                <a:spcPct val="129000"/>
              </a:lnSpc>
            </a:pPr>
            <a:r>
              <a:rPr lang="zh-CN" sz="2400" dirty="0">
                <a:latin typeface="+mn-ea"/>
                <a:cs typeface="+mn-ea"/>
              </a:rPr>
              <a:t>程序接口是</a:t>
            </a:r>
            <a:r>
              <a:rPr lang="en-US" altLang="zh-CN" sz="2400" dirty="0">
                <a:latin typeface="+mn-ea"/>
                <a:cs typeface="+mn-ea"/>
              </a:rPr>
              <a:t>OS</a:t>
            </a:r>
            <a:r>
              <a:rPr lang="zh-CN" altLang="en-US" sz="2400" dirty="0">
                <a:latin typeface="+mn-ea"/>
                <a:cs typeface="+mn-ea"/>
              </a:rPr>
              <a:t>专门为用户程序设置的，让程序员在编程时候使用，也是用户程序取得</a:t>
            </a:r>
            <a:r>
              <a:rPr lang="en-US" altLang="zh-CN" sz="2400" dirty="0">
                <a:latin typeface="+mn-ea"/>
                <a:cs typeface="+mn-ea"/>
              </a:rPr>
              <a:t>OS</a:t>
            </a:r>
            <a:r>
              <a:rPr lang="zh-CN" altLang="en-US" sz="2400" dirty="0">
                <a:latin typeface="+mn-ea"/>
                <a:cs typeface="+mn-ea"/>
              </a:rPr>
              <a:t>服务的唯一途径。程序接口由一组系统调用组成。</a:t>
            </a:r>
            <a:endParaRPr lang="zh-CN" altLang="en-US" sz="2400" dirty="0">
              <a:latin typeface="+mn-ea"/>
              <a:cs typeface="+mn-ea"/>
            </a:endParaRPr>
          </a:p>
          <a:p>
            <a:pPr indent="457200" algn="l" rtl="0" eaLnBrk="0">
              <a:lnSpc>
                <a:spcPct val="129000"/>
              </a:lnSpc>
            </a:pPr>
            <a:endParaRPr sz="2400" dirty="0">
              <a:latin typeface="+mn-ea"/>
              <a:cs typeface="+mn-ea"/>
            </a:endParaRPr>
          </a:p>
          <a:p>
            <a:pPr marL="355600" indent="-332105" algn="l" rtl="0" eaLnBrk="0">
              <a:lnSpc>
                <a:spcPct val="110000"/>
              </a:lnSpc>
              <a:spcBef>
                <a:spcPts val="760"/>
              </a:spcBef>
            </a:pPr>
            <a:r>
              <a:rPr sz="2400" kern="0" spc="90" dirty="0">
                <a:solidFill>
                  <a:srgbClr val="404040">
                    <a:alpha val="100000"/>
                  </a:srgbClr>
                </a:solidFill>
                <a:latin typeface="+mn-ea"/>
                <a:cs typeface="+mn-ea"/>
              </a:rPr>
              <a:t>•</a:t>
            </a:r>
            <a:r>
              <a:rPr sz="2400" kern="0" spc="210" dirty="0">
                <a:solidFill>
                  <a:srgbClr val="404040">
                    <a:alpha val="100000"/>
                  </a:srgbClr>
                </a:solidFill>
                <a:latin typeface="+mn-ea"/>
                <a:cs typeface="+mn-ea"/>
              </a:rPr>
              <a:t>  </a:t>
            </a:r>
            <a:r>
              <a:rPr sz="2400" kern="0" spc="100" dirty="0">
                <a:solidFill>
                  <a:srgbClr val="404040">
                    <a:alpha val="100000"/>
                  </a:srgbClr>
                </a:solidFill>
                <a:latin typeface="+mn-ea"/>
                <a:cs typeface="+mn-ea"/>
                <a:sym typeface="+mn-ea"/>
              </a:rPr>
              <a:t> </a:t>
            </a:r>
            <a:r>
              <a:rPr sz="2400" kern="0" spc="100" dirty="0">
                <a:solidFill>
                  <a:srgbClr val="FF0000">
                    <a:alpha val="100000"/>
                  </a:srgbClr>
                </a:solidFill>
                <a:latin typeface="+mn-ea"/>
                <a:cs typeface="+mn-ea"/>
                <a:sym typeface="+mn-ea"/>
              </a:rPr>
              <a:t>系统调用</a:t>
            </a:r>
            <a:r>
              <a:rPr lang="zh-CN" sz="2400" kern="0" spc="100" dirty="0">
                <a:solidFill>
                  <a:srgbClr val="FF0000">
                    <a:alpha val="100000"/>
                  </a:srgbClr>
                </a:solidFill>
                <a:latin typeface="+mn-ea"/>
                <a:cs typeface="+mn-ea"/>
                <a:sym typeface="+mn-ea"/>
              </a:rPr>
              <a:t>：</a:t>
            </a:r>
            <a:r>
              <a:rPr lang="zh-CN" altLang="en-US" sz="2400" dirty="0">
                <a:solidFill>
                  <a:schemeClr val="tx1"/>
                </a:solidFill>
                <a:latin typeface="+mn-ea"/>
                <a:cs typeface="+mn-ea"/>
                <a:sym typeface="+mn-ea"/>
              </a:rPr>
              <a:t>运行在用户空间的程序向操作系统内核请求需要更高权限运行的服务，</a:t>
            </a:r>
            <a:r>
              <a:rPr sz="2400" kern="0" spc="100" dirty="0">
                <a:solidFill>
                  <a:srgbClr val="404040">
                    <a:alpha val="100000"/>
                  </a:srgbClr>
                </a:solidFill>
                <a:latin typeface="+mn-ea"/>
                <a:cs typeface="+mn-ea"/>
                <a:sym typeface="+mn-ea"/>
              </a:rPr>
              <a:t>提供用户程序与操作系统之间</a:t>
            </a:r>
            <a:r>
              <a:rPr sz="2400" kern="0" spc="90" dirty="0">
                <a:solidFill>
                  <a:srgbClr val="404040">
                    <a:alpha val="100000"/>
                  </a:srgbClr>
                </a:solidFill>
                <a:latin typeface="+mn-ea"/>
                <a:cs typeface="+mn-ea"/>
                <a:sym typeface="+mn-ea"/>
              </a:rPr>
              <a:t>的接口</a:t>
            </a:r>
            <a:r>
              <a:rPr lang="zh-CN" sz="2400" kern="0" spc="90" dirty="0">
                <a:solidFill>
                  <a:srgbClr val="404040">
                    <a:alpha val="100000"/>
                  </a:srgbClr>
                </a:solidFill>
                <a:latin typeface="+mn-ea"/>
                <a:cs typeface="+mn-ea"/>
                <a:sym typeface="+mn-ea"/>
              </a:rPr>
              <a:t>。</a:t>
            </a:r>
            <a:endParaRPr sz="2400" dirty="0">
              <a:latin typeface="+mn-ea"/>
              <a:cs typeface="+mn-ea"/>
            </a:endParaRPr>
          </a:p>
          <a:p>
            <a:pPr marL="355600" indent="-332105" algn="l" rtl="0" eaLnBrk="0">
              <a:lnSpc>
                <a:spcPct val="110000"/>
              </a:lnSpc>
              <a:spcBef>
                <a:spcPts val="760"/>
              </a:spcBef>
            </a:pPr>
            <a:endParaRPr sz="2400" kern="0" spc="210" dirty="0">
              <a:solidFill>
                <a:srgbClr val="404040">
                  <a:alpha val="100000"/>
                </a:srgbClr>
              </a:solidFill>
              <a:latin typeface="+mn-ea"/>
              <a:cs typeface="+mn-ea"/>
            </a:endParaRPr>
          </a:p>
          <a:p>
            <a:pPr algn="l" rtl="0" eaLnBrk="0">
              <a:lnSpc>
                <a:spcPct val="113000"/>
              </a:lnSpc>
            </a:pPr>
            <a:endParaRPr sz="2400" dirty="0">
              <a:latin typeface="+mn-ea"/>
              <a:cs typeface="+mn-ea"/>
            </a:endParaRPr>
          </a:p>
          <a:p>
            <a:pPr marL="23495" algn="l" rtl="0" eaLnBrk="0">
              <a:lnSpc>
                <a:spcPct val="93000"/>
              </a:lnSpc>
              <a:spcBef>
                <a:spcPts val="0"/>
              </a:spcBef>
            </a:pPr>
            <a:endParaRPr sz="2400" dirty="0">
              <a:latin typeface="+mn-ea"/>
              <a:cs typeface="+mn-ea"/>
            </a:endParaRPr>
          </a:p>
        </p:txBody>
      </p:sp>
      <p:pic>
        <p:nvPicPr>
          <p:cNvPr id="594" name="picture 594"/>
          <p:cNvPicPr>
            <a:picLocks noChangeAspect="1"/>
          </p:cNvPicPr>
          <p:nvPr/>
        </p:nvPicPr>
        <p:blipFill>
          <a:blip r:embed="rId1"/>
          <a:stretch>
            <a:fillRect/>
          </a:stretch>
        </p:blipFill>
        <p:spPr>
          <a:xfrm rot="21600000">
            <a:off x="609600" y="526598"/>
            <a:ext cx="190649" cy="576336"/>
          </a:xfrm>
          <a:prstGeom prst="rect">
            <a:avLst/>
          </a:prstGeom>
        </p:spPr>
      </p:pic>
      <p:sp>
        <p:nvSpPr>
          <p:cNvPr id="596" name="textbox 596"/>
          <p:cNvSpPr/>
          <p:nvPr/>
        </p:nvSpPr>
        <p:spPr>
          <a:xfrm>
            <a:off x="10723382" y="6462552"/>
            <a:ext cx="214122" cy="195072"/>
          </a:xfrm>
          <a:prstGeom prst="rect">
            <a:avLst/>
          </a:prstGeom>
          <a:noFill/>
          <a:ln w="0" cap="flat">
            <a:noFill/>
            <a:prstDash val="solid"/>
            <a:miter lim="0"/>
          </a:ln>
        </p:spPr>
        <p:txBody>
          <a:bodyPr vert="horz" wrap="square" lIns="0" tIns="0" rIns="0" bIns="0"/>
          <a:lstStyle/>
          <a:p>
            <a:pPr algn="l" rtl="0" eaLnBrk="0">
              <a:lnSpc>
                <a:spcPct val="82000"/>
              </a:lnSpc>
            </a:pPr>
            <a:endParaRPr sz="120" dirty="0">
              <a:latin typeface="Arial" panose="020B0604020202090204"/>
              <a:ea typeface="Arial" panose="020B0604020202090204"/>
              <a:cs typeface="Arial" panose="020B0604020202090204"/>
            </a:endParaRPr>
          </a:p>
          <a:p>
            <a:pPr marL="12700" algn="l" rtl="0" eaLnBrk="0">
              <a:lnSpc>
                <a:spcPct val="75000"/>
              </a:lnSpc>
            </a:pPr>
            <a:r>
              <a:rPr sz="1440" kern="0" spc="-30" dirty="0">
                <a:solidFill>
                  <a:srgbClr val="898989">
                    <a:alpha val="100000"/>
                  </a:srgbClr>
                </a:solidFill>
                <a:latin typeface="等线" panose="02010600030101010101" charset="-122"/>
                <a:ea typeface="等线" panose="02010600030101010101" charset="-122"/>
                <a:cs typeface="等线" panose="02010600030101010101" charset="-122"/>
              </a:rPr>
              <a:t>61</a:t>
            </a:r>
            <a:endParaRPr sz="1440" dirty="0">
              <a:latin typeface="等线" panose="02010600030101010101" charset="-122"/>
              <a:ea typeface="等线" panose="02010600030101010101" charset="-122"/>
              <a:cs typeface="等线" panose="02010600030101010101" charset="-122"/>
            </a:endParaRPr>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8" name="path 598"/>
          <p:cNvSpPr/>
          <p:nvPr/>
        </p:nvSpPr>
        <p:spPr>
          <a:xfrm>
            <a:off x="5056814" y="1784782"/>
            <a:ext cx="1990526" cy="1080314"/>
          </a:xfrm>
          <a:custGeom>
            <a:avLst/>
            <a:gdLst/>
            <a:ahLst/>
            <a:cxnLst/>
            <a:rect l="0" t="0" r="0" b="0"/>
            <a:pathLst>
              <a:path w="2612" h="1417">
                <a:moveTo>
                  <a:pt x="20" y="120"/>
                </a:moveTo>
                <a:cubicBezTo>
                  <a:pt x="20" y="65"/>
                  <a:pt x="65" y="20"/>
                  <a:pt x="120" y="20"/>
                </a:cubicBezTo>
                <a:lnTo>
                  <a:pt x="2491" y="20"/>
                </a:lnTo>
                <a:cubicBezTo>
                  <a:pt x="2547" y="20"/>
                  <a:pt x="2592" y="65"/>
                  <a:pt x="2592" y="120"/>
                </a:cubicBezTo>
                <a:lnTo>
                  <a:pt x="2592" y="1296"/>
                </a:lnTo>
                <a:cubicBezTo>
                  <a:pt x="2592" y="1352"/>
                  <a:pt x="2547" y="1397"/>
                  <a:pt x="2491" y="1397"/>
                </a:cubicBezTo>
                <a:lnTo>
                  <a:pt x="120" y="1397"/>
                </a:lnTo>
                <a:cubicBezTo>
                  <a:pt x="65" y="1397"/>
                  <a:pt x="20" y="1352"/>
                  <a:pt x="20" y="1296"/>
                </a:cubicBezTo>
                <a:lnTo>
                  <a:pt x="20" y="120"/>
                </a:lnTo>
                <a:close/>
              </a:path>
            </a:pathLst>
          </a:custGeom>
          <a:noFill/>
          <a:ln w="25400" cap="flat">
            <a:solidFill>
              <a:srgbClr val="8B2635"/>
            </a:solidFill>
            <a:prstDash val="solid"/>
            <a:round/>
          </a:ln>
        </p:spPr>
        <p:txBody>
          <a:bodyPr rtlCol="0"/>
          <a:lstStyle/>
          <a:p>
            <a:pPr algn="ctr"/>
            <a:endParaRPr lang="zh-CN" altLang="en-US" sz="2160"/>
          </a:p>
        </p:txBody>
      </p:sp>
      <p:sp>
        <p:nvSpPr>
          <p:cNvPr id="600" name="path 600"/>
          <p:cNvSpPr/>
          <p:nvPr/>
        </p:nvSpPr>
        <p:spPr>
          <a:xfrm>
            <a:off x="7016861" y="2990264"/>
            <a:ext cx="1859476" cy="1080316"/>
          </a:xfrm>
          <a:custGeom>
            <a:avLst/>
            <a:gdLst/>
            <a:ahLst/>
            <a:cxnLst/>
            <a:rect l="0" t="0" r="0" b="0"/>
            <a:pathLst>
              <a:path w="2440" h="1417">
                <a:moveTo>
                  <a:pt x="20" y="120"/>
                </a:moveTo>
                <a:cubicBezTo>
                  <a:pt x="20" y="65"/>
                  <a:pt x="65" y="20"/>
                  <a:pt x="120" y="20"/>
                </a:cubicBezTo>
                <a:lnTo>
                  <a:pt x="2319" y="20"/>
                </a:lnTo>
                <a:cubicBezTo>
                  <a:pt x="2375" y="20"/>
                  <a:pt x="2420" y="65"/>
                  <a:pt x="2420" y="120"/>
                </a:cubicBezTo>
                <a:lnTo>
                  <a:pt x="2420" y="1296"/>
                </a:lnTo>
                <a:cubicBezTo>
                  <a:pt x="2420" y="1352"/>
                  <a:pt x="2375" y="1397"/>
                  <a:pt x="2319" y="1397"/>
                </a:cubicBezTo>
                <a:lnTo>
                  <a:pt x="120" y="1397"/>
                </a:lnTo>
                <a:cubicBezTo>
                  <a:pt x="65" y="1397"/>
                  <a:pt x="20" y="1352"/>
                  <a:pt x="20" y="1296"/>
                </a:cubicBezTo>
                <a:lnTo>
                  <a:pt x="20" y="120"/>
                </a:lnTo>
                <a:close/>
              </a:path>
            </a:pathLst>
          </a:custGeom>
          <a:noFill/>
          <a:ln w="25400" cap="flat">
            <a:solidFill>
              <a:srgbClr val="8B2635"/>
            </a:solidFill>
            <a:prstDash val="solid"/>
            <a:round/>
          </a:ln>
        </p:spPr>
        <p:txBody>
          <a:bodyPr rtlCol="0"/>
          <a:lstStyle/>
          <a:p>
            <a:pPr algn="ctr"/>
            <a:endParaRPr lang="zh-CN" altLang="en-US" sz="2160"/>
          </a:p>
        </p:txBody>
      </p:sp>
      <p:pic>
        <p:nvPicPr>
          <p:cNvPr id="602" name="picture 602"/>
          <p:cNvPicPr>
            <a:picLocks noChangeAspect="1"/>
          </p:cNvPicPr>
          <p:nvPr/>
        </p:nvPicPr>
        <p:blipFill>
          <a:blip r:embed="rId1"/>
          <a:stretch>
            <a:fillRect/>
          </a:stretch>
        </p:blipFill>
        <p:spPr>
          <a:xfrm rot="21600000">
            <a:off x="5596874" y="4028213"/>
            <a:ext cx="566202" cy="1144218"/>
          </a:xfrm>
          <a:prstGeom prst="rect">
            <a:avLst/>
          </a:prstGeom>
        </p:spPr>
      </p:pic>
      <p:pic>
        <p:nvPicPr>
          <p:cNvPr id="604" name="picture 604"/>
          <p:cNvPicPr>
            <a:picLocks noChangeAspect="1"/>
          </p:cNvPicPr>
          <p:nvPr/>
        </p:nvPicPr>
        <p:blipFill>
          <a:blip r:embed="rId2"/>
          <a:stretch>
            <a:fillRect/>
          </a:stretch>
        </p:blipFill>
        <p:spPr>
          <a:xfrm rot="21600000">
            <a:off x="3672830" y="2826762"/>
            <a:ext cx="566202" cy="2345670"/>
          </a:xfrm>
          <a:prstGeom prst="rect">
            <a:avLst/>
          </a:prstGeom>
        </p:spPr>
      </p:pic>
      <p:sp>
        <p:nvSpPr>
          <p:cNvPr id="606" name="textbox 606"/>
          <p:cNvSpPr/>
          <p:nvPr/>
        </p:nvSpPr>
        <p:spPr>
          <a:xfrm>
            <a:off x="1328232" y="2024725"/>
            <a:ext cx="7314438" cy="3491484"/>
          </a:xfrm>
          <a:prstGeom prst="rect">
            <a:avLst/>
          </a:prstGeom>
          <a:noFill/>
          <a:ln w="0" cap="flat">
            <a:noFill/>
            <a:prstDash val="solid"/>
            <a:miter lim="0"/>
          </a:ln>
        </p:spPr>
        <p:txBody>
          <a:bodyPr vert="horz" wrap="square" lIns="0" tIns="0" rIns="0" bIns="0"/>
          <a:lstStyle/>
          <a:p>
            <a:pPr algn="l" rtl="0" eaLnBrk="0">
              <a:lnSpc>
                <a:spcPct val="80000"/>
              </a:lnSpc>
            </a:pPr>
            <a:endParaRPr sz="120" dirty="0">
              <a:latin typeface="Arial" panose="020B0604020202090204"/>
              <a:ea typeface="Arial" panose="020B0604020202090204"/>
              <a:cs typeface="Arial" panose="020B0604020202090204"/>
            </a:endParaRPr>
          </a:p>
          <a:p>
            <a:pPr marL="3232785" algn="l" rtl="0" eaLnBrk="0">
              <a:lnSpc>
                <a:spcPct val="96000"/>
              </a:lnSpc>
            </a:pPr>
            <a:r>
              <a:rPr lang="en-US" kern="0" spc="90" dirty="0">
                <a:solidFill>
                  <a:srgbClr val="5F1C26">
                    <a:alpha val="100000"/>
                  </a:srgbClr>
                </a:solidFill>
                <a:latin typeface="微软雅黑" panose="020B0503020204020204" pitchFamily="34" charset="-122"/>
                <a:ea typeface="微软雅黑" panose="020B0503020204020204" pitchFamily="34" charset="-122"/>
                <a:cs typeface="微软雅黑" panose="020B0503020204020204" pitchFamily="34" charset="-122"/>
              </a:rPr>
              <a:t>        </a:t>
            </a:r>
            <a:r>
              <a:rPr kern="0" spc="90" dirty="0">
                <a:solidFill>
                  <a:srgbClr val="5F1C26">
                    <a:alpha val="100000"/>
                  </a:srgbClr>
                </a:solidFill>
                <a:latin typeface="微软雅黑" panose="020B0503020204020204" pitchFamily="34" charset="-122"/>
                <a:ea typeface="微软雅黑" panose="020B0503020204020204" pitchFamily="34" charset="-122"/>
                <a:cs typeface="微软雅黑" panose="020B0503020204020204" pitchFamily="34" charset="-122"/>
              </a:rPr>
              <a:t>使用库函数</a:t>
            </a:r>
            <a:endParaRPr dirty="0">
              <a:latin typeface="微软雅黑" panose="020B0503020204020204" pitchFamily="34" charset="-122"/>
              <a:ea typeface="微软雅黑" panose="020B0503020204020204" pitchFamily="34" charset="-122"/>
              <a:cs typeface="微软雅黑" panose="020B0503020204020204" pitchFamily="34" charset="-122"/>
            </a:endParaRPr>
          </a:p>
          <a:p>
            <a:pPr marL="178435" algn="l" rtl="0" eaLnBrk="0">
              <a:lnSpc>
                <a:spcPts val="3165"/>
              </a:lnSpc>
              <a:spcBef>
                <a:spcPts val="775"/>
              </a:spcBef>
            </a:pPr>
            <a:r>
              <a:rPr sz="3600" kern="0" spc="40" baseline="-20000" dirty="0">
                <a:solidFill>
                  <a:srgbClr val="8E2A38">
                    <a:alpha val="100000"/>
                  </a:srgbClr>
                </a:solidFill>
                <a:latin typeface="微软雅黑" panose="020B0503020204020204" pitchFamily="34" charset="-122"/>
                <a:ea typeface="微软雅黑" panose="020B0503020204020204" pitchFamily="34" charset="-122"/>
                <a:cs typeface="微软雅黑" panose="020B0503020204020204" pitchFamily="34" charset="-122"/>
              </a:rPr>
              <a:t>应用程序</a:t>
            </a:r>
            <a:r>
              <a:rPr sz="2280" kern="0" spc="10" dirty="0">
                <a:solidFill>
                  <a:srgbClr val="8E2A38">
                    <a:alpha val="100000"/>
                  </a:srgbClr>
                </a:solidFill>
                <a:latin typeface="微软雅黑" panose="020B0503020204020204" pitchFamily="34" charset="-122"/>
                <a:ea typeface="微软雅黑" panose="020B0503020204020204" pitchFamily="34" charset="-122"/>
                <a:cs typeface="微软雅黑" panose="020B0503020204020204" pitchFamily="34" charset="-122"/>
              </a:rPr>
              <a:t>                            </a:t>
            </a:r>
            <a:r>
              <a:rPr sz="2880" kern="0" spc="40" baseline="27000" dirty="0">
                <a:solidFill>
                  <a:srgbClr val="5F1C26">
                    <a:alpha val="100000"/>
                  </a:srgbClr>
                </a:solidFill>
                <a:latin typeface="微软雅黑" panose="020B0503020204020204" pitchFamily="34" charset="-122"/>
                <a:ea typeface="微软雅黑" panose="020B0503020204020204" pitchFamily="34" charset="-122"/>
                <a:cs typeface="微软雅黑" panose="020B0503020204020204" pitchFamily="34" charset="-122"/>
              </a:rPr>
              <a:t>如：</a:t>
            </a:r>
            <a:r>
              <a:rPr sz="2880" kern="0" spc="0" baseline="27000" dirty="0">
                <a:solidFill>
                  <a:srgbClr val="5F1C26">
                    <a:alpha val="100000"/>
                  </a:srgbClr>
                </a:solidFill>
                <a:latin typeface="微软雅黑" panose="020B0503020204020204" pitchFamily="34" charset="-122"/>
                <a:ea typeface="微软雅黑" panose="020B0503020204020204" pitchFamily="34" charset="-122"/>
                <a:cs typeface="微软雅黑" panose="020B0503020204020204" pitchFamily="34" charset="-122"/>
              </a:rPr>
              <a:t>getchar</a:t>
            </a:r>
            <a:r>
              <a:rPr sz="2880" kern="0" spc="40" baseline="27000" dirty="0">
                <a:solidFill>
                  <a:srgbClr val="5F1C26">
                    <a:alpha val="100000"/>
                  </a:srgbClr>
                </a:solidFill>
                <a:latin typeface="微软雅黑" panose="020B0503020204020204" pitchFamily="34" charset="-122"/>
                <a:ea typeface="微软雅黑" panose="020B0503020204020204" pitchFamily="34" charset="-122"/>
                <a:cs typeface="微软雅黑" panose="020B0503020204020204" pitchFamily="34" charset="-122"/>
              </a:rPr>
              <a:t>()</a:t>
            </a:r>
            <a:endParaRPr sz="2880" baseline="27000" dirty="0">
              <a:latin typeface="微软雅黑" panose="020B0503020204020204" pitchFamily="34" charset="-122"/>
              <a:ea typeface="微软雅黑" panose="020B0503020204020204" pitchFamily="34" charset="-122"/>
              <a:cs typeface="微软雅黑" panose="020B0503020204020204" pitchFamily="34" charset="-122"/>
            </a:endParaRPr>
          </a:p>
          <a:p>
            <a:pPr algn="l" rtl="0" eaLnBrk="0">
              <a:lnSpc>
                <a:spcPct val="151000"/>
              </a:lnSpc>
            </a:pPr>
            <a:endParaRPr sz="1200" dirty="0">
              <a:latin typeface="Arial" panose="020B0604020202090204"/>
              <a:ea typeface="Arial" panose="020B0604020202090204"/>
              <a:cs typeface="Arial" panose="020B0604020202090204"/>
            </a:endParaRPr>
          </a:p>
          <a:p>
            <a:pPr marL="2832735" algn="l" rtl="0" eaLnBrk="0">
              <a:lnSpc>
                <a:spcPct val="95000"/>
              </a:lnSpc>
              <a:spcBef>
                <a:spcPts val="460"/>
              </a:spcBef>
              <a:tabLst>
                <a:tab pos="4865370" algn="l"/>
              </a:tabLst>
            </a:pPr>
            <a:r>
              <a:rPr kern="0" spc="0" dirty="0">
                <a:solidFill>
                  <a:srgbClr val="5F1C26">
                    <a:alpha val="100000"/>
                  </a:srgbClr>
                </a:solidFill>
                <a:latin typeface="微软雅黑" panose="020B0503020204020204" pitchFamily="34" charset="-122"/>
                <a:ea typeface="微软雅黑" panose="020B0503020204020204" pitchFamily="34" charset="-122"/>
                <a:cs typeface="微软雅黑" panose="020B0503020204020204" pitchFamily="34" charset="-122"/>
              </a:rPr>
              <a:t>	</a:t>
            </a:r>
            <a:r>
              <a:rPr lang="en-US" kern="0" spc="0" dirty="0">
                <a:solidFill>
                  <a:srgbClr val="5F1C26">
                    <a:alpha val="100000"/>
                  </a:srgbClr>
                </a:solidFill>
                <a:latin typeface="微软雅黑" panose="020B0503020204020204" pitchFamily="34" charset="-122"/>
                <a:ea typeface="微软雅黑" panose="020B0503020204020204" pitchFamily="34" charset="-122"/>
                <a:cs typeface="微软雅黑" panose="020B0503020204020204" pitchFamily="34" charset="-122"/>
              </a:rPr>
              <a:t>             </a:t>
            </a:r>
            <a:r>
              <a:rPr kern="0" spc="90" dirty="0">
                <a:solidFill>
                  <a:srgbClr val="5F1C26">
                    <a:alpha val="100000"/>
                  </a:srgbClr>
                </a:solidFill>
                <a:latin typeface="微软雅黑" panose="020B0503020204020204" pitchFamily="34" charset="-122"/>
                <a:ea typeface="微软雅黑" panose="020B0503020204020204" pitchFamily="34" charset="-122"/>
                <a:cs typeface="微软雅黑" panose="020B0503020204020204" pitchFamily="34" charset="-122"/>
              </a:rPr>
              <a:t>使用汇编指令</a:t>
            </a:r>
            <a:endParaRPr dirty="0">
              <a:latin typeface="微软雅黑" panose="020B0503020204020204" pitchFamily="34" charset="-122"/>
              <a:ea typeface="微软雅黑" panose="020B0503020204020204" pitchFamily="34" charset="-122"/>
              <a:cs typeface="微软雅黑" panose="020B0503020204020204" pitchFamily="34" charset="-122"/>
            </a:endParaRPr>
          </a:p>
          <a:p>
            <a:pPr algn="l" rtl="0" eaLnBrk="0">
              <a:lnSpc>
                <a:spcPct val="110000"/>
              </a:lnSpc>
            </a:pPr>
            <a:endParaRPr sz="1200" dirty="0">
              <a:latin typeface="Arial" panose="020B0604020202090204"/>
              <a:ea typeface="Arial" panose="020B0604020202090204"/>
              <a:cs typeface="Arial" panose="020B0604020202090204"/>
            </a:endParaRPr>
          </a:p>
          <a:p>
            <a:pPr algn="l" rtl="0" eaLnBrk="0">
              <a:lnSpc>
                <a:spcPct val="110000"/>
              </a:lnSpc>
            </a:pPr>
            <a:endParaRPr sz="1200" dirty="0">
              <a:latin typeface="Arial" panose="020B0604020202090204"/>
              <a:ea typeface="Arial" panose="020B0604020202090204"/>
              <a:cs typeface="Arial" panose="020B0604020202090204"/>
            </a:endParaRPr>
          </a:p>
          <a:p>
            <a:pPr algn="l" rtl="0" eaLnBrk="0">
              <a:lnSpc>
                <a:spcPct val="111000"/>
              </a:lnSpc>
            </a:pPr>
            <a:endParaRPr sz="1200" dirty="0">
              <a:latin typeface="Arial" panose="020B0604020202090204"/>
              <a:ea typeface="Arial" panose="020B0604020202090204"/>
              <a:cs typeface="Arial" panose="020B0604020202090204"/>
            </a:endParaRPr>
          </a:p>
          <a:p>
            <a:pPr marL="3747770" algn="l" rtl="0" eaLnBrk="0">
              <a:lnSpc>
                <a:spcPts val="1080"/>
              </a:lnSpc>
              <a:spcBef>
                <a:spcPts val="455"/>
              </a:spcBef>
            </a:pPr>
            <a:r>
              <a:rPr b="1" kern="0" spc="-20" dirty="0">
                <a:solidFill>
                  <a:srgbClr val="8E2A38">
                    <a:alpha val="100000"/>
                  </a:srgbClr>
                </a:solidFill>
                <a:latin typeface="Arial" panose="020B0604020202090204"/>
                <a:ea typeface="Arial" panose="020B0604020202090204"/>
                <a:cs typeface="Arial" panose="020B0604020202090204"/>
              </a:rPr>
              <a:t>2</a:t>
            </a:r>
            <a:endParaRPr dirty="0">
              <a:latin typeface="Arial" panose="020B0604020202090204"/>
              <a:ea typeface="Arial" panose="020B0604020202090204"/>
              <a:cs typeface="Arial" panose="020B0604020202090204"/>
            </a:endParaRPr>
          </a:p>
          <a:p>
            <a:pPr algn="l" rtl="0" eaLnBrk="0">
              <a:lnSpc>
                <a:spcPct val="133000"/>
              </a:lnSpc>
            </a:pPr>
            <a:endParaRPr sz="1200" dirty="0">
              <a:latin typeface="Arial" panose="020B0604020202090204"/>
              <a:ea typeface="Arial" panose="020B0604020202090204"/>
              <a:cs typeface="Arial" panose="020B0604020202090204"/>
            </a:endParaRPr>
          </a:p>
          <a:p>
            <a:pPr algn="l" rtl="0" eaLnBrk="0">
              <a:lnSpc>
                <a:spcPct val="133000"/>
              </a:lnSpc>
            </a:pPr>
            <a:endParaRPr sz="1200" dirty="0">
              <a:latin typeface="Arial" panose="020B0604020202090204"/>
              <a:ea typeface="Arial" panose="020B0604020202090204"/>
              <a:cs typeface="Arial" panose="020B0604020202090204"/>
            </a:endParaRPr>
          </a:p>
          <a:p>
            <a:pPr algn="l" rtl="0" eaLnBrk="0">
              <a:lnSpc>
                <a:spcPct val="133000"/>
              </a:lnSpc>
            </a:pPr>
            <a:endParaRPr sz="1200" dirty="0">
              <a:latin typeface="Arial" panose="020B0604020202090204"/>
              <a:ea typeface="Arial" panose="020B0604020202090204"/>
              <a:cs typeface="Arial" panose="020B0604020202090204"/>
            </a:endParaRPr>
          </a:p>
          <a:p>
            <a:pPr algn="l" rtl="0" eaLnBrk="0">
              <a:lnSpc>
                <a:spcPct val="101000"/>
              </a:lnSpc>
            </a:pPr>
            <a:endParaRPr sz="600" dirty="0">
              <a:latin typeface="Arial" panose="020B0604020202090204"/>
              <a:ea typeface="Arial" panose="020B0604020202090204"/>
              <a:cs typeface="Arial" panose="020B0604020202090204"/>
            </a:endParaRPr>
          </a:p>
          <a:p>
            <a:pPr marL="177800" algn="l" rtl="0" eaLnBrk="0">
              <a:lnSpc>
                <a:spcPct val="90000"/>
              </a:lnSpc>
              <a:spcBef>
                <a:spcPts val="5"/>
              </a:spcBef>
            </a:pPr>
            <a:r>
              <a:rPr sz="2400" kern="0" spc="-10" dirty="0">
                <a:solidFill>
                  <a:srgbClr val="8E2A38">
                    <a:alpha val="100000"/>
                  </a:srgbClr>
                </a:solidFill>
                <a:latin typeface="微软雅黑" panose="020B0503020204020204" pitchFamily="34" charset="-122"/>
                <a:ea typeface="微软雅黑" panose="020B0503020204020204" pitchFamily="34" charset="-122"/>
                <a:cs typeface="微软雅黑" panose="020B0503020204020204" pitchFamily="34" charset="-122"/>
              </a:rPr>
              <a:t>操作系统内核</a:t>
            </a:r>
            <a:endParaRPr sz="2400" dirty="0">
              <a:latin typeface="微软雅黑" panose="020B0503020204020204" pitchFamily="34" charset="-122"/>
              <a:ea typeface="微软雅黑" panose="020B0503020204020204" pitchFamily="34" charset="-122"/>
              <a:cs typeface="微软雅黑" panose="020B0503020204020204" pitchFamily="34" charset="-122"/>
            </a:endParaRPr>
          </a:p>
        </p:txBody>
      </p:sp>
      <p:pic>
        <p:nvPicPr>
          <p:cNvPr id="608" name="picture 608"/>
          <p:cNvPicPr>
            <a:picLocks noChangeAspect="1"/>
          </p:cNvPicPr>
          <p:nvPr/>
        </p:nvPicPr>
        <p:blipFill>
          <a:blip r:embed="rId3"/>
          <a:stretch>
            <a:fillRect/>
          </a:stretch>
        </p:blipFill>
        <p:spPr>
          <a:xfrm rot="21600000">
            <a:off x="1343472" y="3266992"/>
            <a:ext cx="3384376" cy="452794"/>
          </a:xfrm>
          <a:prstGeom prst="rect">
            <a:avLst/>
          </a:prstGeom>
        </p:spPr>
      </p:pic>
      <p:sp>
        <p:nvSpPr>
          <p:cNvPr id="610" name="path 610"/>
          <p:cNvSpPr/>
          <p:nvPr/>
        </p:nvSpPr>
        <p:spPr>
          <a:xfrm>
            <a:off x="4177511" y="2307275"/>
            <a:ext cx="904176" cy="754147"/>
          </a:xfrm>
          <a:custGeom>
            <a:avLst/>
            <a:gdLst/>
            <a:ahLst/>
            <a:cxnLst/>
            <a:rect l="0" t="0" r="0" b="0"/>
            <a:pathLst>
              <a:path w="1186" h="989">
                <a:moveTo>
                  <a:pt x="19" y="966"/>
                </a:moveTo>
                <a:lnTo>
                  <a:pt x="1167" y="23"/>
                </a:lnTo>
              </a:path>
            </a:pathLst>
          </a:custGeom>
          <a:noFill/>
          <a:ln w="38100" cap="flat">
            <a:solidFill>
              <a:srgbClr val="BD3347"/>
            </a:solidFill>
            <a:prstDash val="dash"/>
            <a:round/>
          </a:ln>
        </p:spPr>
        <p:txBody>
          <a:bodyPr rtlCol="0"/>
          <a:lstStyle/>
          <a:p>
            <a:pPr algn="ctr"/>
            <a:endParaRPr lang="zh-CN" altLang="en-US" sz="2160"/>
          </a:p>
        </p:txBody>
      </p:sp>
      <p:pic>
        <p:nvPicPr>
          <p:cNvPr id="612" name="picture 612"/>
          <p:cNvPicPr>
            <a:picLocks noChangeAspect="1"/>
          </p:cNvPicPr>
          <p:nvPr/>
        </p:nvPicPr>
        <p:blipFill>
          <a:blip r:embed="rId4"/>
          <a:stretch>
            <a:fillRect/>
          </a:stretch>
        </p:blipFill>
        <p:spPr>
          <a:xfrm rot="21600000">
            <a:off x="1343472" y="4554874"/>
            <a:ext cx="5688632" cy="469079"/>
          </a:xfrm>
          <a:prstGeom prst="rect">
            <a:avLst/>
          </a:prstGeom>
        </p:spPr>
      </p:pic>
      <p:sp>
        <p:nvSpPr>
          <p:cNvPr id="614" name="textbox 614"/>
          <p:cNvSpPr/>
          <p:nvPr/>
        </p:nvSpPr>
        <p:spPr>
          <a:xfrm>
            <a:off x="1546093" y="3413760"/>
            <a:ext cx="6958584" cy="1326642"/>
          </a:xfrm>
          <a:prstGeom prst="rect">
            <a:avLst/>
          </a:prstGeom>
          <a:noFill/>
          <a:ln w="0" cap="flat">
            <a:noFill/>
            <a:prstDash val="solid"/>
            <a:miter lim="0"/>
          </a:ln>
        </p:spPr>
        <p:txBody>
          <a:bodyPr vert="horz" wrap="square" lIns="0" tIns="0" rIns="0" bIns="0"/>
          <a:lstStyle/>
          <a:p>
            <a:pPr algn="l" rtl="0" eaLnBrk="0">
              <a:lnSpc>
                <a:spcPct val="117000"/>
              </a:lnSpc>
            </a:pPr>
            <a:endParaRPr sz="1200" dirty="0">
              <a:latin typeface="Arial" panose="020B0604020202090204"/>
              <a:ea typeface="Arial" panose="020B0604020202090204"/>
              <a:cs typeface="Arial" panose="020B0604020202090204"/>
            </a:endParaRPr>
          </a:p>
          <a:p>
            <a:pPr algn="r" rtl="0" eaLnBrk="0">
              <a:lnSpc>
                <a:spcPts val="3605"/>
              </a:lnSpc>
              <a:spcBef>
                <a:spcPts val="0"/>
              </a:spcBef>
            </a:pPr>
            <a:r>
              <a:rPr sz="3960" kern="0" spc="-100" baseline="-18000" dirty="0">
                <a:solidFill>
                  <a:srgbClr val="8E2A38">
                    <a:alpha val="100000"/>
                  </a:srgbClr>
                </a:solidFill>
                <a:latin typeface="微软雅黑" panose="020B0503020204020204" pitchFamily="34" charset="-122"/>
                <a:ea typeface="微软雅黑" panose="020B0503020204020204" pitchFamily="34" charset="-122"/>
                <a:cs typeface="微软雅黑" panose="020B0503020204020204" pitchFamily="34" charset="-122"/>
              </a:rPr>
              <a:t>库</a:t>
            </a:r>
            <a:r>
              <a:rPr sz="3960" kern="0" spc="-90" baseline="-18000" dirty="0">
                <a:solidFill>
                  <a:srgbClr val="8E2A38">
                    <a:alpha val="100000"/>
                  </a:srgbClr>
                </a:solidFill>
                <a:latin typeface="微软雅黑" panose="020B0503020204020204" pitchFamily="34" charset="-122"/>
                <a:ea typeface="微软雅黑" panose="020B0503020204020204" pitchFamily="34" charset="-122"/>
                <a:cs typeface="微软雅黑" panose="020B0503020204020204" pitchFamily="34" charset="-122"/>
              </a:rPr>
              <a:t>函数</a:t>
            </a:r>
            <a:r>
              <a:rPr sz="2520" kern="0" spc="10" dirty="0">
                <a:solidFill>
                  <a:srgbClr val="8E2A38">
                    <a:alpha val="100000"/>
                  </a:srgbClr>
                </a:solidFill>
                <a:latin typeface="微软雅黑" panose="020B0503020204020204" pitchFamily="34" charset="-122"/>
                <a:ea typeface="微软雅黑" panose="020B0503020204020204" pitchFamily="34" charset="-122"/>
                <a:cs typeface="微软雅黑" panose="020B0503020204020204" pitchFamily="34" charset="-122"/>
              </a:rPr>
              <a:t>                  </a:t>
            </a:r>
            <a:r>
              <a:rPr sz="2520" kern="0" spc="0" dirty="0">
                <a:solidFill>
                  <a:srgbClr val="8E2A38">
                    <a:alpha val="100000"/>
                  </a:srgbClr>
                </a:solidFill>
                <a:latin typeface="微软雅黑" panose="020B0503020204020204" pitchFamily="34" charset="-122"/>
                <a:ea typeface="微软雅黑" panose="020B0503020204020204" pitchFamily="34" charset="-122"/>
                <a:cs typeface="微软雅黑" panose="020B0503020204020204" pitchFamily="34" charset="-122"/>
              </a:rPr>
              <a:t>                               </a:t>
            </a:r>
            <a:r>
              <a:rPr sz="3120" kern="0" spc="-90" baseline="41000" dirty="0">
                <a:solidFill>
                  <a:srgbClr val="5F1C26">
                    <a:alpha val="100000"/>
                  </a:srgbClr>
                </a:solidFill>
                <a:latin typeface="微软雅黑" panose="020B0503020204020204" pitchFamily="34" charset="-122"/>
                <a:ea typeface="微软雅黑" panose="020B0503020204020204" pitchFamily="34" charset="-122"/>
                <a:cs typeface="微软雅黑" panose="020B0503020204020204" pitchFamily="34" charset="-122"/>
              </a:rPr>
              <a:t>如：SVC</a:t>
            </a:r>
            <a:r>
              <a:rPr sz="1920" kern="0" spc="-90" dirty="0">
                <a:solidFill>
                  <a:srgbClr val="5F1C26">
                    <a:alpha val="100000"/>
                  </a:srgbClr>
                </a:solidFill>
                <a:latin typeface="微软雅黑" panose="020B0503020204020204" pitchFamily="34" charset="-122"/>
                <a:ea typeface="微软雅黑" panose="020B0503020204020204" pitchFamily="34" charset="-122"/>
                <a:cs typeface="微软雅黑" panose="020B0503020204020204" pitchFamily="34" charset="-122"/>
              </a:rPr>
              <a:t> </a:t>
            </a:r>
            <a:r>
              <a:rPr sz="3120" kern="0" spc="-90" baseline="41000" dirty="0">
                <a:solidFill>
                  <a:srgbClr val="5F1C26">
                    <a:alpha val="100000"/>
                  </a:srgbClr>
                </a:solidFill>
                <a:latin typeface="微软雅黑" panose="020B0503020204020204" pitchFamily="34" charset="-122"/>
                <a:ea typeface="微软雅黑" panose="020B0503020204020204" pitchFamily="34" charset="-122"/>
                <a:cs typeface="微软雅黑" panose="020B0503020204020204" pitchFamily="34" charset="-122"/>
              </a:rPr>
              <a:t>#</a:t>
            </a:r>
            <a:r>
              <a:rPr sz="3120" kern="0" spc="-80" baseline="41000" dirty="0">
                <a:solidFill>
                  <a:srgbClr val="5F1C26">
                    <a:alpha val="100000"/>
                  </a:srgbClr>
                </a:solidFill>
                <a:latin typeface="微软雅黑" panose="020B0503020204020204" pitchFamily="34" charset="-122"/>
                <a:ea typeface="微软雅黑" panose="020B0503020204020204" pitchFamily="34" charset="-122"/>
                <a:cs typeface="微软雅黑" panose="020B0503020204020204" pitchFamily="34" charset="-122"/>
              </a:rPr>
              <a:t>0</a:t>
            </a:r>
            <a:endParaRPr sz="3120" baseline="41000" dirty="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616" name="path 616"/>
          <p:cNvSpPr/>
          <p:nvPr/>
        </p:nvSpPr>
        <p:spPr>
          <a:xfrm>
            <a:off x="6160873" y="3508018"/>
            <a:ext cx="903952" cy="745097"/>
          </a:xfrm>
          <a:custGeom>
            <a:avLst/>
            <a:gdLst/>
            <a:ahLst/>
            <a:cxnLst/>
            <a:rect l="0" t="0" r="0" b="0"/>
            <a:pathLst>
              <a:path w="1186" h="977">
                <a:moveTo>
                  <a:pt x="18" y="954"/>
                </a:moveTo>
                <a:lnTo>
                  <a:pt x="1167" y="23"/>
                </a:lnTo>
              </a:path>
            </a:pathLst>
          </a:custGeom>
          <a:noFill/>
          <a:ln w="38100" cap="flat">
            <a:solidFill>
              <a:srgbClr val="BD3347"/>
            </a:solidFill>
            <a:prstDash val="dash"/>
            <a:round/>
          </a:ln>
        </p:spPr>
        <p:txBody>
          <a:bodyPr rtlCol="0"/>
          <a:lstStyle/>
          <a:p>
            <a:pPr algn="ctr"/>
            <a:endParaRPr lang="zh-CN" altLang="en-US" sz="2160"/>
          </a:p>
        </p:txBody>
      </p:sp>
      <p:sp>
        <p:nvSpPr>
          <p:cNvPr id="618" name="path 618"/>
          <p:cNvSpPr/>
          <p:nvPr/>
        </p:nvSpPr>
        <p:spPr>
          <a:xfrm>
            <a:off x="4732418" y="3429000"/>
            <a:ext cx="45721" cy="1296143"/>
          </a:xfrm>
          <a:custGeom>
            <a:avLst/>
            <a:gdLst/>
            <a:ahLst/>
            <a:cxnLst/>
            <a:rect l="0" t="0" r="0" b="0"/>
            <a:pathLst>
              <a:path w="60" h="1700">
                <a:moveTo>
                  <a:pt x="30" y="0"/>
                </a:moveTo>
                <a:lnTo>
                  <a:pt x="30" y="1700"/>
                </a:lnTo>
              </a:path>
            </a:pathLst>
          </a:custGeom>
          <a:noFill/>
          <a:ln w="38100" cap="flat">
            <a:solidFill>
              <a:srgbClr val="BD3347"/>
            </a:solidFill>
            <a:prstDash val="solid"/>
            <a:round/>
          </a:ln>
        </p:spPr>
        <p:txBody>
          <a:bodyPr rtlCol="0"/>
          <a:lstStyle/>
          <a:p>
            <a:pPr algn="ctr"/>
            <a:endParaRPr lang="zh-CN" altLang="en-US" sz="2160"/>
          </a:p>
        </p:txBody>
      </p:sp>
      <p:sp>
        <p:nvSpPr>
          <p:cNvPr id="620" name="path 620"/>
          <p:cNvSpPr/>
          <p:nvPr/>
        </p:nvSpPr>
        <p:spPr>
          <a:xfrm>
            <a:off x="3808399" y="3564995"/>
            <a:ext cx="309584" cy="165568"/>
          </a:xfrm>
          <a:custGeom>
            <a:avLst/>
            <a:gdLst/>
            <a:ahLst/>
            <a:cxnLst/>
            <a:rect l="0" t="0" r="0" b="0"/>
            <a:pathLst>
              <a:path w="406" h="217">
                <a:moveTo>
                  <a:pt x="392" y="14"/>
                </a:moveTo>
                <a:lnTo>
                  <a:pt x="203" y="203"/>
                </a:lnTo>
                <a:lnTo>
                  <a:pt x="14" y="14"/>
                </a:lnTo>
              </a:path>
            </a:pathLst>
          </a:custGeom>
          <a:noFill/>
          <a:ln w="25400" cap="flat">
            <a:solidFill>
              <a:srgbClr val="8B2635"/>
            </a:solidFill>
            <a:prstDash val="solid"/>
            <a:miter lim="800000"/>
          </a:ln>
        </p:spPr>
        <p:txBody>
          <a:bodyPr rtlCol="0"/>
          <a:lstStyle/>
          <a:p>
            <a:pPr algn="ctr"/>
            <a:endParaRPr lang="zh-CN" altLang="en-US" sz="2160"/>
          </a:p>
        </p:txBody>
      </p:sp>
      <p:sp>
        <p:nvSpPr>
          <p:cNvPr id="622" name="textbox 622"/>
          <p:cNvSpPr/>
          <p:nvPr/>
        </p:nvSpPr>
        <p:spPr>
          <a:xfrm>
            <a:off x="1260408" y="546018"/>
            <a:ext cx="6667500" cy="621030"/>
          </a:xfrm>
          <a:prstGeom prst="rect">
            <a:avLst/>
          </a:prstGeom>
          <a:noFill/>
          <a:ln w="0" cap="flat">
            <a:noFill/>
            <a:prstDash val="solid"/>
            <a:miter lim="0"/>
          </a:ln>
        </p:spPr>
        <p:txBody>
          <a:bodyPr vert="horz" wrap="square" lIns="0" tIns="0" rIns="0" bIns="0"/>
          <a:lstStyle/>
          <a:p>
            <a:pPr algn="l" rtl="0" eaLnBrk="0">
              <a:lnSpc>
                <a:spcPct val="71000"/>
              </a:lnSpc>
            </a:pPr>
            <a:endParaRPr sz="120" dirty="0">
              <a:latin typeface="Arial" panose="020B0604020202090204"/>
              <a:ea typeface="Arial" panose="020B0604020202090204"/>
              <a:cs typeface="Arial" panose="020B0604020202090204"/>
            </a:endParaRPr>
          </a:p>
          <a:p>
            <a:pPr marL="12700" algn="l" rtl="0" eaLnBrk="0">
              <a:lnSpc>
                <a:spcPct val="90000"/>
              </a:lnSpc>
            </a:pPr>
            <a:r>
              <a:rPr sz="3600" b="1" kern="0" spc="-10" dirty="0">
                <a:solidFill>
                  <a:srgbClr val="BE384B">
                    <a:alpha val="100000"/>
                  </a:srgbClr>
                </a:solidFill>
                <a:latin typeface="微软雅黑" panose="020B0503020204020204" pitchFamily="34" charset="-122"/>
                <a:ea typeface="微软雅黑" panose="020B0503020204020204" pitchFamily="34" charset="-122"/>
                <a:cs typeface="微软雅黑" panose="020B0503020204020204" pitchFamily="34" charset="-122"/>
              </a:rPr>
              <a:t>系统调用方式 </a:t>
            </a:r>
            <a:r>
              <a:rPr sz="3600" b="1" kern="0" spc="-10" dirty="0">
                <a:solidFill>
                  <a:srgbClr val="BE384B">
                    <a:alpha val="100000"/>
                  </a:srgbClr>
                </a:solidFill>
                <a:latin typeface="Arial" panose="020B0604020202090204"/>
                <a:ea typeface="Arial" panose="020B0604020202090204"/>
                <a:cs typeface="Arial" panose="020B0604020202090204"/>
              </a:rPr>
              <a:t>– </a:t>
            </a:r>
            <a:r>
              <a:rPr sz="3600" b="1" kern="0" spc="-10" dirty="0">
                <a:solidFill>
                  <a:srgbClr val="BE384B">
                    <a:alpha val="100000"/>
                  </a:srgbClr>
                </a:solidFill>
                <a:latin typeface="微软雅黑" panose="020B0503020204020204" pitchFamily="34" charset="-122"/>
                <a:ea typeface="微软雅黑" panose="020B0503020204020204" pitchFamily="34" charset="-122"/>
                <a:cs typeface="微软雅黑" panose="020B0503020204020204" pitchFamily="34" charset="-122"/>
              </a:rPr>
              <a:t>程序员视角</a:t>
            </a:r>
            <a:endParaRPr sz="3600" b="1" kern="0" spc="-10" dirty="0">
              <a:solidFill>
                <a:srgbClr val="BE384B">
                  <a:alpha val="100000"/>
                </a:srgbClr>
              </a:solidFill>
              <a:latin typeface="微软雅黑" panose="020B0503020204020204" pitchFamily="34" charset="-122"/>
              <a:ea typeface="微软雅黑" panose="020B0503020204020204" pitchFamily="34" charset="-122"/>
              <a:cs typeface="微软雅黑" panose="020B0503020204020204" pitchFamily="34" charset="-122"/>
            </a:endParaRPr>
          </a:p>
        </p:txBody>
      </p:sp>
      <p:pic>
        <p:nvPicPr>
          <p:cNvPr id="624" name="picture 624"/>
          <p:cNvPicPr>
            <a:picLocks noChangeAspect="1"/>
          </p:cNvPicPr>
          <p:nvPr/>
        </p:nvPicPr>
        <p:blipFill>
          <a:blip r:embed="rId5"/>
          <a:stretch>
            <a:fillRect/>
          </a:stretch>
        </p:blipFill>
        <p:spPr>
          <a:xfrm rot="21600000">
            <a:off x="609600" y="526598"/>
            <a:ext cx="190649" cy="576336"/>
          </a:xfrm>
          <a:prstGeom prst="rect">
            <a:avLst/>
          </a:prstGeom>
        </p:spPr>
      </p:pic>
      <p:sp>
        <p:nvSpPr>
          <p:cNvPr id="626" name="textbox 626"/>
          <p:cNvSpPr/>
          <p:nvPr/>
        </p:nvSpPr>
        <p:spPr>
          <a:xfrm>
            <a:off x="10723382" y="6462552"/>
            <a:ext cx="214122" cy="195072"/>
          </a:xfrm>
          <a:prstGeom prst="rect">
            <a:avLst/>
          </a:prstGeom>
          <a:noFill/>
          <a:ln w="0" cap="flat">
            <a:noFill/>
            <a:prstDash val="solid"/>
            <a:miter lim="0"/>
          </a:ln>
        </p:spPr>
        <p:txBody>
          <a:bodyPr vert="horz" wrap="square" lIns="0" tIns="0" rIns="0" bIns="0"/>
          <a:lstStyle/>
          <a:p>
            <a:pPr algn="l" rtl="0" eaLnBrk="0">
              <a:lnSpc>
                <a:spcPct val="82000"/>
              </a:lnSpc>
            </a:pPr>
            <a:endParaRPr sz="120" dirty="0">
              <a:latin typeface="Arial" panose="020B0604020202090204"/>
              <a:ea typeface="Arial" panose="020B0604020202090204"/>
              <a:cs typeface="Arial" panose="020B0604020202090204"/>
            </a:endParaRPr>
          </a:p>
          <a:p>
            <a:pPr marL="12700" algn="l" rtl="0" eaLnBrk="0">
              <a:lnSpc>
                <a:spcPct val="75000"/>
              </a:lnSpc>
            </a:pPr>
            <a:r>
              <a:rPr sz="1440" kern="0" spc="-30" dirty="0">
                <a:solidFill>
                  <a:srgbClr val="898989">
                    <a:alpha val="100000"/>
                  </a:srgbClr>
                </a:solidFill>
                <a:latin typeface="等线" panose="02010600030101010101" charset="-122"/>
                <a:ea typeface="等线" panose="02010600030101010101" charset="-122"/>
                <a:cs typeface="等线" panose="02010600030101010101" charset="-122"/>
              </a:rPr>
              <a:t>62</a:t>
            </a:r>
            <a:endParaRPr sz="1440" dirty="0">
              <a:latin typeface="等线" panose="02010600030101010101" charset="-122"/>
              <a:ea typeface="等线" panose="02010600030101010101" charset="-122"/>
              <a:cs typeface="等线" panose="02010600030101010101" charset="-122"/>
            </a:endParaRPr>
          </a:p>
        </p:txBody>
      </p:sp>
      <p:sp>
        <p:nvSpPr>
          <p:cNvPr id="628" name="textbox 628"/>
          <p:cNvSpPr/>
          <p:nvPr/>
        </p:nvSpPr>
        <p:spPr>
          <a:xfrm>
            <a:off x="3883871" y="2954958"/>
            <a:ext cx="140207" cy="246125"/>
          </a:xfrm>
          <a:prstGeom prst="rect">
            <a:avLst/>
          </a:prstGeom>
          <a:noFill/>
          <a:ln w="0" cap="flat">
            <a:noFill/>
            <a:prstDash val="solid"/>
            <a:miter lim="0"/>
          </a:ln>
        </p:spPr>
        <p:txBody>
          <a:bodyPr vert="horz" wrap="square" lIns="0" tIns="0" rIns="0" bIns="0"/>
          <a:lstStyle/>
          <a:p>
            <a:pPr algn="l" rtl="0" eaLnBrk="0">
              <a:lnSpc>
                <a:spcPct val="86000"/>
              </a:lnSpc>
            </a:pPr>
            <a:endParaRPr sz="120" dirty="0">
              <a:latin typeface="Arial" panose="020B0604020202090204"/>
              <a:ea typeface="Arial" panose="020B0604020202090204"/>
              <a:cs typeface="Arial" panose="020B0604020202090204"/>
            </a:endParaRPr>
          </a:p>
          <a:p>
            <a:pPr algn="r" rtl="0" eaLnBrk="0">
              <a:lnSpc>
                <a:spcPct val="84000"/>
              </a:lnSpc>
            </a:pPr>
            <a:r>
              <a:rPr sz="1680" b="1" kern="0" spc="-80" dirty="0">
                <a:solidFill>
                  <a:srgbClr val="8E2A38">
                    <a:alpha val="100000"/>
                  </a:srgbClr>
                </a:solidFill>
                <a:latin typeface="Arial" panose="020B0604020202090204"/>
                <a:ea typeface="Arial" panose="020B0604020202090204"/>
                <a:cs typeface="Arial" panose="020B0604020202090204"/>
              </a:rPr>
              <a:t>1</a:t>
            </a:r>
            <a:endParaRPr sz="1680" dirty="0">
              <a:latin typeface="Arial" panose="020B0604020202090204"/>
              <a:ea typeface="Arial" panose="020B0604020202090204"/>
              <a:cs typeface="Arial" panose="020B0604020202090204"/>
            </a:endParaRPr>
          </a:p>
        </p:txBody>
      </p:sp>
      <p:sp>
        <p:nvSpPr>
          <p:cNvPr id="630" name="path 630"/>
          <p:cNvSpPr/>
          <p:nvPr/>
        </p:nvSpPr>
        <p:spPr>
          <a:xfrm>
            <a:off x="3791743" y="3560531"/>
            <a:ext cx="288032" cy="30480"/>
          </a:xfrm>
          <a:custGeom>
            <a:avLst/>
            <a:gdLst/>
            <a:ahLst/>
            <a:cxnLst/>
            <a:rect l="0" t="0" r="0" b="0"/>
            <a:pathLst>
              <a:path w="377" h="40">
                <a:moveTo>
                  <a:pt x="0" y="20"/>
                </a:moveTo>
                <a:lnTo>
                  <a:pt x="94" y="20"/>
                </a:lnTo>
                <a:moveTo>
                  <a:pt x="283" y="20"/>
                </a:moveTo>
                <a:lnTo>
                  <a:pt x="377" y="20"/>
                </a:lnTo>
              </a:path>
            </a:pathLst>
          </a:custGeom>
          <a:noFill/>
          <a:ln w="25400" cap="flat">
            <a:solidFill>
              <a:srgbClr val="8B2635"/>
            </a:solidFill>
            <a:prstDash val="solid"/>
            <a:miter lim="800000"/>
          </a:ln>
        </p:spPr>
        <p:txBody>
          <a:bodyPr rtlCol="0"/>
          <a:lstStyle/>
          <a:p>
            <a:pPr algn="ctr"/>
            <a:endParaRPr lang="zh-CN" altLang="en-US" sz="2160"/>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16" name="picture 716"/>
          <p:cNvPicPr>
            <a:picLocks noChangeAspect="1"/>
          </p:cNvPicPr>
          <p:nvPr/>
        </p:nvPicPr>
        <p:blipFill>
          <a:blip r:embed="rId1"/>
          <a:stretch>
            <a:fillRect/>
          </a:stretch>
        </p:blipFill>
        <p:spPr>
          <a:xfrm rot="21600000">
            <a:off x="1164295" y="1665308"/>
            <a:ext cx="9863407" cy="3527383"/>
          </a:xfrm>
          <a:prstGeom prst="rect">
            <a:avLst/>
          </a:prstGeom>
        </p:spPr>
      </p:pic>
      <p:sp>
        <p:nvSpPr>
          <p:cNvPr id="718" name="textbox 718"/>
          <p:cNvSpPr/>
          <p:nvPr/>
        </p:nvSpPr>
        <p:spPr>
          <a:xfrm>
            <a:off x="594361" y="511358"/>
            <a:ext cx="5992368" cy="662940"/>
          </a:xfrm>
          <a:prstGeom prst="rect">
            <a:avLst/>
          </a:prstGeom>
          <a:noFill/>
          <a:ln w="0" cap="flat">
            <a:noFill/>
            <a:prstDash val="solid"/>
            <a:miter lim="0"/>
          </a:ln>
        </p:spPr>
        <p:txBody>
          <a:bodyPr vert="horz" wrap="square" lIns="0" tIns="0" rIns="0" bIns="0"/>
          <a:lstStyle/>
          <a:p>
            <a:pPr algn="l" rtl="0" eaLnBrk="0">
              <a:lnSpc>
                <a:spcPct val="130000"/>
              </a:lnSpc>
            </a:pPr>
            <a:endParaRPr sz="240" dirty="0">
              <a:latin typeface="Arial" panose="020B0604020202090204"/>
              <a:ea typeface="Arial" panose="020B0604020202090204"/>
              <a:cs typeface="Arial" panose="020B0604020202090204"/>
            </a:endParaRPr>
          </a:p>
          <a:p>
            <a:pPr marL="171450" algn="l" rtl="0" eaLnBrk="0">
              <a:lnSpc>
                <a:spcPct val="90000"/>
              </a:lnSpc>
              <a:spcBef>
                <a:spcPts val="0"/>
              </a:spcBef>
              <a:tabLst>
                <a:tab pos="596265" algn="l"/>
              </a:tabLst>
            </a:pPr>
            <a:r>
              <a:rPr sz="4320" kern="0" spc="0" dirty="0">
                <a:solidFill>
                  <a:srgbClr val="BE384B">
                    <a:alpha val="100000"/>
                  </a:srgbClr>
                </a:solidFill>
                <a:latin typeface="Arial" panose="020B0604020202090204"/>
                <a:ea typeface="Arial" panose="020B0604020202090204"/>
                <a:cs typeface="Arial" panose="020B0604020202090204"/>
              </a:rPr>
              <a:t>	</a:t>
            </a:r>
            <a:r>
              <a:rPr sz="4320" b="1" kern="0" spc="-30" dirty="0">
                <a:solidFill>
                  <a:srgbClr val="BE384B">
                    <a:alpha val="100000"/>
                  </a:srgbClr>
                </a:solidFill>
                <a:latin typeface="Arial" panose="020B0604020202090204"/>
                <a:ea typeface="Arial" panose="020B0604020202090204"/>
                <a:cs typeface="Arial" panose="020B0604020202090204"/>
              </a:rPr>
              <a:t>Linux</a:t>
            </a:r>
            <a:r>
              <a:rPr sz="4320" b="1" kern="0" spc="-30" dirty="0">
                <a:solidFill>
                  <a:srgbClr val="BE384B">
                    <a:alpha val="100000"/>
                  </a:srgbClr>
                </a:solidFill>
                <a:latin typeface="微软雅黑" panose="020B0503020204020204" pitchFamily="34" charset="-122"/>
                <a:ea typeface="微软雅黑" panose="020B0503020204020204" pitchFamily="34" charset="-122"/>
                <a:cs typeface="微软雅黑" panose="020B0503020204020204" pitchFamily="34" charset="-122"/>
              </a:rPr>
              <a:t>的常用系统调用</a:t>
            </a:r>
            <a:endParaRPr sz="4320" dirty="0">
              <a:latin typeface="微软雅黑" panose="020B0503020204020204" pitchFamily="34" charset="-122"/>
              <a:ea typeface="微软雅黑" panose="020B0503020204020204" pitchFamily="34" charset="-122"/>
              <a:cs typeface="微软雅黑" panose="020B0503020204020204" pitchFamily="34" charset="-122"/>
            </a:endParaRPr>
          </a:p>
        </p:txBody>
      </p:sp>
      <p:pic>
        <p:nvPicPr>
          <p:cNvPr id="720" name="picture 720"/>
          <p:cNvPicPr>
            <a:picLocks noChangeAspect="1"/>
          </p:cNvPicPr>
          <p:nvPr/>
        </p:nvPicPr>
        <p:blipFill>
          <a:blip r:embed="rId2"/>
          <a:stretch>
            <a:fillRect/>
          </a:stretch>
        </p:blipFill>
        <p:spPr>
          <a:xfrm rot="21600000">
            <a:off x="609600" y="526598"/>
            <a:ext cx="190649" cy="576336"/>
          </a:xfrm>
          <a:prstGeom prst="rect">
            <a:avLst/>
          </a:prstGeom>
        </p:spPr>
      </p:pic>
      <p:sp>
        <p:nvSpPr>
          <p:cNvPr id="722" name="textbox 722"/>
          <p:cNvSpPr/>
          <p:nvPr/>
        </p:nvSpPr>
        <p:spPr>
          <a:xfrm>
            <a:off x="10723382" y="6462552"/>
            <a:ext cx="214122" cy="195072"/>
          </a:xfrm>
          <a:prstGeom prst="rect">
            <a:avLst/>
          </a:prstGeom>
          <a:noFill/>
          <a:ln w="0" cap="flat">
            <a:noFill/>
            <a:prstDash val="solid"/>
            <a:miter lim="0"/>
          </a:ln>
        </p:spPr>
        <p:txBody>
          <a:bodyPr vert="horz" wrap="square" lIns="0" tIns="0" rIns="0" bIns="0"/>
          <a:lstStyle/>
          <a:p>
            <a:pPr algn="l" rtl="0" eaLnBrk="0">
              <a:lnSpc>
                <a:spcPct val="82000"/>
              </a:lnSpc>
            </a:pPr>
            <a:endParaRPr sz="120" dirty="0">
              <a:latin typeface="Arial" panose="020B0604020202090204"/>
              <a:ea typeface="Arial" panose="020B0604020202090204"/>
              <a:cs typeface="Arial" panose="020B0604020202090204"/>
            </a:endParaRPr>
          </a:p>
          <a:p>
            <a:pPr marL="12700" algn="l" rtl="0" eaLnBrk="0">
              <a:lnSpc>
                <a:spcPct val="75000"/>
              </a:lnSpc>
            </a:pPr>
            <a:r>
              <a:rPr sz="1440" kern="0" spc="-30" dirty="0">
                <a:solidFill>
                  <a:srgbClr val="898989">
                    <a:alpha val="100000"/>
                  </a:srgbClr>
                </a:solidFill>
                <a:latin typeface="等线" panose="02010600030101010101" charset="-122"/>
                <a:ea typeface="等线" panose="02010600030101010101" charset="-122"/>
                <a:cs typeface="等线" panose="02010600030101010101" charset="-122"/>
              </a:rPr>
              <a:t>65</a:t>
            </a:r>
            <a:endParaRPr sz="1440" dirty="0">
              <a:latin typeface="等线" panose="02010600030101010101" charset="-122"/>
              <a:ea typeface="等线" panose="02010600030101010101" charset="-122"/>
              <a:cs typeface="等线" panose="02010600030101010101" charset="-122"/>
            </a:endParaRPr>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78668"/>
            <a:ext cx="7026275" cy="523220"/>
          </a:xfrm>
          <a:prstGeom prst="rect">
            <a:avLst/>
          </a:prstGeom>
        </p:spPr>
        <p:txBody>
          <a:bodyPr wrap="square">
            <a:spAutoFit/>
          </a:bodyPr>
          <a:lstStyle/>
          <a:p>
            <a:r>
              <a:rPr lang="zh-CN" altLang="en-US" sz="2800" b="1" dirty="0">
                <a:solidFill>
                  <a:srgbClr val="FF0000"/>
                </a:solidFill>
              </a:rPr>
              <a:t>系统调用的类型</a:t>
            </a:r>
            <a:endParaRPr lang="zh-CN" altLang="en-US" sz="2800" b="1" dirty="0">
              <a:solidFill>
                <a:srgbClr val="FF0000"/>
              </a:solidFill>
            </a:endParaRPr>
          </a:p>
        </p:txBody>
      </p:sp>
      <p:grpSp>
        <p:nvGrpSpPr>
          <p:cNvPr id="16" name="204206" descr="本素材由iSlide™ 提供&#10;iSlide™尊重知识产权并注重保护用户享有的各项权利。郑重提醒您：&#10;iSlide™插件中提供的任何信息内容的所有权、知识产权归其原始权利人或权利受让人所有，您免费/购买获得的是信息内容的使用权，并受下述条款的约束；&#10;1. 您仅可以个人非商业用途使用该等信息内容，不可将信息内容的全部或部分用于出售，或以出租、出借、转让、分销、发布等其他任何方式供他人使用；&#10;2. 禁止在接入互联网或移动互联网的任何网站、平台、应用或程序上以任何方式为他人提供iSlide™插件资源内容的下载。&#10;The resource is supplied by iSlide™.&#10;iSlide™ respects all intellectual property rights and protects all the rights its users acquired.Solemnly remind you:&#10;The ownership and intellectual property of the resources supplied in iSlide Add-in belongs to its owner or the assignee of this ownership.you only acquired the usage of the resources supplied in iSlide Add-in, as well as respected the following restrain terms:&#10;1.You are only allowed to use such resource for personal and non-commercial aim, not allowed to use such resource or part of it for the sale; or rent, lend, transfer to others; or distribution or release it in any way.&#10;2.You are not permitted to provide the resource of iSlide Add-in in any website, platform, application access to the Internet or mobile Internet." title="iSlide™ 版权声明  COPYRIGHT NOTICE"/>
          <p:cNvGrpSpPr>
            <a:grpSpLocks noChangeAspect="1"/>
          </p:cNvGrpSpPr>
          <p:nvPr>
            <p:custDataLst>
              <p:tags r:id="rId1"/>
            </p:custDataLst>
          </p:nvPr>
        </p:nvGrpSpPr>
        <p:grpSpPr>
          <a:xfrm>
            <a:off x="659456" y="1271069"/>
            <a:ext cx="11102932" cy="5155984"/>
            <a:chOff x="659456" y="1271069"/>
            <a:chExt cx="11102932" cy="5155984"/>
          </a:xfrm>
        </p:grpSpPr>
        <p:sp>
          <p:nvSpPr>
            <p:cNvPr id="17" name="iśḷíḑe"/>
            <p:cNvSpPr/>
            <p:nvPr/>
          </p:nvSpPr>
          <p:spPr>
            <a:xfrm>
              <a:off x="3262313" y="4730620"/>
              <a:ext cx="723900" cy="72390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p>
              <a:pPr algn="ctr" defTabSz="1218565">
                <a:defRPr/>
              </a:pPr>
              <a:r>
                <a:rPr lang="en-US" altLang="zh-CN" sz="2300" b="1" kern="0" dirty="0">
                  <a:solidFill>
                    <a:prstClr val="white"/>
                  </a:solidFill>
                </a:rPr>
                <a:t>01</a:t>
              </a:r>
              <a:endParaRPr lang="zh-CN" altLang="en-US" sz="2300" b="1" kern="0" dirty="0">
                <a:solidFill>
                  <a:prstClr val="white"/>
                </a:solidFill>
              </a:endParaRPr>
            </a:p>
          </p:txBody>
        </p:sp>
        <p:sp>
          <p:nvSpPr>
            <p:cNvPr id="18" name="ïś1ïḑè"/>
            <p:cNvSpPr/>
            <p:nvPr/>
          </p:nvSpPr>
          <p:spPr>
            <a:xfrm>
              <a:off x="4243388" y="3225670"/>
              <a:ext cx="723900" cy="723900"/>
            </a:xfrm>
            <a:prstGeom prst="ellipse">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p>
              <a:pPr algn="ctr" defTabSz="1218565">
                <a:defRPr/>
              </a:pPr>
              <a:r>
                <a:rPr lang="en-US" altLang="zh-CN" sz="2300" b="1" kern="0" dirty="0">
                  <a:solidFill>
                    <a:prstClr val="white"/>
                  </a:solidFill>
                </a:rPr>
                <a:t>02</a:t>
              </a:r>
              <a:endParaRPr lang="zh-CN" altLang="en-US" sz="2300" b="1" kern="0" dirty="0">
                <a:solidFill>
                  <a:prstClr val="white"/>
                </a:solidFill>
              </a:endParaRPr>
            </a:p>
          </p:txBody>
        </p:sp>
        <p:cxnSp>
          <p:nvCxnSpPr>
            <p:cNvPr id="19" name="直接箭头连接符 18"/>
            <p:cNvCxnSpPr>
              <a:endCxn id="17" idx="6"/>
            </p:cNvCxnSpPr>
            <p:nvPr/>
          </p:nvCxnSpPr>
          <p:spPr>
            <a:xfrm flipH="1" flipV="1">
              <a:off x="3986213" y="5092570"/>
              <a:ext cx="1528762" cy="462953"/>
            </a:xfrm>
            <a:prstGeom prst="straightConnector1">
              <a:avLst/>
            </a:prstGeom>
            <a:ln w="3175">
              <a:solidFill>
                <a:schemeClr val="bg1">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21" name="直接箭头连接符 20"/>
            <p:cNvCxnSpPr>
              <a:stCxn id="22" idx="1"/>
              <a:endCxn id="18" idx="5"/>
            </p:cNvCxnSpPr>
            <p:nvPr/>
          </p:nvCxnSpPr>
          <p:spPr>
            <a:xfrm flipH="1" flipV="1">
              <a:off x="4861275" y="3843557"/>
              <a:ext cx="823878" cy="1301119"/>
            </a:xfrm>
            <a:prstGeom prst="straightConnector1">
              <a:avLst/>
            </a:prstGeom>
            <a:ln w="3175">
              <a:solidFill>
                <a:schemeClr val="bg1">
                  <a:lumMod val="7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22" name="ïṥlîďe"/>
            <p:cNvSpPr/>
            <p:nvPr/>
          </p:nvSpPr>
          <p:spPr>
            <a:xfrm>
              <a:off x="5514975" y="4974498"/>
              <a:ext cx="1162050" cy="1162050"/>
            </a:xfrm>
            <a:prstGeom prst="donut">
              <a:avLst/>
            </a:prstGeom>
            <a:pattFill prst="pct5">
              <a:fgClr>
                <a:srgbClr val="E4E6EA"/>
              </a:fgClr>
              <a:bgClr>
                <a:srgbClr val="ADB5BF"/>
              </a:bgClr>
            </a:pattFill>
            <a:ln w="12700" cap="flat" cmpd="sng" algn="ctr">
              <a:noFill/>
              <a:prstDash val="solid"/>
              <a:miter lim="800000"/>
            </a:ln>
            <a:effectLst/>
            <a:extLst>
              <a:ext uri="{91240B29-F687-4F45-9708-019B960494DF}">
                <a14:hiddenLine xmlns:a14="http://schemas.microsoft.com/office/drawing/2010/main" w="12700">
                  <a:solidFill>
                    <a:srgbClr val="D1DADD"/>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a:bodyPr>
            <a:lstStyle/>
            <a:p>
              <a:pPr algn="ctr" defTabSz="914400"/>
              <a:r>
                <a:rPr lang="en-US" altLang="zh-CN" sz="1400" b="1" dirty="0">
                  <a:solidFill>
                    <a:schemeClr val="tx1"/>
                  </a:solidFill>
                </a:rPr>
                <a:t>Text</a:t>
              </a:r>
              <a:endParaRPr lang="zh-CN" altLang="en-US" sz="1400" b="1" dirty="0">
                <a:solidFill>
                  <a:schemeClr val="tx1"/>
                </a:solidFill>
              </a:endParaRPr>
            </a:p>
          </p:txBody>
        </p:sp>
        <p:sp>
          <p:nvSpPr>
            <p:cNvPr id="23" name="ïṧľîdê"/>
            <p:cNvSpPr/>
            <p:nvPr/>
          </p:nvSpPr>
          <p:spPr>
            <a:xfrm>
              <a:off x="5734050" y="2361349"/>
              <a:ext cx="723900" cy="72390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p>
              <a:pPr algn="ctr" defTabSz="1218565"/>
              <a:r>
                <a:rPr lang="en-US" altLang="zh-CN" sz="2300" b="1" kern="0" dirty="0">
                  <a:solidFill>
                    <a:prstClr val="white"/>
                  </a:solidFill>
                </a:rPr>
                <a:t>03</a:t>
              </a:r>
              <a:endParaRPr lang="zh-CN" altLang="en-US" sz="2300" b="1" kern="0" dirty="0">
                <a:solidFill>
                  <a:prstClr val="white"/>
                </a:solidFill>
              </a:endParaRPr>
            </a:p>
          </p:txBody>
        </p:sp>
        <p:cxnSp>
          <p:nvCxnSpPr>
            <p:cNvPr id="24" name="直接箭头连接符 23"/>
            <p:cNvCxnSpPr>
              <a:stCxn id="22" idx="0"/>
              <a:endCxn id="23" idx="4"/>
            </p:cNvCxnSpPr>
            <p:nvPr/>
          </p:nvCxnSpPr>
          <p:spPr>
            <a:xfrm flipV="1">
              <a:off x="6096000" y="3085249"/>
              <a:ext cx="0" cy="1889249"/>
            </a:xfrm>
            <a:prstGeom prst="straightConnector1">
              <a:avLst/>
            </a:prstGeom>
            <a:ln w="3175">
              <a:solidFill>
                <a:schemeClr val="bg1">
                  <a:lumMod val="7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25" name="ï$1ïdé"/>
            <p:cNvSpPr/>
            <p:nvPr/>
          </p:nvSpPr>
          <p:spPr>
            <a:xfrm>
              <a:off x="7224712" y="3225670"/>
              <a:ext cx="723900" cy="723900"/>
            </a:xfrm>
            <a:prstGeom prst="ellipse">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p>
              <a:pPr algn="ctr" defTabSz="1218565">
                <a:defRPr/>
              </a:pPr>
              <a:r>
                <a:rPr lang="en-US" altLang="zh-CN" sz="2300" b="1" kern="0" dirty="0">
                  <a:solidFill>
                    <a:prstClr val="white"/>
                  </a:solidFill>
                </a:rPr>
                <a:t>04</a:t>
              </a:r>
              <a:endParaRPr lang="zh-CN" altLang="en-US" sz="2300" b="1" kern="0" dirty="0">
                <a:solidFill>
                  <a:prstClr val="white"/>
                </a:solidFill>
              </a:endParaRPr>
            </a:p>
          </p:txBody>
        </p:sp>
        <p:sp>
          <p:nvSpPr>
            <p:cNvPr id="26" name="îṥ1ïḍé"/>
            <p:cNvSpPr/>
            <p:nvPr/>
          </p:nvSpPr>
          <p:spPr>
            <a:xfrm>
              <a:off x="8205787" y="4730620"/>
              <a:ext cx="723900" cy="72390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p>
              <a:pPr algn="ctr" defTabSz="1218565"/>
              <a:r>
                <a:rPr lang="en-US" altLang="zh-CN" sz="2300" b="1" kern="0" dirty="0">
                  <a:solidFill>
                    <a:prstClr val="white"/>
                  </a:solidFill>
                </a:rPr>
                <a:t>05</a:t>
              </a:r>
              <a:endParaRPr lang="zh-CN" altLang="en-US" sz="2300" b="1" kern="0" dirty="0">
                <a:solidFill>
                  <a:prstClr val="white"/>
                </a:solidFill>
              </a:endParaRPr>
            </a:p>
          </p:txBody>
        </p:sp>
        <p:cxnSp>
          <p:nvCxnSpPr>
            <p:cNvPr id="27" name="直接箭头连接符 26"/>
            <p:cNvCxnSpPr>
              <a:stCxn id="22" idx="7"/>
              <a:endCxn id="25" idx="3"/>
            </p:cNvCxnSpPr>
            <p:nvPr/>
          </p:nvCxnSpPr>
          <p:spPr>
            <a:xfrm flipV="1">
              <a:off x="6506847" y="3843557"/>
              <a:ext cx="823878" cy="1301119"/>
            </a:xfrm>
            <a:prstGeom prst="straightConnector1">
              <a:avLst/>
            </a:prstGeom>
            <a:ln w="3175">
              <a:solidFill>
                <a:schemeClr val="bg1">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28" name="直接箭头连接符 27"/>
            <p:cNvCxnSpPr>
              <a:endCxn id="26" idx="2"/>
            </p:cNvCxnSpPr>
            <p:nvPr/>
          </p:nvCxnSpPr>
          <p:spPr>
            <a:xfrm flipV="1">
              <a:off x="6677025" y="5092570"/>
              <a:ext cx="1528762" cy="462953"/>
            </a:xfrm>
            <a:prstGeom prst="straightConnector1">
              <a:avLst/>
            </a:prstGeom>
            <a:ln w="3175">
              <a:solidFill>
                <a:schemeClr val="bg1">
                  <a:lumMod val="7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29" name="işľïdé"/>
            <p:cNvSpPr/>
            <p:nvPr/>
          </p:nvSpPr>
          <p:spPr bwMode="auto">
            <a:xfrm>
              <a:off x="659456" y="5011775"/>
              <a:ext cx="2506663" cy="7131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t" anchorCtr="0">
              <a:noAutofit/>
            </a:bodyPr>
            <a:lstStyle/>
            <a:p>
              <a:pPr algn="r">
                <a:lnSpc>
                  <a:spcPct val="120000"/>
                </a:lnSpc>
              </a:pPr>
              <a:r>
                <a:rPr lang="zh-CN" altLang="en-US" sz="2000" dirty="0"/>
                <a:t>创建和终止进程、获得和设置进程属性、等待某事件出现的系统调用。</a:t>
              </a:r>
              <a:endParaRPr lang="zh-CN" altLang="en-US" sz="2000" dirty="0"/>
            </a:p>
          </p:txBody>
        </p:sp>
        <p:sp>
          <p:nvSpPr>
            <p:cNvPr id="30" name="ïṧ1îḋê"/>
            <p:cNvSpPr txBox="1"/>
            <p:nvPr/>
          </p:nvSpPr>
          <p:spPr bwMode="auto">
            <a:xfrm>
              <a:off x="708025" y="4494116"/>
              <a:ext cx="2506663" cy="4128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oAutofit/>
            </a:bodyPr>
            <a:lstStyle/>
            <a:p>
              <a:pPr algn="r"/>
              <a:r>
                <a:rPr lang="zh-CN" altLang="en-US" sz="2400" b="1" dirty="0">
                  <a:solidFill>
                    <a:srgbClr val="0000FF"/>
                  </a:solidFill>
                </a:rPr>
                <a:t>进程控制类</a:t>
              </a:r>
              <a:endParaRPr lang="en-US" altLang="zh-CN" sz="2400" b="1" dirty="0">
                <a:solidFill>
                  <a:srgbClr val="0000FF"/>
                </a:solidFill>
              </a:endParaRPr>
            </a:p>
          </p:txBody>
        </p:sp>
        <p:sp>
          <p:nvSpPr>
            <p:cNvPr id="31" name="ïśľïdè"/>
            <p:cNvSpPr/>
            <p:nvPr/>
          </p:nvSpPr>
          <p:spPr bwMode="auto">
            <a:xfrm>
              <a:off x="1493949" y="3346116"/>
              <a:ext cx="2664759" cy="1043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t" anchorCtr="0">
              <a:noAutofit/>
            </a:bodyPr>
            <a:lstStyle/>
            <a:p>
              <a:pPr algn="r">
                <a:lnSpc>
                  <a:spcPct val="120000"/>
                </a:lnSpc>
              </a:pPr>
              <a:r>
                <a:rPr lang="zh-CN" altLang="en-US" sz="2000" dirty="0"/>
                <a:t>用于进程之间通信的系统调用。</a:t>
              </a:r>
              <a:endParaRPr lang="zh-CN" altLang="en-US" sz="2000" dirty="0"/>
            </a:p>
          </p:txBody>
        </p:sp>
        <p:sp>
          <p:nvSpPr>
            <p:cNvPr id="32" name="ïṥlïḍè"/>
            <p:cNvSpPr txBox="1"/>
            <p:nvPr/>
          </p:nvSpPr>
          <p:spPr bwMode="auto">
            <a:xfrm>
              <a:off x="1676399" y="2877701"/>
              <a:ext cx="2506663" cy="4128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oAutofit/>
            </a:bodyPr>
            <a:lstStyle/>
            <a:p>
              <a:pPr algn="r"/>
              <a:r>
                <a:rPr lang="zh-CN" altLang="en-US" sz="2400" b="1" dirty="0">
                  <a:solidFill>
                    <a:srgbClr val="0000FF"/>
                  </a:solidFill>
                </a:rPr>
                <a:t>进程通信类</a:t>
              </a:r>
              <a:endParaRPr lang="zh-CN" altLang="en-US" sz="2400" b="1" dirty="0">
                <a:solidFill>
                  <a:srgbClr val="0000FF"/>
                </a:solidFill>
              </a:endParaRPr>
            </a:p>
          </p:txBody>
        </p:sp>
        <p:grpSp>
          <p:nvGrpSpPr>
            <p:cNvPr id="33" name="íśļïdè"/>
            <p:cNvGrpSpPr/>
            <p:nvPr/>
          </p:nvGrpSpPr>
          <p:grpSpPr>
            <a:xfrm>
              <a:off x="2929730" y="1271069"/>
              <a:ext cx="7328078" cy="1032538"/>
              <a:chOff x="-915120" y="4518964"/>
              <a:chExt cx="6403890" cy="1032538"/>
            </a:xfrm>
          </p:grpSpPr>
          <p:sp>
            <p:nvSpPr>
              <p:cNvPr id="38" name="iṧlîḋe"/>
              <p:cNvSpPr/>
              <p:nvPr/>
            </p:nvSpPr>
            <p:spPr bwMode="auto">
              <a:xfrm>
                <a:off x="-915120" y="4990880"/>
                <a:ext cx="6403890" cy="5606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t" anchorCtr="0">
                <a:noAutofit/>
              </a:bodyPr>
              <a:lstStyle/>
              <a:p>
                <a:pPr algn="ctr">
                  <a:lnSpc>
                    <a:spcPct val="140000"/>
                  </a:lnSpc>
                </a:pPr>
                <a:r>
                  <a:rPr lang="zh-CN" altLang="en-US" sz="2000" dirty="0"/>
                  <a:t>打开和关闭文件、创建和删除文件、读写文件的系统调用。</a:t>
                </a:r>
                <a:endParaRPr lang="zh-CN" altLang="en-US" sz="2000" dirty="0"/>
              </a:p>
            </p:txBody>
          </p:sp>
          <p:sp>
            <p:nvSpPr>
              <p:cNvPr id="39" name="íš1îḑê"/>
              <p:cNvSpPr txBox="1"/>
              <p:nvPr/>
            </p:nvSpPr>
            <p:spPr bwMode="auto">
              <a:xfrm>
                <a:off x="676104" y="4518964"/>
                <a:ext cx="2287617" cy="4128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oAutofit/>
              </a:bodyPr>
              <a:lstStyle/>
              <a:p>
                <a:pPr algn="ctr"/>
                <a:r>
                  <a:rPr lang="zh-CN" altLang="en-US" sz="2400" b="1" dirty="0">
                    <a:solidFill>
                      <a:srgbClr val="0000FF"/>
                    </a:solidFill>
                  </a:rPr>
                  <a:t>文件操纵类</a:t>
                </a:r>
                <a:endParaRPr lang="zh-CN" altLang="en-US" sz="2400" b="1" dirty="0">
                  <a:solidFill>
                    <a:srgbClr val="0000FF"/>
                  </a:solidFill>
                </a:endParaRPr>
              </a:p>
            </p:txBody>
          </p:sp>
        </p:grpSp>
        <p:sp>
          <p:nvSpPr>
            <p:cNvPr id="34" name="ïşḷïḓè"/>
            <p:cNvSpPr/>
            <p:nvPr/>
          </p:nvSpPr>
          <p:spPr bwMode="auto">
            <a:xfrm>
              <a:off x="8008938" y="2955287"/>
              <a:ext cx="3475038" cy="11227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t" anchorCtr="0">
              <a:noAutofit/>
            </a:bodyPr>
            <a:lstStyle/>
            <a:p>
              <a:pPr>
                <a:lnSpc>
                  <a:spcPct val="130000"/>
                </a:lnSpc>
              </a:pPr>
              <a:r>
                <a:rPr lang="zh-CN" altLang="en-US" sz="2000" dirty="0"/>
                <a:t>申请设备、释放设备、设备</a:t>
              </a:r>
              <a:r>
                <a:rPr lang="en-US" altLang="zh-CN" sz="2000" dirty="0"/>
                <a:t>I/O</a:t>
              </a:r>
              <a:r>
                <a:rPr lang="zh-CN" altLang="en-US" sz="2000" dirty="0"/>
                <a:t>重定向、获得和设置设备属性等系统调用。</a:t>
              </a:r>
              <a:endParaRPr lang="zh-CN" altLang="en-US" sz="2000" dirty="0"/>
            </a:p>
          </p:txBody>
        </p:sp>
        <p:sp>
          <p:nvSpPr>
            <p:cNvPr id="35" name="ïṡḻiḋê"/>
            <p:cNvSpPr txBox="1"/>
            <p:nvPr/>
          </p:nvSpPr>
          <p:spPr bwMode="auto">
            <a:xfrm>
              <a:off x="7245565" y="2483364"/>
              <a:ext cx="2493963" cy="4128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oAutofit/>
            </a:bodyPr>
            <a:lstStyle/>
            <a:p>
              <a:r>
                <a:rPr lang="zh-CN" altLang="en-US" sz="2400" b="1" dirty="0">
                  <a:solidFill>
                    <a:srgbClr val="0000FF"/>
                  </a:solidFill>
                </a:rPr>
                <a:t>设备管理类</a:t>
              </a:r>
              <a:endParaRPr lang="zh-CN" altLang="en-US" sz="2400" b="1" dirty="0">
                <a:solidFill>
                  <a:srgbClr val="0000FF"/>
                </a:solidFill>
              </a:endParaRPr>
            </a:p>
          </p:txBody>
        </p:sp>
        <p:sp>
          <p:nvSpPr>
            <p:cNvPr id="36" name="iŝľîdê"/>
            <p:cNvSpPr/>
            <p:nvPr/>
          </p:nvSpPr>
          <p:spPr bwMode="auto">
            <a:xfrm>
              <a:off x="8919585" y="4802217"/>
              <a:ext cx="2842803" cy="16248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t" anchorCtr="0">
              <a:noAutofit/>
            </a:bodyPr>
            <a:lstStyle/>
            <a:p>
              <a:pPr>
                <a:lnSpc>
                  <a:spcPct val="120000"/>
                </a:lnSpc>
              </a:pPr>
              <a:r>
                <a:rPr lang="zh-CN" altLang="en-US" sz="2000" dirty="0"/>
                <a:t>获得包括有关系统和文件的时间信息、</a:t>
              </a:r>
              <a:r>
                <a:rPr lang="en-US" altLang="zh-CN" sz="2000" dirty="0"/>
                <a:t>OS</a:t>
              </a:r>
              <a:r>
                <a:rPr lang="zh-CN" altLang="en-US" sz="2000" dirty="0"/>
                <a:t>版本、当前用户、空闲内存、磁盘等。</a:t>
              </a:r>
              <a:endParaRPr lang="zh-CN" altLang="en-US" sz="2000" dirty="0"/>
            </a:p>
          </p:txBody>
        </p:sp>
        <p:sp>
          <p:nvSpPr>
            <p:cNvPr id="37" name="ísļiḓè"/>
            <p:cNvSpPr txBox="1"/>
            <p:nvPr/>
          </p:nvSpPr>
          <p:spPr bwMode="auto">
            <a:xfrm>
              <a:off x="8859487" y="4389337"/>
              <a:ext cx="2493963" cy="4128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oAutofit/>
            </a:bodyPr>
            <a:lstStyle/>
            <a:p>
              <a:r>
                <a:rPr lang="zh-CN" altLang="en-US" sz="2400" b="1" dirty="0">
                  <a:solidFill>
                    <a:srgbClr val="0000FF"/>
                  </a:solidFill>
                </a:rPr>
                <a:t>信息维护类</a:t>
              </a:r>
              <a:endParaRPr lang="zh-CN" altLang="en-US" sz="2400" b="1" dirty="0">
                <a:solidFill>
                  <a:srgbClr val="0000FF"/>
                </a:solidFill>
              </a:endParaRPr>
            </a:p>
          </p:txBody>
        </p:sp>
      </p:grpSp>
    </p:spTree>
  </p:cSld>
  <p:clrMapOvr>
    <a:masterClrMapping/>
  </p:clrMapOvr>
  <p:transition/>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1921" name="Rectangle 3"/>
          <p:cNvSpPr>
            <a:spLocks noGrp="1"/>
          </p:cNvSpPr>
          <p:nvPr>
            <p:ph idx="1"/>
          </p:nvPr>
        </p:nvSpPr>
        <p:spPr>
          <a:xfrm>
            <a:off x="2244725" y="1125538"/>
            <a:ext cx="7777163" cy="5256212"/>
          </a:xfrm>
        </p:spPr>
        <p:txBody>
          <a:bodyPr wrap="square" lIns="91440" tIns="45720" rIns="91440" bIns="45720" anchor="t" anchorCtr="0"/>
          <a:p>
            <a:pPr marL="0" indent="0">
              <a:lnSpc>
                <a:spcPct val="120000"/>
              </a:lnSpc>
              <a:spcBef>
                <a:spcPct val="0"/>
              </a:spcBef>
              <a:buNone/>
            </a:pPr>
            <a:r>
              <a:rPr lang="en-US" altLang="zh-CN" sz="2400" dirty="0">
                <a:solidFill>
                  <a:srgbClr val="FF0000"/>
                </a:solidFill>
                <a:latin typeface="+mn-ea"/>
                <a:cs typeface="+mn-ea"/>
              </a:rPr>
              <a:t>UNIX</a:t>
            </a:r>
            <a:r>
              <a:rPr lang="zh-CN" altLang="en-US" sz="2400" dirty="0">
                <a:solidFill>
                  <a:srgbClr val="FF0000"/>
                </a:solidFill>
                <a:latin typeface="+mn-ea"/>
                <a:cs typeface="+mn-ea"/>
              </a:rPr>
              <a:t>特点 </a:t>
            </a:r>
            <a:endParaRPr lang="en-US" altLang="zh-CN" sz="2400" dirty="0">
              <a:solidFill>
                <a:srgbClr val="FF0000"/>
              </a:solidFill>
              <a:latin typeface="+mn-ea"/>
              <a:cs typeface="+mn-ea"/>
            </a:endParaRPr>
          </a:p>
          <a:p>
            <a:pPr marL="0" indent="0">
              <a:lnSpc>
                <a:spcPct val="120000"/>
              </a:lnSpc>
              <a:spcBef>
                <a:spcPct val="0"/>
              </a:spcBef>
              <a:buNone/>
            </a:pPr>
            <a:r>
              <a:rPr lang="en-US" altLang="zh-CN" sz="2400" dirty="0">
                <a:latin typeface="+mn-ea"/>
                <a:cs typeface="+mn-ea"/>
              </a:rPr>
              <a:t>   1</a:t>
            </a:r>
            <a:r>
              <a:rPr lang="zh-CN" altLang="en-US" sz="2400" dirty="0">
                <a:latin typeface="+mn-ea"/>
                <a:cs typeface="+mn-ea"/>
              </a:rPr>
              <a:t>．短小精悍的内核，强大的系统功能</a:t>
            </a:r>
            <a:endParaRPr lang="zh-CN" altLang="en-US" sz="2400" dirty="0">
              <a:latin typeface="+mn-ea"/>
              <a:cs typeface="+mn-ea"/>
            </a:endParaRPr>
          </a:p>
          <a:p>
            <a:pPr marL="457200" lvl="1" indent="0">
              <a:lnSpc>
                <a:spcPct val="120000"/>
              </a:lnSpc>
              <a:spcBef>
                <a:spcPct val="0"/>
              </a:spcBef>
              <a:buNone/>
            </a:pPr>
            <a:r>
              <a:rPr lang="en-US" altLang="zh-CN" sz="2400" dirty="0">
                <a:latin typeface="+mn-ea"/>
                <a:cs typeface="+mn-ea"/>
              </a:rPr>
              <a:t>2</a:t>
            </a:r>
            <a:r>
              <a:rPr lang="zh-CN" altLang="en-US" sz="2400" dirty="0">
                <a:latin typeface="+mn-ea"/>
                <a:cs typeface="+mn-ea"/>
              </a:rPr>
              <a:t>．良好的可移植性</a:t>
            </a:r>
            <a:endParaRPr lang="zh-CN" altLang="en-US" sz="2400" dirty="0">
              <a:latin typeface="+mn-ea"/>
              <a:cs typeface="+mn-ea"/>
            </a:endParaRPr>
          </a:p>
          <a:p>
            <a:pPr marL="457200" lvl="1" indent="0">
              <a:lnSpc>
                <a:spcPct val="120000"/>
              </a:lnSpc>
              <a:spcBef>
                <a:spcPct val="0"/>
              </a:spcBef>
              <a:buNone/>
            </a:pPr>
            <a:r>
              <a:rPr lang="en-US" altLang="zh-CN" sz="2400" dirty="0">
                <a:latin typeface="+mn-ea"/>
                <a:cs typeface="+mn-ea"/>
              </a:rPr>
              <a:t>3</a:t>
            </a:r>
            <a:r>
              <a:rPr lang="zh-CN" altLang="en-US" sz="2400" dirty="0">
                <a:latin typeface="+mn-ea"/>
                <a:cs typeface="+mn-ea"/>
              </a:rPr>
              <a:t>．树形结构的文件系统</a:t>
            </a:r>
            <a:endParaRPr lang="zh-CN" altLang="en-US" sz="2400" dirty="0">
              <a:latin typeface="+mn-ea"/>
              <a:cs typeface="+mn-ea"/>
            </a:endParaRPr>
          </a:p>
          <a:p>
            <a:pPr marL="457200" lvl="1" indent="0">
              <a:lnSpc>
                <a:spcPct val="120000"/>
              </a:lnSpc>
              <a:spcBef>
                <a:spcPct val="0"/>
              </a:spcBef>
              <a:buNone/>
            </a:pPr>
            <a:r>
              <a:rPr lang="en-US" altLang="zh-CN" sz="2400" dirty="0">
                <a:latin typeface="+mn-ea"/>
                <a:cs typeface="+mn-ea"/>
              </a:rPr>
              <a:t>4</a:t>
            </a:r>
            <a:r>
              <a:rPr lang="zh-CN" altLang="en-US" sz="2400" dirty="0">
                <a:latin typeface="+mn-ea"/>
                <a:cs typeface="+mn-ea"/>
              </a:rPr>
              <a:t>．统一看待外设和文件</a:t>
            </a:r>
            <a:endParaRPr lang="zh-CN" altLang="en-US" sz="2400" dirty="0">
              <a:latin typeface="+mn-ea"/>
              <a:cs typeface="+mn-ea"/>
            </a:endParaRPr>
          </a:p>
          <a:p>
            <a:pPr marL="457200" lvl="1" indent="0">
              <a:lnSpc>
                <a:spcPct val="120000"/>
              </a:lnSpc>
              <a:spcBef>
                <a:spcPct val="0"/>
              </a:spcBef>
              <a:buNone/>
            </a:pPr>
            <a:r>
              <a:rPr lang="en-US" altLang="zh-CN" sz="2400" dirty="0">
                <a:latin typeface="+mn-ea"/>
                <a:cs typeface="+mn-ea"/>
              </a:rPr>
              <a:t>5</a:t>
            </a:r>
            <a:r>
              <a:rPr lang="zh-CN" altLang="en-US" sz="2400" dirty="0">
                <a:latin typeface="+mn-ea"/>
                <a:cs typeface="+mn-ea"/>
              </a:rPr>
              <a:t>．</a:t>
            </a:r>
            <a:r>
              <a:rPr lang="en-US" altLang="zh-CN" sz="2400" dirty="0">
                <a:latin typeface="+mn-ea"/>
                <a:cs typeface="+mn-ea"/>
              </a:rPr>
              <a:t>I/O</a:t>
            </a:r>
            <a:r>
              <a:rPr lang="zh-CN" altLang="en-US" sz="2400" dirty="0">
                <a:latin typeface="+mn-ea"/>
                <a:cs typeface="+mn-ea"/>
              </a:rPr>
              <a:t>重定向和管道</a:t>
            </a:r>
            <a:endParaRPr lang="zh-CN" altLang="en-US" sz="2400" dirty="0">
              <a:latin typeface="+mn-ea"/>
              <a:cs typeface="+mn-ea"/>
            </a:endParaRPr>
          </a:p>
          <a:p>
            <a:pPr marL="457200" lvl="1" indent="0">
              <a:lnSpc>
                <a:spcPct val="120000"/>
              </a:lnSpc>
              <a:spcBef>
                <a:spcPct val="0"/>
              </a:spcBef>
              <a:buNone/>
            </a:pPr>
            <a:r>
              <a:rPr lang="en-US" altLang="zh-CN" sz="2400" dirty="0">
                <a:latin typeface="+mn-ea"/>
                <a:cs typeface="+mn-ea"/>
              </a:rPr>
              <a:t>6</a:t>
            </a:r>
            <a:r>
              <a:rPr lang="zh-CN" altLang="en-US" sz="2400" dirty="0">
                <a:latin typeface="+mn-ea"/>
                <a:cs typeface="+mn-ea"/>
              </a:rPr>
              <a:t>．良好的用户接口</a:t>
            </a:r>
            <a:endParaRPr lang="zh-CN" altLang="en-US" sz="2400" dirty="0">
              <a:latin typeface="+mn-ea"/>
              <a:cs typeface="+mn-ea"/>
            </a:endParaRPr>
          </a:p>
          <a:p>
            <a:pPr marL="457200" lvl="1" indent="0">
              <a:lnSpc>
                <a:spcPct val="120000"/>
              </a:lnSpc>
              <a:spcBef>
                <a:spcPct val="0"/>
              </a:spcBef>
              <a:buNone/>
            </a:pPr>
            <a:r>
              <a:rPr lang="en-US" altLang="zh-CN" sz="2400" dirty="0">
                <a:latin typeface="+mn-ea"/>
                <a:cs typeface="+mn-ea"/>
              </a:rPr>
              <a:t>7</a:t>
            </a:r>
            <a:r>
              <a:rPr lang="zh-CN" altLang="en-US" sz="2400" dirty="0">
                <a:latin typeface="+mn-ea"/>
                <a:cs typeface="+mn-ea"/>
              </a:rPr>
              <a:t>．开放式的操作系统</a:t>
            </a:r>
            <a:endParaRPr lang="zh-CN" altLang="en-US" sz="2400" dirty="0">
              <a:latin typeface="+mn-ea"/>
              <a:cs typeface="+mn-ea"/>
            </a:endParaRPr>
          </a:p>
          <a:p>
            <a:pPr marL="457200" lvl="1" indent="0">
              <a:lnSpc>
                <a:spcPct val="120000"/>
              </a:lnSpc>
              <a:spcBef>
                <a:spcPct val="0"/>
              </a:spcBef>
              <a:buNone/>
            </a:pPr>
            <a:r>
              <a:rPr lang="en-US" altLang="zh-CN" sz="2400" dirty="0">
                <a:latin typeface="+mn-ea"/>
                <a:cs typeface="+mn-ea"/>
              </a:rPr>
              <a:t>8</a:t>
            </a:r>
            <a:r>
              <a:rPr lang="zh-CN" altLang="en-US" sz="2400" dirty="0">
                <a:latin typeface="+mn-ea"/>
                <a:cs typeface="+mn-ea"/>
              </a:rPr>
              <a:t>．强有力的软件开发环境</a:t>
            </a:r>
            <a:endParaRPr lang="zh-CN" altLang="en-US" sz="2400" dirty="0">
              <a:latin typeface="+mn-ea"/>
              <a:cs typeface="+mn-ea"/>
            </a:endParaRPr>
          </a:p>
          <a:p>
            <a:pPr marL="457200" lvl="1" indent="0">
              <a:lnSpc>
                <a:spcPct val="120000"/>
              </a:lnSpc>
              <a:spcBef>
                <a:spcPct val="0"/>
              </a:spcBef>
              <a:buNone/>
            </a:pPr>
            <a:r>
              <a:rPr lang="en-US" altLang="zh-CN" sz="2400" dirty="0">
                <a:latin typeface="+mn-ea"/>
                <a:cs typeface="+mn-ea"/>
              </a:rPr>
              <a:t>9</a:t>
            </a:r>
            <a:r>
              <a:rPr lang="zh-CN" altLang="en-US" sz="2400" dirty="0">
                <a:latin typeface="+mn-ea"/>
                <a:cs typeface="+mn-ea"/>
              </a:rPr>
              <a:t>．丰富的实用程序</a:t>
            </a:r>
            <a:endParaRPr lang="zh-CN" altLang="en-US" sz="2400" dirty="0">
              <a:latin typeface="+mn-ea"/>
              <a:cs typeface="+mn-ea"/>
            </a:endParaRPr>
          </a:p>
        </p:txBody>
      </p:sp>
      <p:sp>
        <p:nvSpPr>
          <p:cNvPr id="81922" name="Rectangle 2"/>
          <p:cNvSpPr>
            <a:spLocks noGrp="1"/>
          </p:cNvSpPr>
          <p:nvPr>
            <p:ph type="title"/>
          </p:nvPr>
        </p:nvSpPr>
        <p:spPr>
          <a:xfrm>
            <a:off x="1323023" y="-26987"/>
            <a:ext cx="7772400" cy="838200"/>
          </a:xfrm>
        </p:spPr>
        <p:txBody>
          <a:bodyPr wrap="square" lIns="91440" tIns="45720" rIns="91440" bIns="45720" anchor="ctr" anchorCtr="0"/>
          <a:p>
            <a:r>
              <a:rPr lang="en-US" altLang="zh-CN" sz="4400" dirty="0">
                <a:solidFill>
                  <a:srgbClr val="FF0000"/>
                </a:solidFill>
              </a:rPr>
              <a:t>UNIX</a:t>
            </a:r>
            <a:r>
              <a:rPr lang="zh-CN" altLang="en-US" sz="4400" dirty="0">
                <a:solidFill>
                  <a:srgbClr val="FF0000"/>
                </a:solidFill>
              </a:rPr>
              <a:t>综述</a:t>
            </a:r>
            <a:endParaRPr lang="zh-CN" altLang="en-US" sz="4400" dirty="0">
              <a:solidFill>
                <a:srgbClr val="FF0000"/>
              </a:solidFill>
            </a:endParaRPr>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2945" name="Rectangle 3"/>
          <p:cNvSpPr>
            <a:spLocks noGrp="1"/>
          </p:cNvSpPr>
          <p:nvPr>
            <p:ph idx="1"/>
          </p:nvPr>
        </p:nvSpPr>
        <p:spPr>
          <a:xfrm>
            <a:off x="2279333" y="418465"/>
            <a:ext cx="7704137" cy="865188"/>
          </a:xfrm>
        </p:spPr>
        <p:txBody>
          <a:bodyPr wrap="square" lIns="91440" tIns="45720" rIns="91440" bIns="45720" anchor="t" anchorCtr="0"/>
          <a:p>
            <a:pPr algn="ctr">
              <a:lnSpc>
                <a:spcPct val="90000"/>
              </a:lnSpc>
              <a:buNone/>
            </a:pPr>
            <a:r>
              <a:rPr lang="en-US" altLang="zh-CN" sz="4000" dirty="0">
                <a:solidFill>
                  <a:srgbClr val="FF0000"/>
                </a:solidFill>
                <a:latin typeface="+mn-ea"/>
                <a:cs typeface="+mn-ea"/>
              </a:rPr>
              <a:t> UNIX</a:t>
            </a:r>
            <a:r>
              <a:rPr lang="zh-CN" altLang="en-US" sz="4000" dirty="0">
                <a:solidFill>
                  <a:srgbClr val="FF0000"/>
                </a:solidFill>
                <a:latin typeface="+mn-ea"/>
                <a:cs typeface="+mn-ea"/>
              </a:rPr>
              <a:t>分层体系结构</a:t>
            </a:r>
            <a:r>
              <a:rPr lang="zh-CN" altLang="en-US" sz="2000" dirty="0">
                <a:solidFill>
                  <a:srgbClr val="FF0000"/>
                </a:solidFill>
                <a:latin typeface="+mn-ea"/>
                <a:cs typeface="+mn-ea"/>
              </a:rPr>
              <a:t> </a:t>
            </a:r>
            <a:endParaRPr lang="zh-CN" altLang="en-US" sz="2000" dirty="0">
              <a:latin typeface="+mn-ea"/>
              <a:cs typeface="+mn-ea"/>
            </a:endParaRPr>
          </a:p>
          <a:p>
            <a:pPr>
              <a:lnSpc>
                <a:spcPct val="90000"/>
              </a:lnSpc>
            </a:pPr>
            <a:endParaRPr lang="zh-CN" altLang="en-US" sz="2000" dirty="0">
              <a:latin typeface="+mn-ea"/>
              <a:cs typeface="+mn-ea"/>
            </a:endParaRPr>
          </a:p>
        </p:txBody>
      </p:sp>
      <p:grpSp>
        <p:nvGrpSpPr>
          <p:cNvPr id="82946" name="Group 27"/>
          <p:cNvGrpSpPr>
            <a:grpSpLocks noChangeAspect="1"/>
          </p:cNvGrpSpPr>
          <p:nvPr/>
        </p:nvGrpSpPr>
        <p:grpSpPr>
          <a:xfrm>
            <a:off x="2279650" y="1484313"/>
            <a:ext cx="7848600" cy="5040312"/>
            <a:chOff x="3203" y="2376"/>
            <a:chExt cx="6787" cy="4680"/>
          </a:xfrm>
        </p:grpSpPr>
        <p:sp>
          <p:nvSpPr>
            <p:cNvPr id="82947" name="AutoShape 28"/>
            <p:cNvSpPr>
              <a:spLocks noChangeAspect="1"/>
            </p:cNvSpPr>
            <p:nvPr/>
          </p:nvSpPr>
          <p:spPr>
            <a:xfrm>
              <a:off x="3203" y="2376"/>
              <a:ext cx="6787" cy="4680"/>
            </a:xfrm>
            <a:prstGeom prst="rect">
              <a:avLst/>
            </a:prstGeom>
            <a:noFill/>
            <a:ln w="9525">
              <a:noFill/>
            </a:ln>
          </p:spPr>
          <p:txBody>
            <a:bodyPr anchor="t" anchorCtr="0"/>
            <a:p>
              <a:pPr algn="ctr"/>
              <a:endParaRPr lang="zh-CN" altLang="en-US" dirty="0">
                <a:latin typeface="Times New Roman" panose="02020503050405090304" charset="0"/>
                <a:ea typeface="宋体" pitchFamily="2" charset="-122"/>
              </a:endParaRPr>
            </a:p>
          </p:txBody>
        </p:sp>
        <p:grpSp>
          <p:nvGrpSpPr>
            <p:cNvPr id="82948" name="Group 29"/>
            <p:cNvGrpSpPr/>
            <p:nvPr/>
          </p:nvGrpSpPr>
          <p:grpSpPr>
            <a:xfrm>
              <a:off x="4357" y="2376"/>
              <a:ext cx="4786" cy="4676"/>
              <a:chOff x="2483" y="1752"/>
              <a:chExt cx="5220" cy="5220"/>
            </a:xfrm>
          </p:grpSpPr>
          <p:sp>
            <p:nvSpPr>
              <p:cNvPr id="82949" name="Oval 30"/>
              <p:cNvSpPr/>
              <p:nvPr/>
            </p:nvSpPr>
            <p:spPr>
              <a:xfrm>
                <a:off x="2483" y="1752"/>
                <a:ext cx="5220" cy="5220"/>
              </a:xfrm>
              <a:prstGeom prst="ellipse">
                <a:avLst/>
              </a:prstGeom>
              <a:solidFill>
                <a:srgbClr val="FFFFFF"/>
              </a:solidFill>
              <a:ln w="9525" cap="flat" cmpd="sng">
                <a:solidFill>
                  <a:srgbClr val="000000"/>
                </a:solidFill>
                <a:prstDash val="solid"/>
                <a:round/>
                <a:headEnd type="none" w="med" len="med"/>
                <a:tailEnd type="none" w="med" len="med"/>
              </a:ln>
            </p:spPr>
            <p:txBody>
              <a:bodyPr anchor="t" anchorCtr="0"/>
              <a:p>
                <a:pPr algn="ctr"/>
                <a:endParaRPr lang="zh-CN" altLang="en-US" dirty="0">
                  <a:latin typeface="Times New Roman" panose="02020503050405090304" charset="0"/>
                  <a:ea typeface="宋体" pitchFamily="2" charset="-122"/>
                </a:endParaRPr>
              </a:p>
            </p:txBody>
          </p:sp>
          <p:sp>
            <p:nvSpPr>
              <p:cNvPr id="82950" name="Oval 31"/>
              <p:cNvSpPr/>
              <p:nvPr/>
            </p:nvSpPr>
            <p:spPr>
              <a:xfrm>
                <a:off x="3203" y="2376"/>
                <a:ext cx="3780" cy="3780"/>
              </a:xfrm>
              <a:prstGeom prst="ellipse">
                <a:avLst/>
              </a:prstGeom>
              <a:solidFill>
                <a:srgbClr val="FFFFFF"/>
              </a:solidFill>
              <a:ln w="9525" cap="flat" cmpd="sng">
                <a:solidFill>
                  <a:srgbClr val="000000"/>
                </a:solidFill>
                <a:prstDash val="solid"/>
                <a:round/>
                <a:headEnd type="none" w="med" len="med"/>
                <a:tailEnd type="none" w="med" len="med"/>
              </a:ln>
            </p:spPr>
            <p:txBody>
              <a:bodyPr anchor="t" anchorCtr="0"/>
              <a:p>
                <a:pPr algn="ctr"/>
                <a:endParaRPr lang="zh-CN" altLang="en-US" dirty="0">
                  <a:latin typeface="Times New Roman" panose="02020503050405090304" charset="0"/>
                  <a:ea typeface="宋体" pitchFamily="2" charset="-122"/>
                </a:endParaRPr>
              </a:p>
            </p:txBody>
          </p:sp>
          <p:sp>
            <p:nvSpPr>
              <p:cNvPr id="82951" name="Oval 32"/>
              <p:cNvSpPr/>
              <p:nvPr/>
            </p:nvSpPr>
            <p:spPr>
              <a:xfrm>
                <a:off x="4027" y="3156"/>
                <a:ext cx="2183" cy="2184"/>
              </a:xfrm>
              <a:prstGeom prst="ellipse">
                <a:avLst/>
              </a:prstGeom>
              <a:solidFill>
                <a:srgbClr val="FFFFFF"/>
              </a:solidFill>
              <a:ln w="9525" cap="flat" cmpd="sng">
                <a:solidFill>
                  <a:srgbClr val="000000"/>
                </a:solidFill>
                <a:prstDash val="solid"/>
                <a:round/>
                <a:headEnd type="none" w="med" len="med"/>
                <a:tailEnd type="none" w="med" len="med"/>
              </a:ln>
            </p:spPr>
            <p:txBody>
              <a:bodyPr anchor="t" anchorCtr="0"/>
              <a:p>
                <a:pPr algn="ctr"/>
                <a:endParaRPr lang="zh-CN" altLang="en-US" dirty="0">
                  <a:latin typeface="Times New Roman" panose="02020503050405090304" charset="0"/>
                  <a:ea typeface="宋体" pitchFamily="2" charset="-122"/>
                </a:endParaRPr>
              </a:p>
            </p:txBody>
          </p:sp>
          <p:sp>
            <p:nvSpPr>
              <p:cNvPr id="82952" name="Oval 33"/>
              <p:cNvSpPr/>
              <p:nvPr/>
            </p:nvSpPr>
            <p:spPr>
              <a:xfrm>
                <a:off x="4680" y="3780"/>
                <a:ext cx="900" cy="900"/>
              </a:xfrm>
              <a:prstGeom prst="ellipse">
                <a:avLst/>
              </a:prstGeom>
              <a:solidFill>
                <a:srgbClr val="FFFFFF"/>
              </a:solidFill>
              <a:ln w="9525" cap="flat" cmpd="sng">
                <a:solidFill>
                  <a:srgbClr val="000000"/>
                </a:solidFill>
                <a:prstDash val="solid"/>
                <a:round/>
                <a:headEnd type="none" w="med" len="med"/>
                <a:tailEnd type="none" w="med" len="med"/>
              </a:ln>
            </p:spPr>
            <p:txBody>
              <a:bodyPr anchor="t" anchorCtr="0"/>
              <a:p>
                <a:pPr algn="ctr"/>
                <a:endParaRPr lang="zh-CN" altLang="en-US" dirty="0">
                  <a:latin typeface="Times New Roman" panose="02020503050405090304" charset="0"/>
                  <a:ea typeface="宋体" pitchFamily="2" charset="-122"/>
                </a:endParaRPr>
              </a:p>
            </p:txBody>
          </p:sp>
          <p:sp>
            <p:nvSpPr>
              <p:cNvPr id="82953" name="Line 34"/>
              <p:cNvSpPr/>
              <p:nvPr/>
            </p:nvSpPr>
            <p:spPr>
              <a:xfrm>
                <a:off x="5131" y="2376"/>
                <a:ext cx="1" cy="780"/>
              </a:xfrm>
              <a:prstGeom prst="line">
                <a:avLst/>
              </a:prstGeom>
              <a:ln w="9525" cap="flat" cmpd="sng">
                <a:solidFill>
                  <a:srgbClr val="000000"/>
                </a:solidFill>
                <a:prstDash val="solid"/>
                <a:round/>
                <a:headEnd type="none" w="med" len="med"/>
                <a:tailEnd type="none" w="med" len="med"/>
              </a:ln>
            </p:spPr>
          </p:sp>
          <p:sp>
            <p:nvSpPr>
              <p:cNvPr id="82954" name="Line 35"/>
              <p:cNvSpPr/>
              <p:nvPr/>
            </p:nvSpPr>
            <p:spPr>
              <a:xfrm flipH="1">
                <a:off x="4036" y="5184"/>
                <a:ext cx="540" cy="624"/>
              </a:xfrm>
              <a:prstGeom prst="line">
                <a:avLst/>
              </a:prstGeom>
              <a:ln w="9525" cap="flat" cmpd="sng">
                <a:solidFill>
                  <a:srgbClr val="000000"/>
                </a:solidFill>
                <a:prstDash val="solid"/>
                <a:round/>
                <a:headEnd type="none" w="med" len="med"/>
                <a:tailEnd type="none" w="med" len="med"/>
              </a:ln>
            </p:spPr>
          </p:sp>
          <p:sp>
            <p:nvSpPr>
              <p:cNvPr id="82955" name="Line 36"/>
              <p:cNvSpPr/>
              <p:nvPr/>
            </p:nvSpPr>
            <p:spPr>
              <a:xfrm>
                <a:off x="5645" y="5184"/>
                <a:ext cx="540" cy="624"/>
              </a:xfrm>
              <a:prstGeom prst="line">
                <a:avLst/>
              </a:prstGeom>
              <a:ln w="9525" cap="flat" cmpd="sng">
                <a:solidFill>
                  <a:srgbClr val="000000"/>
                </a:solidFill>
                <a:prstDash val="solid"/>
                <a:round/>
                <a:headEnd type="none" w="med" len="med"/>
                <a:tailEnd type="none" w="med" len="med"/>
              </a:ln>
            </p:spPr>
          </p:sp>
          <p:sp>
            <p:nvSpPr>
              <p:cNvPr id="82956" name="Rectangle 37"/>
              <p:cNvSpPr/>
              <p:nvPr/>
            </p:nvSpPr>
            <p:spPr>
              <a:xfrm>
                <a:off x="4500" y="1908"/>
                <a:ext cx="1260" cy="468"/>
              </a:xfrm>
              <a:prstGeom prst="rect">
                <a:avLst/>
              </a:prstGeom>
              <a:solidFill>
                <a:srgbClr val="FFFFFF">
                  <a:alpha val="0"/>
                </a:srgbClr>
              </a:solidFill>
              <a:ln w="3175" cap="rnd" cmpd="sng">
                <a:solidFill>
                  <a:srgbClr val="FFFFFF"/>
                </a:solidFill>
                <a:prstDash val="sysDot"/>
                <a:miter/>
                <a:headEnd type="none" w="med" len="med"/>
                <a:tailEnd type="none" w="med" len="med"/>
              </a:ln>
            </p:spPr>
            <p:txBody>
              <a:bodyPr anchor="t" anchorCtr="0"/>
              <a:p>
                <a:pPr algn="just"/>
                <a:r>
                  <a:rPr lang="zh-CN" altLang="en-US" sz="1400" dirty="0">
                    <a:latin typeface="Times New Roman" panose="02020503050405090304" charset="0"/>
                    <a:ea typeface="宋体" pitchFamily="2" charset="-122"/>
                  </a:rPr>
                  <a:t>用户程序</a:t>
                </a:r>
                <a:endParaRPr lang="zh-CN" altLang="en-US" sz="1400" b="1" dirty="0">
                  <a:latin typeface="Times New Roman" panose="02020503050405090304" charset="0"/>
                  <a:ea typeface="宋体" pitchFamily="2" charset="-122"/>
                </a:endParaRPr>
              </a:p>
            </p:txBody>
          </p:sp>
          <p:sp>
            <p:nvSpPr>
              <p:cNvPr id="82957" name="Rectangle 38"/>
              <p:cNvSpPr/>
              <p:nvPr/>
            </p:nvSpPr>
            <p:spPr>
              <a:xfrm>
                <a:off x="3960" y="2844"/>
                <a:ext cx="540" cy="468"/>
              </a:xfrm>
              <a:prstGeom prst="rect">
                <a:avLst/>
              </a:prstGeom>
              <a:solidFill>
                <a:srgbClr val="FFFFFF">
                  <a:alpha val="0"/>
                </a:srgbClr>
              </a:solidFill>
              <a:ln w="3175" cap="rnd" cmpd="sng">
                <a:solidFill>
                  <a:srgbClr val="FFFFFF"/>
                </a:solidFill>
                <a:prstDash val="sysDot"/>
                <a:miter/>
                <a:headEnd type="none" w="med" len="med"/>
                <a:tailEnd type="none" w="med" len="med"/>
              </a:ln>
            </p:spPr>
            <p:txBody>
              <a:bodyPr anchor="t" anchorCtr="0"/>
              <a:p>
                <a:pPr algn="just"/>
                <a:r>
                  <a:rPr lang="zh-CN" altLang="en-US" sz="1400" dirty="0">
                    <a:latin typeface="Times New Roman" panose="02020503050405090304" charset="0"/>
                    <a:ea typeface="宋体" pitchFamily="2" charset="-122"/>
                  </a:rPr>
                  <a:t>库</a:t>
                </a:r>
                <a:endParaRPr lang="zh-CN" altLang="en-US" sz="1400" b="1" dirty="0">
                  <a:latin typeface="Times New Roman" panose="02020503050405090304" charset="0"/>
                  <a:ea typeface="宋体" pitchFamily="2" charset="-122"/>
                </a:endParaRPr>
              </a:p>
            </p:txBody>
          </p:sp>
          <p:sp>
            <p:nvSpPr>
              <p:cNvPr id="82958" name="Rectangle 39"/>
              <p:cNvSpPr/>
              <p:nvPr/>
            </p:nvSpPr>
            <p:spPr>
              <a:xfrm>
                <a:off x="3420" y="3624"/>
                <a:ext cx="540" cy="468"/>
              </a:xfrm>
              <a:prstGeom prst="rect">
                <a:avLst/>
              </a:prstGeom>
              <a:solidFill>
                <a:srgbClr val="FFFFFF">
                  <a:alpha val="0"/>
                </a:srgbClr>
              </a:solidFill>
              <a:ln w="3175" cap="rnd" cmpd="sng">
                <a:solidFill>
                  <a:srgbClr val="FFFFFF"/>
                </a:solidFill>
                <a:prstDash val="sysDot"/>
                <a:miter/>
                <a:headEnd type="none" w="med" len="med"/>
                <a:tailEnd type="none" w="med" len="med"/>
              </a:ln>
            </p:spPr>
            <p:txBody>
              <a:bodyPr anchor="t" anchorCtr="0"/>
              <a:p>
                <a:pPr algn="just"/>
                <a:r>
                  <a:rPr lang="zh-CN" altLang="en-US" sz="1400" dirty="0">
                    <a:latin typeface="Times New Roman" panose="02020503050405090304" charset="0"/>
                    <a:ea typeface="宋体" pitchFamily="2" charset="-122"/>
                  </a:rPr>
                  <a:t>函</a:t>
                </a:r>
                <a:endParaRPr lang="zh-CN" altLang="en-US" sz="1400" b="1" dirty="0">
                  <a:latin typeface="Times New Roman" panose="02020503050405090304" charset="0"/>
                  <a:ea typeface="宋体" pitchFamily="2" charset="-122"/>
                </a:endParaRPr>
              </a:p>
            </p:txBody>
          </p:sp>
          <p:sp>
            <p:nvSpPr>
              <p:cNvPr id="82959" name="Rectangle 40"/>
              <p:cNvSpPr/>
              <p:nvPr/>
            </p:nvSpPr>
            <p:spPr>
              <a:xfrm>
                <a:off x="3600" y="4560"/>
                <a:ext cx="540" cy="468"/>
              </a:xfrm>
              <a:prstGeom prst="rect">
                <a:avLst/>
              </a:prstGeom>
              <a:solidFill>
                <a:srgbClr val="FFFFFF">
                  <a:alpha val="0"/>
                </a:srgbClr>
              </a:solidFill>
              <a:ln w="3175" cap="rnd" cmpd="sng">
                <a:solidFill>
                  <a:srgbClr val="FFFFFF"/>
                </a:solidFill>
                <a:prstDash val="sysDot"/>
                <a:miter/>
                <a:headEnd type="none" w="med" len="med"/>
                <a:tailEnd type="none" w="med" len="med"/>
              </a:ln>
            </p:spPr>
            <p:txBody>
              <a:bodyPr anchor="t" anchorCtr="0"/>
              <a:p>
                <a:pPr algn="just"/>
                <a:r>
                  <a:rPr lang="zh-CN" altLang="en-US" sz="1400" dirty="0">
                    <a:latin typeface="Times New Roman" panose="02020503050405090304" charset="0"/>
                    <a:ea typeface="宋体" pitchFamily="2" charset="-122"/>
                  </a:rPr>
                  <a:t>数</a:t>
                </a:r>
                <a:endParaRPr lang="zh-CN" altLang="en-US" sz="1400" b="1" dirty="0">
                  <a:latin typeface="Times New Roman" panose="02020503050405090304" charset="0"/>
                  <a:ea typeface="宋体" pitchFamily="2" charset="-122"/>
                </a:endParaRPr>
              </a:p>
            </p:txBody>
          </p:sp>
          <p:sp>
            <p:nvSpPr>
              <p:cNvPr id="82960" name="Rectangle 41"/>
              <p:cNvSpPr/>
              <p:nvPr/>
            </p:nvSpPr>
            <p:spPr>
              <a:xfrm>
                <a:off x="5220" y="2571"/>
                <a:ext cx="540" cy="468"/>
              </a:xfrm>
              <a:prstGeom prst="rect">
                <a:avLst/>
              </a:prstGeom>
              <a:solidFill>
                <a:srgbClr val="FFFFFF">
                  <a:alpha val="0"/>
                </a:srgbClr>
              </a:solidFill>
              <a:ln w="3175" cap="rnd" cmpd="sng">
                <a:solidFill>
                  <a:srgbClr val="FFFFFF"/>
                </a:solidFill>
                <a:prstDash val="sysDot"/>
                <a:miter/>
                <a:headEnd type="none" w="med" len="med"/>
                <a:tailEnd type="none" w="med" len="med"/>
              </a:ln>
            </p:spPr>
            <p:txBody>
              <a:bodyPr anchor="t" anchorCtr="0"/>
              <a:p>
                <a:pPr algn="just"/>
                <a:r>
                  <a:rPr lang="zh-CN" altLang="en-US" sz="1400" dirty="0">
                    <a:latin typeface="Times New Roman" panose="02020503050405090304" charset="0"/>
                    <a:ea typeface="宋体" pitchFamily="2" charset="-122"/>
                  </a:rPr>
                  <a:t>各</a:t>
                </a:r>
                <a:endParaRPr lang="zh-CN" altLang="en-US" sz="1400" b="1" dirty="0">
                  <a:latin typeface="Times New Roman" panose="02020503050405090304" charset="0"/>
                  <a:ea typeface="宋体" pitchFamily="2" charset="-122"/>
                </a:endParaRPr>
              </a:p>
            </p:txBody>
          </p:sp>
          <p:sp>
            <p:nvSpPr>
              <p:cNvPr id="82961" name="Rectangle 42"/>
              <p:cNvSpPr/>
              <p:nvPr/>
            </p:nvSpPr>
            <p:spPr>
              <a:xfrm>
                <a:off x="5710" y="2896"/>
                <a:ext cx="540" cy="468"/>
              </a:xfrm>
              <a:prstGeom prst="rect">
                <a:avLst/>
              </a:prstGeom>
              <a:solidFill>
                <a:srgbClr val="FFFFFF">
                  <a:alpha val="0"/>
                </a:srgbClr>
              </a:solidFill>
              <a:ln w="3175" cap="rnd" cmpd="sng">
                <a:solidFill>
                  <a:srgbClr val="FFFFFF"/>
                </a:solidFill>
                <a:prstDash val="sysDot"/>
                <a:miter/>
                <a:headEnd type="none" w="med" len="med"/>
                <a:tailEnd type="none" w="med" len="med"/>
              </a:ln>
            </p:spPr>
            <p:txBody>
              <a:bodyPr anchor="t" anchorCtr="0"/>
              <a:p>
                <a:pPr algn="just"/>
                <a:r>
                  <a:rPr lang="zh-CN" altLang="en-US" sz="1400" dirty="0">
                    <a:latin typeface="Times New Roman" panose="02020503050405090304" charset="0"/>
                    <a:ea typeface="宋体" pitchFamily="2" charset="-122"/>
                  </a:rPr>
                  <a:t>种</a:t>
                </a:r>
                <a:endParaRPr lang="zh-CN" altLang="en-US" sz="1400" b="1" dirty="0">
                  <a:latin typeface="Times New Roman" panose="02020503050405090304" charset="0"/>
                  <a:ea typeface="宋体" pitchFamily="2" charset="-122"/>
                </a:endParaRPr>
              </a:p>
            </p:txBody>
          </p:sp>
          <p:sp>
            <p:nvSpPr>
              <p:cNvPr id="82962" name="Rectangle 43"/>
              <p:cNvSpPr/>
              <p:nvPr/>
            </p:nvSpPr>
            <p:spPr>
              <a:xfrm>
                <a:off x="6187" y="3338"/>
                <a:ext cx="540" cy="468"/>
              </a:xfrm>
              <a:prstGeom prst="rect">
                <a:avLst/>
              </a:prstGeom>
              <a:solidFill>
                <a:srgbClr val="FFFFFF">
                  <a:alpha val="0"/>
                </a:srgbClr>
              </a:solidFill>
              <a:ln w="3175" cap="rnd" cmpd="sng">
                <a:solidFill>
                  <a:srgbClr val="FFFFFF"/>
                </a:solidFill>
                <a:prstDash val="sysDot"/>
                <a:miter/>
                <a:headEnd type="none" w="med" len="med"/>
                <a:tailEnd type="none" w="med" len="med"/>
              </a:ln>
            </p:spPr>
            <p:txBody>
              <a:bodyPr anchor="t" anchorCtr="0"/>
              <a:p>
                <a:pPr algn="just"/>
                <a:r>
                  <a:rPr lang="zh-CN" altLang="en-US" sz="1400" dirty="0">
                    <a:latin typeface="Times New Roman" panose="02020503050405090304" charset="0"/>
                    <a:ea typeface="宋体" pitchFamily="2" charset="-122"/>
                  </a:rPr>
                  <a:t>实</a:t>
                </a:r>
                <a:endParaRPr lang="zh-CN" altLang="en-US" sz="1400" b="1" dirty="0">
                  <a:latin typeface="Times New Roman" panose="02020503050405090304" charset="0"/>
                  <a:ea typeface="宋体" pitchFamily="2" charset="-122"/>
                </a:endParaRPr>
              </a:p>
            </p:txBody>
          </p:sp>
          <p:sp>
            <p:nvSpPr>
              <p:cNvPr id="82963" name="Rectangle 44"/>
              <p:cNvSpPr/>
              <p:nvPr/>
            </p:nvSpPr>
            <p:spPr>
              <a:xfrm>
                <a:off x="6313" y="3845"/>
                <a:ext cx="540" cy="468"/>
              </a:xfrm>
              <a:prstGeom prst="rect">
                <a:avLst/>
              </a:prstGeom>
              <a:solidFill>
                <a:srgbClr val="FFFFFF">
                  <a:alpha val="0"/>
                </a:srgbClr>
              </a:solidFill>
              <a:ln w="3175" cap="rnd" cmpd="sng">
                <a:solidFill>
                  <a:srgbClr val="FFFFFF"/>
                </a:solidFill>
                <a:prstDash val="sysDot"/>
                <a:miter/>
                <a:headEnd type="none" w="med" len="med"/>
                <a:tailEnd type="none" w="med" len="med"/>
              </a:ln>
            </p:spPr>
            <p:txBody>
              <a:bodyPr anchor="t" anchorCtr="0"/>
              <a:p>
                <a:pPr algn="just"/>
                <a:r>
                  <a:rPr lang="zh-CN" altLang="en-US" sz="1400" dirty="0">
                    <a:latin typeface="Times New Roman" panose="02020503050405090304" charset="0"/>
                    <a:ea typeface="宋体" pitchFamily="2" charset="-122"/>
                  </a:rPr>
                  <a:t>用</a:t>
                </a:r>
                <a:endParaRPr lang="zh-CN" altLang="en-US" sz="1400" b="1" dirty="0">
                  <a:latin typeface="Times New Roman" panose="02020503050405090304" charset="0"/>
                  <a:ea typeface="宋体" pitchFamily="2" charset="-122"/>
                </a:endParaRPr>
              </a:p>
            </p:txBody>
          </p:sp>
          <p:sp>
            <p:nvSpPr>
              <p:cNvPr id="82964" name="Rectangle 45"/>
              <p:cNvSpPr/>
              <p:nvPr/>
            </p:nvSpPr>
            <p:spPr>
              <a:xfrm>
                <a:off x="6267" y="4436"/>
                <a:ext cx="540" cy="468"/>
              </a:xfrm>
              <a:prstGeom prst="rect">
                <a:avLst/>
              </a:prstGeom>
              <a:solidFill>
                <a:srgbClr val="FFFFFF">
                  <a:alpha val="0"/>
                </a:srgbClr>
              </a:solidFill>
              <a:ln w="3175" cap="rnd" cmpd="sng">
                <a:solidFill>
                  <a:srgbClr val="FFFFFF"/>
                </a:solidFill>
                <a:prstDash val="sysDot"/>
                <a:miter/>
                <a:headEnd type="none" w="med" len="med"/>
                <a:tailEnd type="none" w="med" len="med"/>
              </a:ln>
            </p:spPr>
            <p:txBody>
              <a:bodyPr anchor="t" anchorCtr="0"/>
              <a:p>
                <a:pPr algn="just"/>
                <a:r>
                  <a:rPr lang="zh-CN" altLang="en-US" sz="1400" dirty="0">
                    <a:latin typeface="Times New Roman" panose="02020503050405090304" charset="0"/>
                    <a:ea typeface="宋体" pitchFamily="2" charset="-122"/>
                  </a:rPr>
                  <a:t>程</a:t>
                </a:r>
                <a:endParaRPr lang="zh-CN" altLang="en-US" sz="1400" b="1" dirty="0">
                  <a:latin typeface="Times New Roman" panose="02020503050405090304" charset="0"/>
                  <a:ea typeface="宋体" pitchFamily="2" charset="-122"/>
                </a:endParaRPr>
              </a:p>
            </p:txBody>
          </p:sp>
          <p:sp>
            <p:nvSpPr>
              <p:cNvPr id="82965" name="Rectangle 46"/>
              <p:cNvSpPr/>
              <p:nvPr/>
            </p:nvSpPr>
            <p:spPr>
              <a:xfrm>
                <a:off x="6055" y="4846"/>
                <a:ext cx="540" cy="468"/>
              </a:xfrm>
              <a:prstGeom prst="rect">
                <a:avLst/>
              </a:prstGeom>
              <a:solidFill>
                <a:srgbClr val="FFFFFF">
                  <a:alpha val="0"/>
                </a:srgbClr>
              </a:solidFill>
              <a:ln w="3175" cap="rnd" cmpd="sng">
                <a:solidFill>
                  <a:srgbClr val="FFFFFF"/>
                </a:solidFill>
                <a:prstDash val="sysDot"/>
                <a:miter/>
                <a:headEnd type="none" w="med" len="med"/>
                <a:tailEnd type="none" w="med" len="med"/>
              </a:ln>
            </p:spPr>
            <p:txBody>
              <a:bodyPr anchor="t" anchorCtr="0"/>
              <a:p>
                <a:pPr algn="just"/>
                <a:r>
                  <a:rPr lang="zh-CN" altLang="en-US" sz="1400" dirty="0">
                    <a:latin typeface="Times New Roman" panose="02020503050405090304" charset="0"/>
                    <a:ea typeface="宋体" pitchFamily="2" charset="-122"/>
                  </a:rPr>
                  <a:t>序</a:t>
                </a:r>
                <a:endParaRPr lang="zh-CN" altLang="en-US" sz="1400" b="1" dirty="0">
                  <a:latin typeface="Times New Roman" panose="02020503050405090304" charset="0"/>
                  <a:ea typeface="宋体" pitchFamily="2" charset="-122"/>
                </a:endParaRPr>
              </a:p>
            </p:txBody>
          </p:sp>
          <p:sp>
            <p:nvSpPr>
              <p:cNvPr id="82966" name="Rectangle 47"/>
              <p:cNvSpPr/>
              <p:nvPr/>
            </p:nvSpPr>
            <p:spPr>
              <a:xfrm>
                <a:off x="4680" y="5496"/>
                <a:ext cx="900" cy="468"/>
              </a:xfrm>
              <a:prstGeom prst="rect">
                <a:avLst/>
              </a:prstGeom>
              <a:solidFill>
                <a:srgbClr val="FFFFFF">
                  <a:alpha val="0"/>
                </a:srgbClr>
              </a:solidFill>
              <a:ln w="3175" cap="rnd" cmpd="sng">
                <a:solidFill>
                  <a:srgbClr val="FFFFFF"/>
                </a:solidFill>
                <a:prstDash val="sysDot"/>
                <a:miter/>
                <a:headEnd type="none" w="med" len="med"/>
                <a:tailEnd type="none" w="med" len="med"/>
              </a:ln>
            </p:spPr>
            <p:txBody>
              <a:bodyPr anchor="t" anchorCtr="0"/>
              <a:p>
                <a:pPr algn="just"/>
                <a:r>
                  <a:rPr lang="en-US" altLang="zh-CN" sz="1400" dirty="0">
                    <a:latin typeface="Times New Roman" panose="02020503050405090304" charset="0"/>
                    <a:ea typeface="宋体" pitchFamily="2" charset="-122"/>
                  </a:rPr>
                  <a:t>Shell</a:t>
                </a:r>
                <a:endParaRPr lang="en-US" altLang="zh-CN" sz="1400" b="1" dirty="0">
                  <a:latin typeface="Times New Roman" panose="02020503050405090304" charset="0"/>
                  <a:ea typeface="宋体" pitchFamily="2" charset="-122"/>
                </a:endParaRPr>
              </a:p>
            </p:txBody>
          </p:sp>
          <p:sp>
            <p:nvSpPr>
              <p:cNvPr id="82967" name="Rectangle 48"/>
              <p:cNvSpPr/>
              <p:nvPr/>
            </p:nvSpPr>
            <p:spPr>
              <a:xfrm>
                <a:off x="4680" y="4716"/>
                <a:ext cx="835" cy="468"/>
              </a:xfrm>
              <a:prstGeom prst="rect">
                <a:avLst/>
              </a:prstGeom>
              <a:solidFill>
                <a:srgbClr val="FFFFFF">
                  <a:alpha val="0"/>
                </a:srgbClr>
              </a:solidFill>
              <a:ln w="3175" cap="rnd" cmpd="sng">
                <a:solidFill>
                  <a:srgbClr val="FFFFFF"/>
                </a:solidFill>
                <a:prstDash val="sysDot"/>
                <a:miter/>
                <a:headEnd type="none" w="med" len="med"/>
                <a:tailEnd type="none" w="med" len="med"/>
              </a:ln>
            </p:spPr>
            <p:txBody>
              <a:bodyPr anchor="t" anchorCtr="0"/>
              <a:p>
                <a:pPr algn="just"/>
                <a:r>
                  <a:rPr lang="zh-CN" altLang="en-US" sz="1400" dirty="0">
                    <a:latin typeface="Times New Roman" panose="02020503050405090304" charset="0"/>
                    <a:ea typeface="宋体" pitchFamily="2" charset="-122"/>
                  </a:rPr>
                  <a:t>内核</a:t>
                </a:r>
                <a:endParaRPr lang="zh-CN" altLang="en-US" sz="1400" b="1" dirty="0">
                  <a:latin typeface="Times New Roman" panose="02020503050405090304" charset="0"/>
                  <a:ea typeface="宋体" pitchFamily="2" charset="-122"/>
                </a:endParaRPr>
              </a:p>
            </p:txBody>
          </p:sp>
          <p:sp>
            <p:nvSpPr>
              <p:cNvPr id="82968" name="Rectangle 49"/>
              <p:cNvSpPr/>
              <p:nvPr/>
            </p:nvSpPr>
            <p:spPr>
              <a:xfrm>
                <a:off x="4771" y="3988"/>
                <a:ext cx="900" cy="468"/>
              </a:xfrm>
              <a:prstGeom prst="rect">
                <a:avLst/>
              </a:prstGeom>
              <a:solidFill>
                <a:srgbClr val="FFFFFF">
                  <a:alpha val="0"/>
                </a:srgbClr>
              </a:solidFill>
              <a:ln w="3175" cap="rnd" cmpd="sng">
                <a:solidFill>
                  <a:srgbClr val="FFFFFF"/>
                </a:solidFill>
                <a:prstDash val="sysDot"/>
                <a:miter/>
                <a:headEnd type="none" w="med" len="med"/>
                <a:tailEnd type="none" w="med" len="med"/>
              </a:ln>
            </p:spPr>
            <p:txBody>
              <a:bodyPr anchor="t" anchorCtr="0"/>
              <a:p>
                <a:pPr algn="just"/>
                <a:r>
                  <a:rPr lang="zh-CN" altLang="en-US" sz="1400" dirty="0">
                    <a:latin typeface="Times New Roman" panose="02020503050405090304" charset="0"/>
                    <a:ea typeface="宋体" pitchFamily="2" charset="-122"/>
                  </a:rPr>
                  <a:t>硬件</a:t>
                </a:r>
                <a:endParaRPr lang="zh-CN" altLang="en-US" sz="1400" b="1" dirty="0">
                  <a:latin typeface="Times New Roman" panose="02020503050405090304" charset="0"/>
                  <a:ea typeface="宋体" pitchFamily="2" charset="-122"/>
                </a:endParaRPr>
              </a:p>
            </p:txBody>
          </p:sp>
        </p:grpSp>
      </p:gr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3969" name="Rectangle 2"/>
          <p:cNvSpPr>
            <a:spLocks noGrp="1"/>
          </p:cNvSpPr>
          <p:nvPr>
            <p:ph type="title"/>
          </p:nvPr>
        </p:nvSpPr>
        <p:spPr>
          <a:xfrm>
            <a:off x="2208213" y="114300"/>
            <a:ext cx="7772400" cy="838200"/>
          </a:xfrm>
        </p:spPr>
        <p:txBody>
          <a:bodyPr wrap="square" lIns="91440" tIns="45720" rIns="91440" bIns="45720" anchor="ctr" anchorCtr="0"/>
          <a:p>
            <a:r>
              <a:rPr lang="en-US" altLang="zh-CN" sz="4400" dirty="0">
                <a:solidFill>
                  <a:srgbClr val="FF0000"/>
                </a:solidFill>
              </a:rPr>
              <a:t>UNIX</a:t>
            </a:r>
            <a:r>
              <a:rPr lang="zh-CN" altLang="en-US" sz="4400" dirty="0">
                <a:solidFill>
                  <a:srgbClr val="FF0000"/>
                </a:solidFill>
              </a:rPr>
              <a:t>内核功能</a:t>
            </a:r>
            <a:endParaRPr lang="zh-CN" altLang="en-US" sz="4400" dirty="0">
              <a:solidFill>
                <a:srgbClr val="FF0000"/>
              </a:solidFill>
            </a:endParaRPr>
          </a:p>
        </p:txBody>
      </p:sp>
      <p:sp>
        <p:nvSpPr>
          <p:cNvPr id="68611" name="Rectangle 3"/>
          <p:cNvSpPr>
            <a:spLocks noGrp="1" noChangeArrowheads="1"/>
          </p:cNvSpPr>
          <p:nvPr>
            <p:ph idx="1"/>
          </p:nvPr>
        </p:nvSpPr>
        <p:spPr>
          <a:xfrm>
            <a:off x="2197100" y="1273175"/>
            <a:ext cx="7704138" cy="3889375"/>
          </a:xfrm>
        </p:spPr>
        <p:txBody>
          <a:bodyPr vert="horz" wrap="square" lIns="91440" tIns="45720" rIns="91440" bIns="45720" numCol="1" anchor="t" anchorCtr="0" compatLnSpc="1"/>
          <a:lstStyle/>
          <a:p>
            <a:pPr marL="342900" marR="0" lvl="0" indent="-342900" algn="just" defTabSz="914400" rtl="0" eaLnBrk="0" fontAlgn="base" latinLnBrk="0" hangingPunct="0">
              <a:lnSpc>
                <a:spcPct val="150000"/>
              </a:lnSpc>
              <a:spcBef>
                <a:spcPct val="20000"/>
              </a:spcBef>
              <a:spcAft>
                <a:spcPct val="0"/>
              </a:spcAft>
              <a:buClrTx/>
              <a:buSzTx/>
              <a:buFont typeface="Wingdings" panose="05000000000000000000" pitchFamily="2" charset="2"/>
              <a:buChar char="l"/>
              <a:defRPr/>
            </a:pPr>
            <a:r>
              <a:rPr kumimoji="1" lang="en-US" altLang="zh-CN" sz="2800" b="0" i="0" u="none" strike="noStrike" kern="0" cap="none" spc="0" normalizeH="0" baseline="0" noProof="0" dirty="0">
                <a:ln>
                  <a:noFill/>
                </a:ln>
                <a:solidFill>
                  <a:schemeClr val="tx1"/>
                </a:solidFill>
                <a:effectLst/>
                <a:uLnTx/>
                <a:uFillTx/>
                <a:latin typeface="+mn-lt"/>
                <a:ea typeface="+mn-ea"/>
                <a:cs typeface="+mn-cs"/>
              </a:rPr>
              <a:t> </a:t>
            </a:r>
            <a:r>
              <a:rPr kumimoji="1" lang="en-US" altLang="zh-CN" sz="2800" b="1" i="0" u="none" strike="noStrike" kern="0" cap="none" spc="0" normalizeH="0" baseline="0" noProof="0" dirty="0">
                <a:ln>
                  <a:noFill/>
                </a:ln>
                <a:solidFill>
                  <a:schemeClr val="tx1"/>
                </a:solidFill>
                <a:effectLst/>
                <a:uLnTx/>
                <a:uFillTx/>
                <a:latin typeface="+mn-lt"/>
                <a:ea typeface="+mn-ea"/>
                <a:cs typeface="+mn-cs"/>
              </a:rPr>
              <a:t>UNIX</a:t>
            </a:r>
            <a:r>
              <a:rPr kumimoji="1" lang="zh-CN" altLang="en-US" sz="2800" b="1" i="0" u="none" strike="noStrike" kern="0" cap="none" spc="0" normalizeH="0" baseline="0" noProof="0" dirty="0">
                <a:ln>
                  <a:noFill/>
                </a:ln>
                <a:solidFill>
                  <a:schemeClr val="tx1"/>
                </a:solidFill>
                <a:effectLst/>
                <a:uLnTx/>
                <a:uFillTx/>
                <a:latin typeface="+mn-lt"/>
                <a:ea typeface="+mn-ea"/>
                <a:cs typeface="+mn-cs"/>
              </a:rPr>
              <a:t>内核是</a:t>
            </a:r>
            <a:r>
              <a:rPr kumimoji="1" lang="en-US" altLang="zh-CN" sz="2800" b="1" i="0" u="none" strike="noStrike" kern="0" cap="none" spc="0" normalizeH="0" baseline="0" noProof="0" dirty="0">
                <a:ln>
                  <a:noFill/>
                </a:ln>
                <a:solidFill>
                  <a:schemeClr val="tx1"/>
                </a:solidFill>
                <a:effectLst/>
                <a:uLnTx/>
                <a:uFillTx/>
                <a:latin typeface="+mn-lt"/>
                <a:ea typeface="+mn-ea"/>
                <a:cs typeface="+mn-cs"/>
              </a:rPr>
              <a:t>UNIX</a:t>
            </a:r>
            <a:r>
              <a:rPr kumimoji="1" lang="zh-CN" altLang="en-US" sz="2800" b="1" i="0" u="none" strike="noStrike" kern="0" cap="none" spc="0" normalizeH="0" baseline="0" noProof="0" dirty="0">
                <a:ln>
                  <a:noFill/>
                </a:ln>
                <a:solidFill>
                  <a:schemeClr val="tx1"/>
                </a:solidFill>
                <a:effectLst/>
                <a:uLnTx/>
                <a:uFillTx/>
                <a:latin typeface="+mn-lt"/>
                <a:ea typeface="+mn-ea"/>
                <a:cs typeface="+mn-cs"/>
              </a:rPr>
              <a:t>系统的核心部分，它是机器硬件的第一层扩展，构成了第一层虚拟机。</a:t>
            </a:r>
            <a:endParaRPr kumimoji="1" lang="zh-CN" altLang="en-US" sz="2800" b="1" i="0" u="none" strike="noStrike" kern="0" cap="none" spc="0" normalizeH="0" baseline="0" noProof="0" dirty="0">
              <a:ln>
                <a:noFill/>
              </a:ln>
              <a:solidFill>
                <a:schemeClr val="tx1"/>
              </a:solidFill>
              <a:effectLst/>
              <a:uLnTx/>
              <a:uFillTx/>
              <a:latin typeface="+mn-lt"/>
              <a:ea typeface="+mn-ea"/>
              <a:cs typeface="+mn-cs"/>
            </a:endParaRPr>
          </a:p>
          <a:p>
            <a:pPr marL="0" marR="0" lvl="0" indent="0" algn="just" defTabSz="914400" rtl="0" eaLnBrk="0" fontAlgn="base" latinLnBrk="0" hangingPunct="0">
              <a:lnSpc>
                <a:spcPct val="150000"/>
              </a:lnSpc>
              <a:spcBef>
                <a:spcPct val="20000"/>
              </a:spcBef>
              <a:spcAft>
                <a:spcPct val="0"/>
              </a:spcAft>
              <a:buClrTx/>
              <a:buSzTx/>
              <a:buFontTx/>
              <a:buChar char="•"/>
              <a:defRPr/>
            </a:pPr>
            <a:endParaRPr kumimoji="1" lang="zh-CN" altLang="en-US" sz="2800" b="1" i="0" u="none" strike="noStrike" kern="0" cap="none" spc="0" normalizeH="0" baseline="0" noProof="0" dirty="0">
              <a:ln>
                <a:noFill/>
              </a:ln>
              <a:solidFill>
                <a:srgbClr val="FF0000"/>
              </a:solidFill>
              <a:effectLst/>
              <a:uLnTx/>
              <a:uFillTx/>
              <a:latin typeface="+mn-lt"/>
              <a:ea typeface="+mn-ea"/>
              <a:cs typeface="+mn-cs"/>
            </a:endParaRPr>
          </a:p>
          <a:p>
            <a:pPr marL="342900" marR="0" lvl="0" indent="-342900" algn="just" defTabSz="914400" rtl="0" eaLnBrk="0" fontAlgn="base" latinLnBrk="0" hangingPunct="0">
              <a:lnSpc>
                <a:spcPct val="150000"/>
              </a:lnSpc>
              <a:spcBef>
                <a:spcPct val="20000"/>
              </a:spcBef>
              <a:spcAft>
                <a:spcPct val="0"/>
              </a:spcAft>
              <a:buClrTx/>
              <a:buSzTx/>
              <a:buFont typeface="Wingdings" panose="05000000000000000000" pitchFamily="2" charset="2"/>
              <a:buChar char="l"/>
              <a:defRPr/>
            </a:pPr>
            <a:r>
              <a:rPr kumimoji="1" lang="zh-CN" altLang="en-US" sz="2800" b="1" i="0" u="none" strike="noStrike" kern="0" cap="none" spc="0" normalizeH="0" baseline="0" noProof="0" dirty="0">
                <a:ln>
                  <a:noFill/>
                </a:ln>
                <a:solidFill>
                  <a:schemeClr val="tx1"/>
                </a:solidFill>
                <a:effectLst/>
                <a:uLnTx/>
                <a:uFillTx/>
                <a:latin typeface="+mn-lt"/>
                <a:ea typeface="+mn-ea"/>
                <a:cs typeface="+mn-cs"/>
              </a:rPr>
              <a:t>从系统构成的角度我们可将</a:t>
            </a:r>
            <a:r>
              <a:rPr kumimoji="1" lang="en-US" altLang="zh-CN" sz="2800" b="1" i="0" u="none" strike="noStrike" kern="0" cap="none" spc="0" normalizeH="0" baseline="0" noProof="0" dirty="0">
                <a:ln>
                  <a:noFill/>
                </a:ln>
                <a:solidFill>
                  <a:schemeClr val="tx1"/>
                </a:solidFill>
                <a:effectLst/>
                <a:uLnTx/>
                <a:uFillTx/>
                <a:latin typeface="+mn-lt"/>
                <a:ea typeface="+mn-ea"/>
                <a:cs typeface="+mn-cs"/>
              </a:rPr>
              <a:t>UNIX</a:t>
            </a:r>
            <a:r>
              <a:rPr kumimoji="1" lang="zh-CN" altLang="en-US" sz="2800" b="1" i="0" u="none" strike="noStrike" kern="0" cap="none" spc="0" normalizeH="0" baseline="0" noProof="0" dirty="0">
                <a:ln>
                  <a:noFill/>
                </a:ln>
                <a:solidFill>
                  <a:schemeClr val="tx1"/>
                </a:solidFill>
                <a:effectLst/>
                <a:uLnTx/>
                <a:uFillTx/>
                <a:latin typeface="+mn-lt"/>
                <a:ea typeface="+mn-ea"/>
                <a:cs typeface="+mn-cs"/>
              </a:rPr>
              <a:t>系统大致看成三级：</a:t>
            </a:r>
            <a:r>
              <a:rPr kumimoji="1" lang="zh-CN" altLang="en-US" sz="2800" b="1" i="0" u="none" strike="noStrike" kern="0" cap="none" spc="0" normalizeH="0" baseline="0" noProof="0" dirty="0">
                <a:ln>
                  <a:noFill/>
                </a:ln>
                <a:solidFill>
                  <a:srgbClr val="FF0000"/>
                </a:solidFill>
                <a:effectLst/>
                <a:uLnTx/>
                <a:uFillTx/>
                <a:latin typeface="+mn-lt"/>
                <a:ea typeface="+mn-ea"/>
                <a:cs typeface="+mn-cs"/>
              </a:rPr>
              <a:t>用户级、核心级、硬件级。</a:t>
            </a:r>
            <a:endParaRPr kumimoji="1" lang="zh-CN" altLang="en-US" sz="2800" b="1" i="0" u="none" strike="noStrike" kern="0" cap="none" spc="0" normalizeH="0" baseline="0" noProof="0" dirty="0">
              <a:ln>
                <a:noFill/>
              </a:ln>
              <a:solidFill>
                <a:srgbClr val="FF0000"/>
              </a:solidFill>
              <a:effectLst/>
              <a:uLnTx/>
              <a:uFillTx/>
              <a:latin typeface="+mn-lt"/>
              <a:ea typeface="+mn-ea"/>
              <a:cs typeface="+mn-cs"/>
            </a:endParaRPr>
          </a:p>
        </p:txBody>
      </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84993" name="Group 38"/>
          <p:cNvGrpSpPr>
            <a:grpSpLocks noChangeAspect="1"/>
          </p:cNvGrpSpPr>
          <p:nvPr/>
        </p:nvGrpSpPr>
        <p:grpSpPr>
          <a:xfrm>
            <a:off x="1847850" y="1120775"/>
            <a:ext cx="8424863" cy="4852988"/>
            <a:chOff x="1800" y="2065"/>
            <a:chExt cx="7740" cy="7644"/>
          </a:xfrm>
        </p:grpSpPr>
        <p:sp>
          <p:nvSpPr>
            <p:cNvPr id="84994" name="AutoShape 39"/>
            <p:cNvSpPr>
              <a:spLocks noChangeAspect="1"/>
            </p:cNvSpPr>
            <p:nvPr/>
          </p:nvSpPr>
          <p:spPr>
            <a:xfrm>
              <a:off x="1800" y="2065"/>
              <a:ext cx="7740" cy="7644"/>
            </a:xfrm>
            <a:prstGeom prst="rect">
              <a:avLst/>
            </a:prstGeom>
            <a:noFill/>
            <a:ln w="9525">
              <a:noFill/>
            </a:ln>
          </p:spPr>
          <p:txBody>
            <a:bodyPr anchor="t" anchorCtr="0"/>
            <a:p>
              <a:pPr algn="ctr"/>
              <a:endParaRPr lang="zh-CN" altLang="en-US" sz="1800" dirty="0">
                <a:latin typeface="Times New Roman" panose="02020503050405090304" charset="0"/>
                <a:ea typeface="宋体" pitchFamily="2" charset="-122"/>
              </a:endParaRPr>
            </a:p>
          </p:txBody>
        </p:sp>
        <p:sp>
          <p:nvSpPr>
            <p:cNvPr id="84995" name="Rectangle 40"/>
            <p:cNvSpPr/>
            <p:nvPr/>
          </p:nvSpPr>
          <p:spPr>
            <a:xfrm>
              <a:off x="2880" y="8462"/>
              <a:ext cx="1259" cy="467"/>
            </a:xfrm>
            <a:prstGeom prst="rect">
              <a:avLst/>
            </a:prstGeom>
            <a:solidFill>
              <a:srgbClr val="FFFFFF">
                <a:alpha val="0"/>
              </a:srgbClr>
            </a:solidFill>
            <a:ln w="3175" cap="rnd" cmpd="sng">
              <a:solidFill>
                <a:srgbClr val="FFFFFF"/>
              </a:solidFill>
              <a:prstDash val="sysDot"/>
              <a:miter/>
              <a:headEnd type="none" w="med" len="med"/>
              <a:tailEnd type="none" w="med" len="med"/>
            </a:ln>
          </p:spPr>
          <p:txBody>
            <a:bodyPr anchor="t" anchorCtr="0"/>
            <a:p>
              <a:pPr algn="just"/>
              <a:r>
                <a:rPr lang="zh-CN" altLang="en-US" sz="1800" dirty="0">
                  <a:latin typeface="Times New Roman" panose="02020503050405090304" charset="0"/>
                  <a:ea typeface="宋体" pitchFamily="2" charset="-122"/>
                </a:rPr>
                <a:t>核心级</a:t>
              </a:r>
              <a:endParaRPr lang="zh-CN" altLang="en-US" sz="1800" b="1" dirty="0">
                <a:latin typeface="Times New Roman" panose="02020503050405090304" charset="0"/>
                <a:ea typeface="宋体" pitchFamily="2" charset="-122"/>
              </a:endParaRPr>
            </a:p>
          </p:txBody>
        </p:sp>
        <p:sp>
          <p:nvSpPr>
            <p:cNvPr id="84996" name="Rectangle 41"/>
            <p:cNvSpPr/>
            <p:nvPr/>
          </p:nvSpPr>
          <p:spPr>
            <a:xfrm>
              <a:off x="2880" y="8929"/>
              <a:ext cx="1260" cy="467"/>
            </a:xfrm>
            <a:prstGeom prst="rect">
              <a:avLst/>
            </a:prstGeom>
            <a:solidFill>
              <a:srgbClr val="FFFFFF">
                <a:alpha val="0"/>
              </a:srgbClr>
            </a:solidFill>
            <a:ln w="3175" cap="rnd" cmpd="sng">
              <a:solidFill>
                <a:srgbClr val="FFFFFF"/>
              </a:solidFill>
              <a:prstDash val="sysDot"/>
              <a:miter/>
              <a:headEnd type="none" w="med" len="med"/>
              <a:tailEnd type="none" w="med" len="med"/>
            </a:ln>
          </p:spPr>
          <p:txBody>
            <a:bodyPr anchor="t" anchorCtr="0"/>
            <a:p>
              <a:pPr algn="just"/>
              <a:r>
                <a:rPr lang="zh-CN" altLang="en-US" sz="1800" dirty="0">
                  <a:latin typeface="Times New Roman" panose="02020503050405090304" charset="0"/>
                  <a:ea typeface="宋体" pitchFamily="2" charset="-122"/>
                </a:rPr>
                <a:t>硬件级</a:t>
              </a:r>
              <a:endParaRPr lang="zh-CN" altLang="en-US" sz="1800" b="1" dirty="0">
                <a:latin typeface="Times New Roman" panose="02020503050405090304" charset="0"/>
                <a:ea typeface="宋体" pitchFamily="2" charset="-122"/>
              </a:endParaRPr>
            </a:p>
          </p:txBody>
        </p:sp>
        <p:grpSp>
          <p:nvGrpSpPr>
            <p:cNvPr id="84997" name="Group 42"/>
            <p:cNvGrpSpPr/>
            <p:nvPr/>
          </p:nvGrpSpPr>
          <p:grpSpPr>
            <a:xfrm>
              <a:off x="2880" y="2065"/>
              <a:ext cx="6120" cy="7644"/>
              <a:chOff x="2880" y="2065"/>
              <a:chExt cx="6120" cy="7644"/>
            </a:xfrm>
          </p:grpSpPr>
          <p:sp>
            <p:nvSpPr>
              <p:cNvPr id="84998" name="Line 43"/>
              <p:cNvSpPr/>
              <p:nvPr/>
            </p:nvSpPr>
            <p:spPr>
              <a:xfrm>
                <a:off x="3060" y="3157"/>
                <a:ext cx="5940" cy="1"/>
              </a:xfrm>
              <a:prstGeom prst="line">
                <a:avLst/>
              </a:prstGeom>
              <a:ln w="9525" cap="flat" cmpd="sng">
                <a:solidFill>
                  <a:srgbClr val="000000"/>
                </a:solidFill>
                <a:prstDash val="solid"/>
                <a:round/>
                <a:headEnd type="none" w="med" len="med"/>
                <a:tailEnd type="none" w="med" len="med"/>
              </a:ln>
            </p:spPr>
          </p:sp>
          <p:sp>
            <p:nvSpPr>
              <p:cNvPr id="84999" name="Rectangle 44"/>
              <p:cNvSpPr/>
              <p:nvPr/>
            </p:nvSpPr>
            <p:spPr>
              <a:xfrm>
                <a:off x="7200" y="2533"/>
                <a:ext cx="1080" cy="468"/>
              </a:xfrm>
              <a:prstGeom prst="rect">
                <a:avLst/>
              </a:prstGeom>
              <a:solidFill>
                <a:srgbClr val="FFFFFF"/>
              </a:solidFill>
              <a:ln w="9525" cap="flat" cmpd="sng">
                <a:solidFill>
                  <a:srgbClr val="000000"/>
                </a:solidFill>
                <a:prstDash val="solid"/>
                <a:miter/>
                <a:headEnd type="none" w="med" len="med"/>
                <a:tailEnd type="none" w="med" len="med"/>
              </a:ln>
            </p:spPr>
            <p:txBody>
              <a:bodyPr anchor="t" anchorCtr="0"/>
              <a:p>
                <a:pPr algn="just"/>
                <a:r>
                  <a:rPr lang="zh-CN" altLang="en-US" sz="1800" dirty="0">
                    <a:latin typeface="Times New Roman" panose="02020503050405090304" charset="0"/>
                    <a:ea typeface="宋体" pitchFamily="2" charset="-122"/>
                  </a:rPr>
                  <a:t>系统库</a:t>
                </a:r>
                <a:endParaRPr lang="zh-CN" altLang="en-US" sz="1800" b="1" dirty="0">
                  <a:latin typeface="Times New Roman" panose="02020503050405090304" charset="0"/>
                  <a:ea typeface="宋体" pitchFamily="2" charset="-122"/>
                </a:endParaRPr>
              </a:p>
            </p:txBody>
          </p:sp>
          <p:sp>
            <p:nvSpPr>
              <p:cNvPr id="85000" name="Rectangle 45"/>
              <p:cNvSpPr/>
              <p:nvPr/>
            </p:nvSpPr>
            <p:spPr>
              <a:xfrm>
                <a:off x="5580" y="2065"/>
                <a:ext cx="1259" cy="467"/>
              </a:xfrm>
              <a:prstGeom prst="rect">
                <a:avLst/>
              </a:prstGeom>
              <a:solidFill>
                <a:srgbClr val="FFFFFF">
                  <a:alpha val="0"/>
                </a:srgbClr>
              </a:solidFill>
              <a:ln w="3175" cap="rnd" cmpd="sng">
                <a:solidFill>
                  <a:srgbClr val="FFFFFF"/>
                </a:solidFill>
                <a:prstDash val="sysDot"/>
                <a:miter/>
                <a:headEnd type="none" w="med" len="med"/>
                <a:tailEnd type="none" w="med" len="med"/>
              </a:ln>
            </p:spPr>
            <p:txBody>
              <a:bodyPr anchor="t" anchorCtr="0"/>
              <a:p>
                <a:pPr algn="just"/>
                <a:r>
                  <a:rPr lang="zh-CN" altLang="en-US" sz="1800" dirty="0">
                    <a:latin typeface="Times New Roman" panose="02020503050405090304" charset="0"/>
                    <a:ea typeface="宋体" pitchFamily="2" charset="-122"/>
                  </a:rPr>
                  <a:t>用户程序</a:t>
                </a:r>
                <a:endParaRPr lang="zh-CN" altLang="en-US" sz="1800" b="1" dirty="0">
                  <a:latin typeface="Times New Roman" panose="02020503050405090304" charset="0"/>
                  <a:ea typeface="宋体" pitchFamily="2" charset="-122"/>
                </a:endParaRPr>
              </a:p>
            </p:txBody>
          </p:sp>
          <p:sp>
            <p:nvSpPr>
              <p:cNvPr id="85001" name="Rectangle 46"/>
              <p:cNvSpPr/>
              <p:nvPr/>
            </p:nvSpPr>
            <p:spPr>
              <a:xfrm>
                <a:off x="2880" y="2533"/>
                <a:ext cx="1260" cy="467"/>
              </a:xfrm>
              <a:prstGeom prst="rect">
                <a:avLst/>
              </a:prstGeom>
              <a:solidFill>
                <a:srgbClr val="FFFFFF">
                  <a:alpha val="0"/>
                </a:srgbClr>
              </a:solidFill>
              <a:ln w="3175" cap="rnd" cmpd="sng">
                <a:solidFill>
                  <a:srgbClr val="FFFFFF"/>
                </a:solidFill>
                <a:prstDash val="sysDot"/>
                <a:miter/>
                <a:headEnd type="none" w="med" len="med"/>
                <a:tailEnd type="none" w="med" len="med"/>
              </a:ln>
            </p:spPr>
            <p:txBody>
              <a:bodyPr anchor="t" anchorCtr="0"/>
              <a:p>
                <a:pPr algn="just"/>
                <a:r>
                  <a:rPr lang="zh-CN" altLang="en-US" sz="1800" dirty="0">
                    <a:latin typeface="Times New Roman" panose="02020503050405090304" charset="0"/>
                    <a:ea typeface="宋体" pitchFamily="2" charset="-122"/>
                  </a:rPr>
                  <a:t>用户级</a:t>
                </a:r>
                <a:endParaRPr lang="zh-CN" altLang="en-US" sz="1800" b="1" dirty="0">
                  <a:latin typeface="Times New Roman" panose="02020503050405090304" charset="0"/>
                  <a:ea typeface="宋体" pitchFamily="2" charset="-122"/>
                </a:endParaRPr>
              </a:p>
            </p:txBody>
          </p:sp>
          <p:sp>
            <p:nvSpPr>
              <p:cNvPr id="85002" name="Rectangle 47"/>
              <p:cNvSpPr/>
              <p:nvPr/>
            </p:nvSpPr>
            <p:spPr>
              <a:xfrm>
                <a:off x="2880" y="3313"/>
                <a:ext cx="1259" cy="467"/>
              </a:xfrm>
              <a:prstGeom prst="rect">
                <a:avLst/>
              </a:prstGeom>
              <a:solidFill>
                <a:srgbClr val="FFFFFF">
                  <a:alpha val="0"/>
                </a:srgbClr>
              </a:solidFill>
              <a:ln w="3175" cap="rnd" cmpd="sng">
                <a:solidFill>
                  <a:srgbClr val="FFFFFF"/>
                </a:solidFill>
                <a:prstDash val="sysDot"/>
                <a:miter/>
                <a:headEnd type="none" w="med" len="med"/>
                <a:tailEnd type="none" w="med" len="med"/>
              </a:ln>
            </p:spPr>
            <p:txBody>
              <a:bodyPr anchor="t" anchorCtr="0"/>
              <a:p>
                <a:pPr algn="just"/>
                <a:r>
                  <a:rPr lang="zh-CN" altLang="en-US" sz="1800" dirty="0">
                    <a:latin typeface="Times New Roman" panose="02020503050405090304" charset="0"/>
                    <a:ea typeface="宋体" pitchFamily="2" charset="-122"/>
                  </a:rPr>
                  <a:t>核心级</a:t>
                </a:r>
                <a:endParaRPr lang="zh-CN" altLang="en-US" sz="1800" b="1" dirty="0">
                  <a:latin typeface="Times New Roman" panose="02020503050405090304" charset="0"/>
                  <a:ea typeface="宋体" pitchFamily="2" charset="-122"/>
                </a:endParaRPr>
              </a:p>
            </p:txBody>
          </p:sp>
          <p:sp>
            <p:nvSpPr>
              <p:cNvPr id="85003" name="Rectangle 48"/>
              <p:cNvSpPr/>
              <p:nvPr/>
            </p:nvSpPr>
            <p:spPr>
              <a:xfrm>
                <a:off x="3960" y="3625"/>
                <a:ext cx="4860" cy="468"/>
              </a:xfrm>
              <a:prstGeom prst="rect">
                <a:avLst/>
              </a:prstGeom>
              <a:solidFill>
                <a:srgbClr val="FFFFFF"/>
              </a:solidFill>
              <a:ln w="9525" cap="flat" cmpd="sng">
                <a:solidFill>
                  <a:srgbClr val="000000"/>
                </a:solidFill>
                <a:prstDash val="solid"/>
                <a:miter/>
                <a:headEnd type="none" w="med" len="med"/>
                <a:tailEnd type="none" w="med" len="med"/>
              </a:ln>
            </p:spPr>
            <p:txBody>
              <a:bodyPr anchor="t" anchorCtr="0"/>
              <a:p>
                <a:pPr algn="ctr"/>
                <a:r>
                  <a:rPr lang="zh-CN" altLang="en-US" sz="1800" dirty="0">
                    <a:latin typeface="Times New Roman" panose="02020503050405090304" charset="0"/>
                    <a:ea typeface="宋体" pitchFamily="2" charset="-122"/>
                  </a:rPr>
                  <a:t>系统调用界面</a:t>
                </a:r>
                <a:endParaRPr lang="zh-CN" altLang="en-US" sz="1800" b="1" dirty="0">
                  <a:latin typeface="Times New Roman" panose="02020503050405090304" charset="0"/>
                  <a:ea typeface="宋体" pitchFamily="2" charset="-122"/>
                </a:endParaRPr>
              </a:p>
            </p:txBody>
          </p:sp>
          <p:sp>
            <p:nvSpPr>
              <p:cNvPr id="85004" name="Rectangle 49"/>
              <p:cNvSpPr/>
              <p:nvPr/>
            </p:nvSpPr>
            <p:spPr>
              <a:xfrm>
                <a:off x="3860" y="4574"/>
                <a:ext cx="1980" cy="468"/>
              </a:xfrm>
              <a:prstGeom prst="rect">
                <a:avLst/>
              </a:prstGeom>
              <a:solidFill>
                <a:srgbClr val="FFFFFF"/>
              </a:solidFill>
              <a:ln w="9525" cap="flat" cmpd="sng">
                <a:solidFill>
                  <a:srgbClr val="000000"/>
                </a:solidFill>
                <a:prstDash val="solid"/>
                <a:miter/>
                <a:headEnd type="none" w="med" len="med"/>
                <a:tailEnd type="none" w="med" len="med"/>
              </a:ln>
            </p:spPr>
            <p:txBody>
              <a:bodyPr anchor="t" anchorCtr="0"/>
              <a:p>
                <a:pPr algn="ctr"/>
                <a:r>
                  <a:rPr lang="zh-CN" altLang="en-US" sz="1800" dirty="0">
                    <a:latin typeface="Times New Roman" panose="02020503050405090304" charset="0"/>
                    <a:ea typeface="宋体" pitchFamily="2" charset="-122"/>
                  </a:rPr>
                  <a:t>文件子系统</a:t>
                </a:r>
                <a:endParaRPr lang="zh-CN" altLang="en-US" sz="1800" b="1" dirty="0">
                  <a:latin typeface="Times New Roman" panose="02020503050405090304" charset="0"/>
                  <a:ea typeface="宋体" pitchFamily="2" charset="-122"/>
                </a:endParaRPr>
              </a:p>
            </p:txBody>
          </p:sp>
          <p:sp>
            <p:nvSpPr>
              <p:cNvPr id="85005" name="Rectangle 50"/>
              <p:cNvSpPr/>
              <p:nvPr/>
            </p:nvSpPr>
            <p:spPr>
              <a:xfrm>
                <a:off x="4374" y="5497"/>
                <a:ext cx="1439" cy="469"/>
              </a:xfrm>
              <a:prstGeom prst="rect">
                <a:avLst/>
              </a:prstGeom>
              <a:solidFill>
                <a:srgbClr val="FFFFFF"/>
              </a:solidFill>
              <a:ln w="9525" cap="flat" cmpd="sng">
                <a:solidFill>
                  <a:srgbClr val="000000"/>
                </a:solidFill>
                <a:prstDash val="solid"/>
                <a:miter/>
                <a:headEnd type="none" w="med" len="med"/>
                <a:tailEnd type="none" w="med" len="med"/>
              </a:ln>
            </p:spPr>
            <p:txBody>
              <a:bodyPr anchor="t" anchorCtr="0"/>
              <a:p>
                <a:pPr algn="just"/>
                <a:r>
                  <a:rPr lang="zh-CN" altLang="en-US" sz="1800" dirty="0">
                    <a:latin typeface="Times New Roman" panose="02020503050405090304" charset="0"/>
                    <a:ea typeface="宋体" pitchFamily="2" charset="-122"/>
                  </a:rPr>
                  <a:t>缓存管理</a:t>
                </a:r>
                <a:endParaRPr lang="zh-CN" altLang="en-US" sz="1800" b="1" dirty="0">
                  <a:latin typeface="Times New Roman" panose="02020503050405090304" charset="0"/>
                  <a:ea typeface="宋体" pitchFamily="2" charset="-122"/>
                </a:endParaRPr>
              </a:p>
            </p:txBody>
          </p:sp>
          <p:sp>
            <p:nvSpPr>
              <p:cNvPr id="85006" name="Line 51"/>
              <p:cNvSpPr/>
              <p:nvPr/>
            </p:nvSpPr>
            <p:spPr>
              <a:xfrm>
                <a:off x="4860" y="4093"/>
                <a:ext cx="1" cy="469"/>
              </a:xfrm>
              <a:prstGeom prst="line">
                <a:avLst/>
              </a:prstGeom>
              <a:ln w="9525" cap="flat" cmpd="sng">
                <a:solidFill>
                  <a:srgbClr val="000000"/>
                </a:solidFill>
                <a:prstDash val="solid"/>
                <a:round/>
                <a:headEnd type="triangle" w="med" len="med"/>
                <a:tailEnd type="triangle" w="med" len="med"/>
              </a:ln>
            </p:spPr>
          </p:sp>
          <p:sp>
            <p:nvSpPr>
              <p:cNvPr id="85007" name="Line 52"/>
              <p:cNvSpPr/>
              <p:nvPr/>
            </p:nvSpPr>
            <p:spPr>
              <a:xfrm>
                <a:off x="5061" y="5009"/>
                <a:ext cx="1" cy="469"/>
              </a:xfrm>
              <a:prstGeom prst="line">
                <a:avLst/>
              </a:prstGeom>
              <a:ln w="9525" cap="flat" cmpd="sng">
                <a:solidFill>
                  <a:srgbClr val="000000"/>
                </a:solidFill>
                <a:prstDash val="solid"/>
                <a:round/>
                <a:headEnd type="triangle" w="med" len="med"/>
                <a:tailEnd type="triangle" w="med" len="med"/>
              </a:ln>
            </p:spPr>
          </p:sp>
          <p:sp>
            <p:nvSpPr>
              <p:cNvPr id="85008" name="Line 53"/>
              <p:cNvSpPr/>
              <p:nvPr/>
            </p:nvSpPr>
            <p:spPr>
              <a:xfrm>
                <a:off x="5052" y="5952"/>
                <a:ext cx="1" cy="469"/>
              </a:xfrm>
              <a:prstGeom prst="line">
                <a:avLst/>
              </a:prstGeom>
              <a:ln w="9525" cap="flat" cmpd="sng">
                <a:solidFill>
                  <a:srgbClr val="000000"/>
                </a:solidFill>
                <a:prstDash val="solid"/>
                <a:round/>
                <a:headEnd type="triangle" w="med" len="med"/>
                <a:tailEnd type="triangle" w="med" len="med"/>
              </a:ln>
            </p:spPr>
          </p:sp>
          <p:sp>
            <p:nvSpPr>
              <p:cNvPr id="85009" name="Rectangle 54"/>
              <p:cNvSpPr/>
              <p:nvPr/>
            </p:nvSpPr>
            <p:spPr>
              <a:xfrm>
                <a:off x="3819" y="6433"/>
                <a:ext cx="1980" cy="468"/>
              </a:xfrm>
              <a:prstGeom prst="rect">
                <a:avLst/>
              </a:prstGeom>
              <a:solidFill>
                <a:srgbClr val="FFFFFF"/>
              </a:solidFill>
              <a:ln w="9525" cap="flat" cmpd="sng">
                <a:solidFill>
                  <a:srgbClr val="000000"/>
                </a:solidFill>
                <a:prstDash val="solid"/>
                <a:miter/>
                <a:headEnd type="none" w="med" len="med"/>
                <a:tailEnd type="none" w="med" len="med"/>
              </a:ln>
            </p:spPr>
            <p:txBody>
              <a:bodyPr anchor="t" anchorCtr="0"/>
              <a:p>
                <a:pPr algn="ctr"/>
                <a:r>
                  <a:rPr lang="zh-CN" altLang="en-US" sz="1800" dirty="0">
                    <a:latin typeface="Times New Roman" panose="02020503050405090304" charset="0"/>
                    <a:ea typeface="宋体" pitchFamily="2" charset="-122"/>
                  </a:rPr>
                  <a:t>设备管理子系统</a:t>
                </a:r>
                <a:endParaRPr lang="zh-CN" altLang="en-US" sz="1800" b="1" dirty="0">
                  <a:latin typeface="Times New Roman" panose="02020503050405090304" charset="0"/>
                  <a:ea typeface="宋体" pitchFamily="2" charset="-122"/>
                </a:endParaRPr>
              </a:p>
            </p:txBody>
          </p:sp>
          <p:sp>
            <p:nvSpPr>
              <p:cNvPr id="85010" name="Line 55"/>
              <p:cNvSpPr/>
              <p:nvPr/>
            </p:nvSpPr>
            <p:spPr>
              <a:xfrm>
                <a:off x="4140" y="5029"/>
                <a:ext cx="1" cy="1404"/>
              </a:xfrm>
              <a:prstGeom prst="line">
                <a:avLst/>
              </a:prstGeom>
              <a:ln w="9525" cap="flat" cmpd="sng">
                <a:solidFill>
                  <a:srgbClr val="000000"/>
                </a:solidFill>
                <a:prstDash val="solid"/>
                <a:round/>
                <a:headEnd type="triangle" w="med" len="med"/>
                <a:tailEnd type="triangle" w="med" len="med"/>
              </a:ln>
            </p:spPr>
          </p:sp>
          <p:sp>
            <p:nvSpPr>
              <p:cNvPr id="85011" name="Rectangle 56"/>
              <p:cNvSpPr/>
              <p:nvPr/>
            </p:nvSpPr>
            <p:spPr>
              <a:xfrm>
                <a:off x="3808" y="6901"/>
                <a:ext cx="1080" cy="936"/>
              </a:xfrm>
              <a:prstGeom prst="rect">
                <a:avLst/>
              </a:prstGeom>
              <a:solidFill>
                <a:srgbClr val="FFFFFF"/>
              </a:solidFill>
              <a:ln w="9525" cap="flat" cmpd="sng">
                <a:solidFill>
                  <a:srgbClr val="000000"/>
                </a:solidFill>
                <a:prstDash val="solid"/>
                <a:miter/>
                <a:headEnd type="none" w="med" len="med"/>
                <a:tailEnd type="none" w="med" len="med"/>
              </a:ln>
            </p:spPr>
            <p:txBody>
              <a:bodyPr anchor="t" anchorCtr="0"/>
              <a:p>
                <a:pPr algn="just"/>
                <a:r>
                  <a:rPr lang="zh-CN" altLang="en-US" sz="1800" dirty="0">
                    <a:latin typeface="Times New Roman" panose="02020503050405090304" charset="0"/>
                    <a:ea typeface="宋体" pitchFamily="2" charset="-122"/>
                  </a:rPr>
                  <a:t>字符设备管理</a:t>
                </a:r>
                <a:endParaRPr lang="zh-CN" altLang="en-US" sz="1800" b="1" dirty="0">
                  <a:latin typeface="Times New Roman" panose="02020503050405090304" charset="0"/>
                  <a:ea typeface="宋体" pitchFamily="2" charset="-122"/>
                </a:endParaRPr>
              </a:p>
            </p:txBody>
          </p:sp>
          <p:sp>
            <p:nvSpPr>
              <p:cNvPr id="85012" name="Rectangle 57"/>
              <p:cNvSpPr/>
              <p:nvPr/>
            </p:nvSpPr>
            <p:spPr>
              <a:xfrm>
                <a:off x="4860" y="6901"/>
                <a:ext cx="950" cy="936"/>
              </a:xfrm>
              <a:prstGeom prst="rect">
                <a:avLst/>
              </a:prstGeom>
              <a:solidFill>
                <a:srgbClr val="FFFFFF"/>
              </a:solidFill>
              <a:ln w="9525" cap="flat" cmpd="sng">
                <a:solidFill>
                  <a:srgbClr val="000000"/>
                </a:solidFill>
                <a:prstDash val="solid"/>
                <a:miter/>
                <a:headEnd type="none" w="med" len="med"/>
                <a:tailEnd type="none" w="med" len="med"/>
              </a:ln>
            </p:spPr>
            <p:txBody>
              <a:bodyPr anchor="t" anchorCtr="0"/>
              <a:p>
                <a:pPr algn="just"/>
                <a:r>
                  <a:rPr lang="zh-CN" altLang="en-US" sz="1800" dirty="0">
                    <a:latin typeface="Times New Roman" panose="02020503050405090304" charset="0"/>
                    <a:ea typeface="宋体" pitchFamily="2" charset="-122"/>
                  </a:rPr>
                  <a:t>块设备管理</a:t>
                </a:r>
                <a:endParaRPr lang="zh-CN" altLang="en-US" sz="1800" b="1" dirty="0">
                  <a:latin typeface="Times New Roman" panose="02020503050405090304" charset="0"/>
                  <a:ea typeface="宋体" pitchFamily="2" charset="-122"/>
                </a:endParaRPr>
              </a:p>
            </p:txBody>
          </p:sp>
          <p:sp>
            <p:nvSpPr>
              <p:cNvPr id="85013" name="Line 58"/>
              <p:cNvSpPr/>
              <p:nvPr/>
            </p:nvSpPr>
            <p:spPr>
              <a:xfrm>
                <a:off x="7088" y="4093"/>
                <a:ext cx="1" cy="469"/>
              </a:xfrm>
              <a:prstGeom prst="line">
                <a:avLst/>
              </a:prstGeom>
              <a:ln w="9525" cap="flat" cmpd="sng">
                <a:solidFill>
                  <a:srgbClr val="000000"/>
                </a:solidFill>
                <a:prstDash val="solid"/>
                <a:round/>
                <a:headEnd type="triangle" w="med" len="med"/>
                <a:tailEnd type="triangle" w="med" len="med"/>
              </a:ln>
            </p:spPr>
          </p:sp>
          <p:sp>
            <p:nvSpPr>
              <p:cNvPr id="85014" name="Rectangle 59"/>
              <p:cNvSpPr/>
              <p:nvPr/>
            </p:nvSpPr>
            <p:spPr>
              <a:xfrm>
                <a:off x="7367" y="4574"/>
                <a:ext cx="1633" cy="1235"/>
              </a:xfrm>
              <a:prstGeom prst="rect">
                <a:avLst/>
              </a:prstGeom>
              <a:solidFill>
                <a:srgbClr val="FFFFFF"/>
              </a:solidFill>
              <a:ln w="9525" cap="flat" cmpd="sng">
                <a:solidFill>
                  <a:srgbClr val="000000"/>
                </a:solidFill>
                <a:prstDash val="solid"/>
                <a:miter/>
                <a:headEnd type="none" w="med" len="med"/>
                <a:tailEnd type="none" w="med" len="med"/>
              </a:ln>
            </p:spPr>
            <p:txBody>
              <a:bodyPr anchor="t" anchorCtr="0"/>
              <a:p>
                <a:pPr algn="ctr"/>
                <a:endParaRPr lang="zh-CN" altLang="en-US" sz="1800" dirty="0">
                  <a:latin typeface="Times New Roman" panose="02020503050405090304" charset="0"/>
                  <a:ea typeface="宋体" pitchFamily="2" charset="-122"/>
                </a:endParaRPr>
              </a:p>
              <a:p>
                <a:pPr algn="ctr"/>
                <a:r>
                  <a:rPr lang="zh-CN" altLang="en-US" sz="1800" dirty="0">
                    <a:latin typeface="Times New Roman" panose="02020503050405090304" charset="0"/>
                    <a:ea typeface="宋体" pitchFamily="2" charset="-122"/>
                  </a:rPr>
                  <a:t>进程通信</a:t>
                </a:r>
                <a:endParaRPr lang="zh-CN" altLang="en-US" sz="1800" b="1" dirty="0">
                  <a:latin typeface="Times New Roman" panose="02020503050405090304" charset="0"/>
                  <a:ea typeface="宋体" pitchFamily="2" charset="-122"/>
                </a:endParaRPr>
              </a:p>
            </p:txBody>
          </p:sp>
          <p:sp>
            <p:nvSpPr>
              <p:cNvPr id="85015" name="Rectangle 60"/>
              <p:cNvSpPr/>
              <p:nvPr/>
            </p:nvSpPr>
            <p:spPr>
              <a:xfrm>
                <a:off x="6827" y="4574"/>
                <a:ext cx="539" cy="3263"/>
              </a:xfrm>
              <a:prstGeom prst="rect">
                <a:avLst/>
              </a:prstGeom>
              <a:solidFill>
                <a:srgbClr val="FFFFFF"/>
              </a:solidFill>
              <a:ln w="9525" cap="flat" cmpd="sng">
                <a:solidFill>
                  <a:srgbClr val="000000"/>
                </a:solidFill>
                <a:prstDash val="solid"/>
                <a:miter/>
                <a:headEnd type="none" w="med" len="med"/>
                <a:tailEnd type="none" w="med" len="med"/>
              </a:ln>
            </p:spPr>
            <p:txBody>
              <a:bodyPr vert="eaVert" lIns="54000" rIns="54000" anchor="t" anchorCtr="0"/>
              <a:p>
                <a:pPr algn="ctr"/>
                <a:r>
                  <a:rPr lang="zh-CN" altLang="en-US" sz="1800" dirty="0">
                    <a:latin typeface="Times New Roman" panose="02020503050405090304" charset="0"/>
                    <a:ea typeface="宋体" pitchFamily="2" charset="-122"/>
                  </a:rPr>
                  <a:t>进程控制子系统</a:t>
                </a:r>
                <a:endParaRPr lang="zh-CN" altLang="en-US" sz="1800" b="1" dirty="0">
                  <a:latin typeface="Times New Roman" panose="02020503050405090304" charset="0"/>
                  <a:ea typeface="宋体" pitchFamily="2" charset="-122"/>
                </a:endParaRPr>
              </a:p>
            </p:txBody>
          </p:sp>
          <p:sp>
            <p:nvSpPr>
              <p:cNvPr id="85016" name="Rectangle 61"/>
              <p:cNvSpPr/>
              <p:nvPr/>
            </p:nvSpPr>
            <p:spPr>
              <a:xfrm>
                <a:off x="7367" y="5809"/>
                <a:ext cx="1633" cy="1092"/>
              </a:xfrm>
              <a:prstGeom prst="rect">
                <a:avLst/>
              </a:prstGeom>
              <a:solidFill>
                <a:srgbClr val="FFFFFF"/>
              </a:solidFill>
              <a:ln w="9525" cap="flat" cmpd="sng">
                <a:solidFill>
                  <a:srgbClr val="000000"/>
                </a:solidFill>
                <a:prstDash val="solid"/>
                <a:miter/>
                <a:headEnd type="none" w="med" len="med"/>
                <a:tailEnd type="none" w="med" len="med"/>
              </a:ln>
            </p:spPr>
            <p:txBody>
              <a:bodyPr anchor="t" anchorCtr="0"/>
              <a:p>
                <a:pPr algn="ctr"/>
                <a:endParaRPr lang="zh-CN" altLang="en-US" sz="1800" dirty="0">
                  <a:latin typeface="Times New Roman" panose="02020503050405090304" charset="0"/>
                  <a:ea typeface="宋体" pitchFamily="2" charset="-122"/>
                </a:endParaRPr>
              </a:p>
              <a:p>
                <a:pPr algn="ctr"/>
                <a:r>
                  <a:rPr lang="zh-CN" altLang="en-US" sz="1800" dirty="0">
                    <a:latin typeface="Times New Roman" panose="02020503050405090304" charset="0"/>
                    <a:ea typeface="宋体" pitchFamily="2" charset="-122"/>
                  </a:rPr>
                  <a:t>进程调度</a:t>
                </a:r>
                <a:endParaRPr lang="zh-CN" altLang="en-US" sz="1800" b="1" dirty="0">
                  <a:latin typeface="Times New Roman" panose="02020503050405090304" charset="0"/>
                  <a:ea typeface="宋体" pitchFamily="2" charset="-122"/>
                </a:endParaRPr>
              </a:p>
            </p:txBody>
          </p:sp>
          <p:sp>
            <p:nvSpPr>
              <p:cNvPr id="85017" name="Rectangle 62"/>
              <p:cNvSpPr/>
              <p:nvPr/>
            </p:nvSpPr>
            <p:spPr>
              <a:xfrm>
                <a:off x="7367" y="6901"/>
                <a:ext cx="1633" cy="936"/>
              </a:xfrm>
              <a:prstGeom prst="rect">
                <a:avLst/>
              </a:prstGeom>
              <a:solidFill>
                <a:srgbClr val="FFFFFF"/>
              </a:solidFill>
              <a:ln w="9525" cap="flat" cmpd="sng">
                <a:solidFill>
                  <a:srgbClr val="000000"/>
                </a:solidFill>
                <a:prstDash val="solid"/>
                <a:miter/>
                <a:headEnd type="none" w="med" len="med"/>
                <a:tailEnd type="none" w="med" len="med"/>
              </a:ln>
            </p:spPr>
            <p:txBody>
              <a:bodyPr anchor="t" anchorCtr="0"/>
              <a:p>
                <a:pPr algn="ctr"/>
                <a:endParaRPr lang="zh-CN" altLang="en-US" sz="1800" dirty="0">
                  <a:latin typeface="Times New Roman" panose="02020503050405090304" charset="0"/>
                  <a:ea typeface="宋体" pitchFamily="2" charset="-122"/>
                </a:endParaRPr>
              </a:p>
              <a:p>
                <a:pPr algn="ctr"/>
                <a:r>
                  <a:rPr lang="zh-CN" altLang="en-US" sz="1800" dirty="0">
                    <a:latin typeface="Times New Roman" panose="02020503050405090304" charset="0"/>
                    <a:ea typeface="宋体" pitchFamily="2" charset="-122"/>
                  </a:rPr>
                  <a:t>存储管理</a:t>
                </a:r>
                <a:endParaRPr lang="zh-CN" altLang="en-US" sz="1800" b="1" dirty="0">
                  <a:latin typeface="Times New Roman" panose="02020503050405090304" charset="0"/>
                  <a:ea typeface="宋体" pitchFamily="2" charset="-122"/>
                </a:endParaRPr>
              </a:p>
            </p:txBody>
          </p:sp>
          <p:sp>
            <p:nvSpPr>
              <p:cNvPr id="85018" name="Rectangle 63"/>
              <p:cNvSpPr/>
              <p:nvPr/>
            </p:nvSpPr>
            <p:spPr>
              <a:xfrm>
                <a:off x="3960" y="8149"/>
                <a:ext cx="4860" cy="468"/>
              </a:xfrm>
              <a:prstGeom prst="rect">
                <a:avLst/>
              </a:prstGeom>
              <a:solidFill>
                <a:srgbClr val="FFFFFF"/>
              </a:solidFill>
              <a:ln w="9525" cap="flat" cmpd="sng">
                <a:solidFill>
                  <a:srgbClr val="000000"/>
                </a:solidFill>
                <a:prstDash val="solid"/>
                <a:miter/>
                <a:headEnd type="none" w="med" len="med"/>
                <a:tailEnd type="none" w="med" len="med"/>
              </a:ln>
            </p:spPr>
            <p:txBody>
              <a:bodyPr anchor="t" anchorCtr="0"/>
              <a:p>
                <a:pPr algn="ctr"/>
                <a:r>
                  <a:rPr lang="zh-CN" altLang="en-US" sz="1800" dirty="0">
                    <a:latin typeface="Times New Roman" panose="02020503050405090304" charset="0"/>
                    <a:ea typeface="宋体" pitchFamily="2" charset="-122"/>
                  </a:rPr>
                  <a:t>硬   件   控    制</a:t>
                </a:r>
                <a:endParaRPr lang="zh-CN" altLang="en-US" sz="1800" b="1" dirty="0">
                  <a:latin typeface="Times New Roman" panose="02020503050405090304" charset="0"/>
                  <a:ea typeface="宋体" pitchFamily="2" charset="-122"/>
                </a:endParaRPr>
              </a:p>
            </p:txBody>
          </p:sp>
          <p:sp>
            <p:nvSpPr>
              <p:cNvPr id="85019" name="Line 64"/>
              <p:cNvSpPr/>
              <p:nvPr/>
            </p:nvSpPr>
            <p:spPr>
              <a:xfrm>
                <a:off x="3060" y="8928"/>
                <a:ext cx="5940" cy="1"/>
              </a:xfrm>
              <a:prstGeom prst="line">
                <a:avLst/>
              </a:prstGeom>
              <a:ln w="9525" cap="flat" cmpd="sng">
                <a:solidFill>
                  <a:srgbClr val="000000"/>
                </a:solidFill>
                <a:prstDash val="solid"/>
                <a:round/>
                <a:headEnd type="none" w="med" len="med"/>
                <a:tailEnd type="none" w="med" len="med"/>
              </a:ln>
            </p:spPr>
          </p:sp>
          <p:sp>
            <p:nvSpPr>
              <p:cNvPr id="85020" name="Rectangle 65"/>
              <p:cNvSpPr/>
              <p:nvPr/>
            </p:nvSpPr>
            <p:spPr>
              <a:xfrm>
                <a:off x="3960" y="9241"/>
                <a:ext cx="4860" cy="468"/>
              </a:xfrm>
              <a:prstGeom prst="rect">
                <a:avLst/>
              </a:prstGeom>
              <a:solidFill>
                <a:srgbClr val="FFFFFF"/>
              </a:solidFill>
              <a:ln w="9525" cap="flat" cmpd="sng">
                <a:solidFill>
                  <a:srgbClr val="000000"/>
                </a:solidFill>
                <a:prstDash val="solid"/>
                <a:miter/>
                <a:headEnd type="none" w="med" len="med"/>
                <a:tailEnd type="none" w="med" len="med"/>
              </a:ln>
            </p:spPr>
            <p:txBody>
              <a:bodyPr anchor="t" anchorCtr="0"/>
              <a:p>
                <a:pPr algn="ctr"/>
                <a:r>
                  <a:rPr lang="zh-CN" altLang="en-US" sz="1800" dirty="0">
                    <a:latin typeface="Times New Roman" panose="02020503050405090304" charset="0"/>
                    <a:ea typeface="宋体" pitchFamily="2" charset="-122"/>
                  </a:rPr>
                  <a:t>硬   件</a:t>
                </a:r>
                <a:endParaRPr lang="zh-CN" altLang="en-US" sz="1800" b="1" dirty="0">
                  <a:latin typeface="Times New Roman" panose="02020503050405090304" charset="0"/>
                  <a:ea typeface="宋体" pitchFamily="2" charset="-122"/>
                </a:endParaRPr>
              </a:p>
            </p:txBody>
          </p:sp>
          <p:sp>
            <p:nvSpPr>
              <p:cNvPr id="85021" name="Line 66"/>
              <p:cNvSpPr/>
              <p:nvPr/>
            </p:nvSpPr>
            <p:spPr>
              <a:xfrm>
                <a:off x="6300" y="8617"/>
                <a:ext cx="0" cy="312"/>
              </a:xfrm>
              <a:prstGeom prst="line">
                <a:avLst/>
              </a:prstGeom>
              <a:ln w="9525" cap="flat" cmpd="sng">
                <a:solidFill>
                  <a:srgbClr val="000000"/>
                </a:solidFill>
                <a:prstDash val="solid"/>
                <a:round/>
                <a:headEnd type="triangle" w="med" len="med"/>
                <a:tailEnd type="triangle" w="med" len="med"/>
              </a:ln>
            </p:spPr>
          </p:sp>
          <p:sp>
            <p:nvSpPr>
              <p:cNvPr id="85022" name="Line 67"/>
              <p:cNvSpPr/>
              <p:nvPr/>
            </p:nvSpPr>
            <p:spPr>
              <a:xfrm>
                <a:off x="6299" y="8929"/>
                <a:ext cx="1" cy="312"/>
              </a:xfrm>
              <a:prstGeom prst="line">
                <a:avLst/>
              </a:prstGeom>
              <a:ln w="9525" cap="flat" cmpd="sng">
                <a:solidFill>
                  <a:srgbClr val="000000"/>
                </a:solidFill>
                <a:prstDash val="solid"/>
                <a:round/>
                <a:headEnd type="triangle" w="med" len="med"/>
                <a:tailEnd type="triangle" w="med" len="med"/>
              </a:ln>
            </p:spPr>
          </p:sp>
          <p:sp>
            <p:nvSpPr>
              <p:cNvPr id="85023" name="Line 68"/>
              <p:cNvSpPr/>
              <p:nvPr/>
            </p:nvSpPr>
            <p:spPr>
              <a:xfrm>
                <a:off x="6120" y="2533"/>
                <a:ext cx="0" cy="1092"/>
              </a:xfrm>
              <a:prstGeom prst="line">
                <a:avLst/>
              </a:prstGeom>
              <a:ln w="9525" cap="flat" cmpd="sng">
                <a:solidFill>
                  <a:srgbClr val="000000"/>
                </a:solidFill>
                <a:prstDash val="solid"/>
                <a:round/>
                <a:headEnd type="triangle" w="med" len="med"/>
                <a:tailEnd type="triangle" w="med" len="med"/>
              </a:ln>
            </p:spPr>
          </p:sp>
          <p:sp>
            <p:nvSpPr>
              <p:cNvPr id="85024" name="Line 69"/>
              <p:cNvSpPr/>
              <p:nvPr/>
            </p:nvSpPr>
            <p:spPr>
              <a:xfrm>
                <a:off x="6660" y="2377"/>
                <a:ext cx="540" cy="312"/>
              </a:xfrm>
              <a:prstGeom prst="line">
                <a:avLst/>
              </a:prstGeom>
              <a:ln w="9525" cap="flat" cmpd="sng">
                <a:solidFill>
                  <a:srgbClr val="000000"/>
                </a:solidFill>
                <a:prstDash val="solid"/>
                <a:round/>
                <a:headEnd type="triangle" w="med" len="med"/>
                <a:tailEnd type="triangle" w="med" len="med"/>
              </a:ln>
            </p:spPr>
          </p:sp>
          <p:sp>
            <p:nvSpPr>
              <p:cNvPr id="85025" name="Line 70"/>
              <p:cNvSpPr/>
              <p:nvPr/>
            </p:nvSpPr>
            <p:spPr>
              <a:xfrm>
                <a:off x="4860" y="7837"/>
                <a:ext cx="1" cy="312"/>
              </a:xfrm>
              <a:prstGeom prst="line">
                <a:avLst/>
              </a:prstGeom>
              <a:ln w="9525" cap="flat" cmpd="sng">
                <a:solidFill>
                  <a:srgbClr val="000000"/>
                </a:solidFill>
                <a:prstDash val="solid"/>
                <a:round/>
                <a:headEnd type="triangle" w="med" len="med"/>
                <a:tailEnd type="triangle" w="med" len="med"/>
              </a:ln>
            </p:spPr>
          </p:sp>
          <p:sp>
            <p:nvSpPr>
              <p:cNvPr id="85026" name="Line 71"/>
              <p:cNvSpPr/>
              <p:nvPr/>
            </p:nvSpPr>
            <p:spPr>
              <a:xfrm>
                <a:off x="7739" y="7837"/>
                <a:ext cx="1" cy="312"/>
              </a:xfrm>
              <a:prstGeom prst="line">
                <a:avLst/>
              </a:prstGeom>
              <a:ln w="9525" cap="flat" cmpd="sng">
                <a:solidFill>
                  <a:srgbClr val="000000"/>
                </a:solidFill>
                <a:prstDash val="solid"/>
                <a:round/>
                <a:headEnd type="triangle" w="med" len="med"/>
                <a:tailEnd type="triangle" w="med" len="med"/>
              </a:ln>
            </p:spPr>
          </p:sp>
        </p:grpSp>
      </p:grpSp>
      <p:sp>
        <p:nvSpPr>
          <p:cNvPr id="85028" name="Rectangle 2"/>
          <p:cNvSpPr>
            <a:spLocks noGrp="1"/>
          </p:cNvSpPr>
          <p:nvPr>
            <p:ph type="title"/>
          </p:nvPr>
        </p:nvSpPr>
        <p:spPr>
          <a:xfrm>
            <a:off x="2208213" y="0"/>
            <a:ext cx="7772400" cy="838200"/>
          </a:xfrm>
        </p:spPr>
        <p:txBody>
          <a:bodyPr wrap="square" lIns="91440" tIns="45720" rIns="91440" bIns="45720" anchor="ctr" anchorCtr="0"/>
          <a:p>
            <a:r>
              <a:rPr lang="en-US" altLang="zh-CN" sz="4400" dirty="0">
                <a:solidFill>
                  <a:srgbClr val="FF0000"/>
                </a:solidFill>
              </a:rPr>
              <a:t>UNIX</a:t>
            </a:r>
            <a:r>
              <a:rPr lang="zh-CN" altLang="en-US" sz="4400" dirty="0">
                <a:solidFill>
                  <a:srgbClr val="FF0000"/>
                </a:solidFill>
              </a:rPr>
              <a:t>内核</a:t>
            </a:r>
            <a:r>
              <a:rPr lang="zh-CN" altLang="en-US" sz="4400" dirty="0">
                <a:solidFill>
                  <a:srgbClr val="FF0000"/>
                </a:solidFill>
              </a:rPr>
              <a:t>结构</a:t>
            </a:r>
            <a:endParaRPr lang="zh-CN" altLang="en-US" sz="4400" dirty="0">
              <a:solidFill>
                <a:srgbClr val="FF0000"/>
              </a:solidFill>
            </a:endParaRPr>
          </a:p>
        </p:txBody>
      </p:sp>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6017" name="Rectangle 3"/>
          <p:cNvSpPr>
            <a:spLocks noGrp="1"/>
          </p:cNvSpPr>
          <p:nvPr>
            <p:ph idx="1"/>
          </p:nvPr>
        </p:nvSpPr>
        <p:spPr>
          <a:xfrm>
            <a:off x="1633538" y="1066800"/>
            <a:ext cx="8964612" cy="5329238"/>
          </a:xfrm>
        </p:spPr>
        <p:txBody>
          <a:bodyPr wrap="square" lIns="91440" tIns="45720" rIns="91440" bIns="45720" anchor="t" anchorCtr="0"/>
          <a:p>
            <a:pPr>
              <a:lnSpc>
                <a:spcPct val="150000"/>
              </a:lnSpc>
              <a:buNone/>
            </a:pPr>
            <a:r>
              <a:rPr lang="en-US" altLang="zh-CN" sz="2800" dirty="0">
                <a:solidFill>
                  <a:srgbClr val="FF0000"/>
                </a:solidFill>
              </a:rPr>
              <a:t>1</a:t>
            </a:r>
            <a:r>
              <a:rPr lang="zh-CN" altLang="en-US" sz="2800" dirty="0">
                <a:solidFill>
                  <a:srgbClr val="FF0000"/>
                </a:solidFill>
              </a:rPr>
              <a:t>．文件子系统</a:t>
            </a:r>
            <a:r>
              <a:rPr lang="zh-CN" altLang="en-US" sz="2800" dirty="0"/>
              <a:t>负责管理文件。具体功能有： </a:t>
            </a:r>
            <a:endParaRPr lang="zh-CN" altLang="en-US" sz="2800" dirty="0">
              <a:solidFill>
                <a:srgbClr val="CC0000"/>
              </a:solidFill>
            </a:endParaRPr>
          </a:p>
          <a:p>
            <a:pPr marL="457200" lvl="1" indent="0">
              <a:lnSpc>
                <a:spcPct val="150000"/>
              </a:lnSpc>
              <a:buNone/>
            </a:pPr>
            <a:r>
              <a:rPr lang="en-US" altLang="zh-CN" sz="2400" dirty="0"/>
              <a:t>(1) </a:t>
            </a:r>
            <a:r>
              <a:rPr lang="zh-CN" altLang="en-US" sz="2400" dirty="0"/>
              <a:t>空闲文件存储空间的管理；</a:t>
            </a:r>
            <a:endParaRPr lang="zh-CN" altLang="en-US" sz="2400" dirty="0"/>
          </a:p>
          <a:p>
            <a:pPr marL="457200" lvl="1" indent="0">
              <a:lnSpc>
                <a:spcPct val="150000"/>
              </a:lnSpc>
              <a:buNone/>
            </a:pPr>
            <a:r>
              <a:rPr lang="en-US" altLang="zh-CN" sz="2400" dirty="0"/>
              <a:t>(2) </a:t>
            </a:r>
            <a:r>
              <a:rPr lang="zh-CN" altLang="en-US" sz="2400" dirty="0"/>
              <a:t>为文件分配文件存储空间；</a:t>
            </a:r>
            <a:endParaRPr lang="zh-CN" altLang="en-US" sz="2400" dirty="0"/>
          </a:p>
          <a:p>
            <a:pPr marL="457200" lvl="1" indent="0">
              <a:lnSpc>
                <a:spcPct val="150000"/>
              </a:lnSpc>
              <a:buNone/>
            </a:pPr>
            <a:r>
              <a:rPr lang="en-US" altLang="zh-CN" sz="2400" dirty="0"/>
              <a:t>(3) </a:t>
            </a:r>
            <a:r>
              <a:rPr lang="zh-CN" altLang="en-US" sz="2400" dirty="0"/>
              <a:t>回收文件释放的文件存储空间；</a:t>
            </a:r>
            <a:endParaRPr lang="zh-CN" altLang="en-US" sz="2400" dirty="0"/>
          </a:p>
          <a:p>
            <a:pPr marL="457200" lvl="1" indent="0">
              <a:lnSpc>
                <a:spcPct val="150000"/>
              </a:lnSpc>
              <a:buNone/>
            </a:pPr>
            <a:r>
              <a:rPr lang="en-US" altLang="zh-CN" sz="2400" dirty="0"/>
              <a:t>(4) </a:t>
            </a:r>
            <a:r>
              <a:rPr lang="zh-CN" altLang="en-US" sz="2400" dirty="0"/>
              <a:t>文件存取控制； </a:t>
            </a:r>
            <a:endParaRPr lang="zh-CN" altLang="en-US" sz="2400" dirty="0"/>
          </a:p>
          <a:p>
            <a:pPr marL="457200" lvl="1" indent="0">
              <a:lnSpc>
                <a:spcPct val="150000"/>
              </a:lnSpc>
              <a:buNone/>
            </a:pPr>
            <a:r>
              <a:rPr lang="en-US" altLang="zh-CN" sz="2400" dirty="0"/>
              <a:t>(5) </a:t>
            </a:r>
            <a:r>
              <a:rPr lang="zh-CN" altLang="en-US" sz="2400" dirty="0"/>
              <a:t>搜索文件；  </a:t>
            </a:r>
            <a:endParaRPr lang="zh-CN" altLang="en-US" sz="2400" dirty="0"/>
          </a:p>
          <a:p>
            <a:pPr marL="457200" lvl="1" indent="0">
              <a:lnSpc>
                <a:spcPct val="150000"/>
              </a:lnSpc>
              <a:buNone/>
            </a:pPr>
            <a:r>
              <a:rPr lang="en-US" altLang="zh-CN" sz="2400" dirty="0"/>
              <a:t>(6) </a:t>
            </a:r>
            <a:r>
              <a:rPr lang="zh-CN" altLang="en-US" sz="2400" dirty="0"/>
              <a:t>为用户提供系统调用服。</a:t>
            </a:r>
            <a:endParaRPr lang="zh-CN" altLang="en-US" sz="2400" dirty="0"/>
          </a:p>
        </p:txBody>
      </p:sp>
      <p:sp>
        <p:nvSpPr>
          <p:cNvPr id="86018" name="Text Box 4"/>
          <p:cNvSpPr txBox="1"/>
          <p:nvPr/>
        </p:nvSpPr>
        <p:spPr>
          <a:xfrm>
            <a:off x="1014730" y="0"/>
            <a:ext cx="5575935" cy="583565"/>
          </a:xfrm>
          <a:prstGeom prst="rect">
            <a:avLst/>
          </a:prstGeom>
          <a:noFill/>
          <a:ln w="9525">
            <a:noFill/>
          </a:ln>
          <a:effectLst>
            <a:prstShdw prst="shdw17" dist="17961" dir="2699999">
              <a:srgbClr val="007A5C"/>
            </a:prstShdw>
          </a:effectLst>
        </p:spPr>
        <p:txBody>
          <a:bodyPr wrap="square" anchor="t" anchorCtr="0">
            <a:spAutoFit/>
          </a:bodyPr>
          <a:p>
            <a:pPr algn="ctr"/>
            <a:r>
              <a:rPr lang="en-US" altLang="zh-CN" sz="3200" b="1" dirty="0">
                <a:solidFill>
                  <a:srgbClr val="FF0000"/>
                </a:solidFill>
                <a:latin typeface="Times New Roman" panose="02020503050405090304" charset="0"/>
                <a:ea typeface="华文新魏" pitchFamily="2" charset="-122"/>
              </a:rPr>
              <a:t>UNIX</a:t>
            </a:r>
            <a:r>
              <a:rPr lang="zh-CN" altLang="en-US" sz="3200" b="1" dirty="0">
                <a:solidFill>
                  <a:srgbClr val="FF0000"/>
                </a:solidFill>
                <a:latin typeface="Times New Roman" panose="02020503050405090304" charset="0"/>
                <a:ea typeface="华文新魏" pitchFamily="2" charset="-122"/>
              </a:rPr>
              <a:t>内核功能简述</a:t>
            </a:r>
            <a:endParaRPr lang="zh-CN" altLang="en-US" sz="3200" b="1" dirty="0">
              <a:solidFill>
                <a:srgbClr val="FF0000"/>
              </a:solidFill>
              <a:latin typeface="Times New Roman" panose="02020503050405090304" charset="0"/>
              <a:ea typeface="华文新魏" pitchFamily="2" charset="-122"/>
            </a:endParaRPr>
          </a:p>
        </p:txBody>
      </p:sp>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1682" name="Rectangle 3"/>
          <p:cNvSpPr>
            <a:spLocks noGrp="1" noChangeArrowheads="1"/>
          </p:cNvSpPr>
          <p:nvPr>
            <p:ph idx="1"/>
          </p:nvPr>
        </p:nvSpPr>
        <p:spPr>
          <a:xfrm>
            <a:off x="2209800" y="787400"/>
            <a:ext cx="7918450" cy="6049963"/>
          </a:xfrm>
        </p:spPr>
        <p:txBody>
          <a:bodyPr vert="horz" wrap="square" lIns="91440" tIns="45720" rIns="91440" bIns="45720" numCol="1" anchor="t" anchorCtr="0" compatLnSpc="1"/>
          <a:lstStyle/>
          <a:p>
            <a:pPr marL="0" marR="0" lvl="0" indent="0" algn="just" defTabSz="914400" rtl="0" eaLnBrk="0" fontAlgn="base" latinLnBrk="0" hangingPunct="0">
              <a:lnSpc>
                <a:spcPct val="150000"/>
              </a:lnSpc>
              <a:spcBef>
                <a:spcPct val="20000"/>
              </a:spcBef>
              <a:spcAft>
                <a:spcPct val="0"/>
              </a:spcAft>
              <a:buClrTx/>
              <a:buSzTx/>
              <a:buFontTx/>
              <a:buNone/>
              <a:defRPr/>
            </a:pPr>
            <a:r>
              <a:rPr kumimoji="1" lang="en-US" altLang="zh-CN" sz="2800" i="0" u="none" strike="noStrike" kern="0" cap="none" spc="0" normalizeH="0" baseline="0" noProof="0" dirty="0">
                <a:ln>
                  <a:noFill/>
                </a:ln>
                <a:solidFill>
                  <a:srgbClr val="FF0000"/>
                </a:solidFill>
                <a:effectLst/>
                <a:uLnTx/>
                <a:uFillTx/>
                <a:latin typeface="+mn-lt"/>
                <a:ea typeface="+mn-ea"/>
                <a:cs typeface="+mn-cs"/>
              </a:rPr>
              <a:t>2</a:t>
            </a:r>
            <a:r>
              <a:rPr kumimoji="1" lang="zh-CN" altLang="en-US" sz="2800" i="0" u="none" strike="noStrike" kern="0" cap="none" spc="0" normalizeH="0" baseline="0" noProof="0" dirty="0">
                <a:ln>
                  <a:noFill/>
                </a:ln>
                <a:solidFill>
                  <a:srgbClr val="FF0000"/>
                </a:solidFill>
                <a:effectLst/>
                <a:uLnTx/>
                <a:uFillTx/>
                <a:latin typeface="+mn-lt"/>
                <a:ea typeface="+mn-ea"/>
                <a:cs typeface="+mn-cs"/>
              </a:rPr>
              <a:t>．进程控制子系统</a:t>
            </a:r>
            <a:r>
              <a:rPr kumimoji="1" lang="zh-CN" altLang="en-US" sz="2800" i="0" u="none" strike="noStrike" kern="0" cap="none" spc="0" normalizeH="0" baseline="0" noProof="0" dirty="0">
                <a:ln>
                  <a:noFill/>
                </a:ln>
                <a:solidFill>
                  <a:schemeClr val="tx1"/>
                </a:solidFill>
                <a:effectLst/>
                <a:uLnTx/>
                <a:uFillTx/>
                <a:latin typeface="+mn-lt"/>
                <a:ea typeface="+mn-ea"/>
                <a:cs typeface="+mn-cs"/>
              </a:rPr>
              <a:t>负责进程的管理。具体功能：</a:t>
            </a:r>
            <a:endParaRPr kumimoji="1" lang="zh-CN" altLang="en-US" sz="2800" i="0" u="none" strike="noStrike" kern="0" cap="none" spc="0" normalizeH="0" baseline="0" noProof="0" dirty="0">
              <a:ln>
                <a:noFill/>
              </a:ln>
              <a:solidFill>
                <a:schemeClr val="tx1"/>
              </a:solidFill>
              <a:effectLst/>
              <a:uLnTx/>
              <a:uFillTx/>
              <a:latin typeface="+mn-lt"/>
              <a:ea typeface="+mn-ea"/>
              <a:cs typeface="+mn-cs"/>
            </a:endParaRPr>
          </a:p>
          <a:p>
            <a:pPr marL="0" marR="0" lvl="1" indent="625475" algn="just" defTabSz="914400" rtl="0" eaLnBrk="0" fontAlgn="base" latinLnBrk="0" hangingPunct="0">
              <a:lnSpc>
                <a:spcPct val="150000"/>
              </a:lnSpc>
              <a:spcBef>
                <a:spcPct val="20000"/>
              </a:spcBef>
              <a:spcAft>
                <a:spcPct val="0"/>
              </a:spcAft>
              <a:buClrTx/>
              <a:buSzTx/>
              <a:buFontTx/>
              <a:buNone/>
              <a:defRPr/>
            </a:pPr>
            <a:r>
              <a:rPr kumimoji="1" lang="en-US" altLang="zh-CN" sz="2400" i="0" u="none" strike="noStrike" kern="0" cap="none" spc="0" normalizeH="0" baseline="0" noProof="0" dirty="0">
                <a:ln>
                  <a:noFill/>
                </a:ln>
                <a:solidFill>
                  <a:schemeClr val="tx1"/>
                </a:solidFill>
                <a:effectLst/>
                <a:uLnTx/>
                <a:uFillTx/>
                <a:latin typeface="+mn-lt"/>
                <a:ea typeface="+mn-ea"/>
                <a:cs typeface="+mn-ea"/>
              </a:rPr>
              <a:t>(1) </a:t>
            </a:r>
            <a:r>
              <a:rPr kumimoji="1" lang="zh-CN" altLang="en-US" sz="2400" i="0" u="none" strike="noStrike" kern="0" cap="none" spc="0" normalizeH="0" baseline="0" noProof="0" dirty="0">
                <a:ln>
                  <a:noFill/>
                </a:ln>
                <a:solidFill>
                  <a:schemeClr val="tx1"/>
                </a:solidFill>
                <a:effectLst/>
                <a:uLnTx/>
                <a:uFillTx/>
                <a:latin typeface="+mn-lt"/>
                <a:ea typeface="+mn-ea"/>
                <a:cs typeface="+mn-ea"/>
              </a:rPr>
              <a:t>进程的创建；</a:t>
            </a:r>
            <a:endParaRPr kumimoji="1" lang="zh-CN" altLang="en-US" sz="2400" i="0" u="none" strike="noStrike" kern="0" cap="none" spc="0" normalizeH="0" baseline="0" noProof="0" dirty="0">
              <a:ln>
                <a:noFill/>
              </a:ln>
              <a:solidFill>
                <a:schemeClr val="tx1"/>
              </a:solidFill>
              <a:effectLst/>
              <a:uLnTx/>
              <a:uFillTx/>
              <a:latin typeface="+mn-lt"/>
              <a:ea typeface="+mn-ea"/>
              <a:cs typeface="+mn-ea"/>
            </a:endParaRPr>
          </a:p>
          <a:p>
            <a:pPr marL="0" marR="0" lvl="1" indent="625475" algn="just" defTabSz="914400" rtl="0" eaLnBrk="0" fontAlgn="base" latinLnBrk="0" hangingPunct="0">
              <a:lnSpc>
                <a:spcPct val="150000"/>
              </a:lnSpc>
              <a:spcBef>
                <a:spcPct val="20000"/>
              </a:spcBef>
              <a:spcAft>
                <a:spcPct val="0"/>
              </a:spcAft>
              <a:buClrTx/>
              <a:buSzTx/>
              <a:buFontTx/>
              <a:buNone/>
              <a:defRPr/>
            </a:pPr>
            <a:r>
              <a:rPr kumimoji="1" lang="en-US" altLang="zh-CN" sz="2400" i="0" u="none" strike="noStrike" kern="0" cap="none" spc="0" normalizeH="0" baseline="0" noProof="0" dirty="0">
                <a:ln>
                  <a:noFill/>
                </a:ln>
                <a:solidFill>
                  <a:schemeClr val="tx1"/>
                </a:solidFill>
                <a:effectLst/>
                <a:uLnTx/>
                <a:uFillTx/>
                <a:latin typeface="+mn-lt"/>
                <a:ea typeface="+mn-ea"/>
                <a:cs typeface="+mn-ea"/>
              </a:rPr>
              <a:t>(2) </a:t>
            </a:r>
            <a:r>
              <a:rPr kumimoji="1" lang="zh-CN" altLang="en-US" sz="2400" i="0" u="none" strike="noStrike" kern="0" cap="none" spc="0" normalizeH="0" baseline="0" noProof="0" dirty="0">
                <a:ln>
                  <a:noFill/>
                </a:ln>
                <a:solidFill>
                  <a:schemeClr val="tx1"/>
                </a:solidFill>
                <a:effectLst/>
                <a:uLnTx/>
                <a:uFillTx/>
                <a:latin typeface="+mn-lt"/>
                <a:ea typeface="+mn-ea"/>
                <a:cs typeface="+mn-ea"/>
              </a:rPr>
              <a:t>进程的调度；</a:t>
            </a:r>
            <a:endParaRPr kumimoji="1" lang="zh-CN" altLang="en-US" sz="2400" i="0" u="none" strike="noStrike" kern="0" cap="none" spc="0" normalizeH="0" baseline="0" noProof="0" dirty="0">
              <a:ln>
                <a:noFill/>
              </a:ln>
              <a:solidFill>
                <a:schemeClr val="tx1"/>
              </a:solidFill>
              <a:effectLst/>
              <a:uLnTx/>
              <a:uFillTx/>
              <a:latin typeface="+mn-lt"/>
              <a:ea typeface="+mn-ea"/>
              <a:cs typeface="+mn-ea"/>
            </a:endParaRPr>
          </a:p>
          <a:p>
            <a:pPr marL="0" marR="0" lvl="1" indent="625475" algn="just" defTabSz="914400" rtl="0" eaLnBrk="0" fontAlgn="base" latinLnBrk="0" hangingPunct="0">
              <a:lnSpc>
                <a:spcPct val="150000"/>
              </a:lnSpc>
              <a:spcBef>
                <a:spcPct val="20000"/>
              </a:spcBef>
              <a:spcAft>
                <a:spcPct val="0"/>
              </a:spcAft>
              <a:buClrTx/>
              <a:buSzTx/>
              <a:buFontTx/>
              <a:buNone/>
              <a:defRPr/>
            </a:pPr>
            <a:r>
              <a:rPr kumimoji="1" lang="en-US" altLang="zh-CN" sz="2400" i="0" u="none" strike="noStrike" kern="0" cap="none" spc="0" normalizeH="0" baseline="0" noProof="0" dirty="0">
                <a:ln>
                  <a:noFill/>
                </a:ln>
                <a:solidFill>
                  <a:schemeClr val="tx1"/>
                </a:solidFill>
                <a:effectLst/>
                <a:uLnTx/>
                <a:uFillTx/>
                <a:latin typeface="+mn-lt"/>
                <a:ea typeface="+mn-ea"/>
                <a:cs typeface="+mn-ea"/>
              </a:rPr>
              <a:t>(3) </a:t>
            </a:r>
            <a:r>
              <a:rPr kumimoji="1" lang="zh-CN" altLang="en-US" sz="2400" i="0" u="none" strike="noStrike" kern="0" cap="none" spc="0" normalizeH="0" baseline="0" noProof="0" dirty="0">
                <a:ln>
                  <a:noFill/>
                </a:ln>
                <a:solidFill>
                  <a:schemeClr val="tx1"/>
                </a:solidFill>
                <a:effectLst/>
                <a:uLnTx/>
                <a:uFillTx/>
                <a:latin typeface="+mn-lt"/>
                <a:ea typeface="+mn-ea"/>
                <a:cs typeface="+mn-ea"/>
              </a:rPr>
              <a:t>进程间的通信；</a:t>
            </a:r>
            <a:endParaRPr kumimoji="1" lang="zh-CN" altLang="en-US" sz="2400" i="0" u="none" strike="noStrike" kern="0" cap="none" spc="0" normalizeH="0" baseline="0" noProof="0" dirty="0">
              <a:ln>
                <a:noFill/>
              </a:ln>
              <a:solidFill>
                <a:schemeClr val="tx1"/>
              </a:solidFill>
              <a:effectLst/>
              <a:uLnTx/>
              <a:uFillTx/>
              <a:latin typeface="+mn-lt"/>
              <a:ea typeface="+mn-ea"/>
              <a:cs typeface="+mn-ea"/>
            </a:endParaRPr>
          </a:p>
          <a:p>
            <a:pPr marL="0" marR="0" lvl="1" indent="625475" algn="just" defTabSz="914400" rtl="0" eaLnBrk="0" fontAlgn="base" latinLnBrk="0" hangingPunct="0">
              <a:lnSpc>
                <a:spcPct val="150000"/>
              </a:lnSpc>
              <a:spcBef>
                <a:spcPct val="20000"/>
              </a:spcBef>
              <a:spcAft>
                <a:spcPct val="0"/>
              </a:spcAft>
              <a:buClrTx/>
              <a:buSzTx/>
              <a:buFontTx/>
              <a:buNone/>
              <a:defRPr/>
            </a:pPr>
            <a:r>
              <a:rPr kumimoji="1" lang="en-US" altLang="zh-CN" sz="2400" i="0" u="none" strike="noStrike" kern="0" cap="none" spc="0" normalizeH="0" baseline="0" noProof="0" dirty="0">
                <a:ln>
                  <a:noFill/>
                </a:ln>
                <a:solidFill>
                  <a:schemeClr val="tx1"/>
                </a:solidFill>
                <a:effectLst/>
                <a:uLnTx/>
                <a:uFillTx/>
                <a:latin typeface="+mn-lt"/>
                <a:ea typeface="+mn-ea"/>
                <a:cs typeface="+mn-ea"/>
              </a:rPr>
              <a:t>(4) </a:t>
            </a:r>
            <a:r>
              <a:rPr kumimoji="1" lang="zh-CN" altLang="en-US" sz="2400" i="0" u="none" strike="noStrike" kern="0" cap="none" spc="0" normalizeH="0" baseline="0" noProof="0" dirty="0">
                <a:ln>
                  <a:noFill/>
                </a:ln>
                <a:solidFill>
                  <a:schemeClr val="tx1"/>
                </a:solidFill>
                <a:effectLst/>
                <a:uLnTx/>
                <a:uFillTx/>
                <a:latin typeface="+mn-lt"/>
                <a:ea typeface="+mn-ea"/>
                <a:cs typeface="+mn-ea"/>
              </a:rPr>
              <a:t>进程间的同步控制。</a:t>
            </a:r>
            <a:endParaRPr kumimoji="1" lang="en-US" altLang="zh-CN" sz="2400" i="0" u="none" strike="noStrike" kern="0" cap="none" spc="0" normalizeH="0" baseline="0" noProof="0" dirty="0">
              <a:ln>
                <a:noFill/>
              </a:ln>
              <a:solidFill>
                <a:schemeClr val="tx1"/>
              </a:solidFill>
              <a:effectLst/>
              <a:uLnTx/>
              <a:uFillTx/>
              <a:latin typeface="+mn-lt"/>
              <a:ea typeface="+mn-ea"/>
              <a:cs typeface="+mn-ea"/>
            </a:endParaRPr>
          </a:p>
          <a:p>
            <a:pPr marL="0" marR="0" lvl="0" indent="0" algn="just" defTabSz="914400" rtl="0" eaLnBrk="0" fontAlgn="base" latinLnBrk="0" hangingPunct="0">
              <a:lnSpc>
                <a:spcPct val="150000"/>
              </a:lnSpc>
              <a:spcBef>
                <a:spcPct val="20000"/>
              </a:spcBef>
              <a:spcAft>
                <a:spcPct val="0"/>
              </a:spcAft>
              <a:buClrTx/>
              <a:buSzTx/>
              <a:buFontTx/>
              <a:buNone/>
              <a:defRPr/>
            </a:pPr>
            <a:r>
              <a:rPr kumimoji="1" lang="en-US" altLang="zh-CN" sz="2800" i="0" u="none" strike="noStrike" kern="0" cap="none" spc="0" normalizeH="0" baseline="0" noProof="0" dirty="0">
                <a:ln>
                  <a:noFill/>
                </a:ln>
                <a:solidFill>
                  <a:srgbClr val="FF0000"/>
                </a:solidFill>
                <a:effectLst/>
                <a:uLnTx/>
                <a:uFillTx/>
                <a:latin typeface="+mn-lt"/>
                <a:ea typeface="+mn-ea"/>
                <a:cs typeface="+mn-cs"/>
              </a:rPr>
              <a:t>3</a:t>
            </a:r>
            <a:r>
              <a:rPr kumimoji="1" lang="zh-CN" altLang="en-US" sz="2800" i="0" u="none" strike="noStrike" kern="0" cap="none" spc="0" normalizeH="0" baseline="0" noProof="0" dirty="0">
                <a:ln>
                  <a:noFill/>
                </a:ln>
                <a:solidFill>
                  <a:srgbClr val="FF0000"/>
                </a:solidFill>
                <a:effectLst/>
                <a:uLnTx/>
                <a:uFillTx/>
                <a:latin typeface="+mn-lt"/>
                <a:ea typeface="+mn-ea"/>
                <a:cs typeface="+mn-cs"/>
              </a:rPr>
              <a:t>．设备管理子系统</a:t>
            </a:r>
            <a:r>
              <a:rPr kumimoji="1" lang="zh-CN" altLang="en-US" sz="2800" i="0" u="none" strike="noStrike" kern="0" cap="none" spc="0" normalizeH="0" baseline="0" noProof="0" dirty="0">
                <a:ln>
                  <a:noFill/>
                </a:ln>
                <a:solidFill>
                  <a:schemeClr val="tx1"/>
                </a:solidFill>
                <a:effectLst/>
                <a:uLnTx/>
                <a:uFillTx/>
                <a:latin typeface="+mn-lt"/>
                <a:ea typeface="+mn-ea"/>
                <a:cs typeface="+mn-cs"/>
              </a:rPr>
              <a:t>完成进程和外设间数据交换的功能</a:t>
            </a:r>
            <a:endParaRPr kumimoji="1" lang="zh-CN" altLang="en-US" sz="2800" i="0" u="none" strike="noStrike" kern="0" cap="none" spc="0" normalizeH="0" baseline="0" noProof="0" dirty="0">
              <a:ln>
                <a:noFill/>
              </a:ln>
              <a:solidFill>
                <a:schemeClr val="tx1"/>
              </a:solidFill>
              <a:effectLst/>
              <a:uLnTx/>
              <a:uFillTx/>
              <a:latin typeface="+mn-lt"/>
              <a:ea typeface="+mn-ea"/>
              <a:cs typeface="+mn-cs"/>
            </a:endParaRPr>
          </a:p>
        </p:txBody>
      </p:sp>
      <p:sp>
        <p:nvSpPr>
          <p:cNvPr id="87042" name="Text Box 4"/>
          <p:cNvSpPr txBox="1"/>
          <p:nvPr/>
        </p:nvSpPr>
        <p:spPr>
          <a:xfrm>
            <a:off x="872808" y="-26987"/>
            <a:ext cx="7416800" cy="768350"/>
          </a:xfrm>
          <a:prstGeom prst="rect">
            <a:avLst/>
          </a:prstGeom>
          <a:noFill/>
          <a:ln w="9525">
            <a:noFill/>
          </a:ln>
          <a:effectLst>
            <a:prstShdw prst="shdw17" dist="17961" dir="2699999">
              <a:srgbClr val="007A5C"/>
            </a:prstShdw>
          </a:effectLst>
        </p:spPr>
        <p:txBody>
          <a:bodyPr anchor="t" anchorCtr="0">
            <a:spAutoFit/>
          </a:bodyPr>
          <a:p>
            <a:pPr algn="ctr"/>
            <a:r>
              <a:rPr lang="en-US" altLang="zh-CN" sz="4400" b="1" dirty="0">
                <a:solidFill>
                  <a:srgbClr val="FF0000"/>
                </a:solidFill>
                <a:latin typeface="Times New Roman" panose="02020503050405090304" charset="0"/>
                <a:ea typeface="华文新魏" pitchFamily="2" charset="-122"/>
              </a:rPr>
              <a:t>UNIX</a:t>
            </a:r>
            <a:r>
              <a:rPr lang="zh-CN" altLang="en-US" sz="4400" b="1" dirty="0">
                <a:solidFill>
                  <a:srgbClr val="FF0000"/>
                </a:solidFill>
                <a:latin typeface="Times New Roman" panose="02020503050405090304" charset="0"/>
                <a:ea typeface="华文新魏" pitchFamily="2" charset="-122"/>
              </a:rPr>
              <a:t>内核功能简述</a:t>
            </a:r>
            <a:endParaRPr lang="zh-CN" altLang="en-US" sz="4400" b="1" dirty="0">
              <a:solidFill>
                <a:srgbClr val="FF0000"/>
              </a:solidFill>
              <a:latin typeface="Times New Roman" panose="02020503050405090304" charset="0"/>
              <a:ea typeface="华文新魏" pitchFamily="2" charset="-122"/>
            </a:endParaRPr>
          </a:p>
        </p:txBody>
      </p:sp>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9089" name="Rectangle 3"/>
          <p:cNvSpPr>
            <a:spLocks noGrp="1"/>
          </p:cNvSpPr>
          <p:nvPr>
            <p:ph idx="1"/>
          </p:nvPr>
        </p:nvSpPr>
        <p:spPr>
          <a:xfrm>
            <a:off x="669924" y="1169670"/>
            <a:ext cx="10850563" cy="5019675"/>
          </a:xfrm>
        </p:spPr>
        <p:txBody>
          <a:bodyPr wrap="square" lIns="91440" tIns="45720" rIns="91440" bIns="45720" anchor="t" anchorCtr="0"/>
          <a:p>
            <a:pPr algn="just">
              <a:lnSpc>
                <a:spcPct val="150000"/>
              </a:lnSpc>
              <a:buNone/>
            </a:pPr>
            <a:r>
              <a:rPr lang="en-US" altLang="zh-CN" sz="2800" dirty="0">
                <a:solidFill>
                  <a:srgbClr val="FF0000"/>
                </a:solidFill>
              </a:rPr>
              <a:t>4</a:t>
            </a:r>
            <a:r>
              <a:rPr lang="zh-CN" altLang="en-US" sz="2800" dirty="0">
                <a:solidFill>
                  <a:srgbClr val="FF0000"/>
                </a:solidFill>
              </a:rPr>
              <a:t>．存储管理子系统</a:t>
            </a:r>
            <a:r>
              <a:rPr lang="zh-CN" altLang="en-US" sz="2800" dirty="0"/>
              <a:t>负责内存的管理。具体功能为：</a:t>
            </a:r>
            <a:endParaRPr lang="zh-CN" altLang="en-US" sz="2800" dirty="0"/>
          </a:p>
          <a:p>
            <a:pPr marL="457200" lvl="1" indent="0">
              <a:lnSpc>
                <a:spcPct val="150000"/>
              </a:lnSpc>
              <a:buNone/>
            </a:pPr>
            <a:r>
              <a:rPr lang="en-US" altLang="zh-CN" sz="2400" dirty="0"/>
              <a:t>(1) </a:t>
            </a:r>
            <a:r>
              <a:rPr lang="zh-CN" altLang="en-US" sz="2400" dirty="0"/>
              <a:t>管理内存的空闲空间；</a:t>
            </a:r>
            <a:endParaRPr lang="zh-CN" altLang="en-US" sz="2400" dirty="0"/>
          </a:p>
          <a:p>
            <a:pPr marL="457200" lvl="1" indent="0">
              <a:lnSpc>
                <a:spcPct val="150000"/>
              </a:lnSpc>
              <a:buNone/>
            </a:pPr>
            <a:r>
              <a:rPr lang="en-US" altLang="zh-CN" sz="2400" dirty="0"/>
              <a:t>(2) </a:t>
            </a:r>
            <a:r>
              <a:rPr lang="zh-CN" altLang="en-US" sz="2400" dirty="0"/>
              <a:t>对交换区空间进行管理；</a:t>
            </a:r>
            <a:endParaRPr lang="en-US" altLang="zh-CN" sz="2400" dirty="0"/>
          </a:p>
          <a:p>
            <a:pPr marL="457200" lvl="1" indent="0">
              <a:lnSpc>
                <a:spcPct val="150000"/>
              </a:lnSpc>
              <a:buNone/>
            </a:pPr>
            <a:r>
              <a:rPr lang="en-US" altLang="zh-CN" sz="2400" dirty="0"/>
              <a:t>(3) </a:t>
            </a:r>
            <a:r>
              <a:rPr lang="zh-CN" altLang="en-US" sz="2400" dirty="0"/>
              <a:t>对虚拟存储空间进行管理。</a:t>
            </a:r>
            <a:endParaRPr lang="zh-CN" altLang="en-US" sz="2400" dirty="0"/>
          </a:p>
          <a:p>
            <a:pPr>
              <a:lnSpc>
                <a:spcPct val="150000"/>
              </a:lnSpc>
            </a:pPr>
            <a:endParaRPr lang="zh-CN" altLang="en-US" sz="2400" dirty="0"/>
          </a:p>
        </p:txBody>
      </p:sp>
      <p:sp>
        <p:nvSpPr>
          <p:cNvPr id="89090" name="Text Box 4"/>
          <p:cNvSpPr txBox="1"/>
          <p:nvPr/>
        </p:nvSpPr>
        <p:spPr>
          <a:xfrm>
            <a:off x="519113" y="-26987"/>
            <a:ext cx="7416800" cy="768350"/>
          </a:xfrm>
          <a:prstGeom prst="rect">
            <a:avLst/>
          </a:prstGeom>
          <a:noFill/>
          <a:ln w="9525">
            <a:noFill/>
          </a:ln>
          <a:effectLst>
            <a:prstShdw prst="shdw17" dist="17961" dir="2699999">
              <a:srgbClr val="007A5C"/>
            </a:prstShdw>
          </a:effectLst>
        </p:spPr>
        <p:txBody>
          <a:bodyPr anchor="t" anchorCtr="0">
            <a:spAutoFit/>
          </a:bodyPr>
          <a:p>
            <a:pPr algn="ctr"/>
            <a:r>
              <a:rPr lang="en-US" altLang="zh-CN" sz="4400" b="1" dirty="0">
                <a:solidFill>
                  <a:srgbClr val="FF0000"/>
                </a:solidFill>
                <a:latin typeface="Times New Roman" panose="02020503050405090304" charset="0"/>
                <a:ea typeface="华文新魏" pitchFamily="2" charset="-122"/>
              </a:rPr>
              <a:t>UNIX</a:t>
            </a:r>
            <a:r>
              <a:rPr lang="zh-CN" altLang="en-US" sz="4400" b="1" dirty="0">
                <a:solidFill>
                  <a:srgbClr val="FF0000"/>
                </a:solidFill>
                <a:latin typeface="Times New Roman" panose="02020503050405090304" charset="0"/>
                <a:ea typeface="华文新魏" pitchFamily="2" charset="-122"/>
              </a:rPr>
              <a:t>内核功能简述</a:t>
            </a:r>
            <a:endParaRPr lang="zh-CN" altLang="en-US" sz="4400" b="1" dirty="0">
              <a:solidFill>
                <a:srgbClr val="FF0000"/>
              </a:solidFill>
              <a:latin typeface="Times New Roman" panose="02020503050405090304" charset="0"/>
              <a:ea typeface="华文新魏" pitchFamily="2" charset="-122"/>
            </a:endParaRPr>
          </a:p>
        </p:txBody>
      </p:sp>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任意多边形: 形状 18"/>
          <p:cNvSpPr/>
          <p:nvPr/>
        </p:nvSpPr>
        <p:spPr>
          <a:xfrm>
            <a:off x="-9525" y="-1"/>
            <a:ext cx="12201525" cy="1255073"/>
          </a:xfrm>
          <a:custGeom>
            <a:avLst/>
            <a:gdLst>
              <a:gd name="connsiteX0" fmla="*/ 19050 w 12201525"/>
              <a:gd name="connsiteY0" fmla="*/ 0 h 1028700"/>
              <a:gd name="connsiteX1" fmla="*/ 0 w 12201525"/>
              <a:gd name="connsiteY1" fmla="*/ 1028700 h 1028700"/>
              <a:gd name="connsiteX2" fmla="*/ 1743075 w 12201525"/>
              <a:gd name="connsiteY2" fmla="*/ 1028700 h 1028700"/>
              <a:gd name="connsiteX3" fmla="*/ 4381500 w 12201525"/>
              <a:gd name="connsiteY3" fmla="*/ 466725 h 1028700"/>
              <a:gd name="connsiteX4" fmla="*/ 6572250 w 12201525"/>
              <a:gd name="connsiteY4" fmla="*/ 285750 h 1028700"/>
              <a:gd name="connsiteX5" fmla="*/ 9115425 w 12201525"/>
              <a:gd name="connsiteY5" fmla="*/ 352425 h 1028700"/>
              <a:gd name="connsiteX6" fmla="*/ 11220450 w 12201525"/>
              <a:gd name="connsiteY6" fmla="*/ 619125 h 1028700"/>
              <a:gd name="connsiteX7" fmla="*/ 12201525 w 12201525"/>
              <a:gd name="connsiteY7" fmla="*/ 762000 h 1028700"/>
              <a:gd name="connsiteX8" fmla="*/ 12182475 w 12201525"/>
              <a:gd name="connsiteY8" fmla="*/ 0 h 1028700"/>
              <a:gd name="connsiteX9" fmla="*/ 19050 w 12201525"/>
              <a:gd name="connsiteY9" fmla="*/ 0 h 1028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201525" h="1028700">
                <a:moveTo>
                  <a:pt x="19050" y="0"/>
                </a:moveTo>
                <a:lnTo>
                  <a:pt x="0" y="1028700"/>
                </a:lnTo>
                <a:lnTo>
                  <a:pt x="1743075" y="1028700"/>
                </a:lnTo>
                <a:lnTo>
                  <a:pt x="4381500" y="466725"/>
                </a:lnTo>
                <a:lnTo>
                  <a:pt x="6572250" y="285750"/>
                </a:lnTo>
                <a:lnTo>
                  <a:pt x="9115425" y="352425"/>
                </a:lnTo>
                <a:lnTo>
                  <a:pt x="11220450" y="619125"/>
                </a:lnTo>
                <a:lnTo>
                  <a:pt x="12201525" y="762000"/>
                </a:lnTo>
                <a:lnTo>
                  <a:pt x="12182475" y="0"/>
                </a:lnTo>
                <a:lnTo>
                  <a:pt x="19050" y="0"/>
                </a:lnTo>
                <a:close/>
              </a:path>
            </a:pathLst>
          </a:custGeom>
          <a:solidFill>
            <a:schemeClr val="accent3">
              <a:lumMod val="90000"/>
              <a:lumOff val="1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任意多边形: 形状 10"/>
          <p:cNvSpPr/>
          <p:nvPr/>
        </p:nvSpPr>
        <p:spPr bwMode="auto">
          <a:xfrm>
            <a:off x="-9526" y="252740"/>
            <a:ext cx="12201525" cy="1128723"/>
          </a:xfrm>
          <a:custGeom>
            <a:avLst/>
            <a:gdLst>
              <a:gd name="connsiteX0" fmla="*/ 7144392 w 12325350"/>
              <a:gd name="connsiteY0" fmla="*/ 261 h 6478847"/>
              <a:gd name="connsiteX1" fmla="*/ 8214533 w 12325350"/>
              <a:gd name="connsiteY1" fmla="*/ 121934 h 6478847"/>
              <a:gd name="connsiteX2" fmla="*/ 10903294 w 12325350"/>
              <a:gd name="connsiteY2" fmla="*/ 1454273 h 6478847"/>
              <a:gd name="connsiteX3" fmla="*/ 12325350 w 12325350"/>
              <a:gd name="connsiteY3" fmla="*/ 2857357 h 6478847"/>
              <a:gd name="connsiteX4" fmla="*/ 12325350 w 12325350"/>
              <a:gd name="connsiteY4" fmla="*/ 5321595 h 6478847"/>
              <a:gd name="connsiteX5" fmla="*/ 6864178 w 12325350"/>
              <a:gd name="connsiteY5" fmla="*/ 1555476 h 6478847"/>
              <a:gd name="connsiteX6" fmla="*/ 3518165 w 12325350"/>
              <a:gd name="connsiteY6" fmla="*/ 4703571 h 6478847"/>
              <a:gd name="connsiteX7" fmla="*/ 4850 w 12325350"/>
              <a:gd name="connsiteY7" fmla="*/ 6371943 h 6478847"/>
              <a:gd name="connsiteX8" fmla="*/ 0 w 12325350"/>
              <a:gd name="connsiteY8" fmla="*/ 6083424 h 6478847"/>
              <a:gd name="connsiteX9" fmla="*/ 0 w 12325350"/>
              <a:gd name="connsiteY9" fmla="*/ 4957873 h 6478847"/>
              <a:gd name="connsiteX10" fmla="*/ 27210 w 12325350"/>
              <a:gd name="connsiteY10" fmla="*/ 4967674 h 6478847"/>
              <a:gd name="connsiteX11" fmla="*/ 2335110 w 12325350"/>
              <a:gd name="connsiteY11" fmla="*/ 3646345 h 6478847"/>
              <a:gd name="connsiteX12" fmla="*/ 7144392 w 12325350"/>
              <a:gd name="connsiteY12" fmla="*/ 261 h 64788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2325350" h="6478847">
                <a:moveTo>
                  <a:pt x="7144392" y="261"/>
                </a:moveTo>
                <a:cubicBezTo>
                  <a:pt x="7479248" y="-3556"/>
                  <a:pt x="7835119" y="34487"/>
                  <a:pt x="8214533" y="121934"/>
                </a:cubicBezTo>
                <a:cubicBezTo>
                  <a:pt x="9475264" y="412769"/>
                  <a:pt x="10281892" y="1000335"/>
                  <a:pt x="10903294" y="1454273"/>
                </a:cubicBezTo>
                <a:cubicBezTo>
                  <a:pt x="11940956" y="2211820"/>
                  <a:pt x="12295475" y="2846549"/>
                  <a:pt x="12325350" y="2857357"/>
                </a:cubicBezTo>
                <a:cubicBezTo>
                  <a:pt x="12325350" y="5321595"/>
                  <a:pt x="12325350" y="5321595"/>
                  <a:pt x="12325350" y="5321595"/>
                </a:cubicBezTo>
                <a:cubicBezTo>
                  <a:pt x="12325350" y="5321595"/>
                  <a:pt x="9373688" y="1135927"/>
                  <a:pt x="6864178" y="1555476"/>
                </a:cubicBezTo>
                <a:cubicBezTo>
                  <a:pt x="5941038" y="1709737"/>
                  <a:pt x="5250922" y="2295337"/>
                  <a:pt x="3518165" y="4703571"/>
                </a:cubicBezTo>
                <a:cubicBezTo>
                  <a:pt x="1785408" y="7110821"/>
                  <a:pt x="4850" y="6371943"/>
                  <a:pt x="4850" y="6371943"/>
                </a:cubicBezTo>
                <a:lnTo>
                  <a:pt x="0" y="6083424"/>
                </a:lnTo>
                <a:lnTo>
                  <a:pt x="0" y="4957873"/>
                </a:lnTo>
                <a:lnTo>
                  <a:pt x="27210" y="4967674"/>
                </a:lnTo>
                <a:cubicBezTo>
                  <a:pt x="239930" y="5036640"/>
                  <a:pt x="1164005" y="5214497"/>
                  <a:pt x="2335110" y="3646345"/>
                </a:cubicBezTo>
                <a:cubicBezTo>
                  <a:pt x="3486174" y="2104845"/>
                  <a:pt x="4800399" y="26979"/>
                  <a:pt x="7144392" y="261"/>
                </a:cubicBezTo>
                <a:close/>
              </a:path>
            </a:pathLst>
          </a:custGeom>
          <a:gradFill flip="none" rotWithShape="1">
            <a:gsLst>
              <a:gs pos="14000">
                <a:schemeClr val="accent2"/>
              </a:gs>
              <a:gs pos="84000">
                <a:srgbClr val="FFFF00"/>
              </a:gs>
            </a:gsLst>
            <a:lin ang="4800000" scaled="0"/>
            <a:tileRect/>
          </a:gradFill>
          <a:ln>
            <a:noFill/>
          </a:ln>
        </p:spPr>
        <p:txBody>
          <a:bodyPr vert="horz" wrap="square" lIns="91440" tIns="45720" rIns="91440" bIns="45720" numCol="1" anchor="t" anchorCtr="0" compatLnSpc="1">
            <a:noAutofit/>
          </a:bodyPr>
          <a:lstStyle/>
          <a:p>
            <a:endParaRPr lang="zh-CN" altLang="en-US">
              <a:gradFill>
                <a:gsLst>
                  <a:gs pos="100000">
                    <a:schemeClr val="accent3"/>
                  </a:gs>
                  <a:gs pos="0">
                    <a:schemeClr val="accent4"/>
                  </a:gs>
                </a:gsLst>
                <a:lin ang="13500000" scaled="1"/>
              </a:gradFill>
            </a:endParaRPr>
          </a:p>
        </p:txBody>
      </p:sp>
      <p:sp>
        <p:nvSpPr>
          <p:cNvPr id="20" name="矩形 19"/>
          <p:cNvSpPr/>
          <p:nvPr/>
        </p:nvSpPr>
        <p:spPr>
          <a:xfrm>
            <a:off x="771525" y="257830"/>
            <a:ext cx="4334841" cy="523220"/>
          </a:xfrm>
          <a:prstGeom prst="rect">
            <a:avLst/>
          </a:prstGeom>
        </p:spPr>
        <p:txBody>
          <a:bodyPr wrap="none">
            <a:spAutoFit/>
          </a:bodyPr>
          <a:lstStyle/>
          <a:p>
            <a:r>
              <a:rPr lang="zh-CN" altLang="en-US" sz="2800" b="1" dirty="0">
                <a:solidFill>
                  <a:schemeClr val="bg1"/>
                </a:solidFill>
              </a:rPr>
              <a:t>学而时习之（第</a:t>
            </a:r>
            <a:r>
              <a:rPr lang="en-US" altLang="zh-CN" sz="2800" b="1" dirty="0">
                <a:solidFill>
                  <a:schemeClr val="bg1"/>
                </a:solidFill>
              </a:rPr>
              <a:t>1</a:t>
            </a:r>
            <a:r>
              <a:rPr lang="zh-CN" altLang="en-US" sz="2800" b="1" dirty="0">
                <a:solidFill>
                  <a:schemeClr val="bg1"/>
                </a:solidFill>
              </a:rPr>
              <a:t>章总结）</a:t>
            </a:r>
            <a:endParaRPr lang="zh-CN" altLang="en-US" sz="2800" b="1" dirty="0">
              <a:solidFill>
                <a:schemeClr val="bg1"/>
              </a:solidFill>
            </a:endParaRPr>
          </a:p>
        </p:txBody>
      </p:sp>
      <p:pic>
        <p:nvPicPr>
          <p:cNvPr id="10" name="图片 9"/>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244475" y="261476"/>
            <a:ext cx="527050" cy="527050"/>
          </a:xfrm>
          <a:prstGeom prst="rect">
            <a:avLst/>
          </a:prstGeom>
        </p:spPr>
      </p:pic>
      <p:graphicFrame>
        <p:nvGraphicFramePr>
          <p:cNvPr id="12" name="表格 11"/>
          <p:cNvGraphicFramePr/>
          <p:nvPr>
            <p:custDataLst>
              <p:tags r:id="rId2"/>
            </p:custDataLst>
          </p:nvPr>
        </p:nvGraphicFramePr>
        <p:xfrm>
          <a:off x="507267" y="1507809"/>
          <a:ext cx="3940893" cy="5010804"/>
        </p:xfrm>
        <a:graphic>
          <a:graphicData uri="http://schemas.openxmlformats.org/drawingml/2006/table">
            <a:tbl>
              <a:tblPr firstRow="1" bandRow="1">
                <a:tableStyleId>{72833802-FEF1-4C79-8D5D-14CF1EAF98D9}</a:tableStyleId>
              </a:tblPr>
              <a:tblGrid>
                <a:gridCol w="1152857"/>
                <a:gridCol w="2788036"/>
              </a:tblGrid>
              <a:tr h="417567">
                <a:tc>
                  <a:txBody>
                    <a:bodyPr/>
                    <a:lstStyle/>
                    <a:p>
                      <a:pPr marL="71755" indent="0" algn="ctr">
                        <a:lnSpc>
                          <a:spcPct val="100000"/>
                        </a:lnSpc>
                        <a:spcBef>
                          <a:spcPts val="300"/>
                        </a:spcBef>
                        <a:spcAft>
                          <a:spcPts val="300"/>
                        </a:spcAft>
                        <a:buNone/>
                      </a:pPr>
                      <a:r>
                        <a:rPr lang="en-US" sz="2000" dirty="0">
                          <a:latin typeface="微软雅黑 (正文)"/>
                        </a:rPr>
                        <a:t>第1章</a:t>
                      </a:r>
                      <a:endParaRPr lang="en-US" altLang="en-US" sz="2000" b="0" dirty="0">
                        <a:solidFill>
                          <a:srgbClr val="000000"/>
                        </a:solidFill>
                        <a:latin typeface="微软雅黑 (正文)"/>
                        <a:ea typeface="华文楷体" panose="02010600040101010101" charset="-122"/>
                        <a:cs typeface="华文楷体" panose="02010600040101010101" charset="-122"/>
                      </a:endParaRPr>
                    </a:p>
                  </a:txBody>
                  <a:tcPr marL="98738" marR="98738" marT="0" marB="0" anchor="ctr"/>
                </a:tc>
                <a:tc>
                  <a:txBody>
                    <a:bodyPr/>
                    <a:lstStyle/>
                    <a:p>
                      <a:pPr marL="71755" indent="0" algn="l">
                        <a:lnSpc>
                          <a:spcPct val="100000"/>
                        </a:lnSpc>
                        <a:spcBef>
                          <a:spcPts val="300"/>
                        </a:spcBef>
                        <a:spcAft>
                          <a:spcPts val="300"/>
                        </a:spcAft>
                        <a:buNone/>
                      </a:pPr>
                      <a:r>
                        <a:rPr lang="en-US" sz="2000" dirty="0" err="1">
                          <a:latin typeface="微软雅黑 (正文)"/>
                        </a:rPr>
                        <a:t>操作系统引论</a:t>
                      </a:r>
                      <a:endParaRPr lang="en-US" altLang="en-US" sz="2000" b="0" dirty="0">
                        <a:solidFill>
                          <a:srgbClr val="000000"/>
                        </a:solidFill>
                        <a:latin typeface="微软雅黑 (正文)"/>
                        <a:ea typeface="华文楷体" panose="02010600040101010101" charset="-122"/>
                        <a:cs typeface="华文楷体" panose="02010600040101010101" charset="-122"/>
                      </a:endParaRPr>
                    </a:p>
                  </a:txBody>
                  <a:tcPr marL="98738" marR="98738" marT="0" marB="0" anchor="ctr"/>
                </a:tc>
              </a:tr>
              <a:tr h="417567">
                <a:tc>
                  <a:txBody>
                    <a:bodyPr/>
                    <a:lstStyle/>
                    <a:p>
                      <a:pPr marL="71755" indent="0" algn="ctr">
                        <a:lnSpc>
                          <a:spcPct val="100000"/>
                        </a:lnSpc>
                        <a:spcBef>
                          <a:spcPts val="300"/>
                        </a:spcBef>
                        <a:spcAft>
                          <a:spcPts val="300"/>
                        </a:spcAft>
                        <a:buNone/>
                      </a:pPr>
                      <a:r>
                        <a:rPr lang="en-US" sz="2000">
                          <a:latin typeface="微软雅黑 (正文)"/>
                        </a:rPr>
                        <a:t>第2章</a:t>
                      </a:r>
                      <a:endParaRPr lang="en-US" altLang="en-US" sz="2000" b="0">
                        <a:solidFill>
                          <a:srgbClr val="000000"/>
                        </a:solidFill>
                        <a:latin typeface="微软雅黑 (正文)"/>
                        <a:ea typeface="华文楷体" panose="02010600040101010101" charset="-122"/>
                        <a:cs typeface="华文楷体" panose="02010600040101010101" charset="-122"/>
                      </a:endParaRPr>
                    </a:p>
                  </a:txBody>
                  <a:tcPr marL="98738" marR="98738" marT="0" marB="0" anchor="ctr"/>
                </a:tc>
                <a:tc>
                  <a:txBody>
                    <a:bodyPr/>
                    <a:lstStyle/>
                    <a:p>
                      <a:pPr marL="71755" indent="0" algn="l">
                        <a:lnSpc>
                          <a:spcPct val="100000"/>
                        </a:lnSpc>
                        <a:spcBef>
                          <a:spcPts val="300"/>
                        </a:spcBef>
                        <a:spcAft>
                          <a:spcPts val="300"/>
                        </a:spcAft>
                        <a:buNone/>
                      </a:pPr>
                      <a:r>
                        <a:rPr lang="en-US" sz="2000" dirty="0" err="1">
                          <a:latin typeface="微软雅黑 (正文)"/>
                        </a:rPr>
                        <a:t>进程的描述与控制</a:t>
                      </a:r>
                      <a:endParaRPr lang="en-US" altLang="en-US" sz="2000" b="0" dirty="0">
                        <a:solidFill>
                          <a:srgbClr val="000000"/>
                        </a:solidFill>
                        <a:latin typeface="微软雅黑 (正文)"/>
                        <a:ea typeface="华文楷体" panose="02010600040101010101" charset="-122"/>
                        <a:cs typeface="华文楷体" panose="02010600040101010101" charset="-122"/>
                      </a:endParaRPr>
                    </a:p>
                  </a:txBody>
                  <a:tcPr marL="98738" marR="98738" marT="0" marB="0" anchor="ctr"/>
                </a:tc>
              </a:tr>
              <a:tr h="417567">
                <a:tc>
                  <a:txBody>
                    <a:bodyPr/>
                    <a:lstStyle/>
                    <a:p>
                      <a:pPr marL="71755" indent="0" algn="ctr">
                        <a:lnSpc>
                          <a:spcPct val="100000"/>
                        </a:lnSpc>
                        <a:spcBef>
                          <a:spcPts val="300"/>
                        </a:spcBef>
                        <a:spcAft>
                          <a:spcPts val="300"/>
                        </a:spcAft>
                        <a:buNone/>
                      </a:pPr>
                      <a:r>
                        <a:rPr lang="en-US" sz="2000" dirty="0">
                          <a:latin typeface="微软雅黑 (正文)"/>
                        </a:rPr>
                        <a:t>第3章</a:t>
                      </a:r>
                      <a:endParaRPr lang="en-US" altLang="en-US" sz="2000" b="0" dirty="0">
                        <a:solidFill>
                          <a:srgbClr val="000000"/>
                        </a:solidFill>
                        <a:latin typeface="微软雅黑 (正文)"/>
                        <a:ea typeface="华文楷体" panose="02010600040101010101" charset="-122"/>
                        <a:cs typeface="华文楷体" panose="02010600040101010101" charset="-122"/>
                      </a:endParaRPr>
                    </a:p>
                  </a:txBody>
                  <a:tcPr marL="98738" marR="98738" marT="0" marB="0" anchor="ctr"/>
                </a:tc>
                <a:tc>
                  <a:txBody>
                    <a:bodyPr/>
                    <a:lstStyle/>
                    <a:p>
                      <a:pPr marL="71755" indent="0" algn="l">
                        <a:lnSpc>
                          <a:spcPct val="100000"/>
                        </a:lnSpc>
                        <a:spcBef>
                          <a:spcPts val="300"/>
                        </a:spcBef>
                        <a:spcAft>
                          <a:spcPts val="300"/>
                        </a:spcAft>
                        <a:buNone/>
                      </a:pPr>
                      <a:r>
                        <a:rPr lang="en-US" sz="2000" dirty="0" err="1">
                          <a:latin typeface="微软雅黑 (正文)"/>
                        </a:rPr>
                        <a:t>处理机调度与死锁</a:t>
                      </a:r>
                      <a:endParaRPr lang="en-US" altLang="en-US" sz="2000" b="0" dirty="0">
                        <a:solidFill>
                          <a:srgbClr val="000000"/>
                        </a:solidFill>
                        <a:latin typeface="微软雅黑 (正文)"/>
                        <a:ea typeface="华文楷体" panose="02010600040101010101" charset="-122"/>
                        <a:cs typeface="华文楷体" panose="02010600040101010101" charset="-122"/>
                      </a:endParaRPr>
                    </a:p>
                  </a:txBody>
                  <a:tcPr marL="98738" marR="98738" marT="0" marB="0" anchor="ctr"/>
                </a:tc>
              </a:tr>
              <a:tr h="417567">
                <a:tc>
                  <a:txBody>
                    <a:bodyPr/>
                    <a:lstStyle/>
                    <a:p>
                      <a:pPr marL="71755" indent="0" algn="ctr">
                        <a:lnSpc>
                          <a:spcPct val="100000"/>
                        </a:lnSpc>
                        <a:spcBef>
                          <a:spcPts val="300"/>
                        </a:spcBef>
                        <a:spcAft>
                          <a:spcPts val="300"/>
                        </a:spcAft>
                        <a:buNone/>
                      </a:pPr>
                      <a:r>
                        <a:rPr lang="en-US" sz="2000" dirty="0">
                          <a:latin typeface="微软雅黑 (正文)"/>
                        </a:rPr>
                        <a:t>第4章</a:t>
                      </a:r>
                      <a:endParaRPr lang="en-US" altLang="en-US" sz="2000" b="0" dirty="0">
                        <a:solidFill>
                          <a:srgbClr val="000000"/>
                        </a:solidFill>
                        <a:latin typeface="微软雅黑 (正文)"/>
                        <a:ea typeface="华文楷体" panose="02010600040101010101" charset="-122"/>
                        <a:cs typeface="华文楷体" panose="02010600040101010101" charset="-122"/>
                      </a:endParaRPr>
                    </a:p>
                  </a:txBody>
                  <a:tcPr marL="98738" marR="98738" marT="0" marB="0" anchor="ctr"/>
                </a:tc>
                <a:tc>
                  <a:txBody>
                    <a:bodyPr/>
                    <a:lstStyle/>
                    <a:p>
                      <a:pPr marL="71755" indent="0" algn="l">
                        <a:lnSpc>
                          <a:spcPct val="100000"/>
                        </a:lnSpc>
                        <a:spcBef>
                          <a:spcPts val="300"/>
                        </a:spcBef>
                        <a:spcAft>
                          <a:spcPts val="300"/>
                        </a:spcAft>
                        <a:buNone/>
                      </a:pPr>
                      <a:r>
                        <a:rPr lang="en-US" sz="2000">
                          <a:latin typeface="微软雅黑 (正文)"/>
                        </a:rPr>
                        <a:t>进程同步</a:t>
                      </a:r>
                      <a:endParaRPr lang="en-US" altLang="en-US" sz="2000" b="0">
                        <a:solidFill>
                          <a:srgbClr val="000000"/>
                        </a:solidFill>
                        <a:latin typeface="微软雅黑 (正文)"/>
                        <a:ea typeface="华文楷体" panose="02010600040101010101" charset="-122"/>
                        <a:cs typeface="华文楷体" panose="02010600040101010101" charset="-122"/>
                      </a:endParaRPr>
                    </a:p>
                  </a:txBody>
                  <a:tcPr marL="98738" marR="98738" marT="0" marB="0" anchor="ctr"/>
                </a:tc>
              </a:tr>
              <a:tr h="417567">
                <a:tc>
                  <a:txBody>
                    <a:bodyPr/>
                    <a:lstStyle/>
                    <a:p>
                      <a:pPr marL="71755" indent="0" algn="ctr">
                        <a:lnSpc>
                          <a:spcPct val="100000"/>
                        </a:lnSpc>
                        <a:spcBef>
                          <a:spcPts val="300"/>
                        </a:spcBef>
                        <a:spcAft>
                          <a:spcPts val="300"/>
                        </a:spcAft>
                        <a:buNone/>
                      </a:pPr>
                      <a:r>
                        <a:rPr lang="en-US" sz="2000">
                          <a:latin typeface="微软雅黑 (正文)"/>
                        </a:rPr>
                        <a:t>第5章</a:t>
                      </a:r>
                      <a:endParaRPr lang="en-US" altLang="en-US" sz="2000" b="0">
                        <a:solidFill>
                          <a:srgbClr val="000000"/>
                        </a:solidFill>
                        <a:latin typeface="微软雅黑 (正文)"/>
                        <a:ea typeface="华文楷体" panose="02010600040101010101" charset="-122"/>
                        <a:cs typeface="华文楷体" panose="02010600040101010101" charset="-122"/>
                      </a:endParaRPr>
                    </a:p>
                  </a:txBody>
                  <a:tcPr marL="98738" marR="98738" marT="0" marB="0" anchor="ctr"/>
                </a:tc>
                <a:tc>
                  <a:txBody>
                    <a:bodyPr/>
                    <a:lstStyle/>
                    <a:p>
                      <a:pPr marL="71755" indent="0" algn="l">
                        <a:lnSpc>
                          <a:spcPct val="100000"/>
                        </a:lnSpc>
                        <a:spcBef>
                          <a:spcPts val="300"/>
                        </a:spcBef>
                        <a:spcAft>
                          <a:spcPts val="300"/>
                        </a:spcAft>
                        <a:buNone/>
                      </a:pPr>
                      <a:r>
                        <a:rPr lang="en-US" sz="2000">
                          <a:latin typeface="微软雅黑 (正文)"/>
                        </a:rPr>
                        <a:t>存储器管理</a:t>
                      </a:r>
                      <a:endParaRPr lang="en-US" altLang="en-US" sz="2000" b="0">
                        <a:solidFill>
                          <a:srgbClr val="000000"/>
                        </a:solidFill>
                        <a:latin typeface="微软雅黑 (正文)"/>
                        <a:ea typeface="华文楷体" panose="02010600040101010101" charset="-122"/>
                        <a:cs typeface="华文楷体" panose="02010600040101010101" charset="-122"/>
                      </a:endParaRPr>
                    </a:p>
                  </a:txBody>
                  <a:tcPr marL="98738" marR="98738" marT="0" marB="0" anchor="ctr"/>
                </a:tc>
              </a:tr>
              <a:tr h="417567">
                <a:tc>
                  <a:txBody>
                    <a:bodyPr/>
                    <a:lstStyle/>
                    <a:p>
                      <a:pPr marL="71755" indent="0" algn="ctr">
                        <a:lnSpc>
                          <a:spcPct val="100000"/>
                        </a:lnSpc>
                        <a:spcBef>
                          <a:spcPts val="300"/>
                        </a:spcBef>
                        <a:spcAft>
                          <a:spcPts val="300"/>
                        </a:spcAft>
                        <a:buNone/>
                      </a:pPr>
                      <a:r>
                        <a:rPr lang="en-US" sz="2000" dirty="0">
                          <a:latin typeface="微软雅黑 (正文)"/>
                        </a:rPr>
                        <a:t>第6章</a:t>
                      </a:r>
                      <a:endParaRPr lang="en-US" altLang="en-US" sz="2000" b="0" dirty="0">
                        <a:solidFill>
                          <a:srgbClr val="000000"/>
                        </a:solidFill>
                        <a:latin typeface="微软雅黑 (正文)"/>
                        <a:ea typeface="华文楷体" panose="02010600040101010101" charset="-122"/>
                        <a:cs typeface="华文楷体" panose="02010600040101010101" charset="-122"/>
                      </a:endParaRPr>
                    </a:p>
                  </a:txBody>
                  <a:tcPr marL="98738" marR="98738" marT="0" marB="0" anchor="ctr"/>
                </a:tc>
                <a:tc>
                  <a:txBody>
                    <a:bodyPr/>
                    <a:lstStyle/>
                    <a:p>
                      <a:pPr marL="71755" indent="0" algn="l">
                        <a:lnSpc>
                          <a:spcPct val="100000"/>
                        </a:lnSpc>
                        <a:spcBef>
                          <a:spcPts val="300"/>
                        </a:spcBef>
                        <a:spcAft>
                          <a:spcPts val="300"/>
                        </a:spcAft>
                        <a:buNone/>
                      </a:pPr>
                      <a:r>
                        <a:rPr lang="en-US" sz="2000">
                          <a:latin typeface="微软雅黑 (正文)"/>
                        </a:rPr>
                        <a:t>虚拟存储器</a:t>
                      </a:r>
                      <a:endParaRPr lang="en-US" altLang="en-US" sz="2000" b="0">
                        <a:solidFill>
                          <a:srgbClr val="000000"/>
                        </a:solidFill>
                        <a:latin typeface="微软雅黑 (正文)"/>
                        <a:ea typeface="华文楷体" panose="02010600040101010101" charset="-122"/>
                        <a:cs typeface="华文楷体" panose="02010600040101010101" charset="-122"/>
                      </a:endParaRPr>
                    </a:p>
                  </a:txBody>
                  <a:tcPr marL="98738" marR="98738" marT="0" marB="0" anchor="ctr"/>
                </a:tc>
              </a:tr>
              <a:tr h="417567">
                <a:tc>
                  <a:txBody>
                    <a:bodyPr/>
                    <a:lstStyle/>
                    <a:p>
                      <a:pPr marL="71755" indent="0" algn="ctr">
                        <a:lnSpc>
                          <a:spcPct val="100000"/>
                        </a:lnSpc>
                        <a:spcBef>
                          <a:spcPts val="300"/>
                        </a:spcBef>
                        <a:spcAft>
                          <a:spcPts val="300"/>
                        </a:spcAft>
                        <a:buNone/>
                      </a:pPr>
                      <a:r>
                        <a:rPr lang="en-US" sz="2000">
                          <a:latin typeface="微软雅黑 (正文)"/>
                        </a:rPr>
                        <a:t>第7章</a:t>
                      </a:r>
                      <a:endParaRPr lang="en-US" altLang="en-US" sz="2000" b="0">
                        <a:solidFill>
                          <a:srgbClr val="000000"/>
                        </a:solidFill>
                        <a:latin typeface="微软雅黑 (正文)"/>
                        <a:ea typeface="华文楷体" panose="02010600040101010101" charset="-122"/>
                        <a:cs typeface="华文楷体" panose="02010600040101010101" charset="-122"/>
                      </a:endParaRPr>
                    </a:p>
                  </a:txBody>
                  <a:tcPr marL="98738" marR="98738" marT="0" marB="0" anchor="ctr"/>
                </a:tc>
                <a:tc>
                  <a:txBody>
                    <a:bodyPr/>
                    <a:lstStyle/>
                    <a:p>
                      <a:pPr marL="71755" indent="0" algn="l">
                        <a:lnSpc>
                          <a:spcPct val="100000"/>
                        </a:lnSpc>
                        <a:spcBef>
                          <a:spcPts val="300"/>
                        </a:spcBef>
                        <a:spcAft>
                          <a:spcPts val="300"/>
                        </a:spcAft>
                        <a:buNone/>
                      </a:pPr>
                      <a:r>
                        <a:rPr lang="en-US" sz="2000" dirty="0" err="1">
                          <a:latin typeface="微软雅黑 (正文)"/>
                        </a:rPr>
                        <a:t>输入</a:t>
                      </a:r>
                      <a:r>
                        <a:rPr lang="en-US" sz="2000" dirty="0">
                          <a:latin typeface="微软雅黑 (正文)"/>
                        </a:rPr>
                        <a:t>/</a:t>
                      </a:r>
                      <a:r>
                        <a:rPr lang="en-US" sz="2000" dirty="0" err="1">
                          <a:latin typeface="微软雅黑 (正文)"/>
                        </a:rPr>
                        <a:t>输出系统</a:t>
                      </a:r>
                      <a:endParaRPr lang="en-US" altLang="en-US" sz="2000" b="0" dirty="0">
                        <a:solidFill>
                          <a:srgbClr val="000000"/>
                        </a:solidFill>
                        <a:latin typeface="微软雅黑 (正文)"/>
                        <a:ea typeface="华文楷体" panose="02010600040101010101" charset="-122"/>
                        <a:cs typeface="华文楷体" panose="02010600040101010101" charset="-122"/>
                      </a:endParaRPr>
                    </a:p>
                  </a:txBody>
                  <a:tcPr marL="98738" marR="98738" marT="0" marB="0" anchor="ctr"/>
                </a:tc>
              </a:tr>
              <a:tr h="417567">
                <a:tc>
                  <a:txBody>
                    <a:bodyPr/>
                    <a:lstStyle/>
                    <a:p>
                      <a:pPr marL="71755" indent="0" algn="ctr">
                        <a:lnSpc>
                          <a:spcPct val="100000"/>
                        </a:lnSpc>
                        <a:spcBef>
                          <a:spcPts val="300"/>
                        </a:spcBef>
                        <a:spcAft>
                          <a:spcPts val="300"/>
                        </a:spcAft>
                        <a:buNone/>
                      </a:pPr>
                      <a:r>
                        <a:rPr lang="en-US" sz="2000">
                          <a:latin typeface="微软雅黑 (正文)"/>
                        </a:rPr>
                        <a:t>第8章</a:t>
                      </a:r>
                      <a:endParaRPr lang="en-US" altLang="en-US" sz="2000" b="0">
                        <a:solidFill>
                          <a:srgbClr val="000000"/>
                        </a:solidFill>
                        <a:latin typeface="微软雅黑 (正文)"/>
                        <a:ea typeface="华文楷体" panose="02010600040101010101" charset="-122"/>
                        <a:cs typeface="华文楷体" panose="02010600040101010101" charset="-122"/>
                      </a:endParaRPr>
                    </a:p>
                  </a:txBody>
                  <a:tcPr marL="98738" marR="98738" marT="0" marB="0" anchor="ctr"/>
                </a:tc>
                <a:tc>
                  <a:txBody>
                    <a:bodyPr/>
                    <a:lstStyle/>
                    <a:p>
                      <a:pPr marL="71755" indent="0" algn="l">
                        <a:lnSpc>
                          <a:spcPct val="100000"/>
                        </a:lnSpc>
                        <a:spcBef>
                          <a:spcPts val="300"/>
                        </a:spcBef>
                        <a:spcAft>
                          <a:spcPts val="300"/>
                        </a:spcAft>
                        <a:buNone/>
                      </a:pPr>
                      <a:r>
                        <a:rPr lang="en-US" sz="2000">
                          <a:latin typeface="微软雅黑 (正文)"/>
                        </a:rPr>
                        <a:t>文件管理</a:t>
                      </a:r>
                      <a:endParaRPr lang="en-US" altLang="en-US" sz="2000" b="0">
                        <a:solidFill>
                          <a:srgbClr val="000000"/>
                        </a:solidFill>
                        <a:latin typeface="微软雅黑 (正文)"/>
                        <a:ea typeface="华文楷体" panose="02010600040101010101" charset="-122"/>
                        <a:cs typeface="华文楷体" panose="02010600040101010101" charset="-122"/>
                      </a:endParaRPr>
                    </a:p>
                  </a:txBody>
                  <a:tcPr marL="98738" marR="98738" marT="0" marB="0" anchor="ctr"/>
                </a:tc>
              </a:tr>
              <a:tr h="417567">
                <a:tc>
                  <a:txBody>
                    <a:bodyPr/>
                    <a:lstStyle/>
                    <a:p>
                      <a:pPr marL="71755" indent="0" algn="ctr">
                        <a:lnSpc>
                          <a:spcPct val="100000"/>
                        </a:lnSpc>
                        <a:spcBef>
                          <a:spcPts val="300"/>
                        </a:spcBef>
                        <a:spcAft>
                          <a:spcPts val="300"/>
                        </a:spcAft>
                        <a:buNone/>
                      </a:pPr>
                      <a:r>
                        <a:rPr lang="en-US" sz="2000">
                          <a:latin typeface="微软雅黑 (正文)"/>
                        </a:rPr>
                        <a:t>第9章</a:t>
                      </a:r>
                      <a:endParaRPr lang="en-US" altLang="en-US" sz="2000" b="0">
                        <a:solidFill>
                          <a:srgbClr val="000000"/>
                        </a:solidFill>
                        <a:latin typeface="微软雅黑 (正文)"/>
                        <a:ea typeface="华文楷体" panose="02010600040101010101" charset="-122"/>
                        <a:cs typeface="华文楷体" panose="02010600040101010101" charset="-122"/>
                      </a:endParaRPr>
                    </a:p>
                  </a:txBody>
                  <a:tcPr marL="98738" marR="98738" marT="0" marB="0" anchor="ctr"/>
                </a:tc>
                <a:tc>
                  <a:txBody>
                    <a:bodyPr/>
                    <a:lstStyle/>
                    <a:p>
                      <a:pPr marL="71755" indent="0" algn="l">
                        <a:lnSpc>
                          <a:spcPct val="100000"/>
                        </a:lnSpc>
                        <a:spcBef>
                          <a:spcPts val="300"/>
                        </a:spcBef>
                        <a:spcAft>
                          <a:spcPts val="300"/>
                        </a:spcAft>
                        <a:buNone/>
                      </a:pPr>
                      <a:r>
                        <a:rPr lang="en-US" sz="2000">
                          <a:latin typeface="微软雅黑 (正文)"/>
                        </a:rPr>
                        <a:t>磁盘存储器管理</a:t>
                      </a:r>
                      <a:endParaRPr lang="en-US" altLang="en-US" sz="2000" b="0">
                        <a:solidFill>
                          <a:srgbClr val="000000"/>
                        </a:solidFill>
                        <a:latin typeface="微软雅黑 (正文)"/>
                        <a:ea typeface="华文楷体" panose="02010600040101010101" charset="-122"/>
                        <a:cs typeface="华文楷体" panose="02010600040101010101" charset="-122"/>
                      </a:endParaRPr>
                    </a:p>
                  </a:txBody>
                  <a:tcPr marL="98738" marR="98738" marT="0" marB="0" anchor="ctr"/>
                </a:tc>
              </a:tr>
              <a:tr h="417567">
                <a:tc>
                  <a:txBody>
                    <a:bodyPr/>
                    <a:lstStyle/>
                    <a:p>
                      <a:pPr marL="71755" indent="0" algn="ctr">
                        <a:lnSpc>
                          <a:spcPct val="100000"/>
                        </a:lnSpc>
                        <a:spcBef>
                          <a:spcPts val="300"/>
                        </a:spcBef>
                        <a:spcAft>
                          <a:spcPts val="300"/>
                        </a:spcAft>
                        <a:buNone/>
                      </a:pPr>
                      <a:r>
                        <a:rPr lang="en-US" sz="2000">
                          <a:latin typeface="微软雅黑 (正文)"/>
                        </a:rPr>
                        <a:t>第10章</a:t>
                      </a:r>
                      <a:endParaRPr lang="en-US" altLang="en-US" sz="2000" b="0">
                        <a:solidFill>
                          <a:srgbClr val="000000"/>
                        </a:solidFill>
                        <a:latin typeface="微软雅黑 (正文)"/>
                        <a:ea typeface="华文楷体" panose="02010600040101010101" charset="-122"/>
                        <a:cs typeface="华文楷体" panose="02010600040101010101" charset="-122"/>
                      </a:endParaRPr>
                    </a:p>
                  </a:txBody>
                  <a:tcPr marL="98738" marR="98738" marT="0" marB="0" anchor="ctr"/>
                </a:tc>
                <a:tc>
                  <a:txBody>
                    <a:bodyPr/>
                    <a:lstStyle/>
                    <a:p>
                      <a:pPr marL="71755" indent="0" algn="l">
                        <a:lnSpc>
                          <a:spcPct val="100000"/>
                        </a:lnSpc>
                        <a:spcBef>
                          <a:spcPts val="300"/>
                        </a:spcBef>
                        <a:spcAft>
                          <a:spcPts val="300"/>
                        </a:spcAft>
                        <a:buNone/>
                      </a:pPr>
                      <a:r>
                        <a:rPr lang="en-US" sz="2000" dirty="0" err="1">
                          <a:latin typeface="微软雅黑 (正文)"/>
                        </a:rPr>
                        <a:t>多处理机操作系统</a:t>
                      </a:r>
                      <a:endParaRPr lang="en-US" altLang="en-US" sz="2000" b="0" dirty="0">
                        <a:solidFill>
                          <a:srgbClr val="000000"/>
                        </a:solidFill>
                        <a:latin typeface="微软雅黑 (正文)"/>
                        <a:ea typeface="华文楷体" panose="02010600040101010101" charset="-122"/>
                        <a:cs typeface="华文楷体" panose="02010600040101010101" charset="-122"/>
                      </a:endParaRPr>
                    </a:p>
                  </a:txBody>
                  <a:tcPr marL="98738" marR="98738" marT="0" marB="0" anchor="ctr"/>
                </a:tc>
              </a:tr>
              <a:tr h="417567">
                <a:tc>
                  <a:txBody>
                    <a:bodyPr/>
                    <a:lstStyle/>
                    <a:p>
                      <a:pPr marL="71755" indent="0" algn="ctr">
                        <a:lnSpc>
                          <a:spcPct val="100000"/>
                        </a:lnSpc>
                        <a:spcBef>
                          <a:spcPts val="300"/>
                        </a:spcBef>
                        <a:spcAft>
                          <a:spcPts val="300"/>
                        </a:spcAft>
                        <a:buNone/>
                      </a:pPr>
                      <a:r>
                        <a:rPr lang="en-US" sz="2000">
                          <a:latin typeface="微软雅黑 (正文)"/>
                        </a:rPr>
                        <a:t>第11章</a:t>
                      </a:r>
                      <a:endParaRPr lang="en-US" altLang="en-US" sz="2000" b="0">
                        <a:solidFill>
                          <a:srgbClr val="000000"/>
                        </a:solidFill>
                        <a:latin typeface="微软雅黑 (正文)"/>
                        <a:ea typeface="华文楷体" panose="02010600040101010101" charset="-122"/>
                        <a:cs typeface="华文楷体" panose="02010600040101010101" charset="-122"/>
                      </a:endParaRPr>
                    </a:p>
                  </a:txBody>
                  <a:tcPr marL="98738" marR="98738" marT="0" marB="0" anchor="ctr"/>
                </a:tc>
                <a:tc>
                  <a:txBody>
                    <a:bodyPr/>
                    <a:lstStyle/>
                    <a:p>
                      <a:pPr marL="71755" indent="0" algn="l">
                        <a:lnSpc>
                          <a:spcPct val="100000"/>
                        </a:lnSpc>
                        <a:spcBef>
                          <a:spcPts val="300"/>
                        </a:spcBef>
                        <a:spcAft>
                          <a:spcPts val="300"/>
                        </a:spcAft>
                        <a:buNone/>
                      </a:pPr>
                      <a:r>
                        <a:rPr lang="en-US" sz="2000">
                          <a:latin typeface="微软雅黑 (正文)"/>
                        </a:rPr>
                        <a:t>虚拟化和云计算</a:t>
                      </a:r>
                      <a:endParaRPr lang="en-US" altLang="en-US" sz="2000" b="0">
                        <a:solidFill>
                          <a:srgbClr val="000000"/>
                        </a:solidFill>
                        <a:latin typeface="微软雅黑 (正文)"/>
                        <a:ea typeface="华文楷体" panose="02010600040101010101" charset="-122"/>
                        <a:cs typeface="华文楷体" panose="02010600040101010101" charset="-122"/>
                      </a:endParaRPr>
                    </a:p>
                  </a:txBody>
                  <a:tcPr marL="98738" marR="98738" marT="0" marB="0" anchor="ctr"/>
                </a:tc>
              </a:tr>
              <a:tr h="417567">
                <a:tc>
                  <a:txBody>
                    <a:bodyPr/>
                    <a:lstStyle/>
                    <a:p>
                      <a:pPr marL="71755" indent="0" algn="ctr">
                        <a:lnSpc>
                          <a:spcPct val="100000"/>
                        </a:lnSpc>
                        <a:spcBef>
                          <a:spcPts val="300"/>
                        </a:spcBef>
                        <a:spcAft>
                          <a:spcPts val="300"/>
                        </a:spcAft>
                        <a:buNone/>
                      </a:pPr>
                      <a:r>
                        <a:rPr lang="en-US" sz="2000">
                          <a:latin typeface="微软雅黑 (正文)"/>
                        </a:rPr>
                        <a:t>第12章</a:t>
                      </a:r>
                      <a:endParaRPr lang="en-US" altLang="en-US" sz="2000" b="0">
                        <a:solidFill>
                          <a:srgbClr val="000000"/>
                        </a:solidFill>
                        <a:latin typeface="微软雅黑 (正文)"/>
                        <a:ea typeface="华文楷体" panose="02010600040101010101" charset="-122"/>
                        <a:cs typeface="华文楷体" panose="02010600040101010101" charset="-122"/>
                      </a:endParaRPr>
                    </a:p>
                  </a:txBody>
                  <a:tcPr marL="98738" marR="98738" marT="0" marB="0" anchor="ctr"/>
                </a:tc>
                <a:tc>
                  <a:txBody>
                    <a:bodyPr/>
                    <a:lstStyle/>
                    <a:p>
                      <a:pPr marL="71755" indent="0" algn="l">
                        <a:lnSpc>
                          <a:spcPct val="100000"/>
                        </a:lnSpc>
                        <a:spcBef>
                          <a:spcPts val="300"/>
                        </a:spcBef>
                        <a:spcAft>
                          <a:spcPts val="300"/>
                        </a:spcAft>
                        <a:buNone/>
                      </a:pPr>
                      <a:r>
                        <a:rPr lang="en-US" sz="2000" dirty="0" err="1">
                          <a:latin typeface="微软雅黑 (正文)"/>
                        </a:rPr>
                        <a:t>保护和安全</a:t>
                      </a:r>
                      <a:endParaRPr lang="en-US" altLang="en-US" sz="2000" b="0" dirty="0">
                        <a:solidFill>
                          <a:srgbClr val="000000"/>
                        </a:solidFill>
                        <a:latin typeface="微软雅黑 (正文)"/>
                        <a:ea typeface="华文楷体" panose="02010600040101010101" charset="-122"/>
                        <a:cs typeface="华文楷体" panose="02010600040101010101" charset="-122"/>
                      </a:endParaRPr>
                    </a:p>
                  </a:txBody>
                  <a:tcPr marL="98738" marR="98738" marT="0" marB="0" anchor="ctr"/>
                </a:tc>
              </a:tr>
            </a:tbl>
          </a:graphicData>
        </a:graphic>
      </p:graphicFrame>
      <p:pic>
        <p:nvPicPr>
          <p:cNvPr id="2" name="图片 1" descr="第1章 知识导图"/>
          <p:cNvPicPr>
            <a:picLocks noChangeAspect="1"/>
          </p:cNvPicPr>
          <p:nvPr/>
        </p:nvPicPr>
        <p:blipFill>
          <a:blip r:embed="rId3"/>
          <a:stretch>
            <a:fillRect/>
          </a:stretch>
        </p:blipFill>
        <p:spPr>
          <a:xfrm>
            <a:off x="4485005" y="1129030"/>
            <a:ext cx="7199630" cy="5523230"/>
          </a:xfrm>
          <a:prstGeom prst="rect">
            <a:avLst/>
          </a:prstGeom>
        </p:spPr>
      </p:pic>
      <p:sp>
        <p:nvSpPr>
          <p:cNvPr id="3" name="前凸带形 3"/>
          <p:cNvSpPr/>
          <p:nvPr/>
        </p:nvSpPr>
        <p:spPr>
          <a:xfrm>
            <a:off x="4844369" y="6173653"/>
            <a:ext cx="2503290" cy="557296"/>
          </a:xfrm>
          <a:prstGeom prst="ribbon">
            <a:avLst>
              <a:gd name="adj1" fmla="val 16667"/>
              <a:gd name="adj2" fmla="val 67555"/>
            </a:avLst>
          </a:prstGeom>
          <a:solidFill>
            <a:srgbClr val="00005C"/>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solidFill>
                  <a:schemeClr val="bg1"/>
                </a:solidFill>
                <a:latin typeface="+mn-ea"/>
              </a:rPr>
              <a:t>本章学习结束</a:t>
            </a:r>
            <a:endParaRPr lang="zh-CN" altLang="en-US" sz="1600" b="1" dirty="0">
              <a:solidFill>
                <a:schemeClr val="bg1"/>
              </a:solidFill>
              <a:latin typeface="+mn-ea"/>
            </a:endParaRPr>
          </a:p>
        </p:txBody>
      </p:sp>
    </p:spTree>
  </p:cSld>
  <p:clrMapOvr>
    <a:masterClrMapping/>
  </p:clrMapOvr>
  <p:transition/>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78668"/>
            <a:ext cx="7026275" cy="523220"/>
          </a:xfrm>
          <a:prstGeom prst="rect">
            <a:avLst/>
          </a:prstGeom>
        </p:spPr>
        <p:txBody>
          <a:bodyPr wrap="square">
            <a:spAutoFit/>
          </a:bodyPr>
          <a:lstStyle/>
          <a:p>
            <a:r>
              <a:rPr lang="zh-CN" altLang="en-US" sz="2800" b="1" dirty="0">
                <a:solidFill>
                  <a:schemeClr val="bg1"/>
                </a:solidFill>
              </a:rPr>
              <a:t>课程思政小讲堂</a:t>
            </a:r>
            <a:endParaRPr lang="zh-CN" altLang="en-US" sz="2800" b="1" dirty="0">
              <a:solidFill>
                <a:schemeClr val="bg1"/>
              </a:solidFill>
            </a:endParaRPr>
          </a:p>
        </p:txBody>
      </p:sp>
      <p:sp>
        <p:nvSpPr>
          <p:cNvPr id="52" name="内容占位符 3"/>
          <p:cNvSpPr txBox="1"/>
          <p:nvPr/>
        </p:nvSpPr>
        <p:spPr>
          <a:xfrm>
            <a:off x="1069419" y="1109446"/>
            <a:ext cx="10267365" cy="5429519"/>
          </a:xfrm>
          <a:prstGeom prst="rect">
            <a:avLst/>
          </a:prstGeom>
        </p:spPr>
        <p:txBody>
          <a:bodyPr/>
          <a:lstStyle>
            <a:lvl1pPr marL="228600" indent="-228600" algn="l" defTabSz="914400" rtl="0" eaLnBrk="1" latinLnBrk="0" hangingPunct="1">
              <a:lnSpc>
                <a:spcPct val="90000"/>
              </a:lnSpc>
              <a:spcBef>
                <a:spcPts val="1000"/>
              </a:spcBef>
              <a:buFont typeface="Arial" panose="020B060402020209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9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9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9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9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marL="0" indent="0" algn="ctr">
              <a:lnSpc>
                <a:spcPct val="125000"/>
              </a:lnSpc>
              <a:spcBef>
                <a:spcPts val="300"/>
              </a:spcBef>
              <a:spcAft>
                <a:spcPts val="300"/>
              </a:spcAft>
              <a:buFont typeface="Arial" panose="020B0604020202090204" pitchFamily="34" charset="0"/>
              <a:buNone/>
            </a:pPr>
            <a:r>
              <a:rPr lang="zh-CN" altLang="zh-CN" sz="2400" dirty="0">
                <a:solidFill>
                  <a:srgbClr val="0000FF"/>
                </a:solidFill>
                <a:latin typeface="+mn-ea"/>
                <a:cs typeface="黑体" panose="02010609060101010101" charset="-122"/>
              </a:rPr>
              <a:t>Windows应用初期，Linux问世之际，国产操作系统发展何如？</a:t>
            </a:r>
            <a:endParaRPr lang="zh-CN" altLang="zh-CN" sz="2400" dirty="0">
              <a:solidFill>
                <a:srgbClr val="0000FF"/>
              </a:solidFill>
              <a:latin typeface="+mn-ea"/>
              <a:cs typeface="黑体" panose="02010609060101010101" charset="-122"/>
            </a:endParaRPr>
          </a:p>
          <a:p>
            <a:pPr marL="0" indent="0" algn="just">
              <a:lnSpc>
                <a:spcPct val="125000"/>
              </a:lnSpc>
              <a:spcBef>
                <a:spcPts val="300"/>
              </a:spcBef>
              <a:spcAft>
                <a:spcPts val="300"/>
              </a:spcAft>
              <a:buFont typeface="Arial" panose="020B0604020202090204" pitchFamily="34" charset="0"/>
              <a:buNone/>
            </a:pPr>
            <a:r>
              <a:rPr lang="zh-CN" altLang="zh-CN" sz="2400" dirty="0">
                <a:latin typeface="+mn-ea"/>
                <a:cs typeface="Times New Roman" panose="02020503050405090304" charset="0"/>
                <a:sym typeface="+mn-ea"/>
              </a:rPr>
              <a:t>        </a:t>
            </a:r>
            <a:r>
              <a:rPr lang="zh-CN" sz="2400" dirty="0">
                <a:latin typeface="+mn-ea"/>
                <a:cs typeface="Times New Roman" panose="02020503050405090304" charset="0"/>
              </a:rPr>
              <a:t>纵观操作系统的发展史，可谓源远流长。</a:t>
            </a:r>
            <a:endParaRPr lang="zh-CN" sz="2400" dirty="0">
              <a:latin typeface="+mn-ea"/>
              <a:cs typeface="Times New Roman" panose="02020503050405090304" charset="0"/>
            </a:endParaRPr>
          </a:p>
          <a:p>
            <a:pPr marL="0" indent="0" algn="just">
              <a:lnSpc>
                <a:spcPct val="125000"/>
              </a:lnSpc>
              <a:spcBef>
                <a:spcPts val="300"/>
              </a:spcBef>
              <a:spcAft>
                <a:spcPts val="300"/>
              </a:spcAft>
              <a:buFont typeface="Arial" panose="020B0604020202090204" pitchFamily="34" charset="0"/>
              <a:buNone/>
            </a:pPr>
            <a:r>
              <a:rPr lang="zh-CN" altLang="zh-CN" sz="2400" dirty="0">
                <a:latin typeface="+mn-ea"/>
                <a:cs typeface="Times New Roman" panose="02020503050405090304" charset="0"/>
                <a:sym typeface="+mn-ea"/>
              </a:rPr>
              <a:t>        </a:t>
            </a:r>
            <a:r>
              <a:rPr lang="zh-CN" sz="2400" dirty="0">
                <a:latin typeface="+mn-ea"/>
                <a:cs typeface="Times New Roman" panose="02020503050405090304" charset="0"/>
              </a:rPr>
              <a:t>早在20世纪40年代中期，便出现了世界上第一台真正的“电子计算机”，即电子数字计算机（electronic numerical integrator and computer，ENIAC）。此后，便逐步产生了对计算机操作系统的紧迫需求。</a:t>
            </a:r>
            <a:endParaRPr lang="zh-CN" sz="2400" dirty="0">
              <a:latin typeface="+mn-ea"/>
              <a:cs typeface="Times New Roman" panose="02020503050405090304" charset="0"/>
            </a:endParaRPr>
          </a:p>
          <a:p>
            <a:pPr marL="0" indent="0" algn="just">
              <a:lnSpc>
                <a:spcPct val="125000"/>
              </a:lnSpc>
              <a:spcBef>
                <a:spcPts val="300"/>
              </a:spcBef>
              <a:spcAft>
                <a:spcPts val="300"/>
              </a:spcAft>
              <a:buFont typeface="Arial" panose="020B0604020202090204" pitchFamily="34" charset="0"/>
              <a:buNone/>
            </a:pPr>
            <a:r>
              <a:rPr lang="zh-CN" altLang="zh-CN" sz="2400" dirty="0">
                <a:latin typeface="+mn-ea"/>
                <a:cs typeface="Times New Roman" panose="02020503050405090304" charset="0"/>
                <a:sym typeface="+mn-ea"/>
              </a:rPr>
              <a:t>        </a:t>
            </a:r>
            <a:r>
              <a:rPr lang="zh-CN" sz="2400" dirty="0">
                <a:latin typeface="+mn-ea"/>
                <a:cs typeface="Times New Roman" panose="02020503050405090304" charset="0"/>
              </a:rPr>
              <a:t>在此背景下，各类操作系统不断涌现，其中较为成功的（早期）操作系统当属UNIX系统，其面向使用者提供了多任务、多层次的软件计算环境，并逐步发展成为主机时代的操作系统。UNIX系统由于较为成功且代码公开，在高校实验教学过程中应用较多。随后，在众多教育工作者和操作系统爱好者的努力下，由UNIX系统教学代码衍生出了UNIX系统的多个发行版本，如伯克利软件套件（Berkeley software distribution，BSD）等。</a:t>
            </a:r>
            <a:endParaRPr lang="zh-CN" sz="2400" dirty="0">
              <a:latin typeface="+mn-ea"/>
              <a:cs typeface="Times New Roman" panose="02020503050405090304" charset="0"/>
            </a:endParaRPr>
          </a:p>
        </p:txBody>
      </p:sp>
    </p:spTree>
  </p:cSld>
  <p:clrMapOvr>
    <a:masterClrMapping/>
  </p:clrMapOvr>
  <p:transition/>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78668"/>
            <a:ext cx="7026275" cy="523220"/>
          </a:xfrm>
          <a:prstGeom prst="rect">
            <a:avLst/>
          </a:prstGeom>
        </p:spPr>
        <p:txBody>
          <a:bodyPr wrap="square">
            <a:spAutoFit/>
          </a:bodyPr>
          <a:lstStyle/>
          <a:p>
            <a:r>
              <a:rPr lang="zh-CN" altLang="en-US" sz="2800" b="1" dirty="0">
                <a:solidFill>
                  <a:schemeClr val="bg1"/>
                </a:solidFill>
              </a:rPr>
              <a:t>课程思政小讲堂</a:t>
            </a:r>
            <a:endParaRPr lang="zh-CN" altLang="en-US" sz="2800" b="1" dirty="0">
              <a:solidFill>
                <a:schemeClr val="bg1"/>
              </a:solidFill>
            </a:endParaRPr>
          </a:p>
        </p:txBody>
      </p:sp>
      <p:sp>
        <p:nvSpPr>
          <p:cNvPr id="52" name="内容占位符 3"/>
          <p:cNvSpPr txBox="1"/>
          <p:nvPr/>
        </p:nvSpPr>
        <p:spPr>
          <a:xfrm>
            <a:off x="1068849" y="1473430"/>
            <a:ext cx="10054301" cy="4412465"/>
          </a:xfrm>
          <a:prstGeom prst="rect">
            <a:avLst/>
          </a:prstGeom>
        </p:spPr>
        <p:txBody>
          <a:bodyPr/>
          <a:lstStyle>
            <a:lvl1pPr marL="228600" indent="-228600" algn="l" defTabSz="914400" rtl="0" eaLnBrk="1" latinLnBrk="0" hangingPunct="1">
              <a:lnSpc>
                <a:spcPct val="90000"/>
              </a:lnSpc>
              <a:spcBef>
                <a:spcPts val="1000"/>
              </a:spcBef>
              <a:buFont typeface="Arial" panose="020B060402020209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9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9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9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9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marL="0" indent="0" algn="ctr">
              <a:lnSpc>
                <a:spcPct val="125000"/>
              </a:lnSpc>
              <a:spcBef>
                <a:spcPts val="300"/>
              </a:spcBef>
              <a:spcAft>
                <a:spcPts val="300"/>
              </a:spcAft>
              <a:buFont typeface="Arial" panose="020B0604020202090204" pitchFamily="34" charset="0"/>
              <a:buNone/>
            </a:pPr>
            <a:r>
              <a:rPr lang="zh-CN" altLang="zh-CN" sz="2400" dirty="0">
                <a:solidFill>
                  <a:srgbClr val="0000FF"/>
                </a:solidFill>
                <a:latin typeface="+mn-ea"/>
                <a:cs typeface="黑体" panose="02010609060101010101" charset="-122"/>
              </a:rPr>
              <a:t>Windows应用初期，Linux问世之际，国产操作系统发展何如？</a:t>
            </a:r>
            <a:endParaRPr lang="zh-CN" altLang="zh-CN" sz="2400" dirty="0">
              <a:solidFill>
                <a:srgbClr val="0000FF"/>
              </a:solidFill>
              <a:latin typeface="+mn-ea"/>
              <a:cs typeface="黑体" panose="02010609060101010101" charset="-122"/>
            </a:endParaRPr>
          </a:p>
          <a:p>
            <a:pPr marL="0" indent="0" algn="just">
              <a:lnSpc>
                <a:spcPct val="125000"/>
              </a:lnSpc>
              <a:spcBef>
                <a:spcPts val="300"/>
              </a:spcBef>
              <a:spcAft>
                <a:spcPts val="300"/>
              </a:spcAft>
              <a:buFont typeface="Arial" panose="020B0604020202090204" pitchFamily="34" charset="0"/>
              <a:buNone/>
            </a:pPr>
            <a:r>
              <a:rPr lang="en-US" altLang="zh-CN" sz="2400" dirty="0">
                <a:latin typeface="+mn-ea"/>
                <a:cs typeface="Times New Roman" panose="02020503050405090304" charset="0"/>
              </a:rPr>
              <a:t>	</a:t>
            </a:r>
            <a:r>
              <a:rPr lang="zh-CN" sz="2400" dirty="0">
                <a:latin typeface="+mn-ea"/>
                <a:cs typeface="Times New Roman" panose="02020503050405090304" charset="0"/>
              </a:rPr>
              <a:t>1991年10月5日，林纳斯·托瓦兹（Linux Torvalds）对外发布了其独立开发的类UNIX操作系统内核，当该内核与GNU计划（自由软件集体协作计划）相结合时，便形成了我们现在所熟知的开源（开放源代码）Linux系统。至此，Linux问世。</a:t>
            </a:r>
            <a:endParaRPr lang="en-US" altLang="zh-CN" sz="2400" dirty="0">
              <a:latin typeface="+mn-ea"/>
              <a:cs typeface="Times New Roman" panose="02020503050405090304" charset="0"/>
            </a:endParaRPr>
          </a:p>
          <a:p>
            <a:pPr marL="0" indent="0" algn="just">
              <a:lnSpc>
                <a:spcPct val="125000"/>
              </a:lnSpc>
              <a:spcBef>
                <a:spcPts val="300"/>
              </a:spcBef>
              <a:spcAft>
                <a:spcPts val="300"/>
              </a:spcAft>
              <a:buFont typeface="Arial" panose="020B0604020202090204" pitchFamily="34" charset="0"/>
              <a:buNone/>
            </a:pPr>
            <a:r>
              <a:rPr lang="zh-CN" altLang="en-US" sz="2400" dirty="0">
                <a:latin typeface="+mn-ea"/>
                <a:cs typeface="Times New Roman" panose="02020503050405090304" charset="0"/>
              </a:rPr>
              <a:t> </a:t>
            </a:r>
            <a:r>
              <a:rPr lang="en-US" altLang="zh-CN" sz="2400" dirty="0">
                <a:latin typeface="+mn-ea"/>
                <a:cs typeface="Times New Roman" panose="02020503050405090304" charset="0"/>
              </a:rPr>
              <a:t>	</a:t>
            </a:r>
            <a:r>
              <a:rPr lang="zh-CN" altLang="en-US" sz="2400" dirty="0">
                <a:latin typeface="+mn-ea"/>
                <a:cs typeface="Times New Roman" panose="02020503050405090304" charset="0"/>
              </a:rPr>
              <a:t>与</a:t>
            </a:r>
            <a:r>
              <a:rPr lang="en-US" altLang="zh-CN" sz="2400" dirty="0">
                <a:latin typeface="+mn-ea"/>
                <a:cs typeface="Times New Roman" panose="02020503050405090304" charset="0"/>
              </a:rPr>
              <a:t>Linux</a:t>
            </a:r>
            <a:r>
              <a:rPr lang="zh-CN" altLang="en-US" sz="2400" dirty="0">
                <a:latin typeface="+mn-ea"/>
                <a:cs typeface="Times New Roman" panose="02020503050405090304" charset="0"/>
              </a:rPr>
              <a:t>发展完全不同的另一个典型操作系统，便是由微软公司研发的</a:t>
            </a:r>
            <a:r>
              <a:rPr lang="en-US" altLang="zh-CN" sz="2400" dirty="0">
                <a:latin typeface="+mn-ea"/>
                <a:cs typeface="Times New Roman" panose="02020503050405090304" charset="0"/>
              </a:rPr>
              <a:t>Windows</a:t>
            </a:r>
            <a:r>
              <a:rPr lang="zh-CN" altLang="en-US" sz="2400" dirty="0">
                <a:latin typeface="+mn-ea"/>
                <a:cs typeface="Times New Roman" panose="02020503050405090304" charset="0"/>
              </a:rPr>
              <a:t>系统，其于</a:t>
            </a:r>
            <a:r>
              <a:rPr lang="en-US" altLang="zh-CN" sz="2400" dirty="0">
                <a:latin typeface="+mn-ea"/>
                <a:cs typeface="Times New Roman" panose="02020503050405090304" charset="0"/>
              </a:rPr>
              <a:t>1985</a:t>
            </a:r>
            <a:r>
              <a:rPr lang="zh-CN" altLang="en-US" sz="2400" dirty="0">
                <a:latin typeface="+mn-ea"/>
                <a:cs typeface="Times New Roman" panose="02020503050405090304" charset="0"/>
              </a:rPr>
              <a:t>问世之初仅是</a:t>
            </a:r>
            <a:r>
              <a:rPr lang="en-US" altLang="zh-CN" sz="2400" dirty="0">
                <a:latin typeface="+mn-ea"/>
                <a:cs typeface="Times New Roman" panose="02020503050405090304" charset="0"/>
              </a:rPr>
              <a:t>Microsoft-DOS</a:t>
            </a:r>
            <a:r>
              <a:rPr lang="zh-CN" altLang="en-US" sz="2400" dirty="0">
                <a:latin typeface="+mn-ea"/>
                <a:cs typeface="Times New Roman" panose="02020503050405090304" charset="0"/>
              </a:rPr>
              <a:t>模拟环境，之后经过不断完善系统体验、丰富图形用户界面，逐步变为目前全世界使用最广泛的计算机操作系统。</a:t>
            </a:r>
            <a:endParaRPr lang="zh-CN" sz="2400" dirty="0">
              <a:latin typeface="+mn-ea"/>
              <a:cs typeface="Times New Roman" panose="02020503050405090304" charset="0"/>
            </a:endParaRPr>
          </a:p>
        </p:txBody>
      </p:sp>
    </p:spTree>
  </p:cSld>
  <p:clrMapOvr>
    <a:masterClrMapping/>
  </p:clrMapOvr>
  <p:transition/>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78668"/>
            <a:ext cx="7026275" cy="523220"/>
          </a:xfrm>
          <a:prstGeom prst="rect">
            <a:avLst/>
          </a:prstGeom>
        </p:spPr>
        <p:txBody>
          <a:bodyPr wrap="square">
            <a:spAutoFit/>
          </a:bodyPr>
          <a:lstStyle/>
          <a:p>
            <a:r>
              <a:rPr lang="zh-CN" altLang="en-US" sz="2800" b="1" dirty="0">
                <a:solidFill>
                  <a:schemeClr val="bg1"/>
                </a:solidFill>
              </a:rPr>
              <a:t>课程思政小讲堂</a:t>
            </a:r>
            <a:endParaRPr lang="zh-CN" altLang="en-US" sz="2800" b="1" dirty="0">
              <a:solidFill>
                <a:schemeClr val="bg1"/>
              </a:solidFill>
            </a:endParaRPr>
          </a:p>
        </p:txBody>
      </p:sp>
      <p:sp>
        <p:nvSpPr>
          <p:cNvPr id="4" name="内容占位符 3"/>
          <p:cNvSpPr txBox="1"/>
          <p:nvPr/>
        </p:nvSpPr>
        <p:spPr>
          <a:xfrm>
            <a:off x="1237525" y="1610725"/>
            <a:ext cx="9716949" cy="4206025"/>
          </a:xfrm>
          <a:prstGeom prst="rect">
            <a:avLst/>
          </a:prstGeom>
        </p:spPr>
        <p:txBody>
          <a:bodyPr/>
          <a:lstStyle>
            <a:lvl1pPr marL="228600" indent="-228600" algn="l" defTabSz="914400" rtl="0" eaLnBrk="1" latinLnBrk="0" hangingPunct="1">
              <a:lnSpc>
                <a:spcPct val="90000"/>
              </a:lnSpc>
              <a:spcBef>
                <a:spcPts val="1000"/>
              </a:spcBef>
              <a:buFont typeface="Arial" panose="020B060402020209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9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9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9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9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marL="0" indent="0" algn="ctr">
              <a:lnSpc>
                <a:spcPct val="125000"/>
              </a:lnSpc>
              <a:spcBef>
                <a:spcPts val="500"/>
              </a:spcBef>
              <a:spcAft>
                <a:spcPts val="600"/>
              </a:spcAft>
              <a:buFont typeface="Arial" panose="020B0604020202090204" pitchFamily="34" charset="0"/>
              <a:buNone/>
            </a:pPr>
            <a:r>
              <a:rPr lang="zh-CN" altLang="zh-CN" sz="2400" dirty="0">
                <a:solidFill>
                  <a:srgbClr val="0000FF"/>
                </a:solidFill>
                <a:latin typeface="+mn-ea"/>
                <a:cs typeface="黑体" panose="02010609060101010101" charset="-122"/>
              </a:rPr>
              <a:t>Windows应用初期，Linux问世之际，国产操作系统发展何如？</a:t>
            </a:r>
            <a:endParaRPr lang="zh-CN" altLang="zh-CN" sz="2400" dirty="0">
              <a:latin typeface="+mn-ea"/>
              <a:cs typeface="Times New Roman" panose="02020503050405090304" charset="0"/>
              <a:sym typeface="+mn-ea"/>
            </a:endParaRPr>
          </a:p>
          <a:p>
            <a:pPr marL="0" indent="0" algn="just">
              <a:lnSpc>
                <a:spcPct val="125000"/>
              </a:lnSpc>
              <a:buFont typeface="Arial" panose="020B0604020202090204" pitchFamily="34" charset="0"/>
              <a:buNone/>
            </a:pPr>
            <a:r>
              <a:rPr lang="en-US" altLang="zh-CN" sz="2400" dirty="0">
                <a:latin typeface="+mn-ea"/>
                <a:cs typeface="Times New Roman" panose="02020503050405090304" charset="0"/>
              </a:rPr>
              <a:t>	</a:t>
            </a:r>
            <a:r>
              <a:rPr lang="zh-CN" sz="2400" dirty="0">
                <a:latin typeface="+mn-ea"/>
                <a:cs typeface="Times New Roman" panose="02020503050405090304" charset="0"/>
              </a:rPr>
              <a:t>值得一提的是，在Windows应用初期/Linux问世之际的几乎同一时间，即20世纪90年代初，我国出于操作系统本质安全和国家信息产业安全的考虑，便开始倡导自主研发国产操作系统（知识产权归属于我国）。</a:t>
            </a:r>
            <a:endParaRPr lang="zh-CN" sz="2400" dirty="0">
              <a:latin typeface="+mn-ea"/>
              <a:cs typeface="Times New Roman" panose="02020503050405090304" charset="0"/>
            </a:endParaRPr>
          </a:p>
          <a:p>
            <a:pPr marL="0" indent="0" algn="just">
              <a:lnSpc>
                <a:spcPct val="125000"/>
              </a:lnSpc>
              <a:buFont typeface="Arial" panose="020B0604020202090204" pitchFamily="34" charset="0"/>
              <a:buNone/>
            </a:pPr>
            <a:r>
              <a:rPr lang="zh-CN" altLang="zh-CN" sz="2400" dirty="0">
                <a:latin typeface="+mn-ea"/>
                <a:cs typeface="Times New Roman" panose="02020503050405090304" charset="0"/>
                <a:sym typeface="+mn-ea"/>
              </a:rPr>
              <a:t>        </a:t>
            </a:r>
            <a:r>
              <a:rPr lang="zh-CN" sz="2400" u="sng" dirty="0">
                <a:latin typeface="+mn-ea"/>
                <a:cs typeface="Times New Roman" panose="02020503050405090304" charset="0"/>
              </a:rPr>
              <a:t>由此可见，国家对自主可控的国产操作系统研发工作历来尤为重视。</a:t>
            </a:r>
            <a:r>
              <a:rPr lang="zh-CN" sz="2400" dirty="0">
                <a:latin typeface="+mn-ea"/>
                <a:cs typeface="Times New Roman" panose="02020503050405090304" charset="0"/>
              </a:rPr>
              <a:t>那么，作为社会进步与国家发展的中流砥柱——知识分子与科技人才又当何以作为，每每发人深思！</a:t>
            </a:r>
            <a:endParaRPr lang="zh-CN" sz="2400" dirty="0">
              <a:latin typeface="+mn-ea"/>
              <a:cs typeface="Times New Roman" panose="02020503050405090304" charset="0"/>
            </a:endParaRPr>
          </a:p>
        </p:txBody>
      </p:sp>
    </p:spTree>
  </p:cSld>
  <p:clrMapOvr>
    <a:masterClrMapping/>
  </p:clrMapOvr>
  <p:transition/>
</p:sld>
</file>

<file path=ppt/tags/tag1.xml><?xml version="1.0" encoding="utf-8"?>
<p:tagLst xmlns:p="http://schemas.openxmlformats.org/presentationml/2006/main">
  <p:tag name="KSO_WM_BEAUTIFY_FLAG" val=""/>
</p:tagLst>
</file>

<file path=ppt/tags/tag2.xml><?xml version="1.0" encoding="utf-8"?>
<p:tagLst xmlns:p="http://schemas.openxmlformats.org/presentationml/2006/main">
  <p:tag name="KSO_WM_BEAUTIFY_FLAG" val=""/>
</p:tagLst>
</file>

<file path=ppt/tags/tag3.xml><?xml version="1.0" encoding="utf-8"?>
<p:tagLst xmlns:p="http://schemas.openxmlformats.org/presentationml/2006/main">
  <p:tag name="KSO_WM_BEAUTIFY_FLAG" val=""/>
</p:tagLst>
</file>

<file path=ppt/tags/tag4.xml><?xml version="1.0" encoding="utf-8"?>
<p:tagLst xmlns:p="http://schemas.openxmlformats.org/presentationml/2006/main">
  <p:tag name="THINKCELLSHAPEDONOTDELETE" val="tA6S0wzOvQ8a50SA42PUNRg"/>
</p:tagLst>
</file>

<file path=ppt/tags/tag5.xml><?xml version="1.0" encoding="utf-8"?>
<p:tagLst xmlns:p="http://schemas.openxmlformats.org/presentationml/2006/main">
  <p:tag name="KSO_WM_BEAUTIFY_FLAG" val=""/>
</p:tagLst>
</file>

<file path=ppt/tags/tag6.xml><?xml version="1.0" encoding="utf-8"?>
<p:tagLst xmlns:p="http://schemas.openxmlformats.org/presentationml/2006/main">
  <p:tag name="KSO_WM_UNIT_TABLE_BEAUTIFY" val="smartTable{58a06314-7e72-4d48-85a8-7253ed818c17}"/>
</p:tagLst>
</file>

<file path=ppt/tags/tag7.xml><?xml version="1.0" encoding="utf-8"?>
<p:tagLst xmlns:p="http://schemas.openxmlformats.org/presentationml/2006/main">
  <p:tag name="ISLIDE.DIAGRAM" val="272399"/>
</p:tagLst>
</file>

<file path=ppt/tags/tag8.xml><?xml version="1.0" encoding="utf-8"?>
<p:tagLst xmlns:p="http://schemas.openxmlformats.org/presentationml/2006/main">
  <p:tag name="ISLIDE.DIAGRAM" val="224405"/>
</p:tagLst>
</file>

<file path=ppt/tags/tag9.xml><?xml version="1.0" encoding="utf-8"?>
<p:tagLst xmlns:p="http://schemas.openxmlformats.org/presentationml/2006/main">
  <p:tag name="ISLIDE.DIAGRAM" val="217641"/>
</p:tagLst>
</file>

<file path=ppt/tags/tag10.xml><?xml version="1.0" encoding="utf-8"?>
<p:tagLst xmlns:p="http://schemas.openxmlformats.org/presentationml/2006/main">
  <p:tag name="ISLIDE.DIAGRAM" val="217641"/>
  <p:tag name="KSO_WM_DIAGRAM_VIRTUALLY_FRAME" val="{&quot;height&quot;:406.3610236220472,&quot;left&quot;:43.62322834645669,&quot;top&quot;:85.0859842519685,&quot;width&quot;:885.5891338582676}"/>
</p:tagLst>
</file>

<file path=ppt/tags/tag11.xml><?xml version="1.0" encoding="utf-8"?>
<p:tagLst xmlns:p="http://schemas.openxmlformats.org/presentationml/2006/main">
  <p:tag name="KSO_WM_DIAGRAM_VIRTUALLY_FRAME" val="{&quot;height&quot;:406.3610236220472,&quot;left&quot;:43.62322834645669,&quot;top&quot;:85.0859842519685,&quot;width&quot;:885.5891338582676}"/>
</p:tagLst>
</file>

<file path=ppt/tags/tag12.xml><?xml version="1.0" encoding="utf-8"?>
<p:tagLst xmlns:p="http://schemas.openxmlformats.org/presentationml/2006/main">
  <p:tag name="KSO_WM_DIAGRAM_VIRTUALLY_FRAME" val="{&quot;height&quot;:406.3610236220472,&quot;left&quot;:43.62322834645669,&quot;top&quot;:85.0859842519685,&quot;width&quot;:885.5891338582676}"/>
</p:tagLst>
</file>

<file path=ppt/tags/tag13.xml><?xml version="1.0" encoding="utf-8"?>
<p:tagLst xmlns:p="http://schemas.openxmlformats.org/presentationml/2006/main">
  <p:tag name="KSO_WM_DIAGRAM_VIRTUALLY_FRAME" val="{&quot;height&quot;:406.3610236220472,&quot;left&quot;:43.62322834645669,&quot;top&quot;:85.0859842519685,&quot;width&quot;:885.5891338582676}"/>
</p:tagLst>
</file>

<file path=ppt/tags/tag14.xml><?xml version="1.0" encoding="utf-8"?>
<p:tagLst xmlns:p="http://schemas.openxmlformats.org/presentationml/2006/main">
  <p:tag name="KSO_WM_DIAGRAM_VIRTUALLY_FRAME" val="{&quot;height&quot;:406.3610236220472,&quot;left&quot;:43.62322834645669,&quot;top&quot;:85.0859842519685,&quot;width&quot;:885.5891338582676}"/>
</p:tagLst>
</file>

<file path=ppt/tags/tag15.xml><?xml version="1.0" encoding="utf-8"?>
<p:tagLst xmlns:p="http://schemas.openxmlformats.org/presentationml/2006/main">
  <p:tag name="KSO_WM_DIAGRAM_VIRTUALLY_FRAME" val="{&quot;height&quot;:406.3610236220472,&quot;left&quot;:43.62322834645669,&quot;top&quot;:85.0859842519685,&quot;width&quot;:885.5891338582676}"/>
</p:tagLst>
</file>

<file path=ppt/tags/tag16.xml><?xml version="1.0" encoding="utf-8"?>
<p:tagLst xmlns:p="http://schemas.openxmlformats.org/presentationml/2006/main">
  <p:tag name="KSO_WM_DIAGRAM_VIRTUALLY_FRAME" val="{&quot;height&quot;:406.3610236220472,&quot;left&quot;:43.62322834645669,&quot;top&quot;:85.0859842519685,&quot;width&quot;:885.5891338582676}"/>
</p:tagLst>
</file>

<file path=ppt/tags/tag17.xml><?xml version="1.0" encoding="utf-8"?>
<p:tagLst xmlns:p="http://schemas.openxmlformats.org/presentationml/2006/main">
  <p:tag name="KSO_WM_DIAGRAM_VIRTUALLY_FRAME" val="{&quot;height&quot;:406.3610236220472,&quot;left&quot;:43.62322834645669,&quot;top&quot;:85.0859842519685,&quot;width&quot;:885.5891338582676}"/>
</p:tagLst>
</file>

<file path=ppt/tags/tag18.xml><?xml version="1.0" encoding="utf-8"?>
<p:tagLst xmlns:p="http://schemas.openxmlformats.org/presentationml/2006/main">
  <p:tag name="KSO_WM_DIAGRAM_VIRTUALLY_FRAME" val="{&quot;height&quot;:406.3610236220472,&quot;left&quot;:43.62322834645669,&quot;top&quot;:85.0859842519685,&quot;width&quot;:885.5891338582676}"/>
</p:tagLst>
</file>

<file path=ppt/tags/tag19.xml><?xml version="1.0" encoding="utf-8"?>
<p:tagLst xmlns:p="http://schemas.openxmlformats.org/presentationml/2006/main">
  <p:tag name="KSO_WM_DIAGRAM_VIRTUALLY_FRAME" val="{&quot;height&quot;:406.3610236220472,&quot;left&quot;:43.62322834645669,&quot;top&quot;:85.0859842519685,&quot;width&quot;:885.5891338582676}"/>
</p:tagLst>
</file>

<file path=ppt/tags/tag20.xml><?xml version="1.0" encoding="utf-8"?>
<p:tagLst xmlns:p="http://schemas.openxmlformats.org/presentationml/2006/main">
  <p:tag name="KSO_WM_DIAGRAM_VIRTUALLY_FRAME" val="{&quot;height&quot;:406.3610236220472,&quot;left&quot;:43.62322834645669,&quot;top&quot;:85.0859842519685,&quot;width&quot;:885.5891338582676}"/>
</p:tagLst>
</file>

<file path=ppt/tags/tag21.xml><?xml version="1.0" encoding="utf-8"?>
<p:tagLst xmlns:p="http://schemas.openxmlformats.org/presentationml/2006/main">
  <p:tag name="KSO_WM_DIAGRAM_VIRTUALLY_FRAME" val="{&quot;height&quot;:406.3610236220472,&quot;left&quot;:43.62322834645669,&quot;top&quot;:85.0859842519685,&quot;width&quot;:885.5891338582676}"/>
</p:tagLst>
</file>

<file path=ppt/tags/tag22.xml><?xml version="1.0" encoding="utf-8"?>
<p:tagLst xmlns:p="http://schemas.openxmlformats.org/presentationml/2006/main">
  <p:tag name="KSO_WM_DIAGRAM_VIRTUALLY_FRAME" val="{&quot;height&quot;:406.3610236220472,&quot;left&quot;:43.62322834645669,&quot;top&quot;:85.0859842519685,&quot;width&quot;:885.5891338582676}"/>
</p:tagLst>
</file>

<file path=ppt/tags/tag23.xml><?xml version="1.0" encoding="utf-8"?>
<p:tagLst xmlns:p="http://schemas.openxmlformats.org/presentationml/2006/main">
  <p:tag name="KSO_WM_DIAGRAM_VIRTUALLY_FRAME" val="{&quot;height&quot;:406.3610236220472,&quot;left&quot;:43.62322834645669,&quot;top&quot;:85.0859842519685,&quot;width&quot;:885.5891338582676}"/>
</p:tagLst>
</file>

<file path=ppt/tags/tag24.xml><?xml version="1.0" encoding="utf-8"?>
<p:tagLst xmlns:p="http://schemas.openxmlformats.org/presentationml/2006/main">
  <p:tag name="ISLIDE.DIAGRAM" val="204110"/>
</p:tagLst>
</file>

<file path=ppt/tags/tag25.xml><?xml version="1.0" encoding="utf-8"?>
<p:tagLst xmlns:p="http://schemas.openxmlformats.org/presentationml/2006/main">
  <p:tag name="ISLIDE.DIAGRAM" val="217641"/>
</p:tagLst>
</file>

<file path=ppt/tags/tag26.xml><?xml version="1.0" encoding="utf-8"?>
<p:tagLst xmlns:p="http://schemas.openxmlformats.org/presentationml/2006/main">
  <p:tag name="ISLIDE.DIAGRAM" val="185926"/>
</p:tagLst>
</file>

<file path=ppt/tags/tag27.xml><?xml version="1.0" encoding="utf-8"?>
<p:tagLst xmlns:p="http://schemas.openxmlformats.org/presentationml/2006/main">
  <p:tag name="ISLIDE.DIAGRAM" val="224405"/>
</p:tagLst>
</file>

<file path=ppt/tags/tag28.xml><?xml version="1.0" encoding="utf-8"?>
<p:tagLst xmlns:p="http://schemas.openxmlformats.org/presentationml/2006/main">
  <p:tag name="ISLIDE.DIAGRAM" val="217641"/>
  <p:tag name="KSO_WM_DIAGRAM_VIRTUALLY_FRAME" val="{&quot;height&quot;:324.7851181102363,&quot;left&quot;:37.538818897637796,&quot;top&quot;:131.54732283464566,&quot;width&quot;:885.5890551181103}"/>
</p:tagLst>
</file>

<file path=ppt/tags/tag29.xml><?xml version="1.0" encoding="utf-8"?>
<p:tagLst xmlns:p="http://schemas.openxmlformats.org/presentationml/2006/main">
  <p:tag name="KSO_WM_DIAGRAM_VIRTUALLY_FRAME" val="{&quot;height&quot;:324.7851181102363,&quot;left&quot;:37.538818897637796,&quot;top&quot;:131.54732283464566,&quot;width&quot;:885.5890551181103}"/>
</p:tagLst>
</file>

<file path=ppt/tags/tag30.xml><?xml version="1.0" encoding="utf-8"?>
<p:tagLst xmlns:p="http://schemas.openxmlformats.org/presentationml/2006/main">
  <p:tag name="KSO_WM_DIAGRAM_VIRTUALLY_FRAME" val="{&quot;height&quot;:324.7851181102363,&quot;left&quot;:37.538818897637796,&quot;top&quot;:131.54732283464566,&quot;width&quot;:885.5890551181103}"/>
</p:tagLst>
</file>

<file path=ppt/tags/tag31.xml><?xml version="1.0" encoding="utf-8"?>
<p:tagLst xmlns:p="http://schemas.openxmlformats.org/presentationml/2006/main">
  <p:tag name="KSO_WM_DIAGRAM_VIRTUALLY_FRAME" val="{&quot;height&quot;:324.7851181102363,&quot;left&quot;:37.538818897637796,&quot;top&quot;:131.54732283464566,&quot;width&quot;:885.5890551181103}"/>
</p:tagLst>
</file>

<file path=ppt/tags/tag32.xml><?xml version="1.0" encoding="utf-8"?>
<p:tagLst xmlns:p="http://schemas.openxmlformats.org/presentationml/2006/main">
  <p:tag name="KSO_WM_DIAGRAM_VIRTUALLY_FRAME" val="{&quot;height&quot;:324.7851181102363,&quot;left&quot;:37.538818897637796,&quot;top&quot;:131.54732283464566,&quot;width&quot;:885.5890551181103}"/>
</p:tagLst>
</file>

<file path=ppt/tags/tag33.xml><?xml version="1.0" encoding="utf-8"?>
<p:tagLst xmlns:p="http://schemas.openxmlformats.org/presentationml/2006/main">
  <p:tag name="KSO_WM_DIAGRAM_VIRTUALLY_FRAME" val="{&quot;height&quot;:324.7851181102363,&quot;left&quot;:37.538818897637796,&quot;top&quot;:131.54732283464566,&quot;width&quot;:885.5890551181103}"/>
</p:tagLst>
</file>

<file path=ppt/tags/tag34.xml><?xml version="1.0" encoding="utf-8"?>
<p:tagLst xmlns:p="http://schemas.openxmlformats.org/presentationml/2006/main">
  <p:tag name="KSO_WM_DIAGRAM_VIRTUALLY_FRAME" val="{&quot;height&quot;:324.7851181102363,&quot;left&quot;:37.538818897637796,&quot;top&quot;:131.54732283464566,&quot;width&quot;:885.5890551181103}"/>
</p:tagLst>
</file>

<file path=ppt/tags/tag35.xml><?xml version="1.0" encoding="utf-8"?>
<p:tagLst xmlns:p="http://schemas.openxmlformats.org/presentationml/2006/main">
  <p:tag name="KSO_WM_DIAGRAM_VIRTUALLY_FRAME" val="{&quot;height&quot;:324.7851181102363,&quot;left&quot;:37.538818897637796,&quot;top&quot;:131.54732283464566,&quot;width&quot;:885.5890551181103}"/>
</p:tagLst>
</file>

<file path=ppt/tags/tag36.xml><?xml version="1.0" encoding="utf-8"?>
<p:tagLst xmlns:p="http://schemas.openxmlformats.org/presentationml/2006/main">
  <p:tag name="KSO_WM_DIAGRAM_VIRTUALLY_FRAME" val="{&quot;height&quot;:324.7851181102363,&quot;left&quot;:37.538818897637796,&quot;top&quot;:131.54732283464566,&quot;width&quot;:885.5890551181103}"/>
</p:tagLst>
</file>

<file path=ppt/tags/tag37.xml><?xml version="1.0" encoding="utf-8"?>
<p:tagLst xmlns:p="http://schemas.openxmlformats.org/presentationml/2006/main">
  <p:tag name="KSO_WM_DIAGRAM_VIRTUALLY_FRAME" val="{&quot;height&quot;:324.7851181102363,&quot;left&quot;:37.538818897637796,&quot;top&quot;:131.54732283464566,&quot;width&quot;:885.5890551181103}"/>
</p:tagLst>
</file>

<file path=ppt/tags/tag38.xml><?xml version="1.0" encoding="utf-8"?>
<p:tagLst xmlns:p="http://schemas.openxmlformats.org/presentationml/2006/main">
  <p:tag name="KSO_WM_DIAGRAM_VIRTUALLY_FRAME" val="{&quot;height&quot;:324.7851181102363,&quot;left&quot;:37.538818897637796,&quot;top&quot;:131.54732283464566,&quot;width&quot;:885.5890551181103}"/>
</p:tagLst>
</file>

<file path=ppt/tags/tag39.xml><?xml version="1.0" encoding="utf-8"?>
<p:tagLst xmlns:p="http://schemas.openxmlformats.org/presentationml/2006/main">
  <p:tag name="KSO_WM_DIAGRAM_VIRTUALLY_FRAME" val="{&quot;height&quot;:324.7851181102363,&quot;left&quot;:37.538818897637796,&quot;top&quot;:131.54732283464566,&quot;width&quot;:885.5890551181103}"/>
</p:tagLst>
</file>

<file path=ppt/tags/tag40.xml><?xml version="1.0" encoding="utf-8"?>
<p:tagLst xmlns:p="http://schemas.openxmlformats.org/presentationml/2006/main">
  <p:tag name="KSO_WM_DIAGRAM_VIRTUALLY_FRAME" val="{&quot;height&quot;:324.7851181102363,&quot;left&quot;:37.538818897637796,&quot;top&quot;:131.54732283464566,&quot;width&quot;:885.5890551181103}"/>
</p:tagLst>
</file>

<file path=ppt/tags/tag41.xml><?xml version="1.0" encoding="utf-8"?>
<p:tagLst xmlns:p="http://schemas.openxmlformats.org/presentationml/2006/main">
  <p:tag name="KSO_WM_DIAGRAM_VIRTUALLY_FRAME" val="{&quot;height&quot;:324.7851181102363,&quot;left&quot;:37.538818897637796,&quot;top&quot;:131.54732283464566,&quot;width&quot;:885.5890551181103}"/>
</p:tagLst>
</file>

<file path=ppt/tags/tag42.xml><?xml version="1.0" encoding="utf-8"?>
<p:tagLst xmlns:p="http://schemas.openxmlformats.org/presentationml/2006/main">
  <p:tag name="KSO_WM_DIAGRAM_VIRTUALLY_FRAME" val="{&quot;height&quot;:324.7851181102363,&quot;left&quot;:37.538818897637796,&quot;top&quot;:131.54732283464566,&quot;width&quot;:885.5890551181103}"/>
</p:tagLst>
</file>

<file path=ppt/tags/tag43.xml><?xml version="1.0" encoding="utf-8"?>
<p:tagLst xmlns:p="http://schemas.openxmlformats.org/presentationml/2006/main">
  <p:tag name="KSO_WM_DIAGRAM_VIRTUALLY_FRAME" val="{&quot;height&quot;:324.7851181102363,&quot;left&quot;:37.538818897637796,&quot;top&quot;:131.54732283464566,&quot;width&quot;:885.5890551181103}"/>
</p:tagLst>
</file>

<file path=ppt/tags/tag44.xml><?xml version="1.0" encoding="utf-8"?>
<p:tagLst xmlns:p="http://schemas.openxmlformats.org/presentationml/2006/main">
  <p:tag name="KSO_WM_DIAGRAM_VIRTUALLY_FRAME" val="{&quot;height&quot;:324.7851181102363,&quot;left&quot;:37.538818897637796,&quot;top&quot;:131.54732283464566,&quot;width&quot;:885.5890551181103}"/>
</p:tagLst>
</file>

<file path=ppt/tags/tag45.xml><?xml version="1.0" encoding="utf-8"?>
<p:tagLst xmlns:p="http://schemas.openxmlformats.org/presentationml/2006/main">
  <p:tag name="KSO_WM_DIAGRAM_VIRTUALLY_FRAME" val="{&quot;height&quot;:324.7851181102363,&quot;left&quot;:37.538818897637796,&quot;top&quot;:131.54732283464566,&quot;width&quot;:885.5890551181103}"/>
</p:tagLst>
</file>

<file path=ppt/tags/tag46.xml><?xml version="1.0" encoding="utf-8"?>
<p:tagLst xmlns:p="http://schemas.openxmlformats.org/presentationml/2006/main">
  <p:tag name="ISLIDE.DIAGRAM" val="217641"/>
</p:tagLst>
</file>

<file path=ppt/tags/tag47.xml><?xml version="1.0" encoding="utf-8"?>
<p:tagLst xmlns:p="http://schemas.openxmlformats.org/presentationml/2006/main">
  <p:tag name="ISLIDE.DIAGRAM" val="185926"/>
</p:tagLst>
</file>

<file path=ppt/tags/tag48.xml><?xml version="1.0" encoding="utf-8"?>
<p:tagLst xmlns:p="http://schemas.openxmlformats.org/presentationml/2006/main">
  <p:tag name="ISLIDE.DIAGRAM" val="204206"/>
</p:tagLst>
</file>

<file path=ppt/tags/tag49.xml><?xml version="1.0" encoding="utf-8"?>
<p:tagLst xmlns:p="http://schemas.openxmlformats.org/presentationml/2006/main">
  <p:tag name="KSO_WM_UNIT_TABLE_BEAUTIFY" val="smartTable{58a06314-7e72-4d48-85a8-7253ed818c17}"/>
</p:tagLst>
</file>

<file path=ppt/tags/tag50.xml><?xml version="1.0" encoding="utf-8"?>
<p:tagLst xmlns:p="http://schemas.openxmlformats.org/presentationml/2006/main">
  <p:tag name="ISLIDE TOOLS.GUIDESSETTING" val="{&quot;Id&quot;:&quot;2d4375ee-8516-45e0-8956-45702a61a9b6&quot;,&quot;Name&quot;:&quot;iSlide&quot;,&quot;HeaderHeight&quot;:15.0,&quot;FooterHeight&quot;:9.0000000000000036,&quot;SideMargin&quot;:5.4999999999999982,&quot;TopMargin&quot;:0.0,&quot;BottomMargin&quot;:0.0,&quot;IntervalMargin&quot;:1.3999999999999997}"/>
  <p:tag name="ISLIDE.GUIDESSETTING" val="{&quot;Id&quot;:&quot;GuidesStyle_Normal&quot;,&quot;Name&quot;:&quot;正常&quot;,&quot;HeaderHeight&quot;:15.0,&quot;FooterHeight&quot;:9.0,&quot;SideMargin&quot;:5.5,&quot;TopMargin&quot;:0.0,&quot;BottomMargin&quot;:0.0,&quot;IntervalMargin&quot;:1.5}"/>
  <p:tag name="THINKCELLUNDODONOTDELETE" val="0"/>
  <p:tag name="ISLIDE.THEME" val="074baa65-1bcf-453b-aed6-4412331b316e"/>
  <p:tag name="commondata" val="eyJoZGlkIjoiMzEwNTM5NzYwMDRjMzkwZTVkZjY2ODkwMGIxNGU0OTUifQ=="/>
</p:tagLst>
</file>

<file path=ppt/theme/theme1.xml><?xml version="1.0" encoding="utf-8"?>
<a:theme xmlns:a="http://schemas.openxmlformats.org/drawingml/2006/main" name="主题5">
  <a:themeElements>
    <a:clrScheme name="自定义 15">
      <a:dk1>
        <a:srgbClr val="000000"/>
      </a:dk1>
      <a:lt1>
        <a:srgbClr val="FFFFFF"/>
      </a:lt1>
      <a:dk2>
        <a:srgbClr val="768394"/>
      </a:dk2>
      <a:lt2>
        <a:srgbClr val="F0F0F0"/>
      </a:lt2>
      <a:accent1>
        <a:srgbClr val="07416B"/>
      </a:accent1>
      <a:accent2>
        <a:srgbClr val="FFC000"/>
      </a:accent2>
      <a:accent3>
        <a:srgbClr val="00002E"/>
      </a:accent3>
      <a:accent4>
        <a:srgbClr val="031684"/>
      </a:accent4>
      <a:accent5>
        <a:srgbClr val="969696"/>
      </a:accent5>
      <a:accent6>
        <a:srgbClr val="B2B2B2"/>
      </a:accent6>
      <a:hlink>
        <a:srgbClr val="4472C4"/>
      </a:hlink>
      <a:folHlink>
        <a:srgbClr val="BFBFBF"/>
      </a:folHlink>
    </a:clrScheme>
    <a:fontScheme name="Temp">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iSlide</Template>
  <TotalTime>0</TotalTime>
  <Words>13230</Words>
  <Application>WPS 演示</Application>
  <PresentationFormat>自定义</PresentationFormat>
  <Paragraphs>1709</Paragraphs>
  <Slides>99</Slides>
  <Notes>0</Notes>
  <HiddenSlides>0</HiddenSlides>
  <MMClips>0</MMClips>
  <ScaleCrop>false</ScaleCrop>
  <HeadingPairs>
    <vt:vector size="6" baseType="variant">
      <vt:variant>
        <vt:lpstr>已用的字体</vt:lpstr>
      </vt:variant>
      <vt:variant>
        <vt:i4>35</vt:i4>
      </vt:variant>
      <vt:variant>
        <vt:lpstr>主题</vt:lpstr>
      </vt:variant>
      <vt:variant>
        <vt:i4>1</vt:i4>
      </vt:variant>
      <vt:variant>
        <vt:lpstr>幻灯片标题</vt:lpstr>
      </vt:variant>
      <vt:variant>
        <vt:i4>99</vt:i4>
      </vt:variant>
    </vt:vector>
  </HeadingPairs>
  <TitlesOfParts>
    <vt:vector size="135" baseType="lpstr">
      <vt:lpstr>Arial</vt:lpstr>
      <vt:lpstr>宋体</vt:lpstr>
      <vt:lpstr>Wingdings</vt:lpstr>
      <vt:lpstr>微软雅黑</vt:lpstr>
      <vt:lpstr>Times New Roman</vt:lpstr>
      <vt:lpstr>汉仪旗黑</vt:lpstr>
      <vt:lpstr>幼圆</vt:lpstr>
      <vt:lpstr>苹方-简</vt:lpstr>
      <vt:lpstr>汉仪书宋二KW</vt:lpstr>
      <vt:lpstr>微软雅黑 (正文)</vt:lpstr>
      <vt:lpstr>汉仪中黑KW</vt:lpstr>
      <vt:lpstr>华文楷体</vt:lpstr>
      <vt:lpstr>宋体</vt:lpstr>
      <vt:lpstr>Arial Unicode MS</vt:lpstr>
      <vt:lpstr>Calibri</vt:lpstr>
      <vt:lpstr>Helvetica Neue</vt:lpstr>
      <vt:lpstr>Arial</vt:lpstr>
      <vt:lpstr>等线</vt:lpstr>
      <vt:lpstr>汉仪中等线KW</vt:lpstr>
      <vt:lpstr>Impact</vt:lpstr>
      <vt:lpstr>Wingdings 2</vt:lpstr>
      <vt:lpstr>Perpetua</vt:lpstr>
      <vt:lpstr>Monotype Sorts</vt:lpstr>
      <vt:lpstr>Thonburi</vt:lpstr>
      <vt:lpstr>Wingdings</vt:lpstr>
      <vt:lpstr>黑体</vt:lpstr>
      <vt:lpstr>Monotype Sorts</vt:lpstr>
      <vt:lpstr>幼圆</vt:lpstr>
      <vt:lpstr>微软雅黑</vt:lpstr>
      <vt:lpstr>微软雅黑 (正文)</vt:lpstr>
      <vt:lpstr>等线</vt:lpstr>
      <vt:lpstr>黑体</vt:lpstr>
      <vt:lpstr>华文新魏</vt:lpstr>
      <vt:lpstr>华文新魏</vt:lpstr>
      <vt:lpstr>Helvetica Neue Regular</vt:lpstr>
      <vt:lpstr>主题5</vt:lpstr>
      <vt:lpstr>计算机操作系统</vt:lpstr>
      <vt:lpstr>成绩评定</vt:lpstr>
      <vt:lpstr>推荐教材（参考书）</vt:lpstr>
      <vt:lpstr>PowerPoint 演示文稿</vt:lpstr>
      <vt:lpstr>PowerPoint 演示文稿</vt:lpstr>
      <vt:lpstr>教学进度表</vt:lpstr>
      <vt:lpstr>PowerPoint 演示文稿</vt:lpstr>
      <vt:lpstr>PowerPoint 演示文稿</vt:lpstr>
      <vt:lpstr>省级一流课程</vt:lpstr>
      <vt:lpstr>PowerPoint 演示文稿</vt:lpstr>
      <vt:lpstr>PowerPoint 演示文稿</vt:lpstr>
      <vt:lpstr>PowerPoint 演示文稿</vt:lpstr>
      <vt:lpstr>操作系统的定义</vt:lpstr>
      <vt:lpstr>操作系统的定义</vt:lpstr>
      <vt:lpstr>操作系统的功能</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共享性（Sharing） </vt:lpstr>
      <vt:lpstr>异步性(Asynchronism) </vt:lpstr>
      <vt:lpstr>PowerPoint 演示文稿</vt:lpstr>
      <vt:lpstr>虚拟性(virtuality)</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1.5.1 UNIX综述</vt:lpstr>
      <vt:lpstr>PowerPoint 演示文稿</vt:lpstr>
      <vt:lpstr>1.5.2 UNIX内核功能</vt:lpstr>
      <vt:lpstr>1.5.2 UNIX内核功能</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iSlide</Company>
  <LinksUpToDate>false</LinksUpToDate>
  <SharedDoc>false</SharedDoc>
  <HyperlinksChanged>false</HyperlinksChanged>
  <AppVersion>14.0000</AppVersion>
  <Manager>iSlide</Manager>
  <HyperlinkBase>https://www.islide.cc</HyperlinkBase>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iSlide</dc:creator>
  <cp:lastModifiedBy>韦平</cp:lastModifiedBy>
  <cp:revision>205</cp:revision>
  <cp:lastPrinted>2026-03-03T07:31:29Z</cp:lastPrinted>
  <dcterms:created xsi:type="dcterms:W3CDTF">2026-03-03T07:31:29Z</dcterms:created>
  <dcterms:modified xsi:type="dcterms:W3CDTF">2026-03-03T07:31:29Z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Slide.Theme">
    <vt:lpwstr>48706f29-9ca0-418e-876d-de7b156ca083</vt:lpwstr>
  </property>
  <property fmtid="{D5CDD505-2E9C-101B-9397-08002B2CF9AE}" pid="3" name="ICV">
    <vt:lpwstr>F550D6099EDE423F9644FD0920CD3DFA</vt:lpwstr>
  </property>
  <property fmtid="{D5CDD505-2E9C-101B-9397-08002B2CF9AE}" pid="4" name="KSOProductBuildVer">
    <vt:lpwstr>2052-12.1.24709.24709</vt:lpwstr>
  </property>
</Properties>
</file>